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82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D257F4-A88A-4DB2-A855-D49C8190B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7755D9-5D17-4B43-98B2-00BE6A3FB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AB8FE9-428C-40BD-A8E2-B6A8666C5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4509-9650-4AB5-898D-626912836A1A}" type="datetimeFigureOut">
              <a:rPr lang="zh-CN" altLang="en-US" smtClean="0"/>
              <a:t>2022/3/25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0DF74C-22BD-4625-9651-FF06D568D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66A708-7293-4CCA-8D0C-F1FFBD0F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ECC84-B19A-4B86-A349-BD5DF4622B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536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A8ED2-0599-46E5-BD97-2ADC00DCB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2C8233-4F87-4609-8D10-9A1C6CF93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79CFCA-D7BE-4443-97CB-56B33A84F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4509-9650-4AB5-898D-626912836A1A}" type="datetimeFigureOut">
              <a:rPr lang="zh-CN" altLang="en-US" smtClean="0"/>
              <a:t>2022/3/25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0BE601-BADD-4984-9778-BF30D67CD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C43439-D191-41FD-8984-5AB81346E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ECC84-B19A-4B86-A349-BD5DF4622B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194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DC8E4D-CE45-4645-8C06-61E30FC8D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CD0524-76B1-40AD-8CB5-A6FEBA19D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BDE423-29A3-4A63-BF88-06AA4FD8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4509-9650-4AB5-898D-626912836A1A}" type="datetimeFigureOut">
              <a:rPr lang="zh-CN" altLang="en-US" smtClean="0"/>
              <a:t>2022/3/25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AA8065-C49B-4274-8113-4729CF6F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11AC88-87BF-41A1-8A11-9FF2F8787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ECC84-B19A-4B86-A349-BD5DF4622B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699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98DEA3-F36D-4091-9A1C-E11B96A3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6933E0-A263-4B9B-9629-4D54FBAB4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BA7B8D-7EB7-46B6-8C76-20213FFFE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1C7F29-C9D7-48F5-BB1D-48B26101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4509-9650-4AB5-898D-626912836A1A}" type="datetimeFigureOut">
              <a:rPr lang="zh-CN" altLang="en-US" smtClean="0"/>
              <a:t>2022/3/25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BFB825-6FE0-4296-9EAB-0FFA11A19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B98F9A-F5D3-4025-A175-8D19F9DBD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ECC84-B19A-4B86-A349-BD5DF4622B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9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B46BCC-2473-4E1F-8F95-4FD3E40EC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384D71-B630-43A0-AD16-83CC18960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A2F4D8-6366-4E18-A332-CA5A012AD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156270-9624-48FE-9BB7-D7885DE72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12BF7D-31E4-45E8-95A7-3B86D5B6D9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A2EA243-8EDF-483E-86FD-B1A49DC2C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4509-9650-4AB5-898D-626912836A1A}" type="datetimeFigureOut">
              <a:rPr lang="zh-CN" altLang="en-US" smtClean="0"/>
              <a:t>2022/3/25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CE99CC-68E7-44C6-8CBA-6325EC540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CEEC08C-C804-43CD-9D11-69B5A3016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ECC84-B19A-4B86-A349-BD5DF4622B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390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A6EB73-FB76-4000-9A85-77A74A7E4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E349D67-2106-438B-A0F0-567D77D2A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4509-9650-4AB5-898D-626912836A1A}" type="datetimeFigureOut">
              <a:rPr lang="zh-CN" altLang="en-US" smtClean="0"/>
              <a:t>2022/3/25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EB8E8E5-0E93-4AA3-853B-5BD521F5F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D21D96-DDB8-41C4-B082-F3F2FAF03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ECC84-B19A-4B86-A349-BD5DF4622B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61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A2058A-B5F1-4083-AD14-A9E4F01D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4509-9650-4AB5-898D-626912836A1A}" type="datetimeFigureOut">
              <a:rPr lang="zh-CN" altLang="en-US" smtClean="0"/>
              <a:t>2022/3/25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A2D43C-0871-45D7-AFA9-D69493453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74CC3F-16EC-4647-90BC-47008986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ECC84-B19A-4B86-A349-BD5DF4622B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17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85744F-F352-4FD3-874D-22420BD4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F9301B-04CC-4196-85DF-CF856E342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BF84D9-1022-47C4-8C9E-9BC6F6530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D095CB-C0C3-4673-8E34-41A2CE742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4509-9650-4AB5-898D-626912836A1A}" type="datetimeFigureOut">
              <a:rPr lang="zh-CN" altLang="en-US" smtClean="0"/>
              <a:t>2022/3/25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00685A-683E-4B9E-8C57-8148BABF4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CD8F00-D5D9-4172-931C-5D76555B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ECC84-B19A-4B86-A349-BD5DF4622B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863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6338D3-2F3C-4DFD-817E-CEA67F711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511DA43-1278-4D84-B9DE-15F68418D1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BD068F-7E57-4009-945B-EB7EA5E1E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9C7802-2CAF-40B2-801C-72F808B8B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4509-9650-4AB5-898D-626912836A1A}" type="datetimeFigureOut">
              <a:rPr lang="zh-CN" altLang="en-US" smtClean="0"/>
              <a:t>2022/3/25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00F8FE-BBB7-4341-B7EA-33EA27879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1ABF01-D76A-486E-9540-1574A192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ECC84-B19A-4B86-A349-BD5DF4622B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359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A6C70-6897-4973-9E01-D102683E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DF661C-F7AB-43DF-9C42-1205C05CA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6B3890-EAC1-402C-9F0D-C3B2E5F1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4509-9650-4AB5-898D-626912836A1A}" type="datetimeFigureOut">
              <a:rPr lang="zh-CN" altLang="en-US" smtClean="0"/>
              <a:t>2022/3/25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9BC11F-0E58-4556-91EC-D160673A2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6870D5-9C7D-44C6-8489-8A7711FA4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ECC84-B19A-4B86-A349-BD5DF4622B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5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A6BF52C-F905-4641-BCDE-7C07D2480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0FBD8D-F0AB-49FE-A8F8-BCC8A643E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DCC11-2778-4F41-A919-974B9D208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4509-9650-4AB5-898D-626912836A1A}" type="datetimeFigureOut">
              <a:rPr lang="zh-CN" altLang="en-US" smtClean="0"/>
              <a:t>2022/3/25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39B1A8-CDB6-4266-AC15-E1366747D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AA8CDD-663B-4577-B1BC-C801B339F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ECC84-B19A-4B86-A349-BD5DF4622B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470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0B8EFCA-4D07-4632-9026-2C932893C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863EBF-DC7E-48E8-A569-C0385B626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3A69FA-43C6-46A3-9A96-7EBBEC4CC1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24509-9650-4AB5-898D-626912836A1A}" type="datetimeFigureOut">
              <a:rPr lang="zh-CN" altLang="en-US" smtClean="0"/>
              <a:t>2022/3/25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B125A8-6430-4A43-A2EF-AC5E19B3A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5E8BBE-B46B-4ABD-B15C-D79ED966F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ECC84-B19A-4B86-A349-BD5DF4622B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520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>
            <a:extLst>
              <a:ext uri="{FF2B5EF4-FFF2-40B4-BE49-F238E27FC236}">
                <a16:creationId xmlns:a16="http://schemas.microsoft.com/office/drawing/2014/main" id="{4205CCAC-B87B-45E4-AC7A-91DAC26C1CB0}"/>
              </a:ext>
            </a:extLst>
          </p:cNvPr>
          <p:cNvSpPr txBox="1"/>
          <p:nvPr/>
        </p:nvSpPr>
        <p:spPr>
          <a:xfrm>
            <a:off x="385664" y="226115"/>
            <a:ext cx="83851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教师（工号，姓名，性别，出生日期，学历）</a:t>
            </a:r>
            <a:endParaRPr lang="en-US" altLang="zh-CN" dirty="0"/>
          </a:p>
          <a:p>
            <a:r>
              <a:rPr lang="zh-CN" altLang="en-US" dirty="0"/>
              <a:t>院系（编码，院系名称）</a:t>
            </a:r>
            <a:endParaRPr lang="en-US" altLang="zh-CN" dirty="0"/>
          </a:p>
          <a:p>
            <a:r>
              <a:rPr lang="zh-CN" altLang="en-US" dirty="0"/>
              <a:t>课程（课程代码，课程名，学时</a:t>
            </a:r>
            <a:r>
              <a:rPr lang="en-US" altLang="zh-CN" dirty="0"/>
              <a:t>|</a:t>
            </a:r>
            <a:r>
              <a:rPr lang="zh-CN" altLang="en-US" dirty="0"/>
              <a:t>课程号，课程名，学分）</a:t>
            </a:r>
            <a:endParaRPr lang="en-US" altLang="zh-CN" dirty="0"/>
          </a:p>
          <a:p>
            <a:r>
              <a:rPr lang="zh-CN" altLang="en-US" dirty="0"/>
              <a:t>论文（编号，名称，类别）</a:t>
            </a:r>
            <a:endParaRPr lang="en-US" altLang="zh-CN" dirty="0"/>
          </a:p>
          <a:p>
            <a:r>
              <a:rPr lang="zh-CN" altLang="en-US" dirty="0"/>
              <a:t>实验室（编号，名称</a:t>
            </a:r>
            <a:r>
              <a:rPr lang="en-US" altLang="zh-CN" dirty="0"/>
              <a:t>|</a:t>
            </a:r>
            <a:r>
              <a:rPr lang="zh-CN" altLang="en-US" dirty="0"/>
              <a:t>名称，主页）</a:t>
            </a:r>
            <a:endParaRPr lang="en-US" altLang="zh-CN" dirty="0"/>
          </a:p>
          <a:p>
            <a:r>
              <a:rPr lang="zh-CN" altLang="en-US" dirty="0"/>
              <a:t>学生（学号，姓名，院系</a:t>
            </a:r>
            <a:r>
              <a:rPr lang="en-US" altLang="zh-CN" dirty="0"/>
              <a:t>|</a:t>
            </a:r>
            <a:r>
              <a:rPr lang="zh-CN" altLang="en-US" dirty="0"/>
              <a:t>籍贯）</a:t>
            </a:r>
            <a:endParaRPr lang="en-US" altLang="zh-CN" dirty="0"/>
          </a:p>
          <a:p>
            <a:r>
              <a:rPr lang="zh-CN" altLang="en-US" dirty="0"/>
              <a:t>头衔（名称，评选周期</a:t>
            </a:r>
            <a:r>
              <a:rPr lang="en-US" altLang="zh-CN" dirty="0"/>
              <a:t>|</a:t>
            </a:r>
            <a:r>
              <a:rPr lang="zh-CN" altLang="en-US" dirty="0"/>
              <a:t>类型）</a:t>
            </a:r>
            <a:endParaRPr lang="en-US" altLang="zh-CN" dirty="0"/>
          </a:p>
          <a:p>
            <a:r>
              <a:rPr lang="zh-CN" altLang="en-US" dirty="0"/>
              <a:t>研究方向（编号，名称）</a:t>
            </a:r>
            <a:endParaRPr lang="en-US" altLang="zh-CN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7C6E76B-8779-4303-B944-B058D95F3A36}"/>
              </a:ext>
            </a:extLst>
          </p:cNvPr>
          <p:cNvSpPr txBox="1"/>
          <p:nvPr/>
        </p:nvSpPr>
        <p:spPr>
          <a:xfrm>
            <a:off x="2602605" y="2615402"/>
            <a:ext cx="893686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教师（工号，姓名，性别，出生日期，学历，院系编号，实验室编号，开设课程代码）</a:t>
            </a:r>
            <a:endParaRPr lang="en-US" altLang="zh-CN" dirty="0"/>
          </a:p>
          <a:p>
            <a:r>
              <a:rPr lang="zh-CN" altLang="en-US" dirty="0"/>
              <a:t>学生（学号，姓名，院系编号，指导教师工号）</a:t>
            </a:r>
            <a:endParaRPr lang="en-US" altLang="zh-CN" dirty="0"/>
          </a:p>
          <a:p>
            <a:r>
              <a:rPr lang="zh-CN" altLang="en-US" dirty="0"/>
              <a:t>院系（编码，院系名称）</a:t>
            </a:r>
            <a:endParaRPr lang="en-US" altLang="zh-CN" dirty="0"/>
          </a:p>
          <a:p>
            <a:r>
              <a:rPr lang="zh-CN" altLang="en-US" dirty="0"/>
              <a:t>研究方向（编号，名称）</a:t>
            </a:r>
            <a:endParaRPr lang="en-US" altLang="zh-CN" dirty="0"/>
          </a:p>
          <a:p>
            <a:r>
              <a:rPr lang="zh-CN" altLang="en-US" dirty="0"/>
              <a:t>课程（课程代码，课程名，学时）</a:t>
            </a:r>
            <a:endParaRPr lang="en-US" altLang="zh-CN" dirty="0"/>
          </a:p>
          <a:p>
            <a:r>
              <a:rPr lang="zh-CN" altLang="en-US" dirty="0"/>
              <a:t>头衔（名称，评选周期）</a:t>
            </a:r>
            <a:endParaRPr lang="en-US" altLang="zh-CN" dirty="0"/>
          </a:p>
          <a:p>
            <a:r>
              <a:rPr lang="zh-CN" altLang="en-US" dirty="0"/>
              <a:t>实验室（编号，名称）</a:t>
            </a:r>
            <a:endParaRPr lang="en-US" altLang="zh-CN" dirty="0"/>
          </a:p>
          <a:p>
            <a:r>
              <a:rPr lang="zh-CN" altLang="en-US" dirty="0"/>
              <a:t>论文（编号，名称，类别）</a:t>
            </a:r>
            <a:endParaRPr lang="en-US" altLang="zh-CN" dirty="0"/>
          </a:p>
          <a:p>
            <a:r>
              <a:rPr lang="zh-CN" altLang="en-US" dirty="0"/>
              <a:t>研究（工号，方向编号）</a:t>
            </a:r>
            <a:endParaRPr lang="en-US" altLang="zh-CN" dirty="0"/>
          </a:p>
          <a:p>
            <a:r>
              <a:rPr lang="zh-CN" altLang="en-US" dirty="0"/>
              <a:t>获得荣誉（工号，头衔名称）</a:t>
            </a:r>
            <a:endParaRPr lang="en-US" altLang="zh-CN" dirty="0"/>
          </a:p>
          <a:p>
            <a:r>
              <a:rPr lang="zh-CN" altLang="en-US" dirty="0"/>
              <a:t>撰写（工号，论文编号）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C76E1AA-0C79-41D9-BC0E-F9C2FDDD656B}"/>
              </a:ext>
            </a:extLst>
          </p:cNvPr>
          <p:cNvSpPr txBox="1"/>
          <p:nvPr/>
        </p:nvSpPr>
        <p:spPr>
          <a:xfrm>
            <a:off x="2073498" y="5962918"/>
            <a:ext cx="9465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Teacher,student,department,domain,course,honor,lab,paper,research,receive_honor,write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7344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27">
            <a:extLst>
              <a:ext uri="{FF2B5EF4-FFF2-40B4-BE49-F238E27FC236}">
                <a16:creationId xmlns:a16="http://schemas.microsoft.com/office/drawing/2014/main" id="{5A81E8D3-CB14-4399-B5CB-072BD6A9E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939598"/>
              </p:ext>
            </p:extLst>
          </p:nvPr>
        </p:nvGraphicFramePr>
        <p:xfrm>
          <a:off x="5262466" y="2088813"/>
          <a:ext cx="113418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188">
                  <a:extLst>
                    <a:ext uri="{9D8B030D-6E8A-4147-A177-3AD203B41FA5}">
                      <a16:colId xmlns:a16="http://schemas.microsoft.com/office/drawing/2014/main" val="39716713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教师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730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工号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9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005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性别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260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学历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860248"/>
                  </a:ext>
                </a:extLst>
              </a:tr>
            </a:tbl>
          </a:graphicData>
        </a:graphic>
      </p:graphicFrame>
      <p:graphicFrame>
        <p:nvGraphicFramePr>
          <p:cNvPr id="14" name="表格 28">
            <a:extLst>
              <a:ext uri="{FF2B5EF4-FFF2-40B4-BE49-F238E27FC236}">
                <a16:creationId xmlns:a16="http://schemas.microsoft.com/office/drawing/2014/main" id="{1570D574-3EE7-40AD-B13B-4F4EE2FDC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297098"/>
              </p:ext>
            </p:extLst>
          </p:nvPr>
        </p:nvGraphicFramePr>
        <p:xfrm>
          <a:off x="7659915" y="495197"/>
          <a:ext cx="113418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188">
                  <a:extLst>
                    <a:ext uri="{9D8B030D-6E8A-4147-A177-3AD203B41FA5}">
                      <a16:colId xmlns:a16="http://schemas.microsoft.com/office/drawing/2014/main" val="31138958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院系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445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院系编码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304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院系名称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409024"/>
                  </a:ext>
                </a:extLst>
              </a:tr>
            </a:tbl>
          </a:graphicData>
        </a:graphic>
      </p:graphicFrame>
      <p:graphicFrame>
        <p:nvGraphicFramePr>
          <p:cNvPr id="15" name="表格 29">
            <a:extLst>
              <a:ext uri="{FF2B5EF4-FFF2-40B4-BE49-F238E27FC236}">
                <a16:creationId xmlns:a16="http://schemas.microsoft.com/office/drawing/2014/main" id="{8C6F7FE6-C0B0-47FA-A033-1139291F0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157621"/>
              </p:ext>
            </p:extLst>
          </p:nvPr>
        </p:nvGraphicFramePr>
        <p:xfrm>
          <a:off x="1942840" y="1898819"/>
          <a:ext cx="11341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188">
                  <a:extLst>
                    <a:ext uri="{9D8B030D-6E8A-4147-A177-3AD203B41FA5}">
                      <a16:colId xmlns:a16="http://schemas.microsoft.com/office/drawing/2014/main" val="878518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课程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468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课程代码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284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课程名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456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学时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279501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EC43DB3B-951B-40A0-9827-517F513CA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430705"/>
              </p:ext>
            </p:extLst>
          </p:nvPr>
        </p:nvGraphicFramePr>
        <p:xfrm>
          <a:off x="7751666" y="4770766"/>
          <a:ext cx="132794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940">
                  <a:extLst>
                    <a:ext uri="{9D8B030D-6E8A-4147-A177-3AD203B41FA5}">
                      <a16:colId xmlns:a16="http://schemas.microsoft.com/office/drawing/2014/main" val="878518876"/>
                    </a:ext>
                  </a:extLst>
                </a:gridCol>
              </a:tblGrid>
              <a:tr h="34129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论文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468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名称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456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类别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279501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6492846C-6C8E-4329-A467-E2B5A4C75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893202"/>
              </p:ext>
            </p:extLst>
          </p:nvPr>
        </p:nvGraphicFramePr>
        <p:xfrm>
          <a:off x="3947106" y="5428371"/>
          <a:ext cx="132793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939">
                  <a:extLst>
                    <a:ext uri="{9D8B030D-6E8A-4147-A177-3AD203B41FA5}">
                      <a16:colId xmlns:a16="http://schemas.microsoft.com/office/drawing/2014/main" val="2238373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实验室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472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实验室名称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912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实验室网站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505442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97A1D7A7-5BB4-4D55-8E59-B39FB4F764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20719"/>
              </p:ext>
            </p:extLst>
          </p:nvPr>
        </p:nvGraphicFramePr>
        <p:xfrm>
          <a:off x="9198430" y="2640499"/>
          <a:ext cx="113418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188">
                  <a:extLst>
                    <a:ext uri="{9D8B030D-6E8A-4147-A177-3AD203B41FA5}">
                      <a16:colId xmlns:a16="http://schemas.microsoft.com/office/drawing/2014/main" val="2537131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学生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487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学号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664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085359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C571E921-99CC-4C77-BE64-3568FC3EB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071322"/>
              </p:ext>
            </p:extLst>
          </p:nvPr>
        </p:nvGraphicFramePr>
        <p:xfrm>
          <a:off x="1942840" y="4214506"/>
          <a:ext cx="113418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188">
                  <a:extLst>
                    <a:ext uri="{9D8B030D-6E8A-4147-A177-3AD203B41FA5}">
                      <a16:colId xmlns:a16="http://schemas.microsoft.com/office/drawing/2014/main" val="2238373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头衔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472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头衔名称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912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级别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505442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4838D5C4-1577-48F8-9D41-8156C6052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308690"/>
              </p:ext>
            </p:extLst>
          </p:nvPr>
        </p:nvGraphicFramePr>
        <p:xfrm>
          <a:off x="2931368" y="74133"/>
          <a:ext cx="113418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188">
                  <a:extLst>
                    <a:ext uri="{9D8B030D-6E8A-4147-A177-3AD203B41FA5}">
                      <a16:colId xmlns:a16="http://schemas.microsoft.com/office/drawing/2014/main" val="2238373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研究方向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472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方向编号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912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名称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505442"/>
                  </a:ext>
                </a:extLst>
              </a:tr>
            </a:tbl>
          </a:graphicData>
        </a:graphic>
      </p:graphicFrame>
      <p:sp>
        <p:nvSpPr>
          <p:cNvPr id="22" name="流程图: 决策 21">
            <a:extLst>
              <a:ext uri="{FF2B5EF4-FFF2-40B4-BE49-F238E27FC236}">
                <a16:creationId xmlns:a16="http://schemas.microsoft.com/office/drawing/2014/main" id="{12EFA613-6E02-48FD-9107-75C6BF359FE0}"/>
              </a:ext>
            </a:extLst>
          </p:cNvPr>
          <p:cNvSpPr/>
          <p:nvPr/>
        </p:nvSpPr>
        <p:spPr>
          <a:xfrm>
            <a:off x="4639646" y="929951"/>
            <a:ext cx="1134188" cy="628261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研究</a:t>
            </a:r>
          </a:p>
        </p:txBody>
      </p:sp>
      <p:sp>
        <p:nvSpPr>
          <p:cNvPr id="23" name="流程图: 决策 22">
            <a:extLst>
              <a:ext uri="{FF2B5EF4-FFF2-40B4-BE49-F238E27FC236}">
                <a16:creationId xmlns:a16="http://schemas.microsoft.com/office/drawing/2014/main" id="{1655E6B1-DC5A-4645-BD25-C825B65302A2}"/>
              </a:ext>
            </a:extLst>
          </p:cNvPr>
          <p:cNvSpPr/>
          <p:nvPr/>
        </p:nvSpPr>
        <p:spPr>
          <a:xfrm>
            <a:off x="6204079" y="929950"/>
            <a:ext cx="1134188" cy="628261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属于</a:t>
            </a:r>
          </a:p>
        </p:txBody>
      </p:sp>
      <p:sp>
        <p:nvSpPr>
          <p:cNvPr id="24" name="流程图: 决策 23">
            <a:extLst>
              <a:ext uri="{FF2B5EF4-FFF2-40B4-BE49-F238E27FC236}">
                <a16:creationId xmlns:a16="http://schemas.microsoft.com/office/drawing/2014/main" id="{1BBE4DBD-A27D-40B2-92E4-DEB57FAAED8C}"/>
              </a:ext>
            </a:extLst>
          </p:cNvPr>
          <p:cNvSpPr/>
          <p:nvPr/>
        </p:nvSpPr>
        <p:spPr>
          <a:xfrm>
            <a:off x="7659914" y="2012238"/>
            <a:ext cx="1134188" cy="628261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属于</a:t>
            </a:r>
          </a:p>
        </p:txBody>
      </p:sp>
      <p:sp>
        <p:nvSpPr>
          <p:cNvPr id="25" name="流程图: 决策 24">
            <a:extLst>
              <a:ext uri="{FF2B5EF4-FFF2-40B4-BE49-F238E27FC236}">
                <a16:creationId xmlns:a16="http://schemas.microsoft.com/office/drawing/2014/main" id="{A57E1E10-0FED-480A-A62E-B1C495F1530D}"/>
              </a:ext>
            </a:extLst>
          </p:cNvPr>
          <p:cNvSpPr/>
          <p:nvPr/>
        </p:nvSpPr>
        <p:spPr>
          <a:xfrm>
            <a:off x="6204079" y="4926562"/>
            <a:ext cx="1134188" cy="628261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撰写</a:t>
            </a:r>
          </a:p>
        </p:txBody>
      </p:sp>
      <p:sp>
        <p:nvSpPr>
          <p:cNvPr id="26" name="流程图: 决策 25">
            <a:extLst>
              <a:ext uri="{FF2B5EF4-FFF2-40B4-BE49-F238E27FC236}">
                <a16:creationId xmlns:a16="http://schemas.microsoft.com/office/drawing/2014/main" id="{6168493E-591B-4865-A90A-DFDF7003B939}"/>
              </a:ext>
            </a:extLst>
          </p:cNvPr>
          <p:cNvSpPr/>
          <p:nvPr/>
        </p:nvSpPr>
        <p:spPr>
          <a:xfrm>
            <a:off x="7175500" y="3374348"/>
            <a:ext cx="1134188" cy="628261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指导</a:t>
            </a:r>
          </a:p>
        </p:txBody>
      </p:sp>
      <p:sp>
        <p:nvSpPr>
          <p:cNvPr id="27" name="流程图: 决策 26">
            <a:extLst>
              <a:ext uri="{FF2B5EF4-FFF2-40B4-BE49-F238E27FC236}">
                <a16:creationId xmlns:a16="http://schemas.microsoft.com/office/drawing/2014/main" id="{AD404476-8315-449C-8AFA-E7B7ADFF3A41}"/>
              </a:ext>
            </a:extLst>
          </p:cNvPr>
          <p:cNvSpPr/>
          <p:nvPr/>
        </p:nvSpPr>
        <p:spPr>
          <a:xfrm>
            <a:off x="3947107" y="4384634"/>
            <a:ext cx="1134188" cy="628261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属于</a:t>
            </a:r>
          </a:p>
        </p:txBody>
      </p:sp>
      <p:sp>
        <p:nvSpPr>
          <p:cNvPr id="28" name="流程图: 决策 27">
            <a:extLst>
              <a:ext uri="{FF2B5EF4-FFF2-40B4-BE49-F238E27FC236}">
                <a16:creationId xmlns:a16="http://schemas.microsoft.com/office/drawing/2014/main" id="{05BD9FEF-7860-469A-8A8A-8D9CE859E0EB}"/>
              </a:ext>
            </a:extLst>
          </p:cNvPr>
          <p:cNvSpPr/>
          <p:nvPr/>
        </p:nvSpPr>
        <p:spPr>
          <a:xfrm>
            <a:off x="3534746" y="3234505"/>
            <a:ext cx="1134188" cy="628261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获得</a:t>
            </a:r>
          </a:p>
        </p:txBody>
      </p:sp>
      <p:sp>
        <p:nvSpPr>
          <p:cNvPr id="29" name="流程图: 决策 28">
            <a:extLst>
              <a:ext uri="{FF2B5EF4-FFF2-40B4-BE49-F238E27FC236}">
                <a16:creationId xmlns:a16="http://schemas.microsoft.com/office/drawing/2014/main" id="{54CCB78A-8185-4867-8441-DBCAB0DD2C83}"/>
              </a:ext>
            </a:extLst>
          </p:cNvPr>
          <p:cNvSpPr/>
          <p:nvPr/>
        </p:nvSpPr>
        <p:spPr>
          <a:xfrm>
            <a:off x="3602653" y="1774682"/>
            <a:ext cx="1134188" cy="628261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开设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8CF670E-549A-4B67-909D-1844FBB36D45}"/>
              </a:ext>
            </a:extLst>
          </p:cNvPr>
          <p:cNvCxnSpPr>
            <a:stCxn id="29" idx="3"/>
            <a:endCxn id="13" idx="1"/>
          </p:cNvCxnSpPr>
          <p:nvPr/>
        </p:nvCxnSpPr>
        <p:spPr>
          <a:xfrm>
            <a:off x="4736841" y="2088813"/>
            <a:ext cx="525625" cy="9271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2D671D5-9F4E-4CF1-8AAB-A7B045699561}"/>
              </a:ext>
            </a:extLst>
          </p:cNvPr>
          <p:cNvCxnSpPr>
            <a:stCxn id="29" idx="1"/>
            <a:endCxn id="15" idx="3"/>
          </p:cNvCxnSpPr>
          <p:nvPr/>
        </p:nvCxnSpPr>
        <p:spPr>
          <a:xfrm flipH="1">
            <a:off x="3077028" y="2088813"/>
            <a:ext cx="525625" cy="5516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B37D9372-15AE-422A-B1E5-EC91CED21D0D}"/>
              </a:ext>
            </a:extLst>
          </p:cNvPr>
          <p:cNvCxnSpPr>
            <a:stCxn id="28" idx="3"/>
            <a:endCxn id="13" idx="1"/>
          </p:cNvCxnSpPr>
          <p:nvPr/>
        </p:nvCxnSpPr>
        <p:spPr>
          <a:xfrm flipV="1">
            <a:off x="4668934" y="3015913"/>
            <a:ext cx="593532" cy="5327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EA6712C9-E090-46BE-83E7-C246CA25AF01}"/>
              </a:ext>
            </a:extLst>
          </p:cNvPr>
          <p:cNvCxnSpPr>
            <a:stCxn id="28" idx="1"/>
            <a:endCxn id="19" idx="3"/>
          </p:cNvCxnSpPr>
          <p:nvPr/>
        </p:nvCxnSpPr>
        <p:spPr>
          <a:xfrm flipH="1">
            <a:off x="3077028" y="3548636"/>
            <a:ext cx="457718" cy="12221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4D6D8EF8-D638-4C60-AA46-A679AD604FE6}"/>
              </a:ext>
            </a:extLst>
          </p:cNvPr>
          <p:cNvCxnSpPr>
            <a:cxnSpLocks/>
            <a:stCxn id="27" idx="2"/>
            <a:endCxn id="17" idx="0"/>
          </p:cNvCxnSpPr>
          <p:nvPr/>
        </p:nvCxnSpPr>
        <p:spPr>
          <a:xfrm>
            <a:off x="4514201" y="5012895"/>
            <a:ext cx="96874" cy="4154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8D772D7-61D7-461B-B87B-C75A3DBA098E}"/>
              </a:ext>
            </a:extLst>
          </p:cNvPr>
          <p:cNvCxnSpPr>
            <a:cxnSpLocks/>
            <a:stCxn id="27" idx="3"/>
            <a:endCxn id="13" idx="2"/>
          </p:cNvCxnSpPr>
          <p:nvPr/>
        </p:nvCxnSpPr>
        <p:spPr>
          <a:xfrm flipV="1">
            <a:off x="5081295" y="3943013"/>
            <a:ext cx="748265" cy="75575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BDD87700-CC46-4487-8478-A5A0E7E1E9F8}"/>
              </a:ext>
            </a:extLst>
          </p:cNvPr>
          <p:cNvCxnSpPr>
            <a:cxnSpLocks/>
            <a:stCxn id="25" idx="1"/>
            <a:endCxn id="13" idx="2"/>
          </p:cNvCxnSpPr>
          <p:nvPr/>
        </p:nvCxnSpPr>
        <p:spPr>
          <a:xfrm flipH="1" flipV="1">
            <a:off x="5829560" y="3943013"/>
            <a:ext cx="374519" cy="129768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B8021EF4-FA18-413D-8397-8D2BC9658DFE}"/>
              </a:ext>
            </a:extLst>
          </p:cNvPr>
          <p:cNvCxnSpPr>
            <a:cxnSpLocks/>
            <a:stCxn id="25" idx="3"/>
            <a:endCxn id="16" idx="1"/>
          </p:cNvCxnSpPr>
          <p:nvPr/>
        </p:nvCxnSpPr>
        <p:spPr>
          <a:xfrm>
            <a:off x="7338267" y="5240693"/>
            <a:ext cx="413399" cy="837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30F4CFB9-18AC-4D64-BB45-D46CF2749BFE}"/>
              </a:ext>
            </a:extLst>
          </p:cNvPr>
          <p:cNvCxnSpPr>
            <a:cxnSpLocks/>
            <a:stCxn id="13" idx="3"/>
            <a:endCxn id="23" idx="2"/>
          </p:cNvCxnSpPr>
          <p:nvPr/>
        </p:nvCxnSpPr>
        <p:spPr>
          <a:xfrm flipV="1">
            <a:off x="6396654" y="1558211"/>
            <a:ext cx="374519" cy="145770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B44C5242-60C9-4AAC-9BB0-99C491EFCE24}"/>
              </a:ext>
            </a:extLst>
          </p:cNvPr>
          <p:cNvCxnSpPr>
            <a:stCxn id="24" idx="0"/>
            <a:endCxn id="14" idx="2"/>
          </p:cNvCxnSpPr>
          <p:nvPr/>
        </p:nvCxnSpPr>
        <p:spPr>
          <a:xfrm flipV="1">
            <a:off x="8227008" y="1607717"/>
            <a:ext cx="1" cy="4045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95CA200B-8190-40CE-A02D-2A5DF41B12D6}"/>
              </a:ext>
            </a:extLst>
          </p:cNvPr>
          <p:cNvCxnSpPr>
            <a:cxnSpLocks/>
            <a:stCxn id="24" idx="2"/>
            <a:endCxn id="18" idx="1"/>
          </p:cNvCxnSpPr>
          <p:nvPr/>
        </p:nvCxnSpPr>
        <p:spPr>
          <a:xfrm>
            <a:off x="8227008" y="2640499"/>
            <a:ext cx="971422" cy="5562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F92C0606-8779-4089-A342-4A419092D267}"/>
              </a:ext>
            </a:extLst>
          </p:cNvPr>
          <p:cNvCxnSpPr>
            <a:stCxn id="23" idx="3"/>
            <a:endCxn id="14" idx="1"/>
          </p:cNvCxnSpPr>
          <p:nvPr/>
        </p:nvCxnSpPr>
        <p:spPr>
          <a:xfrm flipV="1">
            <a:off x="7338267" y="1051457"/>
            <a:ext cx="321648" cy="1926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4D3175EA-0097-4C32-A3D8-233553EFC6C6}"/>
              </a:ext>
            </a:extLst>
          </p:cNvPr>
          <p:cNvCxnSpPr>
            <a:cxnSpLocks/>
            <a:stCxn id="26" idx="1"/>
            <a:endCxn id="13" idx="3"/>
          </p:cNvCxnSpPr>
          <p:nvPr/>
        </p:nvCxnSpPr>
        <p:spPr>
          <a:xfrm flipH="1" flipV="1">
            <a:off x="6396654" y="3015913"/>
            <a:ext cx="778846" cy="6725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DCC8202A-C6B5-4CB8-9B57-C1F94EDDE445}"/>
              </a:ext>
            </a:extLst>
          </p:cNvPr>
          <p:cNvCxnSpPr>
            <a:cxnSpLocks/>
            <a:stCxn id="26" idx="3"/>
            <a:endCxn id="18" idx="1"/>
          </p:cNvCxnSpPr>
          <p:nvPr/>
        </p:nvCxnSpPr>
        <p:spPr>
          <a:xfrm flipV="1">
            <a:off x="8309688" y="3196759"/>
            <a:ext cx="888742" cy="49172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6D6587F4-70C3-4AC6-8307-5ABA1F1E907D}"/>
              </a:ext>
            </a:extLst>
          </p:cNvPr>
          <p:cNvCxnSpPr>
            <a:stCxn id="22" idx="2"/>
            <a:endCxn id="13" idx="0"/>
          </p:cNvCxnSpPr>
          <p:nvPr/>
        </p:nvCxnSpPr>
        <p:spPr>
          <a:xfrm>
            <a:off x="5206740" y="1558212"/>
            <a:ext cx="622820" cy="5306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8349EC46-E443-4C52-8670-AE75AC85DD33}"/>
              </a:ext>
            </a:extLst>
          </p:cNvPr>
          <p:cNvCxnSpPr>
            <a:stCxn id="22" idx="1"/>
            <a:endCxn id="20" idx="3"/>
          </p:cNvCxnSpPr>
          <p:nvPr/>
        </p:nvCxnSpPr>
        <p:spPr>
          <a:xfrm flipH="1" flipV="1">
            <a:off x="4065556" y="630393"/>
            <a:ext cx="574090" cy="6136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642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27">
            <a:extLst>
              <a:ext uri="{FF2B5EF4-FFF2-40B4-BE49-F238E27FC236}">
                <a16:creationId xmlns:a16="http://schemas.microsoft.com/office/drawing/2014/main" id="{5A81E8D3-CB14-4399-B5CB-072BD6A9E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094263"/>
              </p:ext>
            </p:extLst>
          </p:nvPr>
        </p:nvGraphicFramePr>
        <p:xfrm>
          <a:off x="5262466" y="2088813"/>
          <a:ext cx="1134188" cy="2225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34188">
                  <a:extLst>
                    <a:ext uri="{9D8B030D-6E8A-4147-A177-3AD203B41FA5}">
                      <a16:colId xmlns:a16="http://schemas.microsoft.com/office/drawing/2014/main" val="39716713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教师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730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编号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9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005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年龄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260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职称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164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邮箱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860248"/>
                  </a:ext>
                </a:extLst>
              </a:tr>
            </a:tbl>
          </a:graphicData>
        </a:graphic>
      </p:graphicFrame>
      <p:graphicFrame>
        <p:nvGraphicFramePr>
          <p:cNvPr id="14" name="表格 28">
            <a:extLst>
              <a:ext uri="{FF2B5EF4-FFF2-40B4-BE49-F238E27FC236}">
                <a16:creationId xmlns:a16="http://schemas.microsoft.com/office/drawing/2014/main" id="{1570D574-3EE7-40AD-B13B-4F4EE2FDC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348150"/>
              </p:ext>
            </p:extLst>
          </p:nvPr>
        </p:nvGraphicFramePr>
        <p:xfrm>
          <a:off x="7659915" y="495197"/>
          <a:ext cx="1134188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34188">
                  <a:extLst>
                    <a:ext uri="{9D8B030D-6E8A-4147-A177-3AD203B41FA5}">
                      <a16:colId xmlns:a16="http://schemas.microsoft.com/office/drawing/2014/main" val="31138958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院系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445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院系编号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304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院系名称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409024"/>
                  </a:ext>
                </a:extLst>
              </a:tr>
            </a:tbl>
          </a:graphicData>
        </a:graphic>
      </p:graphicFrame>
      <p:graphicFrame>
        <p:nvGraphicFramePr>
          <p:cNvPr id="15" name="表格 29">
            <a:extLst>
              <a:ext uri="{FF2B5EF4-FFF2-40B4-BE49-F238E27FC236}">
                <a16:creationId xmlns:a16="http://schemas.microsoft.com/office/drawing/2014/main" id="{8C6F7FE6-C0B0-47FA-A033-1139291F0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279886"/>
              </p:ext>
            </p:extLst>
          </p:nvPr>
        </p:nvGraphicFramePr>
        <p:xfrm>
          <a:off x="1712426" y="4271215"/>
          <a:ext cx="1134188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34188">
                  <a:extLst>
                    <a:ext uri="{9D8B030D-6E8A-4147-A177-3AD203B41FA5}">
                      <a16:colId xmlns:a16="http://schemas.microsoft.com/office/drawing/2014/main" val="878518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课程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468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课程号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284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课程名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456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学分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279501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EC43DB3B-951B-40A0-9827-517F513CA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39743"/>
              </p:ext>
            </p:extLst>
          </p:nvPr>
        </p:nvGraphicFramePr>
        <p:xfrm>
          <a:off x="3635474" y="4830015"/>
          <a:ext cx="950685" cy="1849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50685">
                  <a:extLst>
                    <a:ext uri="{9D8B030D-6E8A-4147-A177-3AD203B41FA5}">
                      <a16:colId xmlns:a16="http://schemas.microsoft.com/office/drawing/2014/main" val="878518876"/>
                    </a:ext>
                  </a:extLst>
                </a:gridCol>
              </a:tblGrid>
              <a:tr h="34129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论文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468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论文名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284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刊物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456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类别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279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编号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957762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6492846C-6C8E-4329-A467-E2B5A4C75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527959"/>
              </p:ext>
            </p:extLst>
          </p:nvPr>
        </p:nvGraphicFramePr>
        <p:xfrm>
          <a:off x="8214690" y="5334230"/>
          <a:ext cx="1450904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50904">
                  <a:extLst>
                    <a:ext uri="{9D8B030D-6E8A-4147-A177-3AD203B41FA5}">
                      <a16:colId xmlns:a16="http://schemas.microsoft.com/office/drawing/2014/main" val="2238373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实验室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472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实验室名称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912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主页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505442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97A1D7A7-5BB4-4D55-8E59-B39FB4F764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856741"/>
              </p:ext>
            </p:extLst>
          </p:nvPr>
        </p:nvGraphicFramePr>
        <p:xfrm>
          <a:off x="9198429" y="2640499"/>
          <a:ext cx="950685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50685">
                  <a:extLst>
                    <a:ext uri="{9D8B030D-6E8A-4147-A177-3AD203B41FA5}">
                      <a16:colId xmlns:a16="http://schemas.microsoft.com/office/drawing/2014/main" val="2537131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学生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487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学号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664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085359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C571E921-99CC-4C77-BE64-3568FC3EB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459816"/>
              </p:ext>
            </p:extLst>
          </p:nvPr>
        </p:nvGraphicFramePr>
        <p:xfrm>
          <a:off x="1538256" y="2132788"/>
          <a:ext cx="1134188" cy="11074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34188">
                  <a:extLst>
                    <a:ext uri="{9D8B030D-6E8A-4147-A177-3AD203B41FA5}">
                      <a16:colId xmlns:a16="http://schemas.microsoft.com/office/drawing/2014/main" val="2238373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荣誉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472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荣誉称号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912134"/>
                  </a:ext>
                </a:extLst>
              </a:tr>
              <a:tr h="29790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级别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505442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4838D5C4-1577-48F8-9D41-8156C6052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457391"/>
              </p:ext>
            </p:extLst>
          </p:nvPr>
        </p:nvGraphicFramePr>
        <p:xfrm>
          <a:off x="2931368" y="74133"/>
          <a:ext cx="1134188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34188">
                  <a:extLst>
                    <a:ext uri="{9D8B030D-6E8A-4147-A177-3AD203B41FA5}">
                      <a16:colId xmlns:a16="http://schemas.microsoft.com/office/drawing/2014/main" val="2238373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科研项目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472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u="sng" dirty="0"/>
                        <a:t>项目编号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912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项目名称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505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项目资金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30358"/>
                  </a:ext>
                </a:extLst>
              </a:tr>
            </a:tbl>
          </a:graphicData>
        </a:graphic>
      </p:graphicFrame>
      <p:sp>
        <p:nvSpPr>
          <p:cNvPr id="22" name="流程图: 决策 21">
            <a:extLst>
              <a:ext uri="{FF2B5EF4-FFF2-40B4-BE49-F238E27FC236}">
                <a16:creationId xmlns:a16="http://schemas.microsoft.com/office/drawing/2014/main" id="{12EFA613-6E02-48FD-9107-75C6BF359FE0}"/>
              </a:ext>
            </a:extLst>
          </p:cNvPr>
          <p:cNvSpPr/>
          <p:nvPr/>
        </p:nvSpPr>
        <p:spPr>
          <a:xfrm>
            <a:off x="4639646" y="929951"/>
            <a:ext cx="1134188" cy="628261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从事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流程图: 决策 22">
            <a:extLst>
              <a:ext uri="{FF2B5EF4-FFF2-40B4-BE49-F238E27FC236}">
                <a16:creationId xmlns:a16="http://schemas.microsoft.com/office/drawing/2014/main" id="{1655E6B1-DC5A-4645-BD25-C825B65302A2}"/>
              </a:ext>
            </a:extLst>
          </p:cNvPr>
          <p:cNvSpPr/>
          <p:nvPr/>
        </p:nvSpPr>
        <p:spPr>
          <a:xfrm>
            <a:off x="6204079" y="929950"/>
            <a:ext cx="1134188" cy="628261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隶属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流程图: 决策 23">
            <a:extLst>
              <a:ext uri="{FF2B5EF4-FFF2-40B4-BE49-F238E27FC236}">
                <a16:creationId xmlns:a16="http://schemas.microsoft.com/office/drawing/2014/main" id="{1BBE4DBD-A27D-40B2-92E4-DEB57FAAED8C}"/>
              </a:ext>
            </a:extLst>
          </p:cNvPr>
          <p:cNvSpPr/>
          <p:nvPr/>
        </p:nvSpPr>
        <p:spPr>
          <a:xfrm>
            <a:off x="7659914" y="2012238"/>
            <a:ext cx="1134188" cy="628261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隶属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流程图: 决策 24">
            <a:extLst>
              <a:ext uri="{FF2B5EF4-FFF2-40B4-BE49-F238E27FC236}">
                <a16:creationId xmlns:a16="http://schemas.microsoft.com/office/drawing/2014/main" id="{A57E1E10-0FED-480A-A62E-B1C495F1530D}"/>
              </a:ext>
            </a:extLst>
          </p:cNvPr>
          <p:cNvSpPr/>
          <p:nvPr/>
        </p:nvSpPr>
        <p:spPr>
          <a:xfrm>
            <a:off x="5202915" y="5012895"/>
            <a:ext cx="1134188" cy="628261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发表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流程图: 决策 25">
            <a:extLst>
              <a:ext uri="{FF2B5EF4-FFF2-40B4-BE49-F238E27FC236}">
                <a16:creationId xmlns:a16="http://schemas.microsoft.com/office/drawing/2014/main" id="{6168493E-591B-4865-A90A-DFDF7003B939}"/>
              </a:ext>
            </a:extLst>
          </p:cNvPr>
          <p:cNvSpPr/>
          <p:nvPr/>
        </p:nvSpPr>
        <p:spPr>
          <a:xfrm>
            <a:off x="7175500" y="3374348"/>
            <a:ext cx="1134188" cy="628261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指导</a:t>
            </a:r>
          </a:p>
        </p:txBody>
      </p:sp>
      <p:sp>
        <p:nvSpPr>
          <p:cNvPr id="27" name="流程图: 决策 26">
            <a:extLst>
              <a:ext uri="{FF2B5EF4-FFF2-40B4-BE49-F238E27FC236}">
                <a16:creationId xmlns:a16="http://schemas.microsoft.com/office/drawing/2014/main" id="{AD404476-8315-449C-8AFA-E7B7ADFF3A41}"/>
              </a:ext>
            </a:extLst>
          </p:cNvPr>
          <p:cNvSpPr/>
          <p:nvPr/>
        </p:nvSpPr>
        <p:spPr>
          <a:xfrm>
            <a:off x="6527281" y="4653833"/>
            <a:ext cx="1134188" cy="628261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隶属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流程图: 决策 27">
            <a:extLst>
              <a:ext uri="{FF2B5EF4-FFF2-40B4-BE49-F238E27FC236}">
                <a16:creationId xmlns:a16="http://schemas.microsoft.com/office/drawing/2014/main" id="{05BD9FEF-7860-469A-8A8A-8D9CE859E0EB}"/>
              </a:ext>
            </a:extLst>
          </p:cNvPr>
          <p:cNvSpPr/>
          <p:nvPr/>
        </p:nvSpPr>
        <p:spPr>
          <a:xfrm>
            <a:off x="3116814" y="2065641"/>
            <a:ext cx="1134188" cy="628261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获得</a:t>
            </a:r>
          </a:p>
        </p:txBody>
      </p:sp>
      <p:sp>
        <p:nvSpPr>
          <p:cNvPr id="29" name="流程图: 决策 28">
            <a:extLst>
              <a:ext uri="{FF2B5EF4-FFF2-40B4-BE49-F238E27FC236}">
                <a16:creationId xmlns:a16="http://schemas.microsoft.com/office/drawing/2014/main" id="{54CCB78A-8185-4867-8441-DBCAB0DD2C83}"/>
              </a:ext>
            </a:extLst>
          </p:cNvPr>
          <p:cNvSpPr/>
          <p:nvPr/>
        </p:nvSpPr>
        <p:spPr>
          <a:xfrm>
            <a:off x="3504682" y="3586244"/>
            <a:ext cx="1134188" cy="628261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教授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8CF670E-549A-4B67-909D-1844FBB36D45}"/>
              </a:ext>
            </a:extLst>
          </p:cNvPr>
          <p:cNvCxnSpPr>
            <a:stCxn id="29" idx="3"/>
            <a:endCxn id="13" idx="1"/>
          </p:cNvCxnSpPr>
          <p:nvPr/>
        </p:nvCxnSpPr>
        <p:spPr>
          <a:xfrm flipV="1">
            <a:off x="4638870" y="3201333"/>
            <a:ext cx="623596" cy="69904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2D671D5-9F4E-4CF1-8AAB-A7B045699561}"/>
              </a:ext>
            </a:extLst>
          </p:cNvPr>
          <p:cNvCxnSpPr>
            <a:stCxn id="29" idx="1"/>
            <a:endCxn id="15" idx="3"/>
          </p:cNvCxnSpPr>
          <p:nvPr/>
        </p:nvCxnSpPr>
        <p:spPr>
          <a:xfrm flipH="1">
            <a:off x="2846614" y="3900375"/>
            <a:ext cx="658068" cy="111252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B37D9372-15AE-422A-B1E5-EC91CED21D0D}"/>
              </a:ext>
            </a:extLst>
          </p:cNvPr>
          <p:cNvCxnSpPr>
            <a:cxnSpLocks/>
            <a:stCxn id="28" idx="3"/>
            <a:endCxn id="13" idx="1"/>
          </p:cNvCxnSpPr>
          <p:nvPr/>
        </p:nvCxnSpPr>
        <p:spPr>
          <a:xfrm>
            <a:off x="4251002" y="2379772"/>
            <a:ext cx="1011464" cy="821561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EA6712C9-E090-46BE-83E7-C246CA25AF01}"/>
              </a:ext>
            </a:extLst>
          </p:cNvPr>
          <p:cNvCxnSpPr>
            <a:stCxn id="28" idx="1"/>
            <a:endCxn id="19" idx="3"/>
          </p:cNvCxnSpPr>
          <p:nvPr/>
        </p:nvCxnSpPr>
        <p:spPr>
          <a:xfrm flipH="1">
            <a:off x="2672444" y="2379772"/>
            <a:ext cx="444370" cy="306736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4D6D8EF8-D638-4C60-AA46-A679AD604FE6}"/>
              </a:ext>
            </a:extLst>
          </p:cNvPr>
          <p:cNvCxnSpPr>
            <a:cxnSpLocks/>
            <a:stCxn id="27" idx="3"/>
            <a:endCxn id="17" idx="1"/>
          </p:cNvCxnSpPr>
          <p:nvPr/>
        </p:nvCxnSpPr>
        <p:spPr>
          <a:xfrm>
            <a:off x="7661469" y="4967964"/>
            <a:ext cx="553221" cy="922526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8D772D7-61D7-461B-B87B-C75A3DBA098E}"/>
              </a:ext>
            </a:extLst>
          </p:cNvPr>
          <p:cNvCxnSpPr>
            <a:cxnSpLocks/>
            <a:stCxn id="27" idx="1"/>
            <a:endCxn id="13" idx="2"/>
          </p:cNvCxnSpPr>
          <p:nvPr/>
        </p:nvCxnSpPr>
        <p:spPr>
          <a:xfrm flipH="1" flipV="1">
            <a:off x="5829560" y="4313853"/>
            <a:ext cx="697721" cy="654111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BDD87700-CC46-4487-8478-A5A0E7E1E9F8}"/>
              </a:ext>
            </a:extLst>
          </p:cNvPr>
          <p:cNvCxnSpPr>
            <a:cxnSpLocks/>
            <a:stCxn id="25" idx="0"/>
            <a:endCxn id="13" idx="2"/>
          </p:cNvCxnSpPr>
          <p:nvPr/>
        </p:nvCxnSpPr>
        <p:spPr>
          <a:xfrm flipV="1">
            <a:off x="5770009" y="4313853"/>
            <a:ext cx="59551" cy="699042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B8021EF4-FA18-413D-8397-8D2BC9658DFE}"/>
              </a:ext>
            </a:extLst>
          </p:cNvPr>
          <p:cNvCxnSpPr>
            <a:cxnSpLocks/>
            <a:stCxn id="25" idx="1"/>
            <a:endCxn id="16" idx="3"/>
          </p:cNvCxnSpPr>
          <p:nvPr/>
        </p:nvCxnSpPr>
        <p:spPr>
          <a:xfrm flipH="1">
            <a:off x="4586159" y="5327026"/>
            <a:ext cx="616756" cy="427549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30F4CFB9-18AC-4D64-BB45-D46CF2749BFE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6396654" y="1558211"/>
            <a:ext cx="374519" cy="1643122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B44C5242-60C9-4AAC-9BB0-99C491EFCE24}"/>
              </a:ext>
            </a:extLst>
          </p:cNvPr>
          <p:cNvCxnSpPr>
            <a:stCxn id="24" idx="0"/>
            <a:endCxn id="14" idx="2"/>
          </p:cNvCxnSpPr>
          <p:nvPr/>
        </p:nvCxnSpPr>
        <p:spPr>
          <a:xfrm flipV="1">
            <a:off x="8227008" y="1607717"/>
            <a:ext cx="1" cy="404521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95CA200B-8190-40CE-A02D-2A5DF41B12D6}"/>
              </a:ext>
            </a:extLst>
          </p:cNvPr>
          <p:cNvCxnSpPr>
            <a:stCxn id="24" idx="2"/>
            <a:endCxn id="18" idx="1"/>
          </p:cNvCxnSpPr>
          <p:nvPr/>
        </p:nvCxnSpPr>
        <p:spPr>
          <a:xfrm>
            <a:off x="8227008" y="2640499"/>
            <a:ext cx="971421" cy="55626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F92C0606-8779-4089-A342-4A419092D267}"/>
              </a:ext>
            </a:extLst>
          </p:cNvPr>
          <p:cNvCxnSpPr>
            <a:stCxn id="23" idx="3"/>
            <a:endCxn id="14" idx="1"/>
          </p:cNvCxnSpPr>
          <p:nvPr/>
        </p:nvCxnSpPr>
        <p:spPr>
          <a:xfrm flipV="1">
            <a:off x="7338267" y="1051457"/>
            <a:ext cx="321648" cy="192624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4D3175EA-0097-4C32-A3D8-233553EFC6C6}"/>
              </a:ext>
            </a:extLst>
          </p:cNvPr>
          <p:cNvCxnSpPr>
            <a:stCxn id="26" idx="1"/>
            <a:endCxn id="13" idx="3"/>
          </p:cNvCxnSpPr>
          <p:nvPr/>
        </p:nvCxnSpPr>
        <p:spPr>
          <a:xfrm flipH="1" flipV="1">
            <a:off x="6396654" y="3201333"/>
            <a:ext cx="778846" cy="487146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DCC8202A-C6B5-4CB8-9B57-C1F94EDDE445}"/>
              </a:ext>
            </a:extLst>
          </p:cNvPr>
          <p:cNvCxnSpPr>
            <a:stCxn id="26" idx="3"/>
            <a:endCxn id="18" idx="1"/>
          </p:cNvCxnSpPr>
          <p:nvPr/>
        </p:nvCxnSpPr>
        <p:spPr>
          <a:xfrm flipV="1">
            <a:off x="8309688" y="3196759"/>
            <a:ext cx="888741" cy="49172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6D6587F4-70C3-4AC6-8307-5ABA1F1E907D}"/>
              </a:ext>
            </a:extLst>
          </p:cNvPr>
          <p:cNvCxnSpPr>
            <a:stCxn id="22" idx="2"/>
            <a:endCxn id="13" idx="0"/>
          </p:cNvCxnSpPr>
          <p:nvPr/>
        </p:nvCxnSpPr>
        <p:spPr>
          <a:xfrm>
            <a:off x="5206740" y="1558212"/>
            <a:ext cx="622820" cy="530601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8349EC46-E443-4C52-8670-AE75AC85DD33}"/>
              </a:ext>
            </a:extLst>
          </p:cNvPr>
          <p:cNvCxnSpPr>
            <a:stCxn id="22" idx="1"/>
            <a:endCxn id="20" idx="3"/>
          </p:cNvCxnSpPr>
          <p:nvPr/>
        </p:nvCxnSpPr>
        <p:spPr>
          <a:xfrm flipH="1" flipV="1">
            <a:off x="4065556" y="815813"/>
            <a:ext cx="574090" cy="428269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256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326</Words>
  <Application>Microsoft Office PowerPoint</Application>
  <PresentationFormat>宽屏</PresentationFormat>
  <Paragraphs>94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Shunyu</dc:creator>
  <cp:lastModifiedBy>Shunyu</cp:lastModifiedBy>
  <cp:revision>12</cp:revision>
  <dcterms:created xsi:type="dcterms:W3CDTF">2022-03-22T06:33:05Z</dcterms:created>
  <dcterms:modified xsi:type="dcterms:W3CDTF">2022-03-25T13:03:19Z</dcterms:modified>
</cp:coreProperties>
</file>