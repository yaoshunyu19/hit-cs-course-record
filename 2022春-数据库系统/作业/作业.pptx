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42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ABBF2-47B1-45F0-BE5F-3F10D9A8CC23}" type="datetimeFigureOut">
              <a:rPr lang="zh-CN" altLang="en-US" smtClean="0"/>
              <a:t>2022/4/24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3A620-C5EF-48E1-8D0E-C197A78F3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551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3A620-C5EF-48E1-8D0E-C197A78F31C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569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0240D8-05E1-467E-AC72-3B6F33CE5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767C912-FFA5-430A-8D05-EA0A55A37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0C7131-EFCE-42A4-98CB-295739EC7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355B1-6BDD-4A0D-AA1B-6DBEF123FB86}" type="datetimeFigureOut">
              <a:rPr lang="zh-CN" altLang="en-US" smtClean="0"/>
              <a:t>2022/4/24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A762DB-1269-4177-AC6A-053FBD044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67811C-2803-4FA2-9AFE-019AA8FD7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F7D81-17E5-4561-B417-F96F23AF2F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132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807B9-E031-4CBF-8478-59FA2045E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82FDD8-D6A6-48F8-9D71-8F8A2E018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AECC98-56F9-43BC-86D6-D4BA63329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355B1-6BDD-4A0D-AA1B-6DBEF123FB86}" type="datetimeFigureOut">
              <a:rPr lang="zh-CN" altLang="en-US" smtClean="0"/>
              <a:t>2022/4/24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736607-80A9-433D-906D-F69C16EC5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F61048-6C83-42BC-B90B-AC8511435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F7D81-17E5-4561-B417-F96F23AF2F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05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8A9BDF-CF55-45A6-BE25-CA5972AD2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5585D7-9998-4C01-B47C-F8D04C7A3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AF150A-96B7-48D3-9C22-C0C498891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355B1-6BDD-4A0D-AA1B-6DBEF123FB86}" type="datetimeFigureOut">
              <a:rPr lang="zh-CN" altLang="en-US" smtClean="0"/>
              <a:t>2022/4/24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EBC199-8094-4D1B-B32F-87E11EBC0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C67CEC-50A8-4363-AC2E-7884FD2C9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F7D81-17E5-4561-B417-F96F23AF2F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001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8BE13-9DFB-4AB9-B8A4-1319512F8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996129-B424-453A-A1BB-A7E46492FA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1C7E0B-A6B4-4657-90F1-8C5AF3A3E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C0FCFB-C54D-4677-A4B9-833A38E2D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355B1-6BDD-4A0D-AA1B-6DBEF123FB86}" type="datetimeFigureOut">
              <a:rPr lang="zh-CN" altLang="en-US" smtClean="0"/>
              <a:t>2022/4/24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533B59-1EAD-4FFA-9369-CA76F5379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D2DE4D-B3D4-4302-B1E0-C1E2BEBD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F7D81-17E5-4561-B417-F96F23AF2F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367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F7046-6D30-41D0-9942-DD1CE8676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5DDC0C-6B68-4F58-8CA2-F4BB93A03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55E798-FDD1-4DED-8D15-2AB7B9EC0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BBBB1F-CA46-482E-B0C1-BA1AB3DA4F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0772621-BC5C-40C3-9803-B22B10EF9B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78102E1-8E87-4DDF-9622-F4FC8A04B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355B1-6BDD-4A0D-AA1B-6DBEF123FB86}" type="datetimeFigureOut">
              <a:rPr lang="zh-CN" altLang="en-US" smtClean="0"/>
              <a:t>2022/4/24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1B0BDF-804F-497A-9B67-950F4644F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0CB0AC-F002-4AE5-B333-BD5E180E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F7D81-17E5-4561-B417-F96F23AF2F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9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899DCA-1896-472E-895F-66DB9BF4E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20E6CB-90F8-4838-97D9-43AC00135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355B1-6BDD-4A0D-AA1B-6DBEF123FB86}" type="datetimeFigureOut">
              <a:rPr lang="zh-CN" altLang="en-US" smtClean="0"/>
              <a:t>2022/4/24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7FE82C-1388-4649-8D9E-07E4009CF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E5546D-E949-44E1-8500-F89624D70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F7D81-17E5-4561-B417-F96F23AF2F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985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4326EC4-9C6B-4ECC-86A9-906C299F4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355B1-6BDD-4A0D-AA1B-6DBEF123FB86}" type="datetimeFigureOut">
              <a:rPr lang="zh-CN" altLang="en-US" smtClean="0"/>
              <a:t>2022/4/24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C0ABF6-B126-4C65-B443-BF30BDA5D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B9FC46-4A65-4185-A27D-78AE903B4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F7D81-17E5-4561-B417-F96F23AF2F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025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C665C5-893B-46A2-B254-921B18F79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7838B1-76C3-4E62-82C9-309727C79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60966F-52FD-4BC1-AC40-85B4C1E37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E508AE-15BB-479F-BAA9-8E668174A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355B1-6BDD-4A0D-AA1B-6DBEF123FB86}" type="datetimeFigureOut">
              <a:rPr lang="zh-CN" altLang="en-US" smtClean="0"/>
              <a:t>2022/4/24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49761B-590F-4838-8B6A-DDE4286F7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896BD8-F4D7-44A2-B563-0D6486C63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F7D81-17E5-4561-B417-F96F23AF2F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944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64334-6D13-4EE4-B139-24D20D426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491F5F3-DE48-4FEA-86F5-FEA6228318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34D340-A79C-499A-9541-FB6AFB2C8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40C11E-B70F-4BBE-8F3A-51A1EE68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355B1-6BDD-4A0D-AA1B-6DBEF123FB86}" type="datetimeFigureOut">
              <a:rPr lang="zh-CN" altLang="en-US" smtClean="0"/>
              <a:t>2022/4/24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B84EB5-77BD-481E-98F0-134C9F3AE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B432F4-9953-4E25-A5CE-A28417166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F7D81-17E5-4561-B417-F96F23AF2F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144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F3D554-8D7D-4301-AE7B-BBE58C727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5AC909-C61A-4EE8-81E8-D1EE8B55F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09FF8D-979C-4054-85A6-07E709CB3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355B1-6BDD-4A0D-AA1B-6DBEF123FB86}" type="datetimeFigureOut">
              <a:rPr lang="zh-CN" altLang="en-US" smtClean="0"/>
              <a:t>2022/4/24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C0A88A-F7AC-473B-BB11-9F04E3F79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20FDCE-2DA8-4BFE-8570-1965DE2C0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F7D81-17E5-4561-B417-F96F23AF2F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331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C461A27-ED97-44DB-BC26-F870FC47A3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480A03-7E12-4591-BE24-C16EA02CA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292800-833E-4037-B5CC-32512F2E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355B1-6BDD-4A0D-AA1B-6DBEF123FB86}" type="datetimeFigureOut">
              <a:rPr lang="zh-CN" altLang="en-US" smtClean="0"/>
              <a:t>2022/4/24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7EDFCF-00A1-4534-8B15-D9FB775E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BE3C5B-B6FA-406F-8B4F-398B0D49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F7D81-17E5-4561-B417-F96F23AF2F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214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BC8540-4F84-4099-9B3C-74EED7E47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CDE489-6437-4738-B6E0-80FF26062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0608E1-EDED-4CE5-8A2C-FE4DEB4F94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355B1-6BDD-4A0D-AA1B-6DBEF123FB86}" type="datetimeFigureOut">
              <a:rPr lang="zh-CN" altLang="en-US" smtClean="0"/>
              <a:t>2022/4/24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BB41FA-BF8B-4A25-9D54-0B7597C9D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BF7C0E-3309-42B9-8F53-E8CB1AD30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F7D81-17E5-4561-B417-F96F23AF2F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174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D95017A7-D1B1-4FAD-8D7C-49F8E30DA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44180"/>
              </p:ext>
            </p:extLst>
          </p:nvPr>
        </p:nvGraphicFramePr>
        <p:xfrm>
          <a:off x="2902858" y="534246"/>
          <a:ext cx="153851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514">
                  <a:extLst>
                    <a:ext uri="{9D8B030D-6E8A-4147-A177-3AD203B41FA5}">
                      <a16:colId xmlns:a16="http://schemas.microsoft.com/office/drawing/2014/main" val="3515474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课程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817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u="sng" dirty="0"/>
                        <a:t>编号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090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课程名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72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开课单位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518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任课教师号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956214"/>
                  </a:ext>
                </a:extLst>
              </a:tr>
            </a:tbl>
          </a:graphicData>
        </a:graphic>
      </p:graphicFrame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F639561B-4977-4A83-AC92-986FD8F68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350330"/>
              </p:ext>
            </p:extLst>
          </p:nvPr>
        </p:nvGraphicFramePr>
        <p:xfrm>
          <a:off x="2937070" y="3922140"/>
          <a:ext cx="147009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0090">
                  <a:extLst>
                    <a:ext uri="{9D8B030D-6E8A-4147-A177-3AD203B41FA5}">
                      <a16:colId xmlns:a16="http://schemas.microsoft.com/office/drawing/2014/main" val="12995652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学生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09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u="sng" dirty="0"/>
                        <a:t>学号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1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单位名称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76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233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性别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493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年龄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998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选修课程名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743591"/>
                  </a:ext>
                </a:extLst>
              </a:tr>
            </a:tbl>
          </a:graphicData>
        </a:graphic>
      </p:graphicFrame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57D495EB-CA01-4C21-A5A2-CD5B56800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893205"/>
              </p:ext>
            </p:extLst>
          </p:nvPr>
        </p:nvGraphicFramePr>
        <p:xfrm>
          <a:off x="7101635" y="534246"/>
          <a:ext cx="161937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378">
                  <a:extLst>
                    <a:ext uri="{9D8B030D-6E8A-4147-A177-3AD203B41FA5}">
                      <a16:colId xmlns:a16="http://schemas.microsoft.com/office/drawing/2014/main" val="5709238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教师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709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u="sng" dirty="0"/>
                        <a:t>教师号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548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644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性别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495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职称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614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讲授课程编号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722879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23FA31AB-12FD-4FBF-BBDC-498EF88E0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48195"/>
              </p:ext>
            </p:extLst>
          </p:nvPr>
        </p:nvGraphicFramePr>
        <p:xfrm>
          <a:off x="7285136" y="4382450"/>
          <a:ext cx="125237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376">
                  <a:extLst>
                    <a:ext uri="{9D8B030D-6E8A-4147-A177-3AD203B41FA5}">
                      <a16:colId xmlns:a16="http://schemas.microsoft.com/office/drawing/2014/main" val="1576518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单位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71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u="sng" dirty="0"/>
                        <a:t>单位名称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421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电话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94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教师号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233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教师姓名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955016"/>
                  </a:ext>
                </a:extLst>
              </a:tr>
            </a:tbl>
          </a:graphicData>
        </a:graphic>
      </p:graphicFrame>
      <p:sp>
        <p:nvSpPr>
          <p:cNvPr id="8" name="菱形 7">
            <a:extLst>
              <a:ext uri="{FF2B5EF4-FFF2-40B4-BE49-F238E27FC236}">
                <a16:creationId xmlns:a16="http://schemas.microsoft.com/office/drawing/2014/main" id="{8E767E26-4F93-47E5-AE9C-4AECF4E9E869}"/>
              </a:ext>
            </a:extLst>
          </p:cNvPr>
          <p:cNvSpPr/>
          <p:nvPr/>
        </p:nvSpPr>
        <p:spPr>
          <a:xfrm>
            <a:off x="2868646" y="2784453"/>
            <a:ext cx="1538514" cy="74168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选修</a:t>
            </a:r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505E5F3C-39E2-462B-800E-642795FF0DBB}"/>
              </a:ext>
            </a:extLst>
          </p:cNvPr>
          <p:cNvSpPr/>
          <p:nvPr/>
        </p:nvSpPr>
        <p:spPr>
          <a:xfrm>
            <a:off x="5002246" y="1090506"/>
            <a:ext cx="1538514" cy="74168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讲授</a:t>
            </a:r>
          </a:p>
        </p:txBody>
      </p:sp>
      <p:sp>
        <p:nvSpPr>
          <p:cNvPr id="10" name="菱形 9">
            <a:extLst>
              <a:ext uri="{FF2B5EF4-FFF2-40B4-BE49-F238E27FC236}">
                <a16:creationId xmlns:a16="http://schemas.microsoft.com/office/drawing/2014/main" id="{603AC7C7-9D1B-4437-A89D-120FE95633CB}"/>
              </a:ext>
            </a:extLst>
          </p:cNvPr>
          <p:cNvSpPr/>
          <p:nvPr/>
        </p:nvSpPr>
        <p:spPr>
          <a:xfrm>
            <a:off x="7101635" y="3200028"/>
            <a:ext cx="1538514" cy="74168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属于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1E4C898-4877-472B-953B-0D19557E73C7}"/>
              </a:ext>
            </a:extLst>
          </p:cNvPr>
          <p:cNvCxnSpPr>
            <a:stCxn id="8" idx="0"/>
            <a:endCxn id="4" idx="2"/>
          </p:cNvCxnSpPr>
          <p:nvPr/>
        </p:nvCxnSpPr>
        <p:spPr>
          <a:xfrm flipV="1">
            <a:off x="3637903" y="2388446"/>
            <a:ext cx="34212" cy="3960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91E69AA-1AEA-42AE-B445-5CF890F83BC1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3637903" y="3526133"/>
            <a:ext cx="34212" cy="3960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CC7A812-0999-4824-B0DF-6D15863686C5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4441372" y="1448762"/>
            <a:ext cx="560874" cy="125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B88C9B7-D6FE-4778-BC64-486D38AFFD45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6540760" y="1461346"/>
            <a:ext cx="560874" cy="1854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D60EC2F-DED1-42FB-9B07-2E886155FD77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7877112" y="2759286"/>
            <a:ext cx="34212" cy="4508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423ECFF-639F-49C9-A8AD-0326E62FB1DF}"/>
              </a:ext>
            </a:extLst>
          </p:cNvPr>
          <p:cNvCxnSpPr>
            <a:stCxn id="10" idx="2"/>
            <a:endCxn id="7" idx="0"/>
          </p:cNvCxnSpPr>
          <p:nvPr/>
        </p:nvCxnSpPr>
        <p:spPr>
          <a:xfrm>
            <a:off x="7870892" y="3941708"/>
            <a:ext cx="40432" cy="4407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620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菱形 49">
            <a:extLst>
              <a:ext uri="{FF2B5EF4-FFF2-40B4-BE49-F238E27FC236}">
                <a16:creationId xmlns:a16="http://schemas.microsoft.com/office/drawing/2014/main" id="{9E0ACE3E-4174-4D9B-827C-BF47C3D4D30C}"/>
              </a:ext>
            </a:extLst>
          </p:cNvPr>
          <p:cNvSpPr/>
          <p:nvPr/>
        </p:nvSpPr>
        <p:spPr>
          <a:xfrm>
            <a:off x="5045793" y="3042961"/>
            <a:ext cx="1669510" cy="965584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B2987C1C-E058-4CAD-BB4C-B42C65940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872184"/>
              </p:ext>
            </p:extLst>
          </p:nvPr>
        </p:nvGraphicFramePr>
        <p:xfrm>
          <a:off x="7259219" y="280246"/>
          <a:ext cx="149497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971">
                  <a:extLst>
                    <a:ext uri="{9D8B030D-6E8A-4147-A177-3AD203B41FA5}">
                      <a16:colId xmlns:a16="http://schemas.microsoft.com/office/drawing/2014/main" val="4106439104"/>
                    </a:ext>
                  </a:extLst>
                </a:gridCol>
              </a:tblGrid>
              <a:tr h="34677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客户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248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客户编号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663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099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性别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50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出生日期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265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电话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454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身高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66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体重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700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主管教练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654773"/>
                  </a:ext>
                </a:extLst>
              </a:tr>
            </a:tbl>
          </a:graphicData>
        </a:graphic>
      </p:graphicFrame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5533E889-209B-4392-8790-A4DDD522F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88171"/>
              </p:ext>
            </p:extLst>
          </p:nvPr>
        </p:nvGraphicFramePr>
        <p:xfrm>
          <a:off x="2385525" y="472155"/>
          <a:ext cx="179977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9772">
                  <a:extLst>
                    <a:ext uri="{9D8B030D-6E8A-4147-A177-3AD203B41FA5}">
                      <a16:colId xmlns:a16="http://schemas.microsoft.com/office/drawing/2014/main" val="2706337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教练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015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教练编号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779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940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性别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697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出生日期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381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电话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233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擅长的健身项目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824296"/>
                  </a:ext>
                </a:extLst>
              </a:tr>
            </a:tbl>
          </a:graphicData>
        </a:graphic>
      </p:graphicFrame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DFD9DBF1-AEE4-4CF1-9E44-FEC7D45C7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531"/>
              </p:ext>
            </p:extLst>
          </p:nvPr>
        </p:nvGraphicFramePr>
        <p:xfrm>
          <a:off x="3390122" y="4420809"/>
          <a:ext cx="168158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584">
                  <a:extLst>
                    <a:ext uri="{9D8B030D-6E8A-4147-A177-3AD203B41FA5}">
                      <a16:colId xmlns:a16="http://schemas.microsoft.com/office/drawing/2014/main" val="42888765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健身项目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773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健身项目名称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916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项目安排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823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        </a:t>
                      </a:r>
                      <a:r>
                        <a:rPr lang="zh-CN" altLang="en-US" dirty="0"/>
                        <a:t>时间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140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        </a:t>
                      </a:r>
                      <a:r>
                        <a:rPr lang="zh-CN" altLang="en-US" dirty="0"/>
                        <a:t>场馆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543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        </a:t>
                      </a:r>
                      <a:r>
                        <a:rPr lang="zh-CN" altLang="en-US" dirty="0"/>
                        <a:t>教练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423297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86AD3D8C-A93B-4E3E-805C-00DEE6853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499597"/>
              </p:ext>
            </p:extLst>
          </p:nvPr>
        </p:nvGraphicFramePr>
        <p:xfrm>
          <a:off x="6954417" y="4420809"/>
          <a:ext cx="133738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88">
                  <a:extLst>
                    <a:ext uri="{9D8B030D-6E8A-4147-A177-3AD203B41FA5}">
                      <a16:colId xmlns:a16="http://schemas.microsoft.com/office/drawing/2014/main" val="36862524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健身记录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5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开始时间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71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结束时间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837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训练场馆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474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教练信息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617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训练项目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197314"/>
                  </a:ext>
                </a:extLst>
              </a:tr>
            </a:tbl>
          </a:graphicData>
        </a:graphic>
      </p:graphicFrame>
      <p:sp>
        <p:nvSpPr>
          <p:cNvPr id="8" name="菱形 7">
            <a:extLst>
              <a:ext uri="{FF2B5EF4-FFF2-40B4-BE49-F238E27FC236}">
                <a16:creationId xmlns:a16="http://schemas.microsoft.com/office/drawing/2014/main" id="{2B1BAC41-9ABC-4C6A-BD1D-7E48D1DB6EAC}"/>
              </a:ext>
            </a:extLst>
          </p:cNvPr>
          <p:cNvSpPr/>
          <p:nvPr/>
        </p:nvSpPr>
        <p:spPr>
          <a:xfrm>
            <a:off x="4909458" y="1008519"/>
            <a:ext cx="1494971" cy="86463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主管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5986C47-AB5F-4E11-A63D-A2CA6F1B7A67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6404429" y="1440838"/>
            <a:ext cx="854790" cy="5056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AAF5DAB-3517-4224-946A-52C33D067D49}"/>
              </a:ext>
            </a:extLst>
          </p:cNvPr>
          <p:cNvCxnSpPr>
            <a:cxnSpLocks/>
            <a:stCxn id="8" idx="1"/>
            <a:endCxn id="5" idx="3"/>
          </p:cNvCxnSpPr>
          <p:nvPr/>
        </p:nvCxnSpPr>
        <p:spPr>
          <a:xfrm flipH="1">
            <a:off x="4185297" y="1440838"/>
            <a:ext cx="724161" cy="3292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菱形 14">
            <a:extLst>
              <a:ext uri="{FF2B5EF4-FFF2-40B4-BE49-F238E27FC236}">
                <a16:creationId xmlns:a16="http://schemas.microsoft.com/office/drawing/2014/main" id="{0725F0C2-51AE-4668-A5B2-63D7D5E9C4BF}"/>
              </a:ext>
            </a:extLst>
          </p:cNvPr>
          <p:cNvSpPr/>
          <p:nvPr/>
        </p:nvSpPr>
        <p:spPr>
          <a:xfrm>
            <a:off x="2817843" y="3284686"/>
            <a:ext cx="1494971" cy="86463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擅长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E8C2064-6560-4549-B265-AB80AFD9AB5C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>
            <a:off x="3285411" y="3068035"/>
            <a:ext cx="279918" cy="216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C399343-6E13-4904-8E4B-707B3F24655E}"/>
              </a:ext>
            </a:extLst>
          </p:cNvPr>
          <p:cNvCxnSpPr>
            <a:cxnSpLocks/>
            <a:stCxn id="15" idx="2"/>
            <a:endCxn id="6" idx="0"/>
          </p:cNvCxnSpPr>
          <p:nvPr/>
        </p:nvCxnSpPr>
        <p:spPr>
          <a:xfrm>
            <a:off x="3565329" y="4149323"/>
            <a:ext cx="665585" cy="2714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菱形 39">
            <a:extLst>
              <a:ext uri="{FF2B5EF4-FFF2-40B4-BE49-F238E27FC236}">
                <a16:creationId xmlns:a16="http://schemas.microsoft.com/office/drawing/2014/main" id="{818630A4-E534-4C36-B8C1-0682FB037546}"/>
              </a:ext>
            </a:extLst>
          </p:cNvPr>
          <p:cNvSpPr/>
          <p:nvPr/>
        </p:nvSpPr>
        <p:spPr>
          <a:xfrm>
            <a:off x="5144280" y="3093435"/>
            <a:ext cx="1494971" cy="864637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记录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5E38F984-7C12-42AA-896E-D188828EC9EB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5891766" y="3958072"/>
            <a:ext cx="1082868" cy="16125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FA1A2D6A-7492-46EF-A15D-3F24990E4228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639251" y="1946486"/>
            <a:ext cx="619968" cy="15666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F82AA64E-ED0F-43AE-8EB3-D828B6C7ED8C}"/>
              </a:ext>
            </a:extLst>
          </p:cNvPr>
          <p:cNvCxnSpPr>
            <a:cxnSpLocks/>
            <a:stCxn id="5" idx="3"/>
            <a:endCxn id="40" idx="0"/>
          </p:cNvCxnSpPr>
          <p:nvPr/>
        </p:nvCxnSpPr>
        <p:spPr>
          <a:xfrm>
            <a:off x="4185297" y="1770095"/>
            <a:ext cx="1706469" cy="13233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979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E522967E-FD9F-48C2-ACBA-F0A37A751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706786"/>
              </p:ext>
            </p:extLst>
          </p:nvPr>
        </p:nvGraphicFramePr>
        <p:xfrm>
          <a:off x="3139234" y="763209"/>
          <a:ext cx="148875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751">
                  <a:extLst>
                    <a:ext uri="{9D8B030D-6E8A-4147-A177-3AD203B41FA5}">
                      <a16:colId xmlns:a16="http://schemas.microsoft.com/office/drawing/2014/main" val="876843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图书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100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书号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006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书名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668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出版日期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918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出版社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164586"/>
                  </a:ext>
                </a:extLst>
              </a:tr>
            </a:tbl>
          </a:graphicData>
        </a:graphic>
      </p:graphicFrame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8EE12B9B-2BFA-4AA6-BEDE-78DD91C86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630100"/>
              </p:ext>
            </p:extLst>
          </p:nvPr>
        </p:nvGraphicFramePr>
        <p:xfrm>
          <a:off x="6953380" y="763209"/>
          <a:ext cx="1221273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273">
                  <a:extLst>
                    <a:ext uri="{9D8B030D-6E8A-4147-A177-3AD203B41FA5}">
                      <a16:colId xmlns:a16="http://schemas.microsoft.com/office/drawing/2014/main" val="3380800849"/>
                    </a:ext>
                  </a:extLst>
                </a:gridCol>
              </a:tblGrid>
              <a:tr h="28185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读者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135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借书证号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059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188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年龄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031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性别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331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家庭住址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430474"/>
                  </a:ext>
                </a:extLst>
              </a:tr>
            </a:tbl>
          </a:graphicData>
        </a:graphic>
      </p:graphicFrame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855F4786-B5D1-4ADD-BEFD-D6AF8790CA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579081"/>
              </p:ext>
            </p:extLst>
          </p:nvPr>
        </p:nvGraphicFramePr>
        <p:xfrm>
          <a:off x="3375609" y="4368921"/>
          <a:ext cx="125237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376">
                  <a:extLst>
                    <a:ext uri="{9D8B030D-6E8A-4147-A177-3AD203B41FA5}">
                      <a16:colId xmlns:a16="http://schemas.microsoft.com/office/drawing/2014/main" val="22644006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书架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004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书架号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057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房间号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827337"/>
                  </a:ext>
                </a:extLst>
              </a:tr>
            </a:tbl>
          </a:graphicData>
        </a:graphic>
      </p:graphicFrame>
      <p:sp>
        <p:nvSpPr>
          <p:cNvPr id="7" name="菱形 6">
            <a:extLst>
              <a:ext uri="{FF2B5EF4-FFF2-40B4-BE49-F238E27FC236}">
                <a16:creationId xmlns:a16="http://schemas.microsoft.com/office/drawing/2014/main" id="{8F5E86BF-C61B-42D2-BE55-A01E2B9F5096}"/>
              </a:ext>
            </a:extLst>
          </p:cNvPr>
          <p:cNvSpPr/>
          <p:nvPr/>
        </p:nvSpPr>
        <p:spPr>
          <a:xfrm>
            <a:off x="3375609" y="3284376"/>
            <a:ext cx="1302138" cy="65314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放置</a:t>
            </a:r>
          </a:p>
        </p:txBody>
      </p:sp>
      <p:sp>
        <p:nvSpPr>
          <p:cNvPr id="8" name="菱形 7">
            <a:extLst>
              <a:ext uri="{FF2B5EF4-FFF2-40B4-BE49-F238E27FC236}">
                <a16:creationId xmlns:a16="http://schemas.microsoft.com/office/drawing/2014/main" id="{BF7EB115-05C4-4146-85A7-7ED63ED01C30}"/>
              </a:ext>
            </a:extLst>
          </p:cNvPr>
          <p:cNvSpPr/>
          <p:nvPr/>
        </p:nvSpPr>
        <p:spPr>
          <a:xfrm>
            <a:off x="5139613" y="1546618"/>
            <a:ext cx="1302138" cy="65314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借阅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2094A56-E322-4DCE-B917-F63FB3460615}"/>
              </a:ext>
            </a:extLst>
          </p:cNvPr>
          <p:cNvCxnSpPr>
            <a:stCxn id="7" idx="0"/>
            <a:endCxn id="4" idx="2"/>
          </p:cNvCxnSpPr>
          <p:nvPr/>
        </p:nvCxnSpPr>
        <p:spPr>
          <a:xfrm flipH="1" flipV="1">
            <a:off x="3883609" y="2617409"/>
            <a:ext cx="143069" cy="6669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9E36BC9-D2DA-4E8B-BF81-308DF49EF17C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4627984" y="1690309"/>
            <a:ext cx="511629" cy="1828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A8C2B10-EFB6-4220-AA3B-C02BD597C40E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4001797" y="3937518"/>
            <a:ext cx="24881" cy="4314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EB7C64D-D8E0-478D-987A-BA5D2885928C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6441751" y="1873189"/>
            <a:ext cx="51162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928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36A5D17-D6A4-4CC1-9AC4-76769289E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601862"/>
              </p:ext>
            </p:extLst>
          </p:nvPr>
        </p:nvGraphicFramePr>
        <p:xfrm>
          <a:off x="2032000" y="719666"/>
          <a:ext cx="115906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069">
                  <a:extLst>
                    <a:ext uri="{9D8B030D-6E8A-4147-A177-3AD203B41FA5}">
                      <a16:colId xmlns:a16="http://schemas.microsoft.com/office/drawing/2014/main" val="1454837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工厂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520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厂名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358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厂长姓名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451161"/>
                  </a:ext>
                </a:extLst>
              </a:tr>
            </a:tbl>
          </a:graphicData>
        </a:graphic>
      </p:graphicFrame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A4622E97-4375-4A3F-96A5-DDADAA811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406776"/>
              </p:ext>
            </p:extLst>
          </p:nvPr>
        </p:nvGraphicFramePr>
        <p:xfrm>
          <a:off x="5308082" y="348826"/>
          <a:ext cx="157583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835">
                  <a:extLst>
                    <a:ext uri="{9D8B030D-6E8A-4147-A177-3AD203B41FA5}">
                      <a16:colId xmlns:a16="http://schemas.microsoft.com/office/drawing/2014/main" val="20936060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车间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878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车间号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315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车间主任姓名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798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地址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156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电话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48407"/>
                  </a:ext>
                </a:extLst>
              </a:tr>
            </a:tbl>
          </a:graphicData>
        </a:graphic>
      </p:graphicFrame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DBEE9FAF-F1E6-4934-A59C-F18F6B43C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44686"/>
              </p:ext>
            </p:extLst>
          </p:nvPr>
        </p:nvGraphicFramePr>
        <p:xfrm>
          <a:off x="1506375" y="4716554"/>
          <a:ext cx="162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4901628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仓库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仓库号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71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仓库主任姓名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821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电话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638306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964CB88E-F87A-4AC9-AFAE-CDC618EA7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655430"/>
              </p:ext>
            </p:extLst>
          </p:nvPr>
        </p:nvGraphicFramePr>
        <p:xfrm>
          <a:off x="7655249" y="2751529"/>
          <a:ext cx="94757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575">
                  <a:extLst>
                    <a:ext uri="{9D8B030D-6E8A-4147-A177-3AD203B41FA5}">
                      <a16:colId xmlns:a16="http://schemas.microsoft.com/office/drawing/2014/main" val="4920434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零件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16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零件号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784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重量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021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价格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854810"/>
                  </a:ext>
                </a:extLst>
              </a:tr>
            </a:tbl>
          </a:graphicData>
        </a:graphic>
      </p:graphicFrame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D849C1EA-A222-48D1-864C-0268446F12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770586"/>
              </p:ext>
            </p:extLst>
          </p:nvPr>
        </p:nvGraphicFramePr>
        <p:xfrm>
          <a:off x="5161900" y="4901974"/>
          <a:ext cx="9340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099">
                  <a:extLst>
                    <a:ext uri="{9D8B030D-6E8A-4147-A177-3AD203B41FA5}">
                      <a16:colId xmlns:a16="http://schemas.microsoft.com/office/drawing/2014/main" val="2467298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产品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413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产品号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421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价格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337346"/>
                  </a:ext>
                </a:extLst>
              </a:tr>
            </a:tbl>
          </a:graphicData>
        </a:graphic>
      </p:graphicFrame>
      <p:sp>
        <p:nvSpPr>
          <p:cNvPr id="9" name="菱形 8">
            <a:extLst>
              <a:ext uri="{FF2B5EF4-FFF2-40B4-BE49-F238E27FC236}">
                <a16:creationId xmlns:a16="http://schemas.microsoft.com/office/drawing/2014/main" id="{47564CA1-9E29-44A8-BB7E-943AAF1BA9E6}"/>
              </a:ext>
            </a:extLst>
          </p:cNvPr>
          <p:cNvSpPr/>
          <p:nvPr/>
        </p:nvSpPr>
        <p:spPr>
          <a:xfrm>
            <a:off x="1841241" y="2944362"/>
            <a:ext cx="1436914" cy="7941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有</a:t>
            </a:r>
          </a:p>
        </p:txBody>
      </p:sp>
      <p:sp>
        <p:nvSpPr>
          <p:cNvPr id="10" name="菱形 9">
            <a:extLst>
              <a:ext uri="{FF2B5EF4-FFF2-40B4-BE49-F238E27FC236}">
                <a16:creationId xmlns:a16="http://schemas.microsoft.com/office/drawing/2014/main" id="{2985BE74-BC16-4E10-98FF-70142BAE711B}"/>
              </a:ext>
            </a:extLst>
          </p:cNvPr>
          <p:cNvSpPr/>
          <p:nvPr/>
        </p:nvSpPr>
        <p:spPr>
          <a:xfrm>
            <a:off x="3531118" y="932059"/>
            <a:ext cx="1436914" cy="7941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有</a:t>
            </a:r>
          </a:p>
        </p:txBody>
      </p:sp>
      <p:sp>
        <p:nvSpPr>
          <p:cNvPr id="11" name="菱形 10">
            <a:extLst>
              <a:ext uri="{FF2B5EF4-FFF2-40B4-BE49-F238E27FC236}">
                <a16:creationId xmlns:a16="http://schemas.microsoft.com/office/drawing/2014/main" id="{28CB9AA8-5994-43CA-9A32-CA6116258909}"/>
              </a:ext>
            </a:extLst>
          </p:cNvPr>
          <p:cNvSpPr/>
          <p:nvPr/>
        </p:nvSpPr>
        <p:spPr>
          <a:xfrm>
            <a:off x="7410579" y="951775"/>
            <a:ext cx="1436914" cy="7941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生产</a:t>
            </a:r>
          </a:p>
        </p:txBody>
      </p:sp>
      <p:sp>
        <p:nvSpPr>
          <p:cNvPr id="12" name="菱形 11">
            <a:extLst>
              <a:ext uri="{FF2B5EF4-FFF2-40B4-BE49-F238E27FC236}">
                <a16:creationId xmlns:a16="http://schemas.microsoft.com/office/drawing/2014/main" id="{95450AA1-3759-4604-82D0-E240EF0EF563}"/>
              </a:ext>
            </a:extLst>
          </p:cNvPr>
          <p:cNvSpPr/>
          <p:nvPr/>
        </p:nvSpPr>
        <p:spPr>
          <a:xfrm>
            <a:off x="5031273" y="2905010"/>
            <a:ext cx="1436914" cy="7941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生产</a:t>
            </a:r>
          </a:p>
        </p:txBody>
      </p:sp>
      <p:sp>
        <p:nvSpPr>
          <p:cNvPr id="13" name="菱形 12">
            <a:extLst>
              <a:ext uri="{FF2B5EF4-FFF2-40B4-BE49-F238E27FC236}">
                <a16:creationId xmlns:a16="http://schemas.microsoft.com/office/drawing/2014/main" id="{AA318781-1159-4DDB-92FF-2074A186D30F}"/>
              </a:ext>
            </a:extLst>
          </p:cNvPr>
          <p:cNvSpPr/>
          <p:nvPr/>
        </p:nvSpPr>
        <p:spPr>
          <a:xfrm>
            <a:off x="6996922" y="4998151"/>
            <a:ext cx="1436914" cy="7941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组成</a:t>
            </a:r>
          </a:p>
        </p:txBody>
      </p:sp>
      <p:sp>
        <p:nvSpPr>
          <p:cNvPr id="14" name="菱形 13">
            <a:extLst>
              <a:ext uri="{FF2B5EF4-FFF2-40B4-BE49-F238E27FC236}">
                <a16:creationId xmlns:a16="http://schemas.microsoft.com/office/drawing/2014/main" id="{D9D6FF98-26C7-401D-9336-F8DB6445FA7B}"/>
              </a:ext>
            </a:extLst>
          </p:cNvPr>
          <p:cNvSpPr/>
          <p:nvPr/>
        </p:nvSpPr>
        <p:spPr>
          <a:xfrm>
            <a:off x="4029788" y="3903492"/>
            <a:ext cx="1436914" cy="7941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存入</a:t>
            </a:r>
          </a:p>
        </p:txBody>
      </p:sp>
      <p:sp>
        <p:nvSpPr>
          <p:cNvPr id="15" name="菱形 14">
            <a:extLst>
              <a:ext uri="{FF2B5EF4-FFF2-40B4-BE49-F238E27FC236}">
                <a16:creationId xmlns:a16="http://schemas.microsoft.com/office/drawing/2014/main" id="{70CADD75-A16F-4933-8030-57E615AC7A59}"/>
              </a:ext>
            </a:extLst>
          </p:cNvPr>
          <p:cNvSpPr/>
          <p:nvPr/>
        </p:nvSpPr>
        <p:spPr>
          <a:xfrm>
            <a:off x="3559110" y="5866900"/>
            <a:ext cx="1436914" cy="7941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存入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3C47B86-912C-4D51-AC94-6081981B5B94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4931747" y="1275926"/>
            <a:ext cx="376335" cy="542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566E31D-9E91-446D-B92C-FC0DE6681BC5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2319175" y="3738466"/>
            <a:ext cx="240523" cy="9780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18C657B-00F4-4948-B6DE-BCFDE40A25E5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2559698" y="1832186"/>
            <a:ext cx="51836" cy="11121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1E5ACA7E-9934-419C-B92C-8DC734BCBAEA}"/>
              </a:ext>
            </a:extLst>
          </p:cNvPr>
          <p:cNvCxnSpPr>
            <a:cxnSpLocks/>
            <a:stCxn id="10" idx="1"/>
            <a:endCxn id="4" idx="3"/>
          </p:cNvCxnSpPr>
          <p:nvPr/>
        </p:nvCxnSpPr>
        <p:spPr>
          <a:xfrm flipH="1" flipV="1">
            <a:off x="3191069" y="1275926"/>
            <a:ext cx="340049" cy="531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E695EB4-6084-4FDA-BFA4-2A5569E28F21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5749730" y="2203026"/>
            <a:ext cx="346269" cy="7072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22209E6-D3F4-4816-A262-1EAFD577546B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5628949" y="3699114"/>
            <a:ext cx="120781" cy="12028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CC6FCAF-4546-4B0E-8E8D-D2650F2F913F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847632" y="1341766"/>
            <a:ext cx="562947" cy="70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B071A968-612B-413A-9ED5-D3FD8AE268B1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124888" y="1745879"/>
            <a:ext cx="4148" cy="1005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B96239A3-A571-47DE-BCB7-8842D27EC146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6073707" y="5395203"/>
            <a:ext cx="923215" cy="630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F6244970-FB65-46C7-98A5-348F60BC5D22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7715379" y="4234889"/>
            <a:ext cx="413657" cy="7632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2B479E6-C60E-4D33-B725-109ED43F15C0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4996024" y="5470902"/>
            <a:ext cx="176246" cy="7930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1FCE0130-CF2A-4833-8B12-97192B8FAA20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3131975" y="5458234"/>
            <a:ext cx="435946" cy="8057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C413DB71-F20C-4CD6-9C53-B38D2AC26CC0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5466702" y="3426945"/>
            <a:ext cx="2188547" cy="873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F50DE6CB-A541-4B6A-9BC6-3E664370C041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3131975" y="4298927"/>
            <a:ext cx="926841" cy="11593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933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2182F059-A44A-4292-BEB7-5A94706FB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893977"/>
              </p:ext>
            </p:extLst>
          </p:nvPr>
        </p:nvGraphicFramePr>
        <p:xfrm>
          <a:off x="6077004" y="856444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28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204D025-28F5-451D-9137-A4B1518D4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007494"/>
              </p:ext>
            </p:extLst>
          </p:nvPr>
        </p:nvGraphicFramePr>
        <p:xfrm>
          <a:off x="7689091" y="5119668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6521D7C-8540-4B6C-8330-ADE9616E5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127851"/>
              </p:ext>
            </p:extLst>
          </p:nvPr>
        </p:nvGraphicFramePr>
        <p:xfrm>
          <a:off x="3662317" y="1683912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10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EFB3F27-E09B-46D1-B1F1-0975788F4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099182"/>
              </p:ext>
            </p:extLst>
          </p:nvPr>
        </p:nvGraphicFramePr>
        <p:xfrm>
          <a:off x="8315956" y="1727485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20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E118777-AC2D-4B0C-84BD-632E0972C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595932"/>
              </p:ext>
            </p:extLst>
          </p:nvPr>
        </p:nvGraphicFramePr>
        <p:xfrm>
          <a:off x="160269" y="2694260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6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7C78F4AF-B3D3-4127-8E66-4D1500B727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76562"/>
              </p:ext>
            </p:extLst>
          </p:nvPr>
        </p:nvGraphicFramePr>
        <p:xfrm>
          <a:off x="2491346" y="2694260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10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1CCE6A1-E27D-4961-9B2A-4A214D632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900143"/>
              </p:ext>
            </p:extLst>
          </p:nvPr>
        </p:nvGraphicFramePr>
        <p:xfrm>
          <a:off x="4822423" y="2694260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17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DAADCF-9E24-4AED-910F-085596255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961494"/>
              </p:ext>
            </p:extLst>
          </p:nvPr>
        </p:nvGraphicFramePr>
        <p:xfrm>
          <a:off x="7153500" y="2694260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20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2FDDE23-0C3A-4AD1-B889-2C9C6B8A0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429408"/>
              </p:ext>
            </p:extLst>
          </p:nvPr>
        </p:nvGraphicFramePr>
        <p:xfrm>
          <a:off x="9484577" y="2694260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28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DB0EFF6E-D944-4C55-AEEE-1A3A2ADDE9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620336"/>
              </p:ext>
            </p:extLst>
          </p:nvPr>
        </p:nvGraphicFramePr>
        <p:xfrm>
          <a:off x="11815654" y="2694260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18573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33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05265D6-5326-4EE7-9907-45872C91041A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4738813" y="1166665"/>
            <a:ext cx="1476457" cy="517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FEC0C4B-DEE4-4467-86F1-778FB1BE42F9}"/>
              </a:ext>
            </a:extLst>
          </p:cNvPr>
          <p:cNvCxnSpPr/>
          <p:nvPr/>
        </p:nvCxnSpPr>
        <p:spPr>
          <a:xfrm flipH="1">
            <a:off x="6346107" y="5119668"/>
            <a:ext cx="1436700" cy="644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8A518C1-F2B1-4462-BC77-EF07F009F1CD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645965" y="1166665"/>
            <a:ext cx="2746487" cy="560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800BE0A-0D44-46DF-94C6-D6E4CB354C13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1236765" y="1866792"/>
            <a:ext cx="2513196" cy="827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74B8EAA4-E421-462F-8029-2C15AE957828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3567842" y="2006206"/>
            <a:ext cx="812825" cy="688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FF30AE4-0A58-4387-8496-2BCE41530C08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5077567" y="2031527"/>
            <a:ext cx="821352" cy="662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06811E5-618D-412F-85DF-4F135E26844B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8229996" y="2049672"/>
            <a:ext cx="166518" cy="644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28C8A2F8-819C-43ED-B1A9-C12249C86323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9056914" y="2093245"/>
            <a:ext cx="1504159" cy="601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6D30458-097C-496E-BD1D-D316267CAA79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9700654" y="2049672"/>
            <a:ext cx="3191496" cy="644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B3AED5E-A951-4744-8DA5-4B4158D0DC48}"/>
              </a:ext>
            </a:extLst>
          </p:cNvPr>
          <p:cNvCxnSpPr>
            <a:endCxn id="9" idx="1"/>
          </p:cNvCxnSpPr>
          <p:nvPr/>
        </p:nvCxnSpPr>
        <p:spPr>
          <a:xfrm>
            <a:off x="2313261" y="2877140"/>
            <a:ext cx="1780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FEFD188-B7D4-4896-8052-ACFFF83CEB17}"/>
              </a:ext>
            </a:extLst>
          </p:cNvPr>
          <p:cNvCxnSpPr/>
          <p:nvPr/>
        </p:nvCxnSpPr>
        <p:spPr>
          <a:xfrm>
            <a:off x="11637569" y="2877140"/>
            <a:ext cx="1780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5B480791-95E5-4BDA-9F70-B6FA67C9FFFF}"/>
              </a:ext>
            </a:extLst>
          </p:cNvPr>
          <p:cNvCxnSpPr/>
          <p:nvPr/>
        </p:nvCxnSpPr>
        <p:spPr>
          <a:xfrm>
            <a:off x="9306492" y="2877140"/>
            <a:ext cx="1780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8B70923A-8AB9-41DB-A0D6-FCD6D2533EBE}"/>
              </a:ext>
            </a:extLst>
          </p:cNvPr>
          <p:cNvCxnSpPr/>
          <p:nvPr/>
        </p:nvCxnSpPr>
        <p:spPr>
          <a:xfrm>
            <a:off x="6975415" y="2877140"/>
            <a:ext cx="1780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C36A5CF6-61C2-4D3B-86ED-7BD9D8AFD027}"/>
              </a:ext>
            </a:extLst>
          </p:cNvPr>
          <p:cNvCxnSpPr/>
          <p:nvPr/>
        </p:nvCxnSpPr>
        <p:spPr>
          <a:xfrm>
            <a:off x="4649770" y="2877140"/>
            <a:ext cx="1780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242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2AB43E9F-A848-4F54-B1D8-A8A0F1DB0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167389"/>
              </p:ext>
            </p:extLst>
          </p:nvPr>
        </p:nvGraphicFramePr>
        <p:xfrm>
          <a:off x="5235491" y="1572062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28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8" name="表格 4">
            <a:extLst>
              <a:ext uri="{FF2B5EF4-FFF2-40B4-BE49-F238E27FC236}">
                <a16:creationId xmlns:a16="http://schemas.microsoft.com/office/drawing/2014/main" id="{B4954B0B-0397-4D0D-A727-C95256274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257902"/>
              </p:ext>
            </p:extLst>
          </p:nvPr>
        </p:nvGraphicFramePr>
        <p:xfrm>
          <a:off x="378570" y="439357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9" name="表格 4">
            <a:extLst>
              <a:ext uri="{FF2B5EF4-FFF2-40B4-BE49-F238E27FC236}">
                <a16:creationId xmlns:a16="http://schemas.microsoft.com/office/drawing/2014/main" id="{3A1FFDD5-8FF3-4143-8239-C796D975F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941106"/>
              </p:ext>
            </p:extLst>
          </p:nvPr>
        </p:nvGraphicFramePr>
        <p:xfrm>
          <a:off x="2611561" y="2585722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10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10" name="表格 4">
            <a:extLst>
              <a:ext uri="{FF2B5EF4-FFF2-40B4-BE49-F238E27FC236}">
                <a16:creationId xmlns:a16="http://schemas.microsoft.com/office/drawing/2014/main" id="{1D58969C-CF2D-420C-99F2-DFC1F2002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960311"/>
              </p:ext>
            </p:extLst>
          </p:nvPr>
        </p:nvGraphicFramePr>
        <p:xfrm>
          <a:off x="83357" y="3522560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6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11" name="表格 4">
            <a:extLst>
              <a:ext uri="{FF2B5EF4-FFF2-40B4-BE49-F238E27FC236}">
                <a16:creationId xmlns:a16="http://schemas.microsoft.com/office/drawing/2014/main" id="{D796C488-1E30-4293-B188-305E6C7D7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518"/>
              </p:ext>
            </p:extLst>
          </p:nvPr>
        </p:nvGraphicFramePr>
        <p:xfrm>
          <a:off x="2611561" y="3522560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10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12" name="表格 4">
            <a:extLst>
              <a:ext uri="{FF2B5EF4-FFF2-40B4-BE49-F238E27FC236}">
                <a16:creationId xmlns:a16="http://schemas.microsoft.com/office/drawing/2014/main" id="{B92ABFED-3D05-43B6-BED7-2EF7F338B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131533"/>
              </p:ext>
            </p:extLst>
          </p:nvPr>
        </p:nvGraphicFramePr>
        <p:xfrm>
          <a:off x="5139765" y="3522560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20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13" name="表格 4">
            <a:extLst>
              <a:ext uri="{FF2B5EF4-FFF2-40B4-BE49-F238E27FC236}">
                <a16:creationId xmlns:a16="http://schemas.microsoft.com/office/drawing/2014/main" id="{D94DC86D-DAB7-421D-A9CD-432BB63A8D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582423"/>
              </p:ext>
            </p:extLst>
          </p:nvPr>
        </p:nvGraphicFramePr>
        <p:xfrm>
          <a:off x="8223371" y="3522560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28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14" name="表格 4">
            <a:extLst>
              <a:ext uri="{FF2B5EF4-FFF2-40B4-BE49-F238E27FC236}">
                <a16:creationId xmlns:a16="http://schemas.microsoft.com/office/drawing/2014/main" id="{38823177-6EEB-474A-B6EF-73B518A4D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302929"/>
              </p:ext>
            </p:extLst>
          </p:nvPr>
        </p:nvGraphicFramePr>
        <p:xfrm>
          <a:off x="8223371" y="2585722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37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3084542-8E04-42F4-A920-E61DA638382F}"/>
              </a:ext>
            </a:extLst>
          </p:cNvPr>
          <p:cNvCxnSpPr/>
          <p:nvPr/>
        </p:nvCxnSpPr>
        <p:spPr>
          <a:xfrm flipH="1">
            <a:off x="6346107" y="5119668"/>
            <a:ext cx="1436700" cy="644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68EDD8C-8E38-4025-B8E6-A736BEA78731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3688057" y="1901067"/>
            <a:ext cx="1558121" cy="684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7496E13-9AA2-4171-9DE4-D0BA3B135292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5841049" y="1901067"/>
            <a:ext cx="3458818" cy="684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883ECA5-A171-4F7D-A857-D4F99CFCF7AB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1159853" y="2877882"/>
            <a:ext cx="1488305" cy="644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2052F06-2824-40B6-8089-774923B18BF8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3366508" y="2911726"/>
            <a:ext cx="321549" cy="610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130E743-D6A7-4DB9-8017-674DBBCFF54D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3965758" y="2921348"/>
            <a:ext cx="2250503" cy="601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145C673-F5FD-4C1B-B53B-03E6445DE324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8288808" y="2877972"/>
            <a:ext cx="1011059" cy="644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0F3CDA2C-66A0-4193-B91F-7E9B159555EB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2236349" y="3705440"/>
            <a:ext cx="3752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26D675AA-1BC2-4AF5-A1B9-C0FD099A0998}"/>
              </a:ext>
            </a:extLst>
          </p:cNvPr>
          <p:cNvCxnSpPr>
            <a:cxnSpLocks/>
          </p:cNvCxnSpPr>
          <p:nvPr/>
        </p:nvCxnSpPr>
        <p:spPr>
          <a:xfrm>
            <a:off x="4764553" y="3705440"/>
            <a:ext cx="3752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9EDA8CE5-B4EC-4602-AD0C-ED89758EDAE9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7272571" y="3705440"/>
            <a:ext cx="950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68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29078B10-4CE9-4FA9-B9A8-1C8C69005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134112"/>
              </p:ext>
            </p:extLst>
          </p:nvPr>
        </p:nvGraphicFramePr>
        <p:xfrm>
          <a:off x="2104210" y="4593913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DD1589E-77C8-48A5-8E2E-E5DDAA0D9B64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4073770" y="1037771"/>
            <a:ext cx="1536001" cy="66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85960E22-EE40-44C3-8B3D-7940D549D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81292"/>
              </p:ext>
            </p:extLst>
          </p:nvPr>
        </p:nvGraphicFramePr>
        <p:xfrm>
          <a:off x="5341229" y="805117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36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7" name="表格 4">
            <a:extLst>
              <a:ext uri="{FF2B5EF4-FFF2-40B4-BE49-F238E27FC236}">
                <a16:creationId xmlns:a16="http://schemas.microsoft.com/office/drawing/2014/main" id="{957D404D-2DFC-4A33-8F74-DD844B933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91476"/>
              </p:ext>
            </p:extLst>
          </p:nvPr>
        </p:nvGraphicFramePr>
        <p:xfrm>
          <a:off x="2997274" y="1701487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12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8" name="表格 4">
            <a:extLst>
              <a:ext uri="{FF2B5EF4-FFF2-40B4-BE49-F238E27FC236}">
                <a16:creationId xmlns:a16="http://schemas.microsoft.com/office/drawing/2014/main" id="{884BB482-BA6A-4D56-9039-ECAFD789A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920069"/>
              </p:ext>
            </p:extLst>
          </p:nvPr>
        </p:nvGraphicFramePr>
        <p:xfrm>
          <a:off x="7642328" y="1701487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46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9" name="表格 4">
            <a:extLst>
              <a:ext uri="{FF2B5EF4-FFF2-40B4-BE49-F238E27FC236}">
                <a16:creationId xmlns:a16="http://schemas.microsoft.com/office/drawing/2014/main" id="{C9DC2C93-D4DB-4FAD-AA89-10116B03B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712565"/>
              </p:ext>
            </p:extLst>
          </p:nvPr>
        </p:nvGraphicFramePr>
        <p:xfrm>
          <a:off x="-471436" y="2723211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8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10" name="表格 4">
            <a:extLst>
              <a:ext uri="{FF2B5EF4-FFF2-40B4-BE49-F238E27FC236}">
                <a16:creationId xmlns:a16="http://schemas.microsoft.com/office/drawing/2014/main" id="{045C5D65-AC0B-4868-B6BF-D2295E33E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640128"/>
              </p:ext>
            </p:extLst>
          </p:nvPr>
        </p:nvGraphicFramePr>
        <p:xfrm>
          <a:off x="1971257" y="2723211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12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11" name="表格 4">
            <a:extLst>
              <a:ext uri="{FF2B5EF4-FFF2-40B4-BE49-F238E27FC236}">
                <a16:creationId xmlns:a16="http://schemas.microsoft.com/office/drawing/2014/main" id="{6FF6060C-64EC-4432-A629-9DA22498E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659036"/>
              </p:ext>
            </p:extLst>
          </p:nvPr>
        </p:nvGraphicFramePr>
        <p:xfrm>
          <a:off x="4413950" y="2723211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18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12" name="表格 4">
            <a:extLst>
              <a:ext uri="{FF2B5EF4-FFF2-40B4-BE49-F238E27FC236}">
                <a16:creationId xmlns:a16="http://schemas.microsoft.com/office/drawing/2014/main" id="{EE988C7C-4FF5-49BB-BEDC-C50105F7EC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88359"/>
              </p:ext>
            </p:extLst>
          </p:nvPr>
        </p:nvGraphicFramePr>
        <p:xfrm>
          <a:off x="6875915" y="2723211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25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13" name="表格 4">
            <a:extLst>
              <a:ext uri="{FF2B5EF4-FFF2-40B4-BE49-F238E27FC236}">
                <a16:creationId xmlns:a16="http://schemas.microsoft.com/office/drawing/2014/main" id="{81EE27AD-7792-4363-AA9F-2B7CCDB1C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019698"/>
              </p:ext>
            </p:extLst>
          </p:nvPr>
        </p:nvGraphicFramePr>
        <p:xfrm>
          <a:off x="9305307" y="2710762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36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14" name="表格 4">
            <a:extLst>
              <a:ext uri="{FF2B5EF4-FFF2-40B4-BE49-F238E27FC236}">
                <a16:creationId xmlns:a16="http://schemas.microsoft.com/office/drawing/2014/main" id="{F0144A91-F99C-434C-9556-B563CFE717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747190"/>
              </p:ext>
            </p:extLst>
          </p:nvPr>
        </p:nvGraphicFramePr>
        <p:xfrm>
          <a:off x="11734699" y="2708355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46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4B8AAFA-31A0-4FE1-A9B6-8A84F0CD0C91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6040522" y="1142114"/>
            <a:ext cx="2678302" cy="559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725BED0-DEC8-4AF0-A8C9-2E52787000D7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605060" y="1960118"/>
            <a:ext cx="2485825" cy="763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B391F41-1AC8-46D4-923A-4CE3C88763E6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3047753" y="1884367"/>
            <a:ext cx="754990" cy="838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95C0B06-75DF-4049-A126-50F7ABAC8653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4402053" y="2022423"/>
            <a:ext cx="1088393" cy="700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A94DE8A-26CE-4652-BDAF-AF1285E0041D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5043714" y="1960118"/>
            <a:ext cx="2908697" cy="763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57E165E-EB80-4603-93E0-7DAE2A234682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7772400" y="2022423"/>
            <a:ext cx="2609403" cy="688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FF33181-6404-4E88-A555-49355565EECB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8294914" y="2022423"/>
            <a:ext cx="4516281" cy="685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EDCB362-148E-4E17-8937-B2895432CFF7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681556" y="2903684"/>
            <a:ext cx="289701" cy="2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352E4A10-E540-4ACE-89C4-C4A630F9ECF5}"/>
              </a:ext>
            </a:extLst>
          </p:cNvPr>
          <p:cNvCxnSpPr>
            <a:cxnSpLocks/>
          </p:cNvCxnSpPr>
          <p:nvPr/>
        </p:nvCxnSpPr>
        <p:spPr>
          <a:xfrm>
            <a:off x="4112352" y="2903684"/>
            <a:ext cx="289701" cy="2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30247B71-7DA8-4455-B0C0-24E9FD0EA48A}"/>
              </a:ext>
            </a:extLst>
          </p:cNvPr>
          <p:cNvCxnSpPr>
            <a:cxnSpLocks/>
          </p:cNvCxnSpPr>
          <p:nvPr/>
        </p:nvCxnSpPr>
        <p:spPr>
          <a:xfrm>
            <a:off x="6586214" y="2903684"/>
            <a:ext cx="289701" cy="2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64B84CAD-9C58-401C-A86F-4889711F2E3C}"/>
              </a:ext>
            </a:extLst>
          </p:cNvPr>
          <p:cNvCxnSpPr>
            <a:cxnSpLocks/>
          </p:cNvCxnSpPr>
          <p:nvPr/>
        </p:nvCxnSpPr>
        <p:spPr>
          <a:xfrm>
            <a:off x="9020177" y="2875987"/>
            <a:ext cx="289701" cy="2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AB22587A-E46C-47DC-85BE-E3340464F936}"/>
              </a:ext>
            </a:extLst>
          </p:cNvPr>
          <p:cNvCxnSpPr>
            <a:cxnSpLocks/>
          </p:cNvCxnSpPr>
          <p:nvPr/>
        </p:nvCxnSpPr>
        <p:spPr>
          <a:xfrm>
            <a:off x="11444998" y="2891235"/>
            <a:ext cx="289701" cy="2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876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9717CB68-FD61-4411-857F-D7B01620E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016033"/>
              </p:ext>
            </p:extLst>
          </p:nvPr>
        </p:nvGraphicFramePr>
        <p:xfrm>
          <a:off x="2288046" y="5519783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74AD70F4-3BAB-4D8C-8E16-187003A856A0}"/>
              </a:ext>
            </a:extLst>
          </p:cNvPr>
          <p:cNvCxnSpPr>
            <a:cxnSpLocks/>
            <a:endCxn id="56" idx="0"/>
          </p:cNvCxnSpPr>
          <p:nvPr/>
        </p:nvCxnSpPr>
        <p:spPr>
          <a:xfrm flipH="1">
            <a:off x="4073770" y="1037771"/>
            <a:ext cx="1536001" cy="66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表格 4">
            <a:extLst>
              <a:ext uri="{FF2B5EF4-FFF2-40B4-BE49-F238E27FC236}">
                <a16:creationId xmlns:a16="http://schemas.microsoft.com/office/drawing/2014/main" id="{82227E8A-419B-472D-87F8-55F216E87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648258"/>
              </p:ext>
            </p:extLst>
          </p:nvPr>
        </p:nvGraphicFramePr>
        <p:xfrm>
          <a:off x="5341229" y="805117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25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56" name="表格 4">
            <a:extLst>
              <a:ext uri="{FF2B5EF4-FFF2-40B4-BE49-F238E27FC236}">
                <a16:creationId xmlns:a16="http://schemas.microsoft.com/office/drawing/2014/main" id="{F7D18441-6DE4-4F2B-B8FE-2023E4344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933493"/>
              </p:ext>
            </p:extLst>
          </p:nvPr>
        </p:nvGraphicFramePr>
        <p:xfrm>
          <a:off x="2997274" y="1701487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12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57" name="表格 4">
            <a:extLst>
              <a:ext uri="{FF2B5EF4-FFF2-40B4-BE49-F238E27FC236}">
                <a16:creationId xmlns:a16="http://schemas.microsoft.com/office/drawing/2014/main" id="{5E5ADF6E-D3F6-490A-BA3B-9946960592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37575"/>
              </p:ext>
            </p:extLst>
          </p:nvPr>
        </p:nvGraphicFramePr>
        <p:xfrm>
          <a:off x="7642328" y="1701487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36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58" name="表格 4">
            <a:extLst>
              <a:ext uri="{FF2B5EF4-FFF2-40B4-BE49-F238E27FC236}">
                <a16:creationId xmlns:a16="http://schemas.microsoft.com/office/drawing/2014/main" id="{8C46EA21-396E-4091-B4FD-7E83F6E69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484225"/>
              </p:ext>
            </p:extLst>
          </p:nvPr>
        </p:nvGraphicFramePr>
        <p:xfrm>
          <a:off x="-471436" y="2723211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8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59" name="表格 4">
            <a:extLst>
              <a:ext uri="{FF2B5EF4-FFF2-40B4-BE49-F238E27FC236}">
                <a16:creationId xmlns:a16="http://schemas.microsoft.com/office/drawing/2014/main" id="{D4812450-215B-4F1A-B981-591DC0E1B0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622086"/>
              </p:ext>
            </p:extLst>
          </p:nvPr>
        </p:nvGraphicFramePr>
        <p:xfrm>
          <a:off x="1971257" y="2723211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12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60" name="表格 4">
            <a:extLst>
              <a:ext uri="{FF2B5EF4-FFF2-40B4-BE49-F238E27FC236}">
                <a16:creationId xmlns:a16="http://schemas.microsoft.com/office/drawing/2014/main" id="{B745A45D-4628-4BF6-A8E9-F3DE7FE53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217488"/>
              </p:ext>
            </p:extLst>
          </p:nvPr>
        </p:nvGraphicFramePr>
        <p:xfrm>
          <a:off x="4413950" y="2723211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18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61" name="表格 4">
            <a:extLst>
              <a:ext uri="{FF2B5EF4-FFF2-40B4-BE49-F238E27FC236}">
                <a16:creationId xmlns:a16="http://schemas.microsoft.com/office/drawing/2014/main" id="{7EDBE924-413B-4CBE-BDA5-5945B2D68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818628"/>
              </p:ext>
            </p:extLst>
          </p:nvPr>
        </p:nvGraphicFramePr>
        <p:xfrm>
          <a:off x="6875915" y="2723211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25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graphicFrame>
        <p:nvGraphicFramePr>
          <p:cNvPr id="62" name="表格 4">
            <a:extLst>
              <a:ext uri="{FF2B5EF4-FFF2-40B4-BE49-F238E27FC236}">
                <a16:creationId xmlns:a16="http://schemas.microsoft.com/office/drawing/2014/main" id="{02F961FF-1378-405C-AB3B-EE6629B35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909051"/>
              </p:ext>
            </p:extLst>
          </p:nvPr>
        </p:nvGraphicFramePr>
        <p:xfrm>
          <a:off x="9305307" y="2710762"/>
          <a:ext cx="21529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8217104"/>
                    </a:ext>
                  </a:extLst>
                </a:gridCol>
                <a:gridCol w="415263">
                  <a:extLst>
                    <a:ext uri="{9D8B030D-6E8A-4147-A177-3AD203B41FA5}">
                      <a16:colId xmlns:a16="http://schemas.microsoft.com/office/drawing/2014/main" val="12663331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8799592"/>
                    </a:ext>
                  </a:extLst>
                </a:gridCol>
                <a:gridCol w="454929">
                  <a:extLst>
                    <a:ext uri="{9D8B030D-6E8A-4147-A177-3AD203B41FA5}">
                      <a16:colId xmlns:a16="http://schemas.microsoft.com/office/drawing/2014/main" val="42252195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9966470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616008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3262134"/>
                    </a:ext>
                  </a:extLst>
                </a:gridCol>
              </a:tblGrid>
              <a:tr h="2640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36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4990"/>
                  </a:ext>
                </a:extLst>
              </a:tr>
            </a:tbl>
          </a:graphicData>
        </a:graphic>
      </p:graphicFrame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7EFB7B9F-50A7-41EA-81EA-0A34D096335D}"/>
              </a:ext>
            </a:extLst>
          </p:cNvPr>
          <p:cNvCxnSpPr>
            <a:cxnSpLocks/>
            <a:endCxn id="57" idx="0"/>
          </p:cNvCxnSpPr>
          <p:nvPr/>
        </p:nvCxnSpPr>
        <p:spPr>
          <a:xfrm>
            <a:off x="6040522" y="1142114"/>
            <a:ext cx="2678302" cy="559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E312C869-8DDA-4DC6-9AC0-FBB236CE319B}"/>
              </a:ext>
            </a:extLst>
          </p:cNvPr>
          <p:cNvCxnSpPr>
            <a:cxnSpLocks/>
            <a:endCxn id="58" idx="0"/>
          </p:cNvCxnSpPr>
          <p:nvPr/>
        </p:nvCxnSpPr>
        <p:spPr>
          <a:xfrm flipH="1">
            <a:off x="605060" y="1960118"/>
            <a:ext cx="2485825" cy="763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F5AB1952-87C7-4FAE-8C4F-70067F8573E9}"/>
              </a:ext>
            </a:extLst>
          </p:cNvPr>
          <p:cNvCxnSpPr>
            <a:cxnSpLocks/>
            <a:endCxn id="59" idx="0"/>
          </p:cNvCxnSpPr>
          <p:nvPr/>
        </p:nvCxnSpPr>
        <p:spPr>
          <a:xfrm flipH="1">
            <a:off x="3047753" y="1884367"/>
            <a:ext cx="754990" cy="838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7A1BE1AE-E766-484D-85AE-AF03182C1DCB}"/>
              </a:ext>
            </a:extLst>
          </p:cNvPr>
          <p:cNvCxnSpPr>
            <a:cxnSpLocks/>
            <a:endCxn id="60" idx="0"/>
          </p:cNvCxnSpPr>
          <p:nvPr/>
        </p:nvCxnSpPr>
        <p:spPr>
          <a:xfrm>
            <a:off x="4402053" y="2022423"/>
            <a:ext cx="1088393" cy="700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79382144-F02E-42FF-9B08-62D01D314F31}"/>
              </a:ext>
            </a:extLst>
          </p:cNvPr>
          <p:cNvCxnSpPr>
            <a:cxnSpLocks/>
          </p:cNvCxnSpPr>
          <p:nvPr/>
        </p:nvCxnSpPr>
        <p:spPr>
          <a:xfrm>
            <a:off x="7712759" y="2038484"/>
            <a:ext cx="247519" cy="716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FC3667DA-359E-4DF0-9F13-62CEF5E35400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8302171" y="1974672"/>
            <a:ext cx="2079632" cy="736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537E289C-120D-4824-B360-122BC729F81F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1681556" y="2903684"/>
            <a:ext cx="289701" cy="2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E47B8282-335E-4CE0-AD0E-6810E606A312}"/>
              </a:ext>
            </a:extLst>
          </p:cNvPr>
          <p:cNvCxnSpPr>
            <a:cxnSpLocks/>
          </p:cNvCxnSpPr>
          <p:nvPr/>
        </p:nvCxnSpPr>
        <p:spPr>
          <a:xfrm>
            <a:off x="4112352" y="2903684"/>
            <a:ext cx="289701" cy="2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9CE82B87-BE3D-4DA1-9209-7DE29316276D}"/>
              </a:ext>
            </a:extLst>
          </p:cNvPr>
          <p:cNvCxnSpPr>
            <a:cxnSpLocks/>
          </p:cNvCxnSpPr>
          <p:nvPr/>
        </p:nvCxnSpPr>
        <p:spPr>
          <a:xfrm>
            <a:off x="6586214" y="2903684"/>
            <a:ext cx="289701" cy="2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6CBDC939-D4E9-4999-958E-C861DAE61009}"/>
              </a:ext>
            </a:extLst>
          </p:cNvPr>
          <p:cNvCxnSpPr>
            <a:cxnSpLocks/>
          </p:cNvCxnSpPr>
          <p:nvPr/>
        </p:nvCxnSpPr>
        <p:spPr>
          <a:xfrm>
            <a:off x="9020177" y="2875987"/>
            <a:ext cx="289701" cy="2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476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4F3E92EC-A43F-4AA4-83C8-AC8A108B2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615981"/>
              </p:ext>
            </p:extLst>
          </p:nvPr>
        </p:nvGraphicFramePr>
        <p:xfrm>
          <a:off x="1671391" y="2310018"/>
          <a:ext cx="63392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927">
                  <a:extLst>
                    <a:ext uri="{9D8B030D-6E8A-4147-A177-3AD203B41FA5}">
                      <a16:colId xmlns:a16="http://schemas.microsoft.com/office/drawing/2014/main" val="1558879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400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001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009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010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405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011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805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68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008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110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15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111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696081"/>
                  </a:ext>
                </a:extLst>
              </a:tr>
            </a:tbl>
          </a:graphicData>
        </a:graphic>
      </p:graphicFrame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79C9DA8D-29C8-4D36-9236-CE832D211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425464"/>
              </p:ext>
            </p:extLst>
          </p:nvPr>
        </p:nvGraphicFramePr>
        <p:xfrm>
          <a:off x="3287690" y="1331412"/>
          <a:ext cx="1625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846601575"/>
                    </a:ext>
                  </a:extLst>
                </a:gridCol>
              </a:tblGrid>
              <a:tr h="319528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0011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891402"/>
                  </a:ext>
                </a:extLst>
              </a:tr>
              <a:tr h="319528">
                <a:tc>
                  <a:txBody>
                    <a:bodyPr/>
                    <a:lstStyle/>
                    <a:p>
                      <a:r>
                        <a:rPr lang="en-US" altLang="zh-CN" dirty="0"/>
                        <a:t>0000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532895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3F40D00-0C69-4A78-8EFD-F43BCD1CA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204084"/>
              </p:ext>
            </p:extLst>
          </p:nvPr>
        </p:nvGraphicFramePr>
        <p:xfrm>
          <a:off x="3287690" y="2483120"/>
          <a:ext cx="1625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846601575"/>
                    </a:ext>
                  </a:extLst>
                </a:gridCol>
              </a:tblGrid>
              <a:tr h="319528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0100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891402"/>
                  </a:ext>
                </a:extLst>
              </a:tr>
              <a:tr h="319528">
                <a:tc>
                  <a:txBody>
                    <a:bodyPr/>
                    <a:lstStyle/>
                    <a:p>
                      <a:r>
                        <a:rPr lang="en-US" altLang="zh-CN" dirty="0"/>
                        <a:t>0101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532895"/>
                  </a:ext>
                </a:extLst>
              </a:tr>
            </a:tbl>
          </a:graphicData>
        </a:graphic>
      </p:graphicFrame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id="{15DF04A7-6739-44FC-8A7F-8B17FCF658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667407"/>
              </p:ext>
            </p:extLst>
          </p:nvPr>
        </p:nvGraphicFramePr>
        <p:xfrm>
          <a:off x="8374845" y="3066871"/>
          <a:ext cx="1625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846601575"/>
                    </a:ext>
                  </a:extLst>
                </a:gridCol>
              </a:tblGrid>
              <a:tr h="319528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0101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891402"/>
                  </a:ext>
                </a:extLst>
              </a:tr>
              <a:tr h="319528">
                <a:tc>
                  <a:txBody>
                    <a:bodyPr/>
                    <a:lstStyle/>
                    <a:p>
                      <a:r>
                        <a:rPr lang="en-US" altLang="zh-CN" dirty="0"/>
                        <a:t>0101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532895"/>
                  </a:ext>
                </a:extLst>
              </a:tr>
            </a:tbl>
          </a:graphicData>
        </a:graphic>
      </p:graphicFrame>
      <p:graphicFrame>
        <p:nvGraphicFramePr>
          <p:cNvPr id="8" name="表格 5">
            <a:extLst>
              <a:ext uri="{FF2B5EF4-FFF2-40B4-BE49-F238E27FC236}">
                <a16:creationId xmlns:a16="http://schemas.microsoft.com/office/drawing/2014/main" id="{64841A26-D3A2-488D-A6FF-A261C51CD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659029"/>
              </p:ext>
            </p:extLst>
          </p:nvPr>
        </p:nvGraphicFramePr>
        <p:xfrm>
          <a:off x="3287690" y="4882718"/>
          <a:ext cx="1625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846601575"/>
                    </a:ext>
                  </a:extLst>
                </a:gridCol>
              </a:tblGrid>
              <a:tr h="319528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1100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891402"/>
                  </a:ext>
                </a:extLst>
              </a:tr>
              <a:tr h="319528">
                <a:tc>
                  <a:txBody>
                    <a:bodyPr/>
                    <a:lstStyle/>
                    <a:p>
                      <a:r>
                        <a:rPr lang="en-US" altLang="zh-CN" dirty="0"/>
                        <a:t>1101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532895"/>
                  </a:ext>
                </a:extLst>
              </a:tr>
            </a:tbl>
          </a:graphicData>
        </a:graphic>
      </p:graphicFrame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45E4481-D6F2-482F-824E-CF3705118FCC}"/>
              </a:ext>
            </a:extLst>
          </p:cNvPr>
          <p:cNvCxnSpPr>
            <a:endCxn id="5" idx="1"/>
          </p:cNvCxnSpPr>
          <p:nvPr/>
        </p:nvCxnSpPr>
        <p:spPr>
          <a:xfrm flipV="1">
            <a:off x="2305318" y="1697172"/>
            <a:ext cx="982372" cy="814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AF4BBB9-F9EB-49D6-805B-9A0CB637EF09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2305318" y="1697172"/>
            <a:ext cx="982372" cy="1164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CECBBEC-5549-46E7-A9A4-390E81720E6E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2305318" y="2848880"/>
            <a:ext cx="982372" cy="741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EF98F59-AAD6-4948-982A-2079E21233B6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2305318" y="2848880"/>
            <a:ext cx="982372" cy="382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73A9FA1-1FFD-4256-BC6D-F8F71421CC15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305318" y="4715730"/>
            <a:ext cx="982372" cy="532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表格 5">
            <a:extLst>
              <a:ext uri="{FF2B5EF4-FFF2-40B4-BE49-F238E27FC236}">
                <a16:creationId xmlns:a16="http://schemas.microsoft.com/office/drawing/2014/main" id="{CF6793CE-1264-47E2-9865-6B6321D21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36325"/>
              </p:ext>
            </p:extLst>
          </p:nvPr>
        </p:nvGraphicFramePr>
        <p:xfrm>
          <a:off x="3287690" y="6022974"/>
          <a:ext cx="1625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846601575"/>
                    </a:ext>
                  </a:extLst>
                </a:gridCol>
              </a:tblGrid>
              <a:tr h="319528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1110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891402"/>
                  </a:ext>
                </a:extLst>
              </a:tr>
              <a:tr h="319528">
                <a:tc>
                  <a:txBody>
                    <a:bodyPr/>
                    <a:lstStyle/>
                    <a:p>
                      <a:r>
                        <a:rPr lang="en-US" altLang="zh-CN" dirty="0"/>
                        <a:t>1111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532895"/>
                  </a:ext>
                </a:extLst>
              </a:tr>
            </a:tbl>
          </a:graphicData>
        </a:graphic>
      </p:graphicFrame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2EF58DA-8154-4E8F-BFEE-8D889A9DCF75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2305318" y="5081490"/>
            <a:ext cx="982372" cy="13072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A139D95A-BD30-4360-AFCB-DE02A77950C4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305318" y="3956255"/>
            <a:ext cx="982372" cy="1292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197415C6-A5C2-4734-93DC-626777C4A2A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305318" y="4333318"/>
            <a:ext cx="982372" cy="915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896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233</Words>
  <Application>Microsoft Office PowerPoint</Application>
  <PresentationFormat>宽屏</PresentationFormat>
  <Paragraphs>183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Shunyu</dc:creator>
  <cp:lastModifiedBy>Shunyu</cp:lastModifiedBy>
  <cp:revision>3</cp:revision>
  <dcterms:created xsi:type="dcterms:W3CDTF">2022-03-29T02:36:57Z</dcterms:created>
  <dcterms:modified xsi:type="dcterms:W3CDTF">2022-04-24T11:50:41Z</dcterms:modified>
</cp:coreProperties>
</file>