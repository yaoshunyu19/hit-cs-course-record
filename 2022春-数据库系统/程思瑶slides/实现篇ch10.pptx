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83"/>
  </p:notesMasterIdLst>
  <p:handoutMasterIdLst>
    <p:handoutMasterId r:id="rId84"/>
  </p:handoutMasterIdLst>
  <p:sldIdLst>
    <p:sldId id="493" r:id="rId3"/>
    <p:sldId id="443" r:id="rId4"/>
    <p:sldId id="487" r:id="rId5"/>
    <p:sldId id="444" r:id="rId6"/>
    <p:sldId id="445" r:id="rId7"/>
    <p:sldId id="446" r:id="rId8"/>
    <p:sldId id="448" r:id="rId9"/>
    <p:sldId id="447" r:id="rId10"/>
    <p:sldId id="449" r:id="rId11"/>
    <p:sldId id="450" r:id="rId12"/>
    <p:sldId id="488" r:id="rId13"/>
    <p:sldId id="451" r:id="rId14"/>
    <p:sldId id="452" r:id="rId15"/>
    <p:sldId id="453" r:id="rId16"/>
    <p:sldId id="454" r:id="rId17"/>
    <p:sldId id="455" r:id="rId18"/>
    <p:sldId id="456" r:id="rId19"/>
    <p:sldId id="457" r:id="rId20"/>
    <p:sldId id="458" r:id="rId21"/>
    <p:sldId id="459" r:id="rId22"/>
    <p:sldId id="460" r:id="rId23"/>
    <p:sldId id="461" r:id="rId24"/>
    <p:sldId id="462" r:id="rId25"/>
    <p:sldId id="463" r:id="rId26"/>
    <p:sldId id="464" r:id="rId27"/>
    <p:sldId id="489" r:id="rId28"/>
    <p:sldId id="465" r:id="rId29"/>
    <p:sldId id="512" r:id="rId30"/>
    <p:sldId id="527" r:id="rId31"/>
    <p:sldId id="528" r:id="rId32"/>
    <p:sldId id="494" r:id="rId33"/>
    <p:sldId id="495" r:id="rId34"/>
    <p:sldId id="496" r:id="rId35"/>
    <p:sldId id="497" r:id="rId36"/>
    <p:sldId id="498" r:id="rId37"/>
    <p:sldId id="499" r:id="rId38"/>
    <p:sldId id="500" r:id="rId39"/>
    <p:sldId id="501" r:id="rId40"/>
    <p:sldId id="502" r:id="rId41"/>
    <p:sldId id="503" r:id="rId42"/>
    <p:sldId id="529" r:id="rId43"/>
    <p:sldId id="513" r:id="rId44"/>
    <p:sldId id="515" r:id="rId45"/>
    <p:sldId id="516" r:id="rId46"/>
    <p:sldId id="517" r:id="rId47"/>
    <p:sldId id="519" r:id="rId48"/>
    <p:sldId id="521" r:id="rId49"/>
    <p:sldId id="522" r:id="rId50"/>
    <p:sldId id="523" r:id="rId51"/>
    <p:sldId id="524" r:id="rId52"/>
    <p:sldId id="525" r:id="rId53"/>
    <p:sldId id="526" r:id="rId54"/>
    <p:sldId id="530" r:id="rId55"/>
    <p:sldId id="506" r:id="rId56"/>
    <p:sldId id="507" r:id="rId57"/>
    <p:sldId id="509" r:id="rId58"/>
    <p:sldId id="510" r:id="rId59"/>
    <p:sldId id="511" r:id="rId60"/>
    <p:sldId id="531" r:id="rId61"/>
    <p:sldId id="532" r:id="rId62"/>
    <p:sldId id="533" r:id="rId63"/>
    <p:sldId id="534" r:id="rId64"/>
    <p:sldId id="535" r:id="rId65"/>
    <p:sldId id="536" r:id="rId66"/>
    <p:sldId id="537" r:id="rId67"/>
    <p:sldId id="538" r:id="rId68"/>
    <p:sldId id="569" r:id="rId69"/>
    <p:sldId id="571" r:id="rId70"/>
    <p:sldId id="570" r:id="rId71"/>
    <p:sldId id="572" r:id="rId72"/>
    <p:sldId id="573" r:id="rId73"/>
    <p:sldId id="574" r:id="rId74"/>
    <p:sldId id="575" r:id="rId75"/>
    <p:sldId id="577" r:id="rId76"/>
    <p:sldId id="578" r:id="rId77"/>
    <p:sldId id="576" r:id="rId78"/>
    <p:sldId id="539" r:id="rId79"/>
    <p:sldId id="540" r:id="rId80"/>
    <p:sldId id="492" r:id="rId81"/>
    <p:sldId id="491" r:id="rId82"/>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imes New Roman" panose="02020603050405020304" pitchFamily="18" charset="0"/>
        <a:ea typeface="楷体_GB2312" pitchFamily="49"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imes New Roman" panose="02020603050405020304" pitchFamily="18" charset="0"/>
        <a:ea typeface="楷体_GB2312" pitchFamily="49"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imes New Roman" panose="02020603050405020304" pitchFamily="18" charset="0"/>
        <a:ea typeface="楷体_GB2312" pitchFamily="49"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imes New Roman" panose="02020603050405020304" pitchFamily="18" charset="0"/>
        <a:ea typeface="楷体_GB2312" pitchFamily="49"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imes New Roman" panose="02020603050405020304" pitchFamily="18" charset="0"/>
        <a:ea typeface="楷体_GB2312" pitchFamily="49"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imes New Roman" panose="02020603050405020304" pitchFamily="18" charset="0"/>
        <a:ea typeface="楷体_GB2312" pitchFamily="49" charset="-122"/>
        <a:cs typeface="+mn-cs"/>
      </a:defRPr>
    </a:lvl9pPr>
  </p:defaultTextStyle>
  <p:modifyVerifier cryptProviderType="rsaAES" cryptAlgorithmClass="hash" cryptAlgorithmType="typeAny" cryptAlgorithmSid="14" spinCount="100000" saltData="n169gNPJGCpCMcY8OgdysQ==" hashData="9u+0v2VxIu6p6ktBRICWrX+bGKFExVCuxDLqerrEfN4Fx9O6lDp3DIZ+RIpQ1Ij3XDM+cLiim4uVjQSLw5V6zA=="/>
  <p:extLst>
    <p:ext uri="{EFAFB233-063F-42B5-8137-9DF3F51BA10A}">
      <p15:sldGuideLst xmlns:p15="http://schemas.microsoft.com/office/powerpoint/2012/main">
        <p15:guide id="1" orient="horz" pos="2160">
          <p15:clr>
            <a:srgbClr val="A4A3A4"/>
          </p15:clr>
        </p15:guide>
        <p15:guide id="2" pos="289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800000"/>
    <a:srgbClr val="003399"/>
    <a:srgbClr val="6600CC"/>
    <a:srgbClr val="CC6600"/>
    <a:srgbClr val="FFFFCC"/>
    <a:srgbClr val="FF0000"/>
    <a:srgbClr val="00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1" d="100"/>
          <a:sy n="81" d="100"/>
        </p:scale>
        <p:origin x="1498" y="67"/>
      </p:cViewPr>
      <p:guideLst>
        <p:guide orient="horz" pos="2160"/>
        <p:guide pos="2891"/>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handoutMaster" Target="handoutMasters/handoutMaster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theme" Target="theme/theme1.xml"/><Relationship Id="rId61" Type="http://schemas.openxmlformats.org/officeDocument/2006/relationships/slide" Target="slides/slide59.xml"/><Relationship Id="rId82" Type="http://schemas.openxmlformats.org/officeDocument/2006/relationships/slide" Target="slides/slide8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png"/></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image" Target="../media/image16.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9.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112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0" hangingPunct="0">
              <a:spcBef>
                <a:spcPct val="0"/>
              </a:spcBef>
              <a:buFontTx/>
              <a:buNone/>
              <a:defRPr sz="1200" b="0">
                <a:latin typeface="Arial" panose="020B0604020202020204" pitchFamily="34" charset="0"/>
                <a:ea typeface="宋体" panose="02010600030101010101" pitchFamily="2" charset="-122"/>
                <a:cs typeface="+mn-cs"/>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1123"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0" hangingPunct="0">
              <a:spcBef>
                <a:spcPct val="0"/>
              </a:spcBef>
              <a:buFontTx/>
              <a:buNone/>
              <a:defRPr sz="1200" b="0">
                <a:latin typeface="Arial" panose="020B0604020202020204" pitchFamily="34" charset="0"/>
                <a:ea typeface="宋体" panose="02010600030101010101" pitchFamily="2" charset="-122"/>
                <a:cs typeface="+mn-cs"/>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1124"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0" hangingPunct="0">
              <a:spcBef>
                <a:spcPct val="0"/>
              </a:spcBef>
              <a:buFontTx/>
              <a:buNone/>
              <a:defRPr sz="1200" b="0">
                <a:latin typeface="Arial" panose="020B0604020202020204" pitchFamily="34" charset="0"/>
                <a:ea typeface="宋体" panose="02010600030101010101" pitchFamily="2" charset="-122"/>
                <a:cs typeface="+mn-cs"/>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1125"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0" hangingPunct="0">
              <a:spcBef>
                <a:spcPct val="0"/>
              </a:spcBef>
              <a:buFontTx/>
              <a:buNone/>
              <a:defRPr sz="1200" b="0">
                <a:latin typeface="Arial" panose="020B0604020202020204" pitchFamily="34" charset="0"/>
                <a:ea typeface="宋体" panose="02010600030101010101" pitchFamily="2" charset="-122"/>
                <a:cs typeface="+mn-cs"/>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8160BE37-A0A1-435D-B60C-8CA95CA4041D}"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spcBef>
                <a:spcPct val="0"/>
              </a:spcBef>
              <a:buFontTx/>
              <a:buNone/>
              <a:defRPr sz="1200" b="0">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5"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buFontTx/>
              <a:buNone/>
              <a:defRPr sz="1200" b="0">
                <a:latin typeface="Arial" panose="020B0604020202020204" pitchFamily="34" charset="0"/>
                <a:ea typeface="宋体" panose="02010600030101010101" pitchFamily="2" charset="-122"/>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484"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8197"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8198"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spcBef>
                <a:spcPct val="0"/>
              </a:spcBef>
              <a:buFontTx/>
              <a:buNone/>
              <a:defRPr sz="1200" b="0">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9"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spcBef>
                <a:spcPct val="0"/>
              </a:spcBef>
              <a:buFontTx/>
              <a:buNone/>
              <a:defRPr sz="1200" b="0">
                <a:latin typeface="Arial" panose="020B0604020202020204" pitchFamily="34" charset="0"/>
                <a:ea typeface="宋体" panose="02010600030101010101" pitchFamily="2" charset="-122"/>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3B536DC-FEC4-4578-9A30-3C73782968E0}"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rtl="0"/>
            <a:fld id="{9A0DB2DC-4C9A-4742-B13C-FB6460FD3503}" type="slidenum">
              <a:rPr lang="zh-CN" altLang="en-US" sz="1300" b="0" dirty="0">
                <a:solidFill>
                  <a:srgbClr val="000000"/>
                </a:solidFill>
                <a:latin typeface="Arial" panose="020B0604020202020204" pitchFamily="34" charset="0"/>
                <a:ea typeface="宋体" panose="02010600030101010101" pitchFamily="2" charset="-122"/>
              </a:rPr>
              <a:t>1</a:t>
            </a:fld>
            <a:endParaRPr lang="zh-CN" altLang="en-US" sz="1300" b="0" dirty="0">
              <a:solidFill>
                <a:srgbClr val="000000"/>
              </a:solidFill>
              <a:latin typeface="Arial" panose="020B0604020202020204" pitchFamily="34" charset="0"/>
              <a:ea typeface="宋体" panose="02010600030101010101" pitchFamily="2" charset="-122"/>
            </a:endParaRPr>
          </a:p>
        </p:txBody>
      </p:sp>
      <p:sp>
        <p:nvSpPr>
          <p:cNvPr id="22530" name="Rectangle 2"/>
          <p:cNvSpPr>
            <a:spLocks noGrp="1" noRot="1" noChangeAspect="1" noTextEdit="1"/>
          </p:cNvSpPr>
          <p:nvPr>
            <p:ph type="sldImg"/>
          </p:nvPr>
        </p:nvSpPr>
        <p:spPr/>
      </p:sp>
      <p:sp>
        <p:nvSpPr>
          <p:cNvPr id="22531" name="Rectangle 3"/>
          <p:cNvSpPr>
            <a:spLocks noGrp="1"/>
          </p:cNvSpPr>
          <p:nvPr>
            <p:ph type="body"/>
          </p:nvPr>
        </p:nvSpPr>
        <p:spPr/>
        <p:txBody>
          <a:bodyPr wrap="square" lIns="91440" tIns="45720" rIns="91440" bIns="45720" anchor="t" anchorCtr="0"/>
          <a:lstStyle/>
          <a:p>
            <a:pPr lvl="0" eaLnBrk="1" hangingPunct="1"/>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幻灯片图像占位符 1"/>
          <p:cNvSpPr>
            <a:spLocks noGrp="1" noRot="1" noChangeAspect="1" noTextEdit="1"/>
          </p:cNvSpPr>
          <p:nvPr>
            <p:ph type="sldImg"/>
          </p:nvPr>
        </p:nvSpPr>
        <p:spPr/>
      </p:sp>
      <p:sp>
        <p:nvSpPr>
          <p:cNvPr id="30722" name="备注占位符 2"/>
          <p:cNvSpPr>
            <a:spLocks noGrp="1"/>
          </p:cNvSpPr>
          <p:nvPr>
            <p:ph type="body"/>
          </p:nvPr>
        </p:nvSpPr>
        <p:spPr/>
        <p:txBody>
          <a:bodyPr wrap="square" lIns="91440" tIns="45720" rIns="91440" bIns="45720" anchor="t" anchorCtr="0"/>
          <a:lstStyle/>
          <a:p>
            <a:pPr lvl="1" indent="0">
              <a:lnSpc>
                <a:spcPct val="150000"/>
              </a:lnSpc>
            </a:pPr>
            <a:r>
              <a:rPr lang="zh-CN" altLang="en-US" dirty="0"/>
              <a:t>一个事务一旦提交，它对数据库中数据的改变就应该是永久性的。</a:t>
            </a:r>
          </a:p>
          <a:p>
            <a:pPr lvl="1" indent="0">
              <a:lnSpc>
                <a:spcPct val="150000"/>
              </a:lnSpc>
            </a:pPr>
            <a:r>
              <a:rPr lang="zh-CN" altLang="en-US" dirty="0"/>
              <a:t>接下来的其他操作或故障不应该对其执行结果有任何影响。</a:t>
            </a:r>
          </a:p>
          <a:p>
            <a:pPr lvl="0"/>
            <a:endParaRPr lang="zh-CN" altLang="en-US" dirty="0"/>
          </a:p>
        </p:txBody>
      </p:sp>
      <p:sp>
        <p:nvSpPr>
          <p:cNvPr id="30723"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b="0" dirty="0">
                <a:latin typeface="Arial" panose="020B0604020202020204" pitchFamily="34" charset="0"/>
                <a:ea typeface="宋体" panose="02010600030101010101" pitchFamily="2" charset="-122"/>
              </a:rPr>
              <a:t>8</a:t>
            </a:fld>
            <a:endParaRPr lang="zh-CN" altLang="en-US" sz="12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幻灯片图像占位符 1"/>
          <p:cNvSpPr>
            <a:spLocks noGrp="1" noRot="1" noChangeAspect="1" noTextEdit="1"/>
          </p:cNvSpPr>
          <p:nvPr>
            <p:ph type="sldImg"/>
          </p:nvPr>
        </p:nvSpPr>
        <p:spPr/>
      </p:sp>
      <p:sp>
        <p:nvSpPr>
          <p:cNvPr id="37890" name="备注占位符 2"/>
          <p:cNvSpPr>
            <a:spLocks noGrp="1"/>
          </p:cNvSpPr>
          <p:nvPr>
            <p:ph type="body"/>
          </p:nvPr>
        </p:nvSpPr>
        <p:spPr/>
        <p:txBody>
          <a:bodyPr wrap="square" lIns="91440" tIns="45720" rIns="91440" bIns="45720" anchor="t" anchorCtr="0"/>
          <a:lstStyle/>
          <a:p>
            <a:pPr lvl="0"/>
            <a:r>
              <a:rPr lang="zh-CN" altLang="en-US" dirty="0"/>
              <a:t>提高并发性</a:t>
            </a:r>
          </a:p>
        </p:txBody>
      </p:sp>
      <p:sp>
        <p:nvSpPr>
          <p:cNvPr id="37891"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b="0" dirty="0">
                <a:latin typeface="Arial" panose="020B0604020202020204" pitchFamily="34" charset="0"/>
                <a:ea typeface="宋体" panose="02010600030101010101" pitchFamily="2" charset="-122"/>
              </a:rPr>
              <a:t>14</a:t>
            </a:fld>
            <a:endParaRPr lang="zh-CN" altLang="en-US" sz="1200" b="0" dirty="0">
              <a:latin typeface="Arial" panose="020B0604020202020204" pitchFamily="3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幻灯片图像占位符 1"/>
          <p:cNvSpPr>
            <a:spLocks noGrp="1" noRot="1" noChangeAspect="1" noTextEdit="1"/>
          </p:cNvSpPr>
          <p:nvPr>
            <p:ph type="sldImg"/>
          </p:nvPr>
        </p:nvSpPr>
        <p:spPr/>
      </p:sp>
      <p:sp>
        <p:nvSpPr>
          <p:cNvPr id="40962"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b="0" dirty="0">
                <a:latin typeface="Arial" panose="020B0604020202020204" pitchFamily="34" charset="0"/>
                <a:ea typeface="宋体" panose="02010600030101010101" pitchFamily="2" charset="-122"/>
              </a:rPr>
              <a:t>29</a:t>
            </a:fld>
            <a:endParaRPr lang="zh-CN" altLang="en-US" sz="1200" b="0" dirty="0">
              <a:latin typeface="Arial" panose="020B0604020202020204" pitchFamily="34" charset="0"/>
              <a:ea typeface="宋体" panose="02010600030101010101" pitchFamily="2" charset="-122"/>
            </a:endParaRPr>
          </a:p>
        </p:txBody>
      </p:sp>
      <p:sp>
        <p:nvSpPr>
          <p:cNvPr id="55298" name="Rectangle 2"/>
          <p:cNvSpPr>
            <a:spLocks noGrp="1" noRot="1" noChangeAspect="1" noTextEdit="1"/>
          </p:cNvSpPr>
          <p:nvPr>
            <p:ph type="sldImg"/>
          </p:nvPr>
        </p:nvSpPr>
        <p:spPr>
          <a:xfrm>
            <a:off x="992188" y="768350"/>
            <a:ext cx="5114925" cy="3836988"/>
          </a:xfrm>
          <a:solidFill>
            <a:srgbClr val="FFFFFF"/>
          </a:solidFill>
        </p:spPr>
      </p:sp>
      <p:sp>
        <p:nvSpPr>
          <p:cNvPr id="55299" name="Rectangle 3"/>
          <p:cNvSpPr>
            <a:spLocks noGrp="1"/>
          </p:cNvSpPr>
          <p:nvPr>
            <p:ph type="body"/>
          </p:nvPr>
        </p:nvSpPr>
        <p:spPr>
          <a:xfrm>
            <a:off x="946150" y="4860925"/>
            <a:ext cx="5207000" cy="4605338"/>
          </a:xfrm>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b="0" dirty="0">
                <a:latin typeface="Arial" panose="020B0604020202020204" pitchFamily="34" charset="0"/>
                <a:ea typeface="宋体" panose="02010600030101010101" pitchFamily="2" charset="-122"/>
              </a:rPr>
              <a:t>30</a:t>
            </a:fld>
            <a:endParaRPr lang="zh-CN" altLang="en-US" sz="1200" b="0" dirty="0">
              <a:latin typeface="Arial" panose="020B0604020202020204" pitchFamily="34" charset="0"/>
              <a:ea typeface="宋体" panose="02010600030101010101" pitchFamily="2" charset="-122"/>
            </a:endParaRPr>
          </a:p>
        </p:txBody>
      </p:sp>
      <p:sp>
        <p:nvSpPr>
          <p:cNvPr id="57346" name="Rectangle 2"/>
          <p:cNvSpPr>
            <a:spLocks noGrp="1" noRot="1" noChangeAspect="1" noTextEdit="1"/>
          </p:cNvSpPr>
          <p:nvPr>
            <p:ph type="sldImg"/>
          </p:nvPr>
        </p:nvSpPr>
        <p:spPr>
          <a:xfrm>
            <a:off x="992188" y="768350"/>
            <a:ext cx="5114925" cy="3836988"/>
          </a:xfrm>
          <a:solidFill>
            <a:srgbClr val="FFFFFF"/>
          </a:solidFill>
        </p:spPr>
      </p:sp>
      <p:sp>
        <p:nvSpPr>
          <p:cNvPr id="57347" name="Rectangle 3"/>
          <p:cNvSpPr>
            <a:spLocks noGrp="1"/>
          </p:cNvSpPr>
          <p:nvPr>
            <p:ph type="body"/>
          </p:nvPr>
        </p:nvSpPr>
        <p:spPr>
          <a:xfrm>
            <a:off x="946150" y="4860925"/>
            <a:ext cx="5207000" cy="4605338"/>
          </a:xfrm>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b="0" dirty="0">
                <a:latin typeface="Arial" panose="020B0604020202020204" pitchFamily="34" charset="0"/>
                <a:ea typeface="宋体" panose="02010600030101010101" pitchFamily="2" charset="-122"/>
              </a:rPr>
              <a:t>31</a:t>
            </a:fld>
            <a:endParaRPr lang="zh-CN" altLang="en-US" sz="1200" b="0" dirty="0">
              <a:latin typeface="Arial" panose="020B0604020202020204" pitchFamily="34" charset="0"/>
              <a:ea typeface="宋体" panose="02010600030101010101" pitchFamily="2" charset="-122"/>
            </a:endParaRPr>
          </a:p>
        </p:txBody>
      </p:sp>
      <p:sp>
        <p:nvSpPr>
          <p:cNvPr id="59394" name="Rectangle 2"/>
          <p:cNvSpPr>
            <a:spLocks noGrp="1" noRot="1" noChangeAspect="1" noTextEdit="1"/>
          </p:cNvSpPr>
          <p:nvPr>
            <p:ph type="sldImg"/>
          </p:nvPr>
        </p:nvSpPr>
        <p:spPr>
          <a:xfrm>
            <a:off x="992188" y="768350"/>
            <a:ext cx="5114925" cy="3836988"/>
          </a:xfrm>
          <a:solidFill>
            <a:srgbClr val="FFFFFF"/>
          </a:solidFill>
        </p:spPr>
      </p:sp>
      <p:sp>
        <p:nvSpPr>
          <p:cNvPr id="59395" name="Rectangle 3"/>
          <p:cNvSpPr>
            <a:spLocks noGrp="1"/>
          </p:cNvSpPr>
          <p:nvPr>
            <p:ph type="body"/>
          </p:nvPr>
        </p:nvSpPr>
        <p:spPr>
          <a:xfrm>
            <a:off x="946150" y="4860925"/>
            <a:ext cx="5207000" cy="4605338"/>
          </a:xfrm>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b="0" dirty="0">
                <a:latin typeface="Arial" panose="020B0604020202020204" pitchFamily="34" charset="0"/>
                <a:ea typeface="宋体" panose="02010600030101010101" pitchFamily="2" charset="-122"/>
              </a:rPr>
              <a:t>32</a:t>
            </a:fld>
            <a:endParaRPr lang="zh-CN" altLang="en-US" sz="1200" b="0" dirty="0">
              <a:latin typeface="Arial" panose="020B0604020202020204" pitchFamily="34" charset="0"/>
              <a:ea typeface="宋体" panose="02010600030101010101" pitchFamily="2" charset="-122"/>
            </a:endParaRPr>
          </a:p>
        </p:txBody>
      </p:sp>
      <p:sp>
        <p:nvSpPr>
          <p:cNvPr id="61442" name="Rectangle 2"/>
          <p:cNvSpPr>
            <a:spLocks noGrp="1" noRot="1" noChangeAspect="1" noTextEdit="1"/>
          </p:cNvSpPr>
          <p:nvPr>
            <p:ph type="sldImg"/>
          </p:nvPr>
        </p:nvSpPr>
        <p:spPr>
          <a:xfrm>
            <a:off x="992188" y="768350"/>
            <a:ext cx="5114925" cy="3836988"/>
          </a:xfrm>
          <a:solidFill>
            <a:srgbClr val="FFFFFF"/>
          </a:solidFill>
        </p:spPr>
      </p:sp>
      <p:sp>
        <p:nvSpPr>
          <p:cNvPr id="61443" name="Rectangle 3"/>
          <p:cNvSpPr>
            <a:spLocks noGrp="1"/>
          </p:cNvSpPr>
          <p:nvPr>
            <p:ph type="body"/>
          </p:nvPr>
        </p:nvSpPr>
        <p:spPr>
          <a:xfrm>
            <a:off x="946150" y="4860925"/>
            <a:ext cx="5207000" cy="4605338"/>
          </a:xfrm>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b="0" dirty="0">
                <a:latin typeface="Arial" panose="020B0604020202020204" pitchFamily="34" charset="0"/>
                <a:ea typeface="宋体" panose="02010600030101010101" pitchFamily="2" charset="-122"/>
              </a:rPr>
              <a:t>33</a:t>
            </a:fld>
            <a:endParaRPr lang="zh-CN" altLang="en-US" sz="1200" b="0" dirty="0">
              <a:latin typeface="Arial" panose="020B0604020202020204" pitchFamily="34" charset="0"/>
              <a:ea typeface="宋体" panose="02010600030101010101" pitchFamily="2" charset="-122"/>
            </a:endParaRPr>
          </a:p>
        </p:txBody>
      </p:sp>
      <p:sp>
        <p:nvSpPr>
          <p:cNvPr id="63490" name="Rectangle 2"/>
          <p:cNvSpPr>
            <a:spLocks noGrp="1" noRot="1" noChangeAspect="1" noTextEdit="1"/>
          </p:cNvSpPr>
          <p:nvPr>
            <p:ph type="sldImg"/>
          </p:nvPr>
        </p:nvSpPr>
        <p:spPr>
          <a:xfrm>
            <a:off x="992188" y="768350"/>
            <a:ext cx="5114925" cy="3836988"/>
          </a:xfrm>
          <a:solidFill>
            <a:srgbClr val="FFFFFF"/>
          </a:solidFill>
        </p:spPr>
      </p:sp>
      <p:sp>
        <p:nvSpPr>
          <p:cNvPr id="63491" name="Rectangle 3"/>
          <p:cNvSpPr>
            <a:spLocks noGrp="1"/>
          </p:cNvSpPr>
          <p:nvPr>
            <p:ph type="body"/>
          </p:nvPr>
        </p:nvSpPr>
        <p:spPr>
          <a:xfrm>
            <a:off x="946150" y="4860925"/>
            <a:ext cx="5207000" cy="4605338"/>
          </a:xfrm>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b="0" dirty="0">
                <a:latin typeface="Arial" panose="020B0604020202020204" pitchFamily="34" charset="0"/>
                <a:ea typeface="宋体" panose="02010600030101010101" pitchFamily="2" charset="-122"/>
              </a:rPr>
              <a:t>34</a:t>
            </a:fld>
            <a:endParaRPr lang="zh-CN" altLang="en-US" sz="1200" b="0" dirty="0">
              <a:latin typeface="Arial" panose="020B0604020202020204" pitchFamily="34" charset="0"/>
              <a:ea typeface="宋体" panose="02010600030101010101" pitchFamily="2" charset="-122"/>
            </a:endParaRPr>
          </a:p>
        </p:txBody>
      </p:sp>
      <p:sp>
        <p:nvSpPr>
          <p:cNvPr id="65538" name="Rectangle 2"/>
          <p:cNvSpPr>
            <a:spLocks noGrp="1" noRot="1" noChangeAspect="1" noTextEdit="1"/>
          </p:cNvSpPr>
          <p:nvPr>
            <p:ph type="sldImg"/>
          </p:nvPr>
        </p:nvSpPr>
        <p:spPr>
          <a:xfrm>
            <a:off x="992188" y="768350"/>
            <a:ext cx="5114925" cy="3836988"/>
          </a:xfrm>
          <a:solidFill>
            <a:srgbClr val="FFFFFF"/>
          </a:solidFill>
        </p:spPr>
      </p:sp>
      <p:sp>
        <p:nvSpPr>
          <p:cNvPr id="65539" name="Rectangle 3"/>
          <p:cNvSpPr>
            <a:spLocks noGrp="1"/>
          </p:cNvSpPr>
          <p:nvPr>
            <p:ph type="body"/>
          </p:nvPr>
        </p:nvSpPr>
        <p:spPr>
          <a:xfrm>
            <a:off x="946150" y="4860925"/>
            <a:ext cx="5207000" cy="4605338"/>
          </a:xfrm>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b="0" dirty="0">
                <a:latin typeface="Arial" panose="020B0604020202020204" pitchFamily="34" charset="0"/>
                <a:ea typeface="宋体" panose="02010600030101010101" pitchFamily="2" charset="-122"/>
              </a:rPr>
              <a:t>35</a:t>
            </a:fld>
            <a:endParaRPr lang="zh-CN" altLang="en-US" sz="1200" b="0" dirty="0">
              <a:latin typeface="Arial" panose="020B0604020202020204" pitchFamily="34" charset="0"/>
              <a:ea typeface="宋体" panose="02010600030101010101" pitchFamily="2" charset="-122"/>
            </a:endParaRPr>
          </a:p>
        </p:txBody>
      </p:sp>
      <p:sp>
        <p:nvSpPr>
          <p:cNvPr id="67586" name="Rectangle 2"/>
          <p:cNvSpPr>
            <a:spLocks noGrp="1" noRot="1" noChangeAspect="1" noTextEdit="1"/>
          </p:cNvSpPr>
          <p:nvPr>
            <p:ph type="sldImg"/>
          </p:nvPr>
        </p:nvSpPr>
        <p:spPr>
          <a:xfrm>
            <a:off x="992188" y="768350"/>
            <a:ext cx="5114925" cy="3836988"/>
          </a:xfrm>
          <a:solidFill>
            <a:srgbClr val="FFFFFF"/>
          </a:solidFill>
        </p:spPr>
      </p:sp>
      <p:sp>
        <p:nvSpPr>
          <p:cNvPr id="67587" name="Rectangle 3"/>
          <p:cNvSpPr>
            <a:spLocks noGrp="1"/>
          </p:cNvSpPr>
          <p:nvPr>
            <p:ph type="body"/>
          </p:nvPr>
        </p:nvSpPr>
        <p:spPr>
          <a:xfrm>
            <a:off x="946150" y="4860925"/>
            <a:ext cx="5207000" cy="4605338"/>
          </a:xfrm>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b="0" dirty="0">
                <a:latin typeface="Arial" panose="020B0604020202020204" pitchFamily="34" charset="0"/>
                <a:ea typeface="宋体" panose="02010600030101010101" pitchFamily="2" charset="-122"/>
              </a:rPr>
              <a:t>36</a:t>
            </a:fld>
            <a:endParaRPr lang="zh-CN" altLang="en-US" sz="1200" b="0" dirty="0">
              <a:latin typeface="Arial" panose="020B0604020202020204" pitchFamily="34" charset="0"/>
              <a:ea typeface="宋体" panose="02010600030101010101" pitchFamily="2" charset="-122"/>
            </a:endParaRPr>
          </a:p>
        </p:txBody>
      </p:sp>
      <p:sp>
        <p:nvSpPr>
          <p:cNvPr id="69634" name="Rectangle 2"/>
          <p:cNvSpPr>
            <a:spLocks noGrp="1" noRot="1" noChangeAspect="1" noTextEdit="1"/>
          </p:cNvSpPr>
          <p:nvPr>
            <p:ph type="sldImg"/>
          </p:nvPr>
        </p:nvSpPr>
        <p:spPr>
          <a:xfrm>
            <a:off x="992188" y="768350"/>
            <a:ext cx="5114925" cy="3836988"/>
          </a:xfrm>
          <a:solidFill>
            <a:srgbClr val="FFFFFF"/>
          </a:solidFill>
        </p:spPr>
      </p:sp>
      <p:sp>
        <p:nvSpPr>
          <p:cNvPr id="69635" name="Rectangle 3"/>
          <p:cNvSpPr>
            <a:spLocks noGrp="1"/>
          </p:cNvSpPr>
          <p:nvPr>
            <p:ph type="body"/>
          </p:nvPr>
        </p:nvSpPr>
        <p:spPr>
          <a:xfrm>
            <a:off x="946150" y="4860925"/>
            <a:ext cx="5207000" cy="4605338"/>
          </a:xfrm>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b="0" dirty="0">
                <a:latin typeface="Arial" panose="020B0604020202020204" pitchFamily="34" charset="0"/>
                <a:ea typeface="宋体" panose="02010600030101010101" pitchFamily="2" charset="-122"/>
              </a:rPr>
              <a:t>37</a:t>
            </a:fld>
            <a:endParaRPr lang="zh-CN" altLang="en-US" sz="1200" b="0" dirty="0">
              <a:latin typeface="Arial" panose="020B0604020202020204" pitchFamily="34" charset="0"/>
              <a:ea typeface="宋体" panose="02010600030101010101" pitchFamily="2" charset="-122"/>
            </a:endParaRPr>
          </a:p>
        </p:txBody>
      </p:sp>
      <p:sp>
        <p:nvSpPr>
          <p:cNvPr id="71682" name="Rectangle 2"/>
          <p:cNvSpPr>
            <a:spLocks noGrp="1" noRot="1" noChangeAspect="1" noTextEdit="1"/>
          </p:cNvSpPr>
          <p:nvPr>
            <p:ph type="sldImg"/>
          </p:nvPr>
        </p:nvSpPr>
        <p:spPr>
          <a:xfrm>
            <a:off x="992188" y="768350"/>
            <a:ext cx="5114925" cy="3836988"/>
          </a:xfrm>
          <a:solidFill>
            <a:srgbClr val="FFFFFF"/>
          </a:solidFill>
        </p:spPr>
      </p:sp>
      <p:sp>
        <p:nvSpPr>
          <p:cNvPr id="71683" name="Rectangle 3"/>
          <p:cNvSpPr>
            <a:spLocks noGrp="1"/>
          </p:cNvSpPr>
          <p:nvPr>
            <p:ph type="body"/>
          </p:nvPr>
        </p:nvSpPr>
        <p:spPr>
          <a:xfrm>
            <a:off x="946150" y="4860925"/>
            <a:ext cx="5207000" cy="4605338"/>
          </a:xfrm>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b="0" dirty="0">
                <a:latin typeface="Arial" panose="020B0604020202020204" pitchFamily="34" charset="0"/>
                <a:ea typeface="宋体" panose="02010600030101010101" pitchFamily="2" charset="-122"/>
              </a:rPr>
              <a:t>38</a:t>
            </a:fld>
            <a:endParaRPr lang="zh-CN" altLang="en-US" sz="1200" b="0" dirty="0">
              <a:latin typeface="Arial" panose="020B0604020202020204" pitchFamily="34" charset="0"/>
              <a:ea typeface="宋体" panose="02010600030101010101" pitchFamily="2" charset="-122"/>
            </a:endParaRPr>
          </a:p>
        </p:txBody>
      </p:sp>
      <p:sp>
        <p:nvSpPr>
          <p:cNvPr id="73730" name="Rectangle 2"/>
          <p:cNvSpPr>
            <a:spLocks noGrp="1" noRot="1" noChangeAspect="1" noTextEdit="1"/>
          </p:cNvSpPr>
          <p:nvPr>
            <p:ph type="sldImg"/>
          </p:nvPr>
        </p:nvSpPr>
        <p:spPr>
          <a:xfrm>
            <a:off x="992188" y="768350"/>
            <a:ext cx="5114925" cy="3836988"/>
          </a:xfrm>
          <a:solidFill>
            <a:srgbClr val="FFFFFF"/>
          </a:solidFill>
        </p:spPr>
      </p:sp>
      <p:sp>
        <p:nvSpPr>
          <p:cNvPr id="73731" name="Rectangle 3"/>
          <p:cNvSpPr>
            <a:spLocks noGrp="1"/>
          </p:cNvSpPr>
          <p:nvPr>
            <p:ph type="body"/>
          </p:nvPr>
        </p:nvSpPr>
        <p:spPr>
          <a:xfrm>
            <a:off x="946150" y="4860925"/>
            <a:ext cx="5207000" cy="4605338"/>
          </a:xfrm>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b="0" dirty="0">
                <a:latin typeface="Arial" panose="020B0604020202020204" pitchFamily="34" charset="0"/>
                <a:ea typeface="宋体" panose="02010600030101010101" pitchFamily="2" charset="-122"/>
              </a:rPr>
              <a:t>39</a:t>
            </a:fld>
            <a:endParaRPr lang="zh-CN" altLang="en-US" sz="1200" b="0" dirty="0">
              <a:latin typeface="Arial" panose="020B0604020202020204" pitchFamily="34" charset="0"/>
              <a:ea typeface="宋体" panose="02010600030101010101" pitchFamily="2" charset="-122"/>
            </a:endParaRPr>
          </a:p>
        </p:txBody>
      </p:sp>
      <p:sp>
        <p:nvSpPr>
          <p:cNvPr id="75778" name="Rectangle 2"/>
          <p:cNvSpPr>
            <a:spLocks noGrp="1" noRot="1" noChangeAspect="1" noTextEdit="1"/>
          </p:cNvSpPr>
          <p:nvPr>
            <p:ph type="sldImg"/>
          </p:nvPr>
        </p:nvSpPr>
        <p:spPr>
          <a:xfrm>
            <a:off x="992188" y="768350"/>
            <a:ext cx="5114925" cy="3836988"/>
          </a:xfrm>
          <a:solidFill>
            <a:srgbClr val="FFFFFF"/>
          </a:solidFill>
        </p:spPr>
      </p:sp>
      <p:sp>
        <p:nvSpPr>
          <p:cNvPr id="75779" name="Rectangle 3"/>
          <p:cNvSpPr>
            <a:spLocks noGrp="1"/>
          </p:cNvSpPr>
          <p:nvPr>
            <p:ph type="body"/>
          </p:nvPr>
        </p:nvSpPr>
        <p:spPr>
          <a:xfrm>
            <a:off x="946150" y="4860925"/>
            <a:ext cx="5207000" cy="4605338"/>
          </a:xfrm>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b="0" dirty="0">
                <a:latin typeface="Arial" panose="020B0604020202020204" pitchFamily="34" charset="0"/>
                <a:ea typeface="宋体" panose="02010600030101010101" pitchFamily="2" charset="-122"/>
              </a:rPr>
              <a:t>40</a:t>
            </a:fld>
            <a:endParaRPr lang="zh-CN" altLang="en-US" sz="1200" b="0" dirty="0">
              <a:latin typeface="Arial" panose="020B0604020202020204" pitchFamily="34" charset="0"/>
              <a:ea typeface="宋体" panose="02010600030101010101" pitchFamily="2" charset="-122"/>
            </a:endParaRPr>
          </a:p>
        </p:txBody>
      </p:sp>
      <p:sp>
        <p:nvSpPr>
          <p:cNvPr id="77826" name="Rectangle 2"/>
          <p:cNvSpPr>
            <a:spLocks noGrp="1" noRot="1" noChangeAspect="1" noTextEdit="1"/>
          </p:cNvSpPr>
          <p:nvPr>
            <p:ph type="sldImg"/>
          </p:nvPr>
        </p:nvSpPr>
        <p:spPr>
          <a:xfrm>
            <a:off x="992188" y="768350"/>
            <a:ext cx="5114925" cy="3836988"/>
          </a:xfrm>
          <a:solidFill>
            <a:srgbClr val="FFFFFF"/>
          </a:solidFill>
        </p:spPr>
      </p:sp>
      <p:sp>
        <p:nvSpPr>
          <p:cNvPr id="77827" name="Rectangle 3"/>
          <p:cNvSpPr>
            <a:spLocks noGrp="1"/>
          </p:cNvSpPr>
          <p:nvPr>
            <p:ph type="body"/>
          </p:nvPr>
        </p:nvSpPr>
        <p:spPr>
          <a:xfrm>
            <a:off x="946150" y="4860925"/>
            <a:ext cx="5207000" cy="4605338"/>
          </a:xfrm>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b="0" dirty="0">
                <a:latin typeface="Arial" panose="020B0604020202020204" pitchFamily="34" charset="0"/>
                <a:ea typeface="宋体" panose="02010600030101010101" pitchFamily="2" charset="-122"/>
              </a:rPr>
              <a:t>41</a:t>
            </a:fld>
            <a:endParaRPr lang="zh-CN" altLang="en-US" sz="1200" b="0" dirty="0">
              <a:latin typeface="Arial" panose="020B0604020202020204" pitchFamily="34" charset="0"/>
              <a:ea typeface="宋体" panose="02010600030101010101" pitchFamily="2" charset="-122"/>
            </a:endParaRPr>
          </a:p>
        </p:txBody>
      </p:sp>
      <p:sp>
        <p:nvSpPr>
          <p:cNvPr id="79874" name="Rectangle 2"/>
          <p:cNvSpPr>
            <a:spLocks noGrp="1" noRot="1" noChangeAspect="1" noTextEdit="1"/>
          </p:cNvSpPr>
          <p:nvPr>
            <p:ph type="sldImg"/>
          </p:nvPr>
        </p:nvSpPr>
        <p:spPr>
          <a:xfrm>
            <a:off x="992188" y="768350"/>
            <a:ext cx="5114925" cy="3836988"/>
          </a:xfrm>
          <a:solidFill>
            <a:srgbClr val="FFFFFF"/>
          </a:solidFill>
        </p:spPr>
      </p:sp>
      <p:sp>
        <p:nvSpPr>
          <p:cNvPr id="79875" name="Rectangle 3"/>
          <p:cNvSpPr>
            <a:spLocks noGrp="1"/>
          </p:cNvSpPr>
          <p:nvPr>
            <p:ph type="body"/>
          </p:nvPr>
        </p:nvSpPr>
        <p:spPr>
          <a:xfrm>
            <a:off x="946150" y="4860925"/>
            <a:ext cx="5207000" cy="4605338"/>
          </a:xfrm>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b="0" dirty="0">
                <a:latin typeface="Arial" panose="020B0604020202020204" pitchFamily="34" charset="0"/>
                <a:ea typeface="宋体" panose="02010600030101010101" pitchFamily="2" charset="-122"/>
              </a:rPr>
              <a:t>53</a:t>
            </a:fld>
            <a:endParaRPr lang="zh-CN" altLang="en-US" sz="1200" b="0" dirty="0">
              <a:latin typeface="Arial" panose="020B0604020202020204" pitchFamily="34" charset="0"/>
              <a:ea typeface="宋体" panose="02010600030101010101" pitchFamily="2" charset="-122"/>
            </a:endParaRPr>
          </a:p>
        </p:txBody>
      </p:sp>
      <p:sp>
        <p:nvSpPr>
          <p:cNvPr id="93186" name="Rectangle 2"/>
          <p:cNvSpPr>
            <a:spLocks noGrp="1" noRot="1" noChangeAspect="1" noTextEdit="1"/>
          </p:cNvSpPr>
          <p:nvPr>
            <p:ph type="sldImg"/>
          </p:nvPr>
        </p:nvSpPr>
        <p:spPr>
          <a:xfrm>
            <a:off x="992188" y="768350"/>
            <a:ext cx="5114925" cy="3836988"/>
          </a:xfrm>
          <a:solidFill>
            <a:srgbClr val="FFFFFF"/>
          </a:solidFill>
        </p:spPr>
      </p:sp>
      <p:sp>
        <p:nvSpPr>
          <p:cNvPr id="93187" name="Rectangle 3"/>
          <p:cNvSpPr>
            <a:spLocks noGrp="1"/>
          </p:cNvSpPr>
          <p:nvPr>
            <p:ph type="body"/>
          </p:nvPr>
        </p:nvSpPr>
        <p:spPr>
          <a:xfrm>
            <a:off x="946150" y="4860925"/>
            <a:ext cx="5207000" cy="4605338"/>
          </a:xfrm>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b="0" dirty="0">
                <a:latin typeface="Arial" panose="020B0604020202020204" pitchFamily="34" charset="0"/>
                <a:ea typeface="宋体" panose="02010600030101010101" pitchFamily="2" charset="-122"/>
              </a:rPr>
              <a:t>54</a:t>
            </a:fld>
            <a:endParaRPr lang="zh-CN" altLang="en-US" sz="1200" b="0" dirty="0">
              <a:latin typeface="Arial" panose="020B0604020202020204" pitchFamily="34" charset="0"/>
              <a:ea typeface="宋体" panose="02010600030101010101" pitchFamily="2" charset="-122"/>
            </a:endParaRPr>
          </a:p>
        </p:txBody>
      </p:sp>
      <p:sp>
        <p:nvSpPr>
          <p:cNvPr id="95234" name="Rectangle 2"/>
          <p:cNvSpPr>
            <a:spLocks noGrp="1" noRot="1" noChangeAspect="1" noTextEdit="1"/>
          </p:cNvSpPr>
          <p:nvPr>
            <p:ph type="sldImg"/>
          </p:nvPr>
        </p:nvSpPr>
        <p:spPr>
          <a:xfrm>
            <a:off x="992188" y="768350"/>
            <a:ext cx="5114925" cy="3836988"/>
          </a:xfrm>
          <a:solidFill>
            <a:srgbClr val="FFFFFF"/>
          </a:solidFill>
        </p:spPr>
      </p:sp>
      <p:sp>
        <p:nvSpPr>
          <p:cNvPr id="95235" name="Rectangle 3"/>
          <p:cNvSpPr>
            <a:spLocks noGrp="1"/>
          </p:cNvSpPr>
          <p:nvPr>
            <p:ph type="body"/>
          </p:nvPr>
        </p:nvSpPr>
        <p:spPr>
          <a:xfrm>
            <a:off x="946150" y="4860925"/>
            <a:ext cx="5207000" cy="4605338"/>
          </a:xfrm>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b="0" dirty="0">
                <a:latin typeface="Arial" panose="020B0604020202020204" pitchFamily="34" charset="0"/>
                <a:ea typeface="宋体" panose="02010600030101010101" pitchFamily="2" charset="-122"/>
              </a:rPr>
              <a:t>55</a:t>
            </a:fld>
            <a:endParaRPr lang="zh-CN" altLang="en-US" sz="1200" b="0" dirty="0">
              <a:latin typeface="Arial" panose="020B0604020202020204" pitchFamily="34" charset="0"/>
              <a:ea typeface="宋体" panose="02010600030101010101" pitchFamily="2" charset="-122"/>
            </a:endParaRPr>
          </a:p>
        </p:txBody>
      </p:sp>
      <p:sp>
        <p:nvSpPr>
          <p:cNvPr id="97282" name="Rectangle 2"/>
          <p:cNvSpPr>
            <a:spLocks noGrp="1" noRot="1" noChangeAspect="1" noTextEdit="1"/>
          </p:cNvSpPr>
          <p:nvPr>
            <p:ph type="sldImg"/>
          </p:nvPr>
        </p:nvSpPr>
        <p:spPr>
          <a:xfrm>
            <a:off x="992188" y="768350"/>
            <a:ext cx="5114925" cy="3836988"/>
          </a:xfrm>
          <a:solidFill>
            <a:srgbClr val="FFFFFF"/>
          </a:solidFill>
        </p:spPr>
      </p:sp>
      <p:sp>
        <p:nvSpPr>
          <p:cNvPr id="97283" name="Rectangle 3"/>
          <p:cNvSpPr>
            <a:spLocks noGrp="1"/>
          </p:cNvSpPr>
          <p:nvPr>
            <p:ph type="body"/>
          </p:nvPr>
        </p:nvSpPr>
        <p:spPr>
          <a:xfrm>
            <a:off x="946150" y="4860925"/>
            <a:ext cx="5207000" cy="4605338"/>
          </a:xfrm>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b="0" dirty="0">
                <a:latin typeface="Arial" panose="020B0604020202020204" pitchFamily="34" charset="0"/>
                <a:ea typeface="宋体" panose="02010600030101010101" pitchFamily="2" charset="-122"/>
              </a:rPr>
              <a:t>56</a:t>
            </a:fld>
            <a:endParaRPr lang="zh-CN" altLang="en-US" sz="1200" b="0" dirty="0">
              <a:latin typeface="Arial" panose="020B0604020202020204" pitchFamily="34" charset="0"/>
              <a:ea typeface="宋体" panose="02010600030101010101" pitchFamily="2" charset="-122"/>
            </a:endParaRPr>
          </a:p>
        </p:txBody>
      </p:sp>
      <p:sp>
        <p:nvSpPr>
          <p:cNvPr id="99330" name="Rectangle 2"/>
          <p:cNvSpPr>
            <a:spLocks noGrp="1" noRot="1" noChangeAspect="1" noTextEdit="1"/>
          </p:cNvSpPr>
          <p:nvPr>
            <p:ph type="sldImg"/>
          </p:nvPr>
        </p:nvSpPr>
        <p:spPr>
          <a:xfrm>
            <a:off x="992188" y="768350"/>
            <a:ext cx="5114925" cy="3836988"/>
          </a:xfrm>
          <a:solidFill>
            <a:srgbClr val="FFFFFF"/>
          </a:solidFill>
        </p:spPr>
      </p:sp>
      <p:sp>
        <p:nvSpPr>
          <p:cNvPr id="99331" name="Rectangle 3"/>
          <p:cNvSpPr>
            <a:spLocks noGrp="1"/>
          </p:cNvSpPr>
          <p:nvPr>
            <p:ph type="body"/>
          </p:nvPr>
        </p:nvSpPr>
        <p:spPr>
          <a:xfrm>
            <a:off x="946150" y="4860925"/>
            <a:ext cx="5207000" cy="4605338"/>
          </a:xfrm>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b="0" dirty="0">
                <a:latin typeface="Arial" panose="020B0604020202020204" pitchFamily="34" charset="0"/>
                <a:ea typeface="宋体" panose="02010600030101010101" pitchFamily="2" charset="-122"/>
              </a:rPr>
              <a:t>57</a:t>
            </a:fld>
            <a:endParaRPr lang="zh-CN" altLang="en-US" sz="1200" b="0" dirty="0">
              <a:latin typeface="Arial" panose="020B0604020202020204" pitchFamily="34" charset="0"/>
              <a:ea typeface="宋体" panose="02010600030101010101" pitchFamily="2" charset="-122"/>
            </a:endParaRPr>
          </a:p>
        </p:txBody>
      </p:sp>
      <p:sp>
        <p:nvSpPr>
          <p:cNvPr id="101378" name="Rectangle 2"/>
          <p:cNvSpPr>
            <a:spLocks noGrp="1" noRot="1" noChangeAspect="1" noTextEdit="1"/>
          </p:cNvSpPr>
          <p:nvPr>
            <p:ph type="sldImg"/>
          </p:nvPr>
        </p:nvSpPr>
        <p:spPr>
          <a:xfrm>
            <a:off x="992188" y="768350"/>
            <a:ext cx="5114925" cy="3836988"/>
          </a:xfrm>
          <a:solidFill>
            <a:srgbClr val="FFFFFF"/>
          </a:solidFill>
        </p:spPr>
      </p:sp>
      <p:sp>
        <p:nvSpPr>
          <p:cNvPr id="101379" name="Rectangle 3"/>
          <p:cNvSpPr>
            <a:spLocks noGrp="1"/>
          </p:cNvSpPr>
          <p:nvPr>
            <p:ph type="body"/>
          </p:nvPr>
        </p:nvSpPr>
        <p:spPr>
          <a:xfrm>
            <a:off x="946150" y="4860925"/>
            <a:ext cx="5207000" cy="4605338"/>
          </a:xfrm>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b="0" dirty="0">
                <a:latin typeface="Arial" panose="020B0604020202020204" pitchFamily="34" charset="0"/>
                <a:ea typeface="宋体" panose="02010600030101010101" pitchFamily="2" charset="-122"/>
              </a:rPr>
              <a:t>58</a:t>
            </a:fld>
            <a:endParaRPr lang="zh-CN" altLang="en-US" sz="1200" b="0" dirty="0">
              <a:latin typeface="Arial" panose="020B0604020202020204" pitchFamily="34" charset="0"/>
              <a:ea typeface="宋体" panose="02010600030101010101" pitchFamily="2" charset="-122"/>
            </a:endParaRPr>
          </a:p>
        </p:txBody>
      </p:sp>
      <p:sp>
        <p:nvSpPr>
          <p:cNvPr id="103426" name="Rectangle 2"/>
          <p:cNvSpPr>
            <a:spLocks noGrp="1" noRot="1" noChangeAspect="1" noTextEdit="1"/>
          </p:cNvSpPr>
          <p:nvPr>
            <p:ph type="sldImg"/>
          </p:nvPr>
        </p:nvSpPr>
        <p:spPr>
          <a:xfrm>
            <a:off x="992188" y="768350"/>
            <a:ext cx="5114925" cy="3836988"/>
          </a:xfrm>
          <a:solidFill>
            <a:srgbClr val="FFFFFF"/>
          </a:solidFill>
        </p:spPr>
      </p:sp>
      <p:sp>
        <p:nvSpPr>
          <p:cNvPr id="103427" name="Rectangle 3"/>
          <p:cNvSpPr>
            <a:spLocks noGrp="1"/>
          </p:cNvSpPr>
          <p:nvPr>
            <p:ph type="body"/>
          </p:nvPr>
        </p:nvSpPr>
        <p:spPr>
          <a:xfrm>
            <a:off x="946150" y="4860925"/>
            <a:ext cx="5207000" cy="4605338"/>
          </a:xfrm>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b="0" dirty="0">
                <a:latin typeface="Arial" panose="020B0604020202020204" pitchFamily="34" charset="0"/>
                <a:ea typeface="宋体" panose="02010600030101010101" pitchFamily="2" charset="-122"/>
              </a:rPr>
              <a:t>80</a:t>
            </a:fld>
            <a:endParaRPr lang="zh-CN" altLang="en-US" sz="1200" b="0" dirty="0">
              <a:latin typeface="Arial" panose="020B0604020202020204" pitchFamily="34" charset="0"/>
              <a:ea typeface="宋体" panose="02010600030101010101" pitchFamily="2" charset="-122"/>
            </a:endParaRPr>
          </a:p>
        </p:txBody>
      </p:sp>
      <p:sp>
        <p:nvSpPr>
          <p:cNvPr id="126978" name="Rectangle 2"/>
          <p:cNvSpPr>
            <a:spLocks noGrp="1" noRot="1" noChangeAspect="1" noTextEdit="1"/>
          </p:cNvSpPr>
          <p:nvPr>
            <p:ph type="sldImg"/>
          </p:nvPr>
        </p:nvSpPr>
        <p:spPr/>
      </p:sp>
      <p:sp>
        <p:nvSpPr>
          <p:cNvPr id="126979" name="Rectangle 3"/>
          <p:cNvSpPr>
            <a:spLocks noGrp="1"/>
          </p:cNvSpPr>
          <p:nvPr>
            <p:ph type="body"/>
          </p:nvPr>
        </p:nvSpPr>
        <p:spPr/>
        <p:txBody>
          <a:bodyPr wrap="square" lIns="91440" tIns="45720" rIns="91440" bIns="45720" anchor="t" anchorCtr="0"/>
          <a:lstStyle/>
          <a:p>
            <a:pPr lvl="0" eaLnBrk="1" hangingPunct="1"/>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3074" name="Picture 2" descr="j0296302"/>
          <p:cNvPicPr>
            <a:picLocks noChangeAspect="1"/>
          </p:cNvPicPr>
          <p:nvPr/>
        </p:nvPicPr>
        <p:blipFill>
          <a:blip r:embed="rId2"/>
          <a:stretch>
            <a:fillRect/>
          </a:stretch>
        </p:blipFill>
        <p:spPr>
          <a:xfrm>
            <a:off x="0" y="5513388"/>
            <a:ext cx="1838325" cy="1344612"/>
          </a:xfrm>
          <a:prstGeom prst="rect">
            <a:avLst/>
          </a:prstGeom>
          <a:noFill/>
          <a:ln w="9525">
            <a:noFill/>
          </a:ln>
        </p:spPr>
      </p:pic>
      <p:pic>
        <p:nvPicPr>
          <p:cNvPr id="3075" name="Picture 6"/>
          <p:cNvPicPr>
            <a:picLocks noChangeAspect="1"/>
          </p:cNvPicPr>
          <p:nvPr userDrawn="1"/>
        </p:nvPicPr>
        <p:blipFill>
          <a:blip r:embed="rId3"/>
          <a:stretch>
            <a:fillRect/>
          </a:stretch>
        </p:blipFill>
        <p:spPr>
          <a:xfrm>
            <a:off x="0" y="0"/>
            <a:ext cx="1331913" cy="1193800"/>
          </a:xfrm>
          <a:prstGeom prst="rect">
            <a:avLst/>
          </a:prstGeom>
          <a:noFill/>
          <a:ln w="9525">
            <a:noFill/>
          </a:ln>
        </p:spPr>
      </p:pic>
      <p:sp>
        <p:nvSpPr>
          <p:cNvPr id="6148" name="Rectangle 4"/>
          <p:cNvSpPr>
            <a:spLocks noGrp="1" noChangeArrowheads="1"/>
          </p:cNvSpPr>
          <p:nvPr>
            <p:ph type="ctrTitle"/>
          </p:nvPr>
        </p:nvSpPr>
        <p:spPr>
          <a:xfrm>
            <a:off x="609600" y="1447800"/>
            <a:ext cx="8382000" cy="2689225"/>
          </a:xfrm>
          <a:noFill/>
        </p:spPr>
        <p:txBody>
          <a:bodyPr/>
          <a:lstStyle>
            <a:lvl1pPr>
              <a:defRPr sz="6600">
                <a:effectLst>
                  <a:outerShdw blurRad="38100" dist="38100" dir="2700000" algn="tl">
                    <a:srgbClr val="C0C0C0"/>
                  </a:outerShdw>
                </a:effectLst>
              </a:defRPr>
            </a:lvl1pPr>
          </a:lstStyle>
          <a:p>
            <a:pPr fontAlgn="base"/>
            <a:r>
              <a:rPr lang="zh-CN" altLang="en-US" strike="noStrike" noProof="1"/>
              <a:t>单击此处编辑母版标题样式</a:t>
            </a:r>
          </a:p>
        </p:txBody>
      </p:sp>
      <p:sp>
        <p:nvSpPr>
          <p:cNvPr id="6149" name="Rectangle 5"/>
          <p:cNvSpPr>
            <a:spLocks noGrp="1" noChangeArrowheads="1"/>
          </p:cNvSpPr>
          <p:nvPr>
            <p:ph type="subTitle" idx="1"/>
          </p:nvPr>
        </p:nvSpPr>
        <p:spPr>
          <a:xfrm>
            <a:off x="2362200" y="4343400"/>
            <a:ext cx="4419600" cy="1447800"/>
          </a:xfrm>
        </p:spPr>
        <p:txBody>
          <a:bodyPr/>
          <a:lstStyle>
            <a:lvl1pPr marL="0" indent="0" algn="ctr">
              <a:buFontTx/>
              <a:buNone/>
              <a:defRPr/>
            </a:lvl1pPr>
          </a:lstStyle>
          <a:p>
            <a:pPr fontAlgn="base"/>
            <a:r>
              <a:rPr lang="zh-CN" altLang="en-US" strike="noStrike" noProof="1"/>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B2EFDEC-F7F4-4928-B851-B257733E2AFA}"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B2EFDEC-F7F4-4928-B851-B257733E2AFA}"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3810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5720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B2EFDEC-F7F4-4928-B851-B257733E2AFA}"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B2EFDEC-F7F4-4928-B851-B257733E2AFA}"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B2EFDEC-F7F4-4928-B851-B257733E2AFA}"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B2EFDEC-F7F4-4928-B851-B257733E2AFA}"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B2EFDEC-F7F4-4928-B851-B257733E2AFA}"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B2EFDEC-F7F4-4928-B851-B257733E2AFA}"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B2EFDEC-F7F4-4928-B851-B257733E2AFA}"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53250" y="0"/>
            <a:ext cx="2190750" cy="6126163"/>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381000" y="0"/>
            <a:ext cx="6419850" cy="6126163"/>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B2EFDEC-F7F4-4928-B851-B257733E2AFA}"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381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572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B2EFDEC-F7F4-4928-B851-B257733E2AFA}"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381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572000" y="1600200"/>
            <a:ext cx="4038600" cy="21859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572000" y="3938588"/>
            <a:ext cx="4038600" cy="21875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日期占位符 5"/>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8" name="灯片编号占位符 7"/>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B2EFDEC-F7F4-4928-B851-B257733E2AFA}"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10" name="Rectangle 7"/>
          <p:cNvSpPr>
            <a:spLocks noChangeArrowheads="1"/>
          </p:cNvSpPr>
          <p:nvPr/>
        </p:nvSpPr>
        <p:spPr bwMode="auto">
          <a:xfrm>
            <a:off x="0" y="0"/>
            <a:ext cx="9144000" cy="1052513"/>
          </a:xfrm>
          <a:prstGeom prst="rect">
            <a:avLst/>
          </a:prstGeom>
          <a:gradFill rotWithShape="0">
            <a:gsLst>
              <a:gs pos="0">
                <a:srgbClr val="45A2FF"/>
              </a:gs>
              <a:gs pos="100000">
                <a:srgbClr val="FFFFFF"/>
              </a:gs>
            </a:gsLst>
            <a:path path="rect">
              <a:fillToRect l="100000" b="100000"/>
            </a:path>
          </a:gra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0" dirty="0">
                <a:ln>
                  <a:noFill/>
                </a:ln>
                <a:solidFill>
                  <a:srgbClr val="0066FF"/>
                </a:solidFill>
                <a:effectLst>
                  <a:outerShdw blurRad="38100" dist="38100" dir="2700000" algn="tl">
                    <a:srgbClr val="000000"/>
                  </a:outerShdw>
                </a:effectLst>
                <a:uLnTx/>
                <a:uFillTx/>
                <a:latin typeface="楷体_GB2312" pitchFamily="49" charset="-122"/>
                <a:ea typeface="楷体_GB2312" pitchFamily="49" charset="-122"/>
                <a:cs typeface="+mn-cs"/>
              </a:rPr>
              <a:t>海量数据计算研究中心</a:t>
            </a:r>
            <a:endParaRPr kumimoji="0" lang="en-US" altLang="zh-CN" sz="3600" b="1" i="0" u="none" strike="noStrike" kern="1200" cap="none" spc="0" normalizeH="0" baseline="0" noProof="0" dirty="0">
              <a:ln>
                <a:noFill/>
              </a:ln>
              <a:solidFill>
                <a:srgbClr val="0066FF"/>
              </a:solidFill>
              <a:effectLst>
                <a:outerShdw blurRad="38100" dist="38100" dir="2700000" algn="tl">
                  <a:srgbClr val="000000"/>
                </a:outerShdw>
              </a:effectLst>
              <a:uLnTx/>
              <a:uFillTx/>
              <a:latin typeface="楷体_GB2312" pitchFamily="49" charset="-122"/>
              <a:ea typeface="楷体_GB2312" pitchFamily="49" charset="-122"/>
              <a:cs typeface="+mn-cs"/>
            </a:endParaRPr>
          </a:p>
        </p:txBody>
      </p:sp>
      <p:pic>
        <p:nvPicPr>
          <p:cNvPr id="4099" name="Picture 2" descr="j0296302"/>
          <p:cNvPicPr>
            <a:picLocks noChangeAspect="1"/>
          </p:cNvPicPr>
          <p:nvPr/>
        </p:nvPicPr>
        <p:blipFill>
          <a:blip r:embed="rId2"/>
          <a:stretch>
            <a:fillRect/>
          </a:stretch>
        </p:blipFill>
        <p:spPr>
          <a:xfrm>
            <a:off x="0" y="5513388"/>
            <a:ext cx="1838325" cy="1344612"/>
          </a:xfrm>
          <a:prstGeom prst="rect">
            <a:avLst/>
          </a:prstGeom>
          <a:noFill/>
          <a:ln w="9525">
            <a:noFill/>
          </a:ln>
        </p:spPr>
      </p:pic>
      <p:pic>
        <p:nvPicPr>
          <p:cNvPr id="4100" name="Picture 6"/>
          <p:cNvPicPr>
            <a:picLocks noChangeAspect="1"/>
          </p:cNvPicPr>
          <p:nvPr userDrawn="1"/>
        </p:nvPicPr>
        <p:blipFill>
          <a:blip r:embed="rId3"/>
          <a:stretch>
            <a:fillRect/>
          </a:stretch>
        </p:blipFill>
        <p:spPr>
          <a:xfrm>
            <a:off x="0" y="0"/>
            <a:ext cx="1331913" cy="1193800"/>
          </a:xfrm>
          <a:prstGeom prst="rect">
            <a:avLst/>
          </a:prstGeom>
          <a:noFill/>
          <a:ln w="9525">
            <a:noFill/>
          </a:ln>
        </p:spPr>
      </p:pic>
      <p:sp>
        <p:nvSpPr>
          <p:cNvPr id="6148" name="Rectangle 4"/>
          <p:cNvSpPr>
            <a:spLocks noGrp="1" noChangeArrowheads="1"/>
          </p:cNvSpPr>
          <p:nvPr>
            <p:ph type="ctrTitle"/>
          </p:nvPr>
        </p:nvSpPr>
        <p:spPr>
          <a:xfrm>
            <a:off x="609600" y="1447800"/>
            <a:ext cx="8382000" cy="2689225"/>
          </a:xfrm>
          <a:noFill/>
        </p:spPr>
        <p:txBody>
          <a:bodyPr/>
          <a:lstStyle>
            <a:lvl1pPr>
              <a:defRPr sz="6600">
                <a:effectLst>
                  <a:outerShdw blurRad="38100" dist="38100" dir="2700000" algn="tl">
                    <a:srgbClr val="C0C0C0"/>
                  </a:outerShdw>
                </a:effectLst>
              </a:defRPr>
            </a:lvl1pPr>
          </a:lstStyle>
          <a:p>
            <a:pPr fontAlgn="base"/>
            <a:r>
              <a:rPr lang="zh-CN" altLang="en-US" strike="noStrike" noProof="1"/>
              <a:t>单击此处编辑母版标题样式</a:t>
            </a:r>
          </a:p>
        </p:txBody>
      </p:sp>
      <p:sp>
        <p:nvSpPr>
          <p:cNvPr id="6149" name="Rectangle 5"/>
          <p:cNvSpPr>
            <a:spLocks noGrp="1" noChangeArrowheads="1"/>
          </p:cNvSpPr>
          <p:nvPr>
            <p:ph type="subTitle" idx="1"/>
          </p:nvPr>
        </p:nvSpPr>
        <p:spPr>
          <a:xfrm>
            <a:off x="2362200" y="4343400"/>
            <a:ext cx="4419600" cy="1447800"/>
          </a:xfrm>
        </p:spPr>
        <p:txBody>
          <a:bodyPr/>
          <a:lstStyle>
            <a:lvl1pPr marL="0" indent="0" algn="ctr">
              <a:buFontTx/>
              <a:buNone/>
              <a:defRPr/>
            </a:lvl1pPr>
          </a:lstStyle>
          <a:p>
            <a:pPr fontAlgn="base"/>
            <a:r>
              <a:rPr lang="zh-CN" altLang="en-US" strike="noStrike" noProof="1"/>
              <a:t>单击此处编辑母版副标题样式</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endParaRPr kumimoji="0" lang="zh-CN" altLang="en-US" i="0" strike="noStrike" kern="1200" cap="none" spc="0" normalizeH="0" baseline="0" noProof="0">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indent="0" defTabSz="914400" rtl="0" fontAlgn="base" latinLnBrk="0">
              <a:lnSpc>
                <a:spcPct val="100000"/>
              </a:lnSpc>
              <a:spcAft>
                <a:spcPct val="0"/>
              </a:spcAft>
              <a:buClrTx/>
              <a:buSzTx/>
              <a:buFontTx/>
              <a:defRPr/>
            </a:pPr>
            <a:fld id="{E1D2EF15-F25B-47BC-BD78-9DD96B61AD53}" type="slidenum">
              <a:rPr kumimoji="0" lang="zh-CN" altLang="en-US" b="1" i="0" strike="noStrike" kern="1200" cap="none" spc="0" normalizeH="0" baseline="0" noProof="0">
                <a:latin typeface="楷体_GB2312" pitchFamily="49" charset="-122"/>
                <a:ea typeface="楷体_GB2312" pitchFamily="49" charset="-122"/>
                <a:cs typeface="+mn-cs"/>
              </a:rPr>
              <a:t>‹#›</a:t>
            </a:fld>
            <a:endParaRPr kumimoji="0" lang="en-US" altLang="zh-CN" b="1" i="0" strike="noStrike" kern="1200" cap="none" spc="0" normalizeH="0" baseline="0" noProof="0">
              <a:latin typeface="楷体_GB2312" pitchFamily="49" charset="-122"/>
              <a:ea typeface="楷体_GB2312" pitchFamily="49"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endParaRPr kumimoji="0" lang="zh-CN" altLang="en-US" i="0" strike="noStrike" kern="1200" cap="none" spc="0" normalizeH="0" baseline="0" noProof="0">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indent="0" defTabSz="914400" rtl="0" fontAlgn="base" latinLnBrk="0">
              <a:lnSpc>
                <a:spcPct val="100000"/>
              </a:lnSpc>
              <a:spcAft>
                <a:spcPct val="0"/>
              </a:spcAft>
              <a:buClrTx/>
              <a:buSzTx/>
              <a:buFontTx/>
              <a:defRPr/>
            </a:pPr>
            <a:fld id="{983A45A9-950F-49D5-928C-9035F666E0E1}" type="slidenum">
              <a:rPr kumimoji="0" lang="zh-CN" altLang="en-US" b="1" i="0" strike="noStrike" kern="1200" cap="none" spc="0" normalizeH="0" baseline="0" noProof="0">
                <a:latin typeface="楷体_GB2312" pitchFamily="49" charset="-122"/>
                <a:ea typeface="楷体_GB2312" pitchFamily="49" charset="-122"/>
                <a:cs typeface="+mn-cs"/>
              </a:rPr>
              <a:t>‹#›</a:t>
            </a:fld>
            <a:endParaRPr kumimoji="0" lang="en-US" altLang="zh-CN" b="1" i="0" strike="noStrike" kern="1200" cap="none" spc="0" normalizeH="0" baseline="0" noProof="0">
              <a:latin typeface="楷体_GB2312" pitchFamily="49" charset="-122"/>
              <a:ea typeface="楷体_GB2312" pitchFamily="49"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3810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5720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endParaRPr kumimoji="0" lang="zh-CN" altLang="en-US" i="0" strike="noStrike" kern="1200" cap="none" spc="0" normalizeH="0" baseline="0" noProof="0">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indent="0" defTabSz="914400" rtl="0" fontAlgn="base" latinLnBrk="0">
              <a:lnSpc>
                <a:spcPct val="100000"/>
              </a:lnSpc>
              <a:spcAft>
                <a:spcPct val="0"/>
              </a:spcAft>
              <a:buClrTx/>
              <a:buSzTx/>
              <a:buFontTx/>
              <a:defRPr/>
            </a:pPr>
            <a:fld id="{6C14478F-44C7-4A6C-B30F-3E999F0DD33C}" type="slidenum">
              <a:rPr kumimoji="0" lang="zh-CN" altLang="en-US" b="1" i="0" strike="noStrike" kern="1200" cap="none" spc="0" normalizeH="0" baseline="0" noProof="0">
                <a:latin typeface="楷体_GB2312" pitchFamily="49" charset="-122"/>
                <a:ea typeface="楷体_GB2312" pitchFamily="49" charset="-122"/>
                <a:cs typeface="+mn-cs"/>
              </a:rPr>
              <a:t>‹#›</a:t>
            </a:fld>
            <a:endParaRPr kumimoji="0" lang="en-US" altLang="zh-CN" b="1" i="0" strike="noStrike" kern="1200" cap="none" spc="0" normalizeH="0" baseline="0" noProof="0">
              <a:latin typeface="楷体_GB2312" pitchFamily="49" charset="-122"/>
              <a:ea typeface="楷体_GB2312" pitchFamily="49"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endParaRPr kumimoji="0" lang="zh-CN" altLang="en-US" i="0" strike="noStrike" kern="1200" cap="none" spc="0" normalizeH="0" baseline="0" noProof="0">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1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1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indent="0" defTabSz="914400" rtl="0" fontAlgn="base" latinLnBrk="0">
              <a:lnSpc>
                <a:spcPct val="100000"/>
              </a:lnSpc>
              <a:spcAft>
                <a:spcPct val="0"/>
              </a:spcAft>
              <a:buClrTx/>
              <a:buSzTx/>
              <a:buFontTx/>
              <a:defRPr/>
            </a:pPr>
            <a:fld id="{4EC5AD4F-1B1E-4A4F-9FD8-ECCAB4A13113}" type="slidenum">
              <a:rPr kumimoji="0" lang="zh-CN" altLang="en-US" b="1" i="0" strike="noStrike" kern="1200" cap="none" spc="0" normalizeH="0" baseline="0" noProof="0">
                <a:latin typeface="楷体_GB2312" pitchFamily="49" charset="-122"/>
                <a:ea typeface="楷体_GB2312" pitchFamily="49" charset="-122"/>
                <a:cs typeface="+mn-cs"/>
              </a:rPr>
              <a:t>‹#›</a:t>
            </a:fld>
            <a:endParaRPr kumimoji="0" lang="en-US" altLang="zh-CN" b="1" i="0" strike="noStrike" kern="1200" cap="none" spc="0" normalizeH="0" baseline="0" noProof="0">
              <a:latin typeface="楷体_GB2312" pitchFamily="49" charset="-122"/>
              <a:ea typeface="楷体_GB2312" pitchFamily="49"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endParaRPr kumimoji="0" lang="zh-CN" altLang="en-US" i="0" strike="noStrike" kern="1200" cap="none" spc="0" normalizeH="0" baseline="0" noProof="0">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indent="0" defTabSz="914400" rtl="0" fontAlgn="base" latinLnBrk="0">
              <a:lnSpc>
                <a:spcPct val="100000"/>
              </a:lnSpc>
              <a:spcAft>
                <a:spcPct val="0"/>
              </a:spcAft>
              <a:buClrTx/>
              <a:buSzTx/>
              <a:buFontTx/>
              <a:defRPr/>
            </a:pPr>
            <a:fld id="{7A6307A4-FF7A-416B-8618-5976D152D757}" type="slidenum">
              <a:rPr kumimoji="0" lang="zh-CN" altLang="en-US" b="1" i="0" strike="noStrike" kern="1200" cap="none" spc="0" normalizeH="0" baseline="0" noProof="0">
                <a:latin typeface="楷体_GB2312" pitchFamily="49" charset="-122"/>
                <a:ea typeface="楷体_GB2312" pitchFamily="49" charset="-122"/>
                <a:cs typeface="+mn-cs"/>
              </a:rPr>
              <a:t>‹#›</a:t>
            </a:fld>
            <a:endParaRPr kumimoji="0" lang="en-US" altLang="zh-CN" b="1" i="0" strike="noStrike" kern="1200" cap="none" spc="0" normalizeH="0" baseline="0" noProof="0">
              <a:latin typeface="楷体_GB2312" pitchFamily="49" charset="-122"/>
              <a:ea typeface="楷体_GB2312" pitchFamily="49"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endParaRPr kumimoji="0" lang="zh-CN" altLang="en-US" i="0" strike="noStrike" kern="1200" cap="none" spc="0" normalizeH="0" baseline="0" noProof="0">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indent="0" defTabSz="914400" rtl="0" fontAlgn="base" latinLnBrk="0">
              <a:lnSpc>
                <a:spcPct val="100000"/>
              </a:lnSpc>
              <a:spcAft>
                <a:spcPct val="0"/>
              </a:spcAft>
              <a:buClrTx/>
              <a:buSzTx/>
              <a:buFontTx/>
              <a:defRPr/>
            </a:pPr>
            <a:fld id="{15A875BE-1B9E-4214-BE2F-0B7013EA1C30}" type="slidenum">
              <a:rPr kumimoji="0" lang="zh-CN" altLang="en-US" b="1" i="0" strike="noStrike" kern="1200" cap="none" spc="0" normalizeH="0" baseline="0" noProof="0">
                <a:latin typeface="楷体_GB2312" pitchFamily="49" charset="-122"/>
                <a:ea typeface="楷体_GB2312" pitchFamily="49" charset="-122"/>
                <a:cs typeface="+mn-cs"/>
              </a:rPr>
              <a:t>‹#›</a:t>
            </a:fld>
            <a:endParaRPr kumimoji="0" lang="en-US" altLang="zh-CN" b="1" i="0" strike="noStrike" kern="1200" cap="none" spc="0" normalizeH="0" baseline="0" noProof="0">
              <a:latin typeface="楷体_GB2312" pitchFamily="49" charset="-122"/>
              <a:ea typeface="楷体_GB2312" pitchFamily="49"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endParaRPr kumimoji="0" lang="zh-CN" altLang="en-US" i="0" strike="noStrike" kern="1200" cap="none" spc="0" normalizeH="0" baseline="0" noProof="0">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indent="0" defTabSz="914400" rtl="0" fontAlgn="base" latinLnBrk="0">
              <a:lnSpc>
                <a:spcPct val="100000"/>
              </a:lnSpc>
              <a:spcAft>
                <a:spcPct val="0"/>
              </a:spcAft>
              <a:buClrTx/>
              <a:buSzTx/>
              <a:buFontTx/>
              <a:defRPr/>
            </a:pPr>
            <a:fld id="{2B1A85E5-A257-4DE6-9E7D-578C6EDAEB9B}" type="slidenum">
              <a:rPr kumimoji="0" lang="zh-CN" altLang="en-US" b="1" i="0" strike="noStrike" kern="1200" cap="none" spc="0" normalizeH="0" baseline="0" noProof="0">
                <a:latin typeface="楷体_GB2312" pitchFamily="49" charset="-122"/>
                <a:ea typeface="楷体_GB2312" pitchFamily="49" charset="-122"/>
                <a:cs typeface="+mn-cs"/>
              </a:rPr>
              <a:t>‹#›</a:t>
            </a:fld>
            <a:endParaRPr kumimoji="0" lang="en-US" altLang="zh-CN" b="1" i="0" strike="noStrike" kern="1200" cap="none" spc="0" normalizeH="0" baseline="0" noProof="0">
              <a:latin typeface="楷体_GB2312" pitchFamily="49" charset="-122"/>
              <a:ea typeface="楷体_GB2312" pitchFamily="49"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endParaRPr kumimoji="0" lang="zh-CN" altLang="en-US" i="0" strike="noStrike" kern="1200" cap="none" spc="0" normalizeH="0" baseline="0" noProof="0">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indent="0" defTabSz="914400" rtl="0" fontAlgn="base" latinLnBrk="0">
              <a:lnSpc>
                <a:spcPct val="100000"/>
              </a:lnSpc>
              <a:spcAft>
                <a:spcPct val="0"/>
              </a:spcAft>
              <a:buClrTx/>
              <a:buSzTx/>
              <a:buFontTx/>
              <a:defRPr/>
            </a:pPr>
            <a:fld id="{9BDAEB0F-8FD7-4707-91F5-3CE9C4E25D2A}" type="slidenum">
              <a:rPr kumimoji="0" lang="zh-CN" altLang="en-US" b="1" i="0" strike="noStrike" kern="1200" cap="none" spc="0" normalizeH="0" baseline="0" noProof="0">
                <a:latin typeface="楷体_GB2312" pitchFamily="49" charset="-122"/>
                <a:ea typeface="楷体_GB2312" pitchFamily="49" charset="-122"/>
                <a:cs typeface="+mn-cs"/>
              </a:rPr>
              <a:t>‹#›</a:t>
            </a:fld>
            <a:endParaRPr kumimoji="0" lang="en-US" altLang="zh-CN" b="1" i="0" strike="noStrike" kern="1200" cap="none" spc="0" normalizeH="0" baseline="0" noProof="0">
              <a:latin typeface="楷体_GB2312" pitchFamily="49" charset="-122"/>
              <a:ea typeface="楷体_GB2312" pitchFamily="49"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endParaRPr kumimoji="0" lang="zh-CN" altLang="en-US" i="0" strike="noStrike" kern="1200" cap="none" spc="0" normalizeH="0" baseline="0" noProof="0">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indent="0" defTabSz="914400" rtl="0" fontAlgn="base" latinLnBrk="0">
              <a:lnSpc>
                <a:spcPct val="100000"/>
              </a:lnSpc>
              <a:spcAft>
                <a:spcPct val="0"/>
              </a:spcAft>
              <a:buClrTx/>
              <a:buSzTx/>
              <a:buFontTx/>
              <a:defRPr/>
            </a:pPr>
            <a:fld id="{795A4062-3AF8-4288-891B-4716D7157551}" type="slidenum">
              <a:rPr kumimoji="0" lang="zh-CN" altLang="en-US" b="1" i="0" strike="noStrike" kern="1200" cap="none" spc="0" normalizeH="0" baseline="0" noProof="0">
                <a:latin typeface="楷体_GB2312" pitchFamily="49" charset="-122"/>
                <a:ea typeface="楷体_GB2312" pitchFamily="49" charset="-122"/>
                <a:cs typeface="+mn-cs"/>
              </a:rPr>
              <a:t>‹#›</a:t>
            </a:fld>
            <a:endParaRPr kumimoji="0" lang="en-US" altLang="zh-CN" b="1" i="0" strike="noStrike" kern="1200" cap="none" spc="0" normalizeH="0" baseline="0" noProof="0">
              <a:latin typeface="楷体_GB2312" pitchFamily="49" charset="-122"/>
              <a:ea typeface="楷体_GB2312" pitchFamily="49"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53250" y="0"/>
            <a:ext cx="2190750" cy="6126163"/>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381000" y="0"/>
            <a:ext cx="6419850" cy="6126163"/>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endParaRPr kumimoji="0" lang="zh-CN" altLang="en-US" i="0" strike="noStrike" kern="1200" cap="none" spc="0" normalizeH="0" baseline="0" noProof="0">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indent="0" defTabSz="914400" rtl="0" fontAlgn="base" latinLnBrk="0">
              <a:lnSpc>
                <a:spcPct val="100000"/>
              </a:lnSpc>
              <a:spcAft>
                <a:spcPct val="0"/>
              </a:spcAft>
              <a:buClrTx/>
              <a:buSzTx/>
              <a:buFontTx/>
              <a:defRPr/>
            </a:pPr>
            <a:fld id="{E81A2913-B17C-426C-938A-EE2B2A8739E0}" type="slidenum">
              <a:rPr kumimoji="0" lang="zh-CN" altLang="en-US" b="1" i="0" strike="noStrike" kern="1200" cap="none" spc="0" normalizeH="0" baseline="0" noProof="0">
                <a:latin typeface="楷体_GB2312" pitchFamily="49" charset="-122"/>
                <a:ea typeface="楷体_GB2312" pitchFamily="49" charset="-122"/>
                <a:cs typeface="+mn-cs"/>
              </a:rPr>
              <a:t>‹#›</a:t>
            </a:fld>
            <a:endParaRPr kumimoji="0" lang="en-US" altLang="zh-CN" b="1" i="0" strike="noStrike" kern="1200" cap="none" spc="0" normalizeH="0" baseline="0" noProof="0">
              <a:latin typeface="楷体_GB2312" pitchFamily="49" charset="-122"/>
              <a:ea typeface="楷体_GB2312" pitchFamily="49"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381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572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endParaRPr kumimoji="0" lang="zh-CN" altLang="en-US" i="0" strike="noStrike" kern="1200" cap="none" spc="0" normalizeH="0" baseline="0" noProof="0">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indent="0" defTabSz="914400" rtl="0" fontAlgn="base" latinLnBrk="0">
              <a:lnSpc>
                <a:spcPct val="100000"/>
              </a:lnSpc>
              <a:spcAft>
                <a:spcPct val="0"/>
              </a:spcAft>
              <a:buClrTx/>
              <a:buSzTx/>
              <a:buFontTx/>
              <a:defRPr/>
            </a:pPr>
            <a:fld id="{0137E369-F6A5-49FF-8AC2-5BF37D7F40D7}" type="slidenum">
              <a:rPr kumimoji="0" lang="zh-CN" altLang="en-US" b="1" i="0" strike="noStrike" kern="1200" cap="none" spc="0" normalizeH="0" baseline="0" noProof="0">
                <a:latin typeface="楷体_GB2312" pitchFamily="49" charset="-122"/>
                <a:ea typeface="楷体_GB2312" pitchFamily="49" charset="-122"/>
                <a:cs typeface="+mn-cs"/>
              </a:rPr>
              <a:t>‹#›</a:t>
            </a:fld>
            <a:endParaRPr kumimoji="0" lang="en-US" altLang="zh-CN" b="1" i="0" strike="noStrike" kern="1200" cap="none" spc="0" normalizeH="0" baseline="0" noProof="0">
              <a:latin typeface="楷体_GB2312" pitchFamily="49" charset="-122"/>
              <a:ea typeface="楷体_GB2312" pitchFamily="49"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381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572000" y="1600200"/>
            <a:ext cx="4038600" cy="21859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572000" y="3938588"/>
            <a:ext cx="4038600" cy="21875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endParaRPr kumimoji="0" lang="zh-CN" altLang="en-US" i="0" strike="noStrike" kern="1200" cap="none" spc="0" normalizeH="0" baseline="0" noProof="0">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1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indent="0" defTabSz="914400" rtl="0" fontAlgn="base" latinLnBrk="0">
              <a:lnSpc>
                <a:spcPct val="100000"/>
              </a:lnSpc>
              <a:spcAft>
                <a:spcPct val="0"/>
              </a:spcAft>
              <a:buClrTx/>
              <a:buSzTx/>
              <a:buFontTx/>
              <a:defRPr/>
            </a:pPr>
            <a:fld id="{5EFC1BD9-2B51-4E96-BF96-255EFDF723DE}" type="slidenum">
              <a:rPr kumimoji="0" lang="zh-CN" altLang="en-US" b="1" i="0" strike="noStrike" kern="1200" cap="none" spc="0" normalizeH="0" baseline="0" noProof="0">
                <a:latin typeface="楷体_GB2312" pitchFamily="49" charset="-122"/>
                <a:ea typeface="楷体_GB2312" pitchFamily="49" charset="-122"/>
                <a:cs typeface="+mn-cs"/>
              </a:rPr>
              <a:t>‹#›</a:t>
            </a:fld>
            <a:endParaRPr kumimoji="0" lang="en-US" altLang="zh-CN" b="1" i="0" strike="noStrike" kern="1200" cap="none" spc="0" normalizeH="0" baseline="0" noProof="0">
              <a:latin typeface="楷体_GB2312" pitchFamily="49" charset="-122"/>
              <a:ea typeface="楷体_GB2312" pitchFamily="49"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381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572000" y="1600200"/>
            <a:ext cx="4038600" cy="21859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572000" y="3938588"/>
            <a:ext cx="4038600" cy="21875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endParaRPr kumimoji="0" lang="zh-CN" altLang="en-US" i="0" strike="noStrike" kern="1200" cap="none" spc="0" normalizeH="0" baseline="0" noProof="0">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1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indent="0" defTabSz="914400" rtl="0" fontAlgn="base" latinLnBrk="0">
              <a:lnSpc>
                <a:spcPct val="100000"/>
              </a:lnSpc>
              <a:spcAft>
                <a:spcPct val="0"/>
              </a:spcAft>
              <a:buClrTx/>
              <a:buSzTx/>
              <a:buFontTx/>
              <a:defRPr/>
            </a:pPr>
            <a:fld id="{3CD25A8A-5C72-4C28-BAE1-E4167193EA6E}" type="slidenum">
              <a:rPr kumimoji="0" lang="zh-CN" altLang="en-US" b="1" i="0" strike="noStrike" kern="1200" cap="none" spc="0" normalizeH="0" baseline="0" noProof="0">
                <a:latin typeface="楷体_GB2312" pitchFamily="49" charset="-122"/>
                <a:ea typeface="楷体_GB2312" pitchFamily="49" charset="-122"/>
                <a:cs typeface="+mn-cs"/>
              </a:rPr>
              <a:t>‹#›</a:t>
            </a:fld>
            <a:endParaRPr kumimoji="0" lang="en-US" altLang="zh-CN" b="1" i="0" strike="noStrike" kern="1200" cap="none" spc="0" normalizeH="0" baseline="0" noProof="0">
              <a:latin typeface="楷体_GB2312" pitchFamily="49" charset="-122"/>
              <a:ea typeface="楷体_GB2312" pitchFamily="49"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bl" preserve="1">
  <p:cSld name="标题和表格">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pPr fontAlgn="base"/>
            <a:r>
              <a:rPr lang="zh-CN" altLang="en-US" strike="noStrike" noProof="1"/>
              <a:t>单击此处编辑母版标题样式</a:t>
            </a:r>
          </a:p>
        </p:txBody>
      </p:sp>
      <p:sp>
        <p:nvSpPr>
          <p:cNvPr id="3" name="表格占位符 2"/>
          <p:cNvSpPr>
            <a:spLocks noGrp="1"/>
          </p:cNvSpPr>
          <p:nvPr>
            <p:ph type="tbl" idx="1"/>
          </p:nvPr>
        </p:nvSpPr>
        <p:spPr>
          <a:xfrm>
            <a:off x="381000" y="1600200"/>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endParaRPr kumimoji="0" lang="zh-CN" altLang="en-US" i="0" strike="noStrike" kern="1200" cap="none" spc="0" normalizeH="0" baseline="0" noProof="0">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indent="0" defTabSz="914400" rtl="0" fontAlgn="base" latinLnBrk="0">
              <a:lnSpc>
                <a:spcPct val="100000"/>
              </a:lnSpc>
              <a:spcAft>
                <a:spcPct val="0"/>
              </a:spcAft>
              <a:buClrTx/>
              <a:buSzTx/>
              <a:buFontTx/>
              <a:defRPr/>
            </a:pPr>
            <a:fld id="{B316F2A9-A9D8-41E1-92E7-C4AF5891CC91}" type="slidenum">
              <a:rPr kumimoji="0" lang="zh-CN" altLang="en-US" b="1" i="0" strike="noStrike" kern="1200" cap="none" spc="0" normalizeH="0" baseline="0" noProof="0">
                <a:latin typeface="楷体_GB2312" pitchFamily="49" charset="-122"/>
                <a:ea typeface="楷体_GB2312" pitchFamily="49" charset="-122"/>
                <a:cs typeface="+mn-cs"/>
              </a:rPr>
              <a:t>‹#›</a:t>
            </a:fld>
            <a:endParaRPr kumimoji="0" lang="en-US" altLang="zh-CN" b="1" i="0" strike="noStrike" kern="1200" cap="none" spc="0" normalizeH="0" baseline="0" noProof="0">
              <a:latin typeface="楷体_GB2312" pitchFamily="49" charset="-122"/>
              <a:ea typeface="楷体_GB2312" pitchFamily="49"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w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image" Target="../media/image2.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image" Target="../media/image1.wmf"/><Relationship Id="rId2" Type="http://schemas.openxmlformats.org/officeDocument/2006/relationships/slideLayout" Target="../slideLayouts/slideLayout15.xml"/><Relationship Id="rId16" Type="http://schemas.openxmlformats.org/officeDocument/2006/relationships/theme" Target="../theme/theme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j0296302"/>
          <p:cNvPicPr>
            <a:picLocks noChangeAspect="1"/>
          </p:cNvPicPr>
          <p:nvPr/>
        </p:nvPicPr>
        <p:blipFill>
          <a:blip r:embed="rId15"/>
          <a:stretch>
            <a:fillRect/>
          </a:stretch>
        </p:blipFill>
        <p:spPr>
          <a:xfrm>
            <a:off x="0" y="6245225"/>
            <a:ext cx="838200" cy="612775"/>
          </a:xfrm>
          <a:prstGeom prst="rect">
            <a:avLst/>
          </a:prstGeom>
          <a:noFill/>
          <a:ln w="9525">
            <a:noFill/>
          </a:ln>
        </p:spPr>
      </p:pic>
      <p:sp>
        <p:nvSpPr>
          <p:cNvPr id="5124" name="Rectangle 4"/>
          <p:cNvSpPr>
            <a:spLocks noGrp="1" noChangeArrowheads="1"/>
          </p:cNvSpPr>
          <p:nvPr>
            <p:ph type="title"/>
          </p:nvPr>
        </p:nvSpPr>
        <p:spPr bwMode="auto">
          <a:xfrm>
            <a:off x="990600" y="0"/>
            <a:ext cx="8153400"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vert="horz" wrap="square" lIns="91440" tIns="45720" rIns="91440" bIns="45720" numCol="1" anchor="ctr" anchorCtr="0" compatLnSpc="1"/>
          <a:lstStyle/>
          <a:p>
            <a:pPr lvl="0" fontAlgn="base"/>
            <a:r>
              <a:rPr lang="zh-CN" altLang="en-US" strike="noStrike" noProof="1"/>
              <a:t>单击此处编辑母版标题样式</a:t>
            </a:r>
          </a:p>
        </p:txBody>
      </p:sp>
      <p:sp>
        <p:nvSpPr>
          <p:cNvPr id="5125" name="Rectangle 5"/>
          <p:cNvSpPr>
            <a:spLocks noGrp="1" noChangeArrowheads="1"/>
          </p:cNvSpPr>
          <p:nvPr>
            <p:ph type="body" idx="1"/>
          </p:nvPr>
        </p:nvSpPr>
        <p:spPr bwMode="auto">
          <a:xfrm>
            <a:off x="381000" y="1600200"/>
            <a:ext cx="8229600" cy="4525963"/>
          </a:xfrm>
          <a:prstGeom prst="rect">
            <a:avLst/>
          </a:prstGeom>
          <a:noFill/>
          <a:ln w="9525">
            <a:noFill/>
            <a:miter lim="800000"/>
          </a:ln>
          <a:effectLst/>
        </p:spPr>
        <p:txBody>
          <a:bodyPr vert="horz" wrap="square" lIns="91440" tIns="45720" rIns="91440" bIns="45720" numCol="1" anchor="t" anchorCtr="0" compatLnSpc="1"/>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126"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eaLnBrk="1" hangingPunct="1">
              <a:spcBef>
                <a:spcPct val="0"/>
              </a:spcBef>
              <a:buFontTx/>
              <a:buNone/>
              <a:defRPr sz="1200" b="1">
                <a:solidFill>
                  <a:srgbClr val="003399"/>
                </a:solidFill>
                <a:effectLst>
                  <a:outerShdw blurRad="38100" dist="38100" dir="2700000" algn="tl">
                    <a:srgbClr val="C0C0C0"/>
                  </a:outerShdw>
                </a:effectLst>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127"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lgn="ctr" eaLnBrk="1" hangingPunct="1">
              <a:spcBef>
                <a:spcPct val="0"/>
              </a:spcBef>
              <a:buFontTx/>
              <a:buNone/>
              <a:defRPr sz="1400" b="1">
                <a:solidFill>
                  <a:srgbClr val="003399"/>
                </a:solidFill>
                <a:effectLst>
                  <a:outerShdw blurRad="38100" dist="38100" dir="2700000" algn="tl">
                    <a:srgbClr val="C0C0C0"/>
                  </a:outerShdw>
                </a:effectLst>
                <a:latin typeface="Comic Sans MS" panose="030F0702030302020204" pitchFamily="66" charset="0"/>
                <a:ea typeface="宋体" panose="02010600030101010101" pitchFamily="2" charset="-122"/>
                <a:cs typeface="+mn-cs"/>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128"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buFontTx/>
              <a:buNone/>
              <a:defRPr sz="1200" b="1">
                <a:solidFill>
                  <a:srgbClr val="003399"/>
                </a:solidFill>
                <a:effectLst>
                  <a:outerShdw blurRad="38100" dist="38100" dir="2700000" algn="tl">
                    <a:srgbClr val="C0C0C0"/>
                  </a:outerShdw>
                </a:effectLst>
                <a:latin typeface="Arial" panose="020B0604020202020204" pitchFamily="34" charset="0"/>
                <a:ea typeface="宋体" panose="02010600030101010101" pitchFamily="2" charset="-122"/>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B2EFDEC-F7F4-4928-B851-B257733E2AFA}"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pic>
        <p:nvPicPr>
          <p:cNvPr id="1032" name="Picture 9"/>
          <p:cNvPicPr>
            <a:picLocks noChangeAspect="1"/>
          </p:cNvPicPr>
          <p:nvPr userDrawn="1"/>
        </p:nvPicPr>
        <p:blipFill>
          <a:blip r:embed="rId16"/>
          <a:stretch>
            <a:fillRect/>
          </a:stretch>
        </p:blipFill>
        <p:spPr>
          <a:xfrm>
            <a:off x="0" y="152400"/>
            <a:ext cx="1066800" cy="955675"/>
          </a:xfrm>
          <a:prstGeom prst="rect">
            <a:avLst/>
          </a:prstGeom>
          <a:noFill/>
          <a:ln w="9525">
            <a:noFill/>
          </a:ln>
        </p:spPr>
      </p:pic>
      <p:pic>
        <p:nvPicPr>
          <p:cNvPr id="1033" name="Picture 11" descr="j0296302"/>
          <p:cNvPicPr>
            <a:picLocks noChangeAspect="1"/>
          </p:cNvPicPr>
          <p:nvPr userDrawn="1"/>
        </p:nvPicPr>
        <p:blipFill>
          <a:blip r:embed="rId15"/>
          <a:stretch>
            <a:fillRect/>
          </a:stretch>
        </p:blipFill>
        <p:spPr>
          <a:xfrm flipV="1">
            <a:off x="6457950" y="1076325"/>
            <a:ext cx="2514600" cy="103188"/>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p:titleStyle>
    <p:bodyStyle>
      <a:lvl1pPr marL="342900" indent="-342900" algn="l" rtl="0" eaLnBrk="0" fontAlgn="base" hangingPunct="0">
        <a:spcBef>
          <a:spcPct val="20000"/>
        </a:spcBef>
        <a:spcAft>
          <a:spcPct val="0"/>
        </a:spcAft>
        <a:buChar char="•"/>
        <a:defRPr sz="3200" b="1">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1">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1">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1">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1">
          <a:solidFill>
            <a:srgbClr val="003399"/>
          </a:solidFill>
          <a:effectLst>
            <a:outerShdw blurRad="38100" dist="38100" dir="2700000" algn="tl">
              <a:srgbClr val="C0C0C0"/>
            </a:outerShdw>
          </a:effectLst>
          <a:latin typeface="+mn-lt"/>
          <a:ea typeface="+mn-ea"/>
          <a:cs typeface="楷体_GB2312"/>
        </a:defRPr>
      </a:lvl5pPr>
      <a:lvl6pPr marL="25146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descr="j0296302"/>
          <p:cNvPicPr>
            <a:picLocks noChangeAspect="1"/>
          </p:cNvPicPr>
          <p:nvPr/>
        </p:nvPicPr>
        <p:blipFill>
          <a:blip r:embed="rId17"/>
          <a:stretch>
            <a:fillRect/>
          </a:stretch>
        </p:blipFill>
        <p:spPr>
          <a:xfrm>
            <a:off x="0" y="6245225"/>
            <a:ext cx="838200" cy="612775"/>
          </a:xfrm>
          <a:prstGeom prst="rect">
            <a:avLst/>
          </a:prstGeom>
          <a:noFill/>
          <a:ln w="9525">
            <a:noFill/>
          </a:ln>
        </p:spPr>
      </p:pic>
      <p:sp>
        <p:nvSpPr>
          <p:cNvPr id="5124" name="Rectangle 4"/>
          <p:cNvSpPr>
            <a:spLocks noGrp="1" noChangeArrowheads="1"/>
          </p:cNvSpPr>
          <p:nvPr>
            <p:ph type="title"/>
          </p:nvPr>
        </p:nvSpPr>
        <p:spPr bwMode="auto">
          <a:xfrm>
            <a:off x="990600" y="0"/>
            <a:ext cx="8153400"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vert="horz" wrap="square" lIns="91440" tIns="45720" rIns="91440" bIns="45720" numCol="1" anchor="ctr" anchorCtr="0" compatLnSpc="1"/>
          <a:lstStyle/>
          <a:p>
            <a:pPr lvl="0" fontAlgn="base"/>
            <a:r>
              <a:rPr lang="zh-CN" altLang="en-US" strike="noStrike" noProof="1"/>
              <a:t>单击此处编辑母版标题样式</a:t>
            </a:r>
          </a:p>
        </p:txBody>
      </p:sp>
      <p:sp>
        <p:nvSpPr>
          <p:cNvPr id="5125" name="Rectangle 5"/>
          <p:cNvSpPr>
            <a:spLocks noGrp="1" noChangeArrowheads="1"/>
          </p:cNvSpPr>
          <p:nvPr>
            <p:ph type="body" idx="1"/>
          </p:nvPr>
        </p:nvSpPr>
        <p:spPr bwMode="auto">
          <a:xfrm>
            <a:off x="381000" y="1600200"/>
            <a:ext cx="8229600" cy="4525963"/>
          </a:xfrm>
          <a:prstGeom prst="rect">
            <a:avLst/>
          </a:prstGeom>
          <a:noFill/>
          <a:ln w="9525">
            <a:noFill/>
            <a:miter lim="800000"/>
          </a:ln>
          <a:effectLst/>
        </p:spPr>
        <p:txBody>
          <a:bodyPr vert="horz" wrap="square" lIns="91440" tIns="45720" rIns="91440" bIns="45720" numCol="1" anchor="t" anchorCtr="0" compatLnSpc="1"/>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126"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lgn="l" eaLnBrk="1" hangingPunct="1">
              <a:buFontTx/>
              <a:buNone/>
              <a:defRPr sz="1200" b="1">
                <a:solidFill>
                  <a:srgbClr val="003399"/>
                </a:solidFill>
                <a:effectLst>
                  <a:outerShdw blurRad="38100" dist="38100" dir="2700000" algn="tl">
                    <a:srgbClr val="C0C0C0"/>
                  </a:outerShdw>
                </a:effectLst>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127"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lgn="ctr" eaLnBrk="1" hangingPunct="1">
              <a:buFontTx/>
              <a:buNone/>
              <a:defRPr sz="1400" b="1">
                <a:solidFill>
                  <a:srgbClr val="003399"/>
                </a:solidFill>
                <a:effectLst>
                  <a:outerShdw blurRad="38100" dist="38100" dir="2700000" algn="tl">
                    <a:srgbClr val="C0C0C0"/>
                  </a:outerShdw>
                </a:effectLst>
                <a:latin typeface="Comic Sans MS" panose="030F0702030302020204" pitchFamily="66" charset="0"/>
                <a:ea typeface="宋体" panose="02010600030101010101" pitchFamily="2" charset="-122"/>
                <a:cs typeface="+mn-cs"/>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128"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lgn="r" eaLnBrk="1" hangingPunct="1">
              <a:buFontTx/>
              <a:buNone/>
              <a:defRPr sz="1200">
                <a:solidFill>
                  <a:srgbClr val="003399"/>
                </a:solidFill>
                <a:effectLst>
                  <a:outerShdw blurRad="38100" dist="38100" dir="2700000" algn="tl">
                    <a:srgbClr val="C0C0C0"/>
                  </a:outerShdw>
                </a:effectLst>
                <a:latin typeface="Arial" panose="020B0604020202020204" pitchFamily="34" charset="0"/>
                <a:ea typeface="楷体_GB2312" pitchFamily="49" charset="-122"/>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BF031D55-464F-4ABB-819E-E96C5CE53641}"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pic>
        <p:nvPicPr>
          <p:cNvPr id="2056" name="Picture 9"/>
          <p:cNvPicPr>
            <a:picLocks noChangeAspect="1"/>
          </p:cNvPicPr>
          <p:nvPr userDrawn="1"/>
        </p:nvPicPr>
        <p:blipFill>
          <a:blip r:embed="rId18"/>
          <a:stretch>
            <a:fillRect/>
          </a:stretch>
        </p:blipFill>
        <p:spPr>
          <a:xfrm>
            <a:off x="0" y="152400"/>
            <a:ext cx="1066800" cy="955675"/>
          </a:xfrm>
          <a:prstGeom prst="rect">
            <a:avLst/>
          </a:prstGeom>
          <a:noFill/>
          <a:ln w="9525">
            <a:noFill/>
          </a:ln>
        </p:spPr>
      </p:pic>
      <p:pic>
        <p:nvPicPr>
          <p:cNvPr id="2057" name="Picture 11" descr="j0296302"/>
          <p:cNvPicPr>
            <a:picLocks noChangeAspect="1"/>
          </p:cNvPicPr>
          <p:nvPr userDrawn="1"/>
        </p:nvPicPr>
        <p:blipFill>
          <a:blip r:embed="rId17"/>
          <a:stretch>
            <a:fillRect/>
          </a:stretch>
        </p:blipFill>
        <p:spPr>
          <a:xfrm flipV="1">
            <a:off x="6457950" y="1076325"/>
            <a:ext cx="2514600" cy="103188"/>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Lst>
  <p:hf sldNum="0" hdr="0" ftr="0" dt="0"/>
  <p:txStyles>
    <p:titleStyle>
      <a:lvl1pPr algn="r" rtl="0" eaLnBrk="0" fontAlgn="base" hangingPunct="0">
        <a:spcBef>
          <a:spcPct val="0"/>
        </a:spcBef>
        <a:spcAft>
          <a:spcPct val="0"/>
        </a:spcAft>
        <a:defRPr sz="4400" b="1">
          <a:solidFill>
            <a:srgbClr val="A24200"/>
          </a:solidFill>
          <a:effectLst>
            <a:outerShdw blurRad="38100" dist="38100" dir="2700000" algn="tl">
              <a:srgbClr val="000000"/>
            </a:outerShdw>
          </a:effectLst>
          <a:latin typeface="Times New Roman" panose="02020603050405020304" pitchFamily="18" charset="0"/>
          <a:ea typeface="+mj-ea"/>
          <a:cs typeface="楷体_GB2312"/>
        </a:defRPr>
      </a:lvl1pPr>
      <a:lvl2pPr algn="r" rtl="0" eaLnBrk="0" fontAlgn="base" hangingPunct="0">
        <a:spcBef>
          <a:spcPct val="0"/>
        </a:spcBef>
        <a:spcAft>
          <a:spcPct val="0"/>
        </a:spcAft>
        <a:defRPr sz="4400" b="1">
          <a:solidFill>
            <a:srgbClr val="A24200"/>
          </a:solidFill>
          <a:effectLst>
            <a:outerShdw blurRad="38100" dist="38100" dir="2700000" algn="tl">
              <a:srgbClr val="000000"/>
            </a:outerShdw>
          </a:effectLst>
          <a:latin typeface="Times New Roman" panose="02020603050405020304" pitchFamily="18" charset="0"/>
          <a:ea typeface="楷体_GB2312" pitchFamily="49" charset="-122"/>
          <a:cs typeface="楷体_GB2312"/>
        </a:defRPr>
      </a:lvl2pPr>
      <a:lvl3pPr algn="r" rtl="0" eaLnBrk="0" fontAlgn="base" hangingPunct="0">
        <a:spcBef>
          <a:spcPct val="0"/>
        </a:spcBef>
        <a:spcAft>
          <a:spcPct val="0"/>
        </a:spcAft>
        <a:defRPr sz="4400" b="1">
          <a:solidFill>
            <a:srgbClr val="A24200"/>
          </a:solidFill>
          <a:effectLst>
            <a:outerShdw blurRad="38100" dist="38100" dir="2700000" algn="tl">
              <a:srgbClr val="000000"/>
            </a:outerShdw>
          </a:effectLst>
          <a:latin typeface="Times New Roman" panose="02020603050405020304" pitchFamily="18" charset="0"/>
          <a:ea typeface="楷体_GB2312" pitchFamily="49" charset="-122"/>
          <a:cs typeface="楷体_GB2312"/>
        </a:defRPr>
      </a:lvl3pPr>
      <a:lvl4pPr algn="r" rtl="0" eaLnBrk="0" fontAlgn="base" hangingPunct="0">
        <a:spcBef>
          <a:spcPct val="0"/>
        </a:spcBef>
        <a:spcAft>
          <a:spcPct val="0"/>
        </a:spcAft>
        <a:defRPr sz="4400" b="1">
          <a:solidFill>
            <a:srgbClr val="A24200"/>
          </a:solidFill>
          <a:effectLst>
            <a:outerShdw blurRad="38100" dist="38100" dir="2700000" algn="tl">
              <a:srgbClr val="000000"/>
            </a:outerShdw>
          </a:effectLst>
          <a:latin typeface="Times New Roman" panose="02020603050405020304" pitchFamily="18" charset="0"/>
          <a:ea typeface="楷体_GB2312" pitchFamily="49" charset="-122"/>
          <a:cs typeface="楷体_GB2312"/>
        </a:defRPr>
      </a:lvl4pPr>
      <a:lvl5pPr algn="r" rtl="0" eaLnBrk="0" fontAlgn="base" hangingPunct="0">
        <a:spcBef>
          <a:spcPct val="0"/>
        </a:spcBef>
        <a:spcAft>
          <a:spcPct val="0"/>
        </a:spcAft>
        <a:defRPr sz="4400" b="1">
          <a:solidFill>
            <a:srgbClr val="A24200"/>
          </a:solidFill>
          <a:effectLst>
            <a:outerShdw blurRad="38100" dist="38100" dir="2700000" algn="tl">
              <a:srgbClr val="000000"/>
            </a:outerShdw>
          </a:effectLst>
          <a:latin typeface="Times New Roman" panose="02020603050405020304" pitchFamily="18" charset="0"/>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p:titleStyle>
    <p:bodyStyle>
      <a:lvl1pPr marL="342900" indent="-342900" algn="l" rtl="0" eaLnBrk="0" fontAlgn="base" hangingPunct="0">
        <a:spcBef>
          <a:spcPct val="20000"/>
        </a:spcBef>
        <a:spcAft>
          <a:spcPct val="0"/>
        </a:spcAft>
        <a:buChar char="•"/>
        <a:defRPr sz="3200" b="1">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1">
          <a:solidFill>
            <a:srgbClr val="3333FF"/>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1">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1">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1">
          <a:solidFill>
            <a:srgbClr val="003399"/>
          </a:solidFill>
          <a:effectLst>
            <a:outerShdw blurRad="38100" dist="38100" dir="2700000" algn="tl">
              <a:srgbClr val="C0C0C0"/>
            </a:outerShdw>
          </a:effectLst>
          <a:latin typeface="+mn-lt"/>
          <a:ea typeface="+mn-ea"/>
          <a:cs typeface="楷体_GB2312"/>
        </a:defRPr>
      </a:lvl5pPr>
      <a:lvl6pPr marL="25146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slideLayout" Target="../slideLayouts/slideLayout7.xml"/><Relationship Id="rId4" Type="http://schemas.openxmlformats.org/officeDocument/2006/relationships/image" Target="../media/image13.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4.png"/><Relationship Id="rId4" Type="http://schemas.openxmlformats.org/officeDocument/2006/relationships/oleObject" Target="../embeddings/oleObject1.bin"/></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5.png"/><Relationship Id="rId4" Type="http://schemas.openxmlformats.org/officeDocument/2006/relationships/oleObject" Target="../embeddings/oleObject2.bin"/></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4.bin"/><Relationship Id="rId5" Type="http://schemas.openxmlformats.org/officeDocument/2006/relationships/image" Target="../media/image16.png"/><Relationship Id="rId4" Type="http://schemas.openxmlformats.org/officeDocument/2006/relationships/oleObject" Target="../embeddings/oleObject3.bin"/></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8.w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15.png"/><Relationship Id="rId4" Type="http://schemas.openxmlformats.org/officeDocument/2006/relationships/oleObject" Target="../embeddings/oleObject6.bin"/></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9.png"/><Relationship Id="rId4" Type="http://schemas.openxmlformats.org/officeDocument/2006/relationships/oleObject" Target="../embeddings/oleObject7.bin"/></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23.png"/><Relationship Id="rId5" Type="http://schemas.openxmlformats.org/officeDocument/2006/relationships/image" Target="../media/image22.wmf"/><Relationship Id="rId4" Type="http://schemas.openxmlformats.org/officeDocument/2006/relationships/oleObject" Target="../embeddings/oleObject8.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161925" y="1268413"/>
            <a:ext cx="8820150" cy="27606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ts val="600"/>
              </a:spcBef>
              <a:spcAft>
                <a:spcPts val="0"/>
              </a:spcAft>
              <a:buClrTx/>
              <a:buSzTx/>
              <a:buFontTx/>
              <a:buNone/>
              <a:defRPr/>
            </a:pPr>
            <a:r>
              <a:rPr kumimoji="0" lang="zh-CN" altLang="en-US" sz="6600" b="1" i="0" u="none" strike="noStrike" kern="0" cap="none" spc="0" normalizeH="0" baseline="0" noProof="0" dirty="0">
                <a:ln>
                  <a:noFill/>
                </a:ln>
                <a:solidFill>
                  <a:srgbClr val="A24200"/>
                </a:solidFill>
                <a:effectLst>
                  <a:outerShdw blurRad="38100" dist="38100" dir="2700000" algn="tl">
                    <a:srgbClr val="C0C0C0"/>
                  </a:outerShdw>
                </a:effectLst>
                <a:uLnTx/>
                <a:uFillTx/>
                <a:latin typeface="Times New Roman" panose="02020603050405020304" pitchFamily="18" charset="0"/>
                <a:ea typeface="+mj-ea"/>
                <a:cs typeface="+mj-cs"/>
              </a:rPr>
              <a:t>实现篇</a:t>
            </a:r>
            <a:br>
              <a:rPr kumimoji="0" lang="zh-CN" altLang="en-US" sz="6600" b="1" i="0" u="none" strike="noStrike" kern="0" cap="none" spc="0" normalizeH="0" baseline="0" noProof="0" dirty="0">
                <a:ln>
                  <a:noFill/>
                </a:ln>
                <a:solidFill>
                  <a:srgbClr val="A24200"/>
                </a:solidFill>
                <a:effectLst>
                  <a:outerShdw blurRad="38100" dist="38100" dir="2700000" algn="tl">
                    <a:srgbClr val="C0C0C0"/>
                  </a:outerShdw>
                </a:effectLst>
                <a:uLnTx/>
                <a:uFillTx/>
                <a:latin typeface="Times New Roman" panose="02020603050405020304" pitchFamily="18" charset="0"/>
                <a:ea typeface="+mj-ea"/>
                <a:cs typeface="+mj-cs"/>
              </a:rPr>
            </a:br>
            <a:r>
              <a:rPr kumimoji="0" lang="zh-CN" altLang="en-US" sz="6600" b="1" i="0" u="none" strike="noStrike" kern="0" cap="none" spc="0" normalizeH="0" baseline="0" noProof="0" dirty="0">
                <a:ln>
                  <a:noFill/>
                </a:ln>
                <a:solidFill>
                  <a:srgbClr val="A24200"/>
                </a:solidFill>
                <a:effectLst>
                  <a:outerShdw blurRad="38100" dist="38100" dir="2700000" algn="tl">
                    <a:srgbClr val="C0C0C0"/>
                  </a:outerShdw>
                </a:effectLst>
                <a:uLnTx/>
                <a:uFillTx/>
                <a:latin typeface="Times New Roman" panose="02020603050405020304" pitchFamily="18" charset="0"/>
                <a:ea typeface="+mj-ea"/>
                <a:cs typeface="楷体_GB2312"/>
              </a:rPr>
              <a:t>第十章  并发控制</a:t>
            </a:r>
            <a:endParaRPr kumimoji="0" lang="zh-CN" altLang="en-US" sz="6600" b="1" i="0" u="none" strike="noStrike" kern="0" cap="none" spc="0" normalizeH="0" baseline="0" noProof="0" dirty="0">
              <a:ln>
                <a:noFill/>
              </a:ln>
              <a:solidFill>
                <a:srgbClr val="A24200"/>
              </a:solidFill>
              <a:effectLst>
                <a:outerShdw blurRad="38100" dist="38100" dir="2700000" algn="tl">
                  <a:srgbClr val="C0C0C0"/>
                </a:outerShdw>
              </a:effectLst>
              <a:uLnTx/>
              <a:uFillTx/>
              <a:latin typeface="Times New Roman" panose="02020603050405020304" pitchFamily="18" charset="0"/>
              <a:ea typeface="+mj-ea"/>
              <a:cs typeface="+mj-cs"/>
            </a:endParaRPr>
          </a:p>
        </p:txBody>
      </p:sp>
      <p:sp>
        <p:nvSpPr>
          <p:cNvPr id="4099" name="Rectangle 3"/>
          <p:cNvSpPr>
            <a:spLocks noGrp="1" noChangeArrowheads="1"/>
          </p:cNvSpPr>
          <p:nvPr>
            <p:ph type="subTitle" idx="1"/>
          </p:nvPr>
        </p:nvSpPr>
        <p:spPr>
          <a:xfrm>
            <a:off x="2590800" y="4367213"/>
            <a:ext cx="4860925" cy="1447800"/>
          </a:xfrm>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20000"/>
              </a:spcBef>
              <a:spcAft>
                <a:spcPct val="0"/>
              </a:spcAft>
              <a:buClrTx/>
              <a:buSzTx/>
              <a:buFontTx/>
              <a:buNone/>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主讲：程思瑶</a:t>
            </a:r>
          </a:p>
          <a:p>
            <a:pPr marL="0" marR="0" lvl="0" indent="0" algn="ctr" defTabSz="914400" rtl="0" eaLnBrk="1" fontAlgn="base" latinLnBrk="0" hangingPunct="1">
              <a:lnSpc>
                <a:spcPct val="100000"/>
              </a:lnSpc>
              <a:spcBef>
                <a:spcPct val="20000"/>
              </a:spcBef>
              <a:spcAft>
                <a:spcPct val="0"/>
              </a:spcAft>
              <a:buClrTx/>
              <a:buSzTx/>
              <a:buFontTx/>
              <a:buNone/>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海量数据计算研究中心</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目录</a:t>
            </a: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事务概念</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事务的并发执行和调度</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并发控制协议</a:t>
            </a: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6177F0ED-7934-4034-9F48-FB794543E01F}"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目录</a:t>
            </a: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事务概念</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8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事务的并发执行和调度</a:t>
            </a:r>
            <a:endParaRPr kumimoji="0" lang="en-US" altLang="zh-CN" sz="3200" b="1" i="0" u="none" strike="noStrike" kern="0" cap="none" spc="0" normalizeH="0" baseline="0" noProof="0" dirty="0">
              <a:ln>
                <a:noFill/>
              </a:ln>
              <a:solidFill>
                <a:schemeClr val="bg1">
                  <a:lumMod val="8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8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并发控制协议</a:t>
            </a: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B6F42AEA-B7F8-430A-BB0E-F5C8E65DC7DE}"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事务概念</a:t>
            </a:r>
          </a:p>
        </p:txBody>
      </p:sp>
      <p:sp>
        <p:nvSpPr>
          <p:cNvPr id="3" name="内容占位符 2"/>
          <p:cNvSpPr>
            <a:spLocks noGrp="1"/>
          </p:cNvSpPr>
          <p:nvPr>
            <p:ph idx="1"/>
          </p:nvPr>
        </p:nvSpPr>
        <p:spPr>
          <a:xfrm>
            <a:off x="381000" y="1341438"/>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事务</a:t>
            </a:r>
            <a:r>
              <a:rPr kumimoji="0" lang="en-US" altLang="zh-CN"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(Transaction)</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是用户定义的一个数据库操作序列，这些操作要么全做，要么全不做，</a:t>
            </a:r>
            <a:r>
              <a:rPr kumimoji="0" lang="zh-CN" altLang="en-US" sz="2800" b="1" i="0"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楷体_GB2312"/>
              </a:rPr>
              <a:t>是一个不可分割的工作单位</a:t>
            </a:r>
            <a:r>
              <a:rPr kumimoji="0" lang="zh-CN" altLang="en-US"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a:t>
            </a:r>
            <a:endParaRPr kumimoji="0" lang="en-US" altLang="zh-CN"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事务与程序不同</a:t>
            </a:r>
            <a:endParaRPr kumimoji="0" lang="en-US" altLang="zh-CN"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在关系数据库中，一个事务可以是一条</a:t>
            </a:r>
            <a:r>
              <a:rPr kumimoji="0" lang="en-US" altLang="zh-CN"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SQL</a:t>
            </a:r>
            <a:r>
              <a:rPr kumimoji="0" lang="zh-CN" altLang="en-US"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语句，一组</a:t>
            </a:r>
            <a:r>
              <a:rPr kumimoji="0" lang="en-US" altLang="zh-CN"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SQL</a:t>
            </a:r>
            <a:r>
              <a:rPr kumimoji="0" lang="zh-CN" altLang="en-US"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语句或整个程序</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a:ln>
                  <a:noFill/>
                </a:ln>
                <a:solidFill>
                  <a:srgbClr val="003399"/>
                </a:solidFill>
                <a:effectLst/>
                <a:uLnTx/>
                <a:uFillTx/>
                <a:latin typeface="华文新魏" panose="02010800040101010101" pitchFamily="2" charset="-122"/>
                <a:ea typeface="华文新魏" panose="02010800040101010101" pitchFamily="2" charset="-122"/>
                <a:cs typeface="楷体_GB2312"/>
              </a:rPr>
              <a:t>一个</a:t>
            </a:r>
            <a:r>
              <a:rPr kumimoji="0" lang="zh-CN" altLang="en-US"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程序通常包含多个事务</a:t>
            </a:r>
            <a:endParaRPr kumimoji="0" lang="en-US" altLang="zh-CN"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事务是并发控制和恢复的</a:t>
            </a:r>
            <a:r>
              <a:rPr kumimoji="0" lang="zh-CN" altLang="en-US" sz="3200" b="1" i="0"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基本单位</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A500E6E3-E97A-4A0A-83D3-26A77C18EECD}"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4</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ox(in)">
                                      <p:cBhvr>
                                        <p:cTn id="7" dur="500"/>
                                        <p:tgtEl>
                                          <p:spTgt spid="3">
                                            <p:txEl>
                                              <p:pRg st="2" end="2"/>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box(in)">
                                      <p:cBhvr>
                                        <p:cTn id="10" dur="500"/>
                                        <p:tgtEl>
                                          <p:spTgt spid="3">
                                            <p:txEl>
                                              <p:pRg st="3" end="3"/>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box(in)">
                                      <p:cBhvr>
                                        <p:cTn id="13" dur="500"/>
                                        <p:tgtEl>
                                          <p:spTgt spid="3">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 calcmode="lin" valueType="num">
                                      <p:cBhvr additive="base">
                                        <p:cTn id="18"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事务概念</a:t>
            </a:r>
          </a:p>
        </p:txBody>
      </p:sp>
      <p:sp>
        <p:nvSpPr>
          <p:cNvPr id="3" name="内容占位符 2"/>
          <p:cNvSpPr>
            <a:spLocks noGrp="1"/>
          </p:cNvSpPr>
          <p:nvPr>
            <p:ph idx="1"/>
          </p:nvPr>
        </p:nvSpPr>
        <p:spPr>
          <a:xfrm>
            <a:off x="381000" y="1285875"/>
            <a:ext cx="8229600" cy="135731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定义事务</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mn-ea"/>
                <a:ea typeface="+mn-ea"/>
                <a:cs typeface="楷体_GB2312"/>
              </a:rPr>
              <a:t>显式定义方式</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mn-ea"/>
              <a:ea typeface="+mn-ea"/>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mn-lt"/>
              <a:ea typeface="宋体" panose="0201060003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mn-lt"/>
              <a:ea typeface="宋体" panose="0201060003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mn-lt"/>
              <a:ea typeface="宋体" panose="0201060003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mn-lt"/>
              <a:ea typeface="宋体" panose="0201060003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隐式方式</a:t>
            </a:r>
          </a:p>
          <a:p>
            <a:pPr marL="1143000" marR="0" lvl="2" indent="-228600" algn="l" defTabSz="914400" rtl="0" eaLnBrk="0" fontAlgn="base" latinLnBrk="0" hangingPunct="0">
              <a:lnSpc>
                <a:spcPct val="100000"/>
              </a:lnSpc>
              <a:spcBef>
                <a:spcPct val="20000"/>
              </a:spcBef>
              <a:spcAft>
                <a:spcPct val="0"/>
              </a:spcAft>
              <a:buClrTx/>
              <a:buSzTx/>
              <a:buFontTx/>
              <a:buNone/>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当用户没有显式地定义事务时，</a:t>
            </a:r>
          </a:p>
          <a:p>
            <a:pPr marL="1143000" marR="0" lvl="2" indent="-22860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DBMS</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按缺省规定自动划分事务</a:t>
            </a:r>
          </a:p>
          <a:p>
            <a:pPr marL="742950" marR="0" lvl="1" indent="-285750" algn="l" defTabSz="914400" rtl="0" eaLnBrk="0" fontAlgn="base" latinLnBrk="0" hangingPunct="0">
              <a:lnSpc>
                <a:spcPct val="100000"/>
              </a:lnSpc>
              <a:spcBef>
                <a:spcPct val="20000"/>
              </a:spcBef>
              <a:spcAft>
                <a:spcPct val="0"/>
              </a:spcAft>
              <a:buClrTx/>
              <a:buSzTx/>
              <a:buFontTx/>
              <a:buChar char="–"/>
              <a:defRPr/>
            </a:pPr>
            <a:endPar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mn-lt"/>
              <a:ea typeface="+mn-ea"/>
              <a:cs typeface="楷体_GB2312"/>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49E23974-5A20-4291-B0D6-222CD101D0A9}"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5</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Rectangle 3"/>
          <p:cNvSpPr txBox="1">
            <a:spLocks noChangeArrowheads="1"/>
          </p:cNvSpPr>
          <p:nvPr/>
        </p:nvSpPr>
        <p:spPr bwMode="auto">
          <a:xfrm>
            <a:off x="785813" y="2428875"/>
            <a:ext cx="7772400" cy="1785938"/>
          </a:xfrm>
          <a:prstGeom prst="rect">
            <a:avLst/>
          </a:prstGeom>
          <a:noFill/>
          <a:ln w="9525">
            <a:noFill/>
            <a:miter lim="800000"/>
          </a:ln>
          <a:effectLst/>
        </p:spPr>
        <p:txBody>
          <a:bodyPr/>
          <a:lstStyle/>
          <a:p>
            <a:pPr marL="342900" marR="0" indent="-342900" defTabSz="914400" eaLnBrk="0" hangingPunct="0">
              <a:spcBef>
                <a:spcPct val="20000"/>
              </a:spcBef>
              <a:buClrTx/>
              <a:buSzTx/>
              <a:buFontTx/>
              <a:defRPr/>
            </a:pPr>
            <a:r>
              <a:rPr kumimoji="0" lang="en-US" altLang="zh-CN" sz="1800" kern="0" cap="none" spc="0" normalizeH="0" baseline="0" noProof="0" dirty="0">
                <a:effectLst>
                  <a:outerShdw blurRad="38100" dist="38100" dir="2700000" algn="tl">
                    <a:srgbClr val="C0C0C0"/>
                  </a:outerShdw>
                </a:effectLst>
                <a:latin typeface="+mn-lt"/>
                <a:ea typeface="宋体" panose="02010600030101010101" pitchFamily="2" charset="-122"/>
                <a:cs typeface="+mn-cs"/>
              </a:rPr>
              <a:t>  BEGIN TRANSACTION                   BEGIN TRANSACTION</a:t>
            </a:r>
          </a:p>
          <a:p>
            <a:pPr marL="342900" marR="0" indent="-342900" defTabSz="914400" eaLnBrk="0" hangingPunct="0">
              <a:spcBef>
                <a:spcPct val="20000"/>
              </a:spcBef>
              <a:buClrTx/>
              <a:buSzTx/>
              <a:buFont typeface="Wingdings" panose="05000000000000000000" pitchFamily="2" charset="2"/>
              <a:defRPr/>
            </a:pPr>
            <a:r>
              <a:rPr kumimoji="0" lang="en-US" altLang="zh-CN" sz="1800" kern="0" cap="none" spc="0" normalizeH="0" baseline="0" noProof="0" dirty="0">
                <a:effectLst>
                  <a:outerShdw blurRad="38100" dist="38100" dir="2700000" algn="tl">
                    <a:srgbClr val="C0C0C0"/>
                  </a:outerShdw>
                </a:effectLst>
                <a:latin typeface="+mn-lt"/>
                <a:ea typeface="宋体" panose="02010600030101010101" pitchFamily="2" charset="-122"/>
                <a:cs typeface="+mn-cs"/>
              </a:rPr>
              <a:t>          SQL </a:t>
            </a:r>
            <a:r>
              <a:rPr kumimoji="0" lang="zh-CN" altLang="zh-CN" sz="1800" kern="0" cap="none" spc="0" normalizeH="0" baseline="0" noProof="0" dirty="0">
                <a:effectLst>
                  <a:outerShdw blurRad="38100" dist="38100" dir="2700000" algn="tl">
                    <a:srgbClr val="C0C0C0"/>
                  </a:outerShdw>
                </a:effectLst>
                <a:latin typeface="+mn-lt"/>
                <a:ea typeface="宋体" panose="02010600030101010101" pitchFamily="2" charset="-122"/>
                <a:cs typeface="+mn-cs"/>
              </a:rPr>
              <a:t>语句1</a:t>
            </a:r>
            <a:r>
              <a:rPr kumimoji="0" lang="en-US" altLang="zh-CN" sz="1800" kern="0" cap="none" spc="0" normalizeH="0" baseline="0" noProof="0" dirty="0">
                <a:effectLst>
                  <a:outerShdw blurRad="38100" dist="38100" dir="2700000" algn="tl">
                    <a:srgbClr val="C0C0C0"/>
                  </a:outerShdw>
                </a:effectLst>
                <a:latin typeface="+mn-lt"/>
                <a:ea typeface="宋体" panose="02010600030101010101" pitchFamily="2" charset="-122"/>
                <a:cs typeface="+mn-cs"/>
              </a:rPr>
              <a:t>                                             SQL </a:t>
            </a:r>
            <a:r>
              <a:rPr kumimoji="0" lang="zh-CN" altLang="zh-CN" sz="1800" kern="0" cap="none" spc="0" normalizeH="0" baseline="0" noProof="0" dirty="0">
                <a:effectLst>
                  <a:outerShdw blurRad="38100" dist="38100" dir="2700000" algn="tl">
                    <a:srgbClr val="C0C0C0"/>
                  </a:outerShdw>
                </a:effectLst>
                <a:latin typeface="+mn-lt"/>
                <a:ea typeface="宋体" panose="02010600030101010101" pitchFamily="2" charset="-122"/>
                <a:cs typeface="+mn-cs"/>
              </a:rPr>
              <a:t>语句1</a:t>
            </a:r>
          </a:p>
          <a:p>
            <a:pPr marL="342900" marR="0" indent="-342900" defTabSz="914400" eaLnBrk="0" hangingPunct="0">
              <a:spcBef>
                <a:spcPct val="20000"/>
              </a:spcBef>
              <a:buClrTx/>
              <a:buSzTx/>
              <a:buFont typeface="Wingdings" panose="05000000000000000000" pitchFamily="2" charset="2"/>
              <a:defRPr/>
            </a:pPr>
            <a:r>
              <a:rPr kumimoji="0" lang="zh-CN" altLang="zh-CN" sz="1800" kern="0" cap="none" spc="0" normalizeH="0" baseline="0" noProof="0" dirty="0">
                <a:effectLst>
                  <a:outerShdw blurRad="38100" dist="38100" dir="2700000" algn="tl">
                    <a:srgbClr val="C0C0C0"/>
                  </a:outerShdw>
                </a:effectLst>
                <a:latin typeface="+mn-lt"/>
                <a:ea typeface="宋体" panose="02010600030101010101" pitchFamily="2" charset="-122"/>
                <a:cs typeface="+mn-cs"/>
              </a:rPr>
              <a:t>          </a:t>
            </a:r>
            <a:r>
              <a:rPr kumimoji="0" lang="en-US" altLang="zh-CN" sz="1800" kern="0" cap="none" spc="0" normalizeH="0" baseline="0" noProof="0" dirty="0">
                <a:effectLst>
                  <a:outerShdw blurRad="38100" dist="38100" dir="2700000" algn="tl">
                    <a:srgbClr val="C0C0C0"/>
                  </a:outerShdw>
                </a:effectLst>
                <a:latin typeface="+mn-lt"/>
                <a:ea typeface="宋体" panose="02010600030101010101" pitchFamily="2" charset="-122"/>
                <a:cs typeface="+mn-cs"/>
              </a:rPr>
              <a:t>SQL </a:t>
            </a:r>
            <a:r>
              <a:rPr kumimoji="0" lang="zh-CN" altLang="zh-CN" sz="1800" kern="0" cap="none" spc="0" normalizeH="0" baseline="0" noProof="0" dirty="0">
                <a:effectLst>
                  <a:outerShdw blurRad="38100" dist="38100" dir="2700000" algn="tl">
                    <a:srgbClr val="C0C0C0"/>
                  </a:outerShdw>
                </a:effectLst>
                <a:latin typeface="+mn-lt"/>
                <a:ea typeface="宋体" panose="02010600030101010101" pitchFamily="2" charset="-122"/>
                <a:cs typeface="+mn-cs"/>
              </a:rPr>
              <a:t>语句2                                             </a:t>
            </a:r>
            <a:r>
              <a:rPr kumimoji="0" lang="en-US" altLang="zh-CN" sz="1800" kern="0" cap="none" spc="0" normalizeH="0" baseline="0" noProof="0" dirty="0">
                <a:effectLst>
                  <a:outerShdw blurRad="38100" dist="38100" dir="2700000" algn="tl">
                    <a:srgbClr val="C0C0C0"/>
                  </a:outerShdw>
                </a:effectLst>
                <a:latin typeface="+mn-lt"/>
                <a:ea typeface="宋体" panose="02010600030101010101" pitchFamily="2" charset="-122"/>
                <a:cs typeface="+mn-cs"/>
              </a:rPr>
              <a:t>SQL </a:t>
            </a:r>
            <a:r>
              <a:rPr kumimoji="0" lang="zh-CN" altLang="zh-CN" sz="1800" kern="0" cap="none" spc="0" normalizeH="0" baseline="0" noProof="0" dirty="0">
                <a:effectLst>
                  <a:outerShdw blurRad="38100" dist="38100" dir="2700000" algn="tl">
                    <a:srgbClr val="C0C0C0"/>
                  </a:outerShdw>
                </a:effectLst>
                <a:latin typeface="+mn-lt"/>
                <a:ea typeface="宋体" panose="02010600030101010101" pitchFamily="2" charset="-122"/>
                <a:cs typeface="+mn-cs"/>
              </a:rPr>
              <a:t>语句2</a:t>
            </a:r>
            <a:endParaRPr kumimoji="0" lang="en-US" altLang="zh-CN" sz="1800" kern="0" cap="none" spc="0" normalizeH="0" baseline="0" noProof="0" dirty="0">
              <a:effectLst>
                <a:outerShdw blurRad="38100" dist="38100" dir="2700000" algn="tl">
                  <a:srgbClr val="C0C0C0"/>
                </a:outerShdw>
              </a:effectLst>
              <a:latin typeface="+mn-lt"/>
              <a:ea typeface="宋体" panose="02010600030101010101" pitchFamily="2" charset="-122"/>
              <a:cs typeface="+mn-cs"/>
            </a:endParaRPr>
          </a:p>
          <a:p>
            <a:pPr marL="342900" marR="0" indent="-342900" defTabSz="914400" eaLnBrk="0" hangingPunct="0">
              <a:spcBef>
                <a:spcPct val="20000"/>
              </a:spcBef>
              <a:buClrTx/>
              <a:buSzTx/>
              <a:buFont typeface="Wingdings" panose="05000000000000000000" pitchFamily="2" charset="2"/>
              <a:defRPr/>
            </a:pPr>
            <a:r>
              <a:rPr kumimoji="0" lang="en-US" altLang="zh-CN" sz="1800" kern="0" cap="none" spc="0" normalizeH="0" baseline="0" noProof="0" dirty="0">
                <a:effectLst>
                  <a:outerShdw blurRad="38100" dist="38100" dir="2700000" algn="tl">
                    <a:srgbClr val="C0C0C0"/>
                  </a:outerShdw>
                </a:effectLst>
                <a:latin typeface="+mn-lt"/>
                <a:ea typeface="宋体" panose="02010600030101010101" pitchFamily="2" charset="-122"/>
                <a:cs typeface="+mn-cs"/>
              </a:rPr>
              <a:t>          </a:t>
            </a:r>
            <a:r>
              <a:rPr kumimoji="0" lang="zh-CN" altLang="en-US" sz="1800" kern="0" cap="none" spc="0" normalizeH="0" baseline="0" noProof="0" dirty="0">
                <a:effectLst>
                  <a:outerShdw blurRad="38100" dist="38100" dir="2700000" algn="tl">
                    <a:srgbClr val="C0C0C0"/>
                  </a:outerShdw>
                </a:effectLst>
                <a:latin typeface="+mn-lt"/>
                <a:ea typeface="宋体" panose="02010600030101010101" pitchFamily="2" charset="-122"/>
                <a:cs typeface="+mn-cs"/>
              </a:rPr>
              <a:t>。。。。。                                            。。。。。</a:t>
            </a:r>
          </a:p>
          <a:p>
            <a:pPr marL="342900" marR="0" indent="-342900" defTabSz="914400" eaLnBrk="0" hangingPunct="0">
              <a:spcBef>
                <a:spcPct val="20000"/>
              </a:spcBef>
              <a:buClrTx/>
              <a:buSzTx/>
              <a:buFont typeface="Wingdings" panose="05000000000000000000" pitchFamily="2" charset="2"/>
              <a:defRPr/>
            </a:pPr>
            <a:r>
              <a:rPr kumimoji="0" lang="zh-CN" altLang="en-US" sz="1800" kern="0" cap="none" spc="0" normalizeH="0" baseline="0" noProof="0" dirty="0">
                <a:effectLst>
                  <a:outerShdw blurRad="38100" dist="38100" dir="2700000" algn="tl">
                    <a:srgbClr val="C0C0C0"/>
                  </a:outerShdw>
                </a:effectLst>
                <a:latin typeface="+mn-lt"/>
                <a:ea typeface="宋体" panose="02010600030101010101" pitchFamily="2" charset="-122"/>
                <a:cs typeface="+mn-cs"/>
              </a:rPr>
              <a:t>     </a:t>
            </a:r>
            <a:r>
              <a:rPr kumimoji="0" lang="en-US" altLang="zh-CN" sz="1800" kern="0" cap="none" spc="0" normalizeH="0" baseline="0" noProof="0" dirty="0">
                <a:effectLst>
                  <a:outerShdw blurRad="38100" dist="38100" dir="2700000" algn="tl">
                    <a:srgbClr val="C0C0C0"/>
                  </a:outerShdw>
                </a:effectLst>
                <a:latin typeface="+mn-lt"/>
                <a:ea typeface="宋体" panose="02010600030101010101" pitchFamily="2" charset="-122"/>
                <a:cs typeface="+mn-cs"/>
              </a:rPr>
              <a:t>COMMIT                                               ROLLBACK</a:t>
            </a:r>
          </a:p>
        </p:txBody>
      </p:sp>
      <p:sp>
        <p:nvSpPr>
          <p:cNvPr id="8" name="AutoShape 7"/>
          <p:cNvSpPr/>
          <p:nvPr/>
        </p:nvSpPr>
        <p:spPr>
          <a:xfrm>
            <a:off x="2774950" y="4071938"/>
            <a:ext cx="5368925" cy="1357313"/>
          </a:xfrm>
          <a:prstGeom prst="borderCallout2">
            <a:avLst>
              <a:gd name="adj1" fmla="val 7213"/>
              <a:gd name="adj2" fmla="val -1431"/>
              <a:gd name="adj3" fmla="val 7213"/>
              <a:gd name="adj4" fmla="val -6736"/>
              <a:gd name="adj5" fmla="val -13625"/>
              <a:gd name="adj6" fmla="val -12255"/>
            </a:avLst>
          </a:prstGeom>
          <a:solidFill>
            <a:srgbClr val="FFFF00"/>
          </a:solidFill>
          <a:ln w="25400" cap="flat" cmpd="sng">
            <a:solidFill>
              <a:schemeClr val="tx1"/>
            </a:solidFill>
            <a:prstDash val="solid"/>
            <a:miter/>
            <a:headEnd type="none" w="med" len="med"/>
            <a:tailEnd type="none" w="med" len="med"/>
          </a:ln>
        </p:spPr>
        <p:txBody>
          <a:bodyPr anchor="ct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457200" marR="0" lvl="1" indent="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事务正常结束   </a:t>
            </a:r>
          </a:p>
          <a:p>
            <a:pPr marL="457200" marR="0" lvl="1" indent="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zh-CN" altLang="en-US" sz="2000" b="0" i="0" u="none" strike="noStrike" kern="1200" cap="none" spc="0" normalizeH="0" baseline="0" noProof="1">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提交</a:t>
            </a: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事务的所有操作（</a:t>
            </a:r>
            <a:r>
              <a:rPr kumimoji="0" lang="zh-CN" altLang="en-US" sz="2000" b="0" i="0" u="none" strike="noStrike" kern="1200" cap="none" spc="0" normalizeH="0" baseline="0" noProof="1">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读</a:t>
            </a:r>
            <a:r>
              <a:rPr kumimoji="0" lang="en-US" altLang="zh-CN" sz="2000" b="0" i="0" u="none" strike="noStrike" kern="1200" cap="none" spc="0" normalizeH="0" baseline="0" noProof="1">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000" b="0" i="0" u="none" strike="noStrike" kern="1200" cap="none" spc="0" normalizeH="0" baseline="0" noProof="1">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更新</a:t>
            </a: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457200" marR="0" lvl="1" indent="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事务中所有对数据库的更新写回到磁盘</a:t>
            </a:r>
            <a:endPar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
        <p:nvSpPr>
          <p:cNvPr id="9" name="AutoShape 5"/>
          <p:cNvSpPr/>
          <p:nvPr/>
        </p:nvSpPr>
        <p:spPr>
          <a:xfrm>
            <a:off x="0" y="4143375"/>
            <a:ext cx="5786438" cy="1806575"/>
          </a:xfrm>
          <a:prstGeom prst="borderCallout2">
            <a:avLst>
              <a:gd name="adj1" fmla="val 6898"/>
              <a:gd name="adj2" fmla="val 101431"/>
              <a:gd name="adj3" fmla="val 6898"/>
              <a:gd name="adj4" fmla="val 105421"/>
              <a:gd name="adj5" fmla="val -14681"/>
              <a:gd name="adj6" fmla="val 104065"/>
            </a:avLst>
          </a:prstGeom>
          <a:solidFill>
            <a:srgbClr val="FFFF00"/>
          </a:solidFill>
          <a:ln w="25400" cap="flat" cmpd="sng">
            <a:solidFill>
              <a:schemeClr val="tx1"/>
            </a:solidFill>
            <a:prstDash val="solid"/>
            <a:miter/>
            <a:headEnd type="none" w="med" len="med"/>
            <a:tailEnd type="none" w="med" len="med"/>
          </a:ln>
        </p:spPr>
        <p:txBody>
          <a:bodyPr anchor="ct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452755" marR="0" lvl="1" indent="-27305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事务异常终止</a:t>
            </a:r>
          </a:p>
          <a:p>
            <a:pPr marL="452755" marR="0" lvl="1" indent="-27305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事务运行的过程中发生了故障，不能继续执行</a:t>
            </a:r>
          </a:p>
          <a:p>
            <a:pPr marL="452755" marR="0" lvl="1" indent="-27305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系统将事务中对数据库的所有已完成的操作全部撤销 </a:t>
            </a:r>
          </a:p>
          <a:p>
            <a:pPr marL="452755" marR="0" lvl="1" indent="-27305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事务滚回到</a:t>
            </a:r>
            <a:r>
              <a:rPr kumimoji="0" lang="zh-CN" altLang="en-US" sz="2000" b="0" i="0" u="none" strike="noStrike" kern="1200" cap="none" spc="0" normalizeH="0" baseline="0" noProof="1">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开始</a:t>
            </a: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时的状态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8"/>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blinds(horizontal)">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9"/>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 calcmode="lin" valueType="num">
                                      <p:cBhvr additive="base">
                                        <p:cTn id="2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 calcmode="lin" valueType="num">
                                      <p:cBhvr additive="base">
                                        <p:cTn id="2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anim calcmode="lin" valueType="num">
                                      <p:cBhvr additive="base">
                                        <p:cTn id="3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事务概念</a:t>
            </a:r>
          </a:p>
        </p:txBody>
      </p:sp>
      <p:sp>
        <p:nvSpPr>
          <p:cNvPr id="3" name="内容占位符 2"/>
          <p:cNvSpPr>
            <a:spLocks noGrp="1"/>
          </p:cNvSpPr>
          <p:nvPr>
            <p:ph idx="1"/>
          </p:nvPr>
        </p:nvSpPr>
        <p:spPr>
          <a:xfrm>
            <a:off x="-107950" y="1600200"/>
            <a:ext cx="9251950" cy="4757738"/>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事务的特性（</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ACID</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原子性 </a:t>
            </a:r>
            <a:r>
              <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(Atomicity)</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：即事务完全执行或完全不执行</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一致性</a:t>
            </a:r>
            <a:r>
              <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(Consistency)</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：事务执行的结果必须是使数据库从一个一致性状态变到另一个一致性状态。</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一致性状态：</a:t>
            </a: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600200" marR="0" lvl="3" indent="-228600" algn="l"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数据库中只包含成功事务提交的结果</a:t>
            </a:r>
            <a:endPar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不一致性状态：</a:t>
            </a: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600200" marR="0" lvl="3" indent="-228600" algn="l"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数据库系统运行中发生故障，有些事务尚未完成就被迫中断，这些未完成事务对数据库所做的修改有一部分已写入物理数据库，这时数据库就处于一种不正确的状态     </a:t>
            </a:r>
          </a:p>
          <a:p>
            <a:pPr marL="1143000" marR="0" lvl="2" indent="-228600" algn="l" defTabSz="914400" rtl="0" eaLnBrk="0" fontAlgn="base" latinLnBrk="0" hangingPunct="0">
              <a:lnSpc>
                <a:spcPct val="100000"/>
              </a:lnSpc>
              <a:spcBef>
                <a:spcPct val="20000"/>
              </a:spcBef>
              <a:spcAft>
                <a:spcPct val="0"/>
              </a:spcAft>
              <a:buClrTx/>
              <a:buSzTx/>
              <a:buFontTx/>
              <a:buChar char="•"/>
              <a:defRPr/>
            </a:pPr>
            <a:endPar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mn-lt"/>
              <a:ea typeface="+mn-ea"/>
              <a:cs typeface="楷体_GB2312"/>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B6C14E62-4211-47D1-AE0C-08BC7B4FB867}"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6</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ox(i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up)">
                                      <p:cBhvr>
                                        <p:cTn id="17" dur="500"/>
                                        <p:tgtEl>
                                          <p:spTgt spid="3">
                                            <p:txEl>
                                              <p:pRg st="3" end="3"/>
                                            </p:txEl>
                                          </p:spTgt>
                                        </p:tgtEl>
                                      </p:cBhvr>
                                    </p:animEffect>
                                  </p:childTnLst>
                                </p:cTn>
                              </p:par>
                              <p:par>
                                <p:cTn id="18" presetID="22" presetClass="entr" presetSubtype="1"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wipe(up)">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wipe(up)">
                                      <p:cBhvr>
                                        <p:cTn id="25" dur="500"/>
                                        <p:tgtEl>
                                          <p:spTgt spid="3">
                                            <p:txEl>
                                              <p:pRg st="5" end="5"/>
                                            </p:txEl>
                                          </p:spTgt>
                                        </p:tgtEl>
                                      </p:cBhvr>
                                    </p:animEffect>
                                  </p:childTnLst>
                                </p:cTn>
                              </p:par>
                              <p:par>
                                <p:cTn id="26" presetID="22" presetClass="entr" presetSubtype="1" fill="hold" nodeType="with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wipe(up)">
                                      <p:cBhvr>
                                        <p:cTn id="28"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2FC5A806-E62D-4361-9FA7-FFE670E8599B}"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3" name="页脚占位符 2"/>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4" name="灯片编号占位符 3"/>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5D6BF6FC-B3F1-4D1F-BE63-591F9AB384B4}"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Rectangle 3"/>
          <p:cNvSpPr txBox="1">
            <a:spLocks noChangeArrowheads="1"/>
          </p:cNvSpPr>
          <p:nvPr/>
        </p:nvSpPr>
        <p:spPr>
          <a:xfrm>
            <a:off x="684213" y="1731963"/>
            <a:ext cx="8229600" cy="4505325"/>
          </a:xfrm>
          <a:prstGeom prst="rect">
            <a:avLst/>
          </a:prstGeom>
        </p:spPr>
        <p:txBody>
          <a:bodyPr/>
          <a:lstStyle/>
          <a:p>
            <a:pPr marL="342900" marR="0" indent="-342900" defTabSz="914400" eaLnBrk="0" hangingPunct="0">
              <a:lnSpc>
                <a:spcPct val="90000"/>
              </a:lnSpc>
              <a:spcBef>
                <a:spcPct val="20000"/>
              </a:spcBef>
              <a:buClrTx/>
              <a:buSzTx/>
              <a:buFont typeface="Wingdings" panose="05000000000000000000" pitchFamily="2" charset="2"/>
              <a:defRPr/>
            </a:pPr>
            <a:r>
              <a:rPr kumimoji="0" lang="zh-CN" altLang="en-US" sz="2800" kern="0" cap="none" spc="0" normalizeH="0" baseline="0" noProof="0" dirty="0">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银行转帐：从帐号</a:t>
            </a:r>
            <a:r>
              <a:rPr kumimoji="0" lang="en-US" altLang="zh-CN" sz="2800" kern="0" cap="none" spc="0" normalizeH="0" baseline="0" noProof="0" dirty="0">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A</a:t>
            </a:r>
            <a:r>
              <a:rPr kumimoji="0" lang="zh-CN" altLang="en-US" sz="2800" kern="0" cap="none" spc="0" normalizeH="0" baseline="0" noProof="0" dirty="0">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中取出一万元，存入帐号</a:t>
            </a:r>
            <a:r>
              <a:rPr kumimoji="0" lang="en-US" altLang="zh-CN" sz="2800" kern="0" cap="none" spc="0" normalizeH="0" baseline="0" noProof="0" dirty="0">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B</a:t>
            </a:r>
            <a:r>
              <a:rPr kumimoji="0" lang="zh-CN" altLang="en-US" sz="2800" kern="0" cap="none" spc="0" normalizeH="0" baseline="0" noProof="0" dirty="0">
                <a:effectLst>
                  <a:outerShdw blurRad="38100" dist="38100" dir="2700000" algn="tl">
                    <a:srgbClr val="C0C0C0"/>
                  </a:outerShdw>
                </a:effectLst>
                <a:latin typeface="华文新魏" panose="02010800040101010101" pitchFamily="2" charset="-122"/>
                <a:ea typeface="华文新魏" panose="02010800040101010101" pitchFamily="2" charset="-122"/>
                <a:cs typeface="+mn-cs"/>
              </a:rPr>
              <a:t>。</a:t>
            </a:r>
          </a:p>
          <a:p>
            <a:pPr marL="742950" marR="0" lvl="1" indent="-285750" algn="l"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定义一个事务，该事务包括两个操作</a:t>
            </a:r>
          </a:p>
          <a:p>
            <a:pPr marL="742950" marR="0" lvl="1" indent="-285750" algn="l" defTabSz="914400" rtl="0" eaLnBrk="0" fontAlgn="base" latinLnBrk="0" hangingPunct="0">
              <a:lnSpc>
                <a:spcPct val="90000"/>
              </a:lnSpc>
              <a:spcBef>
                <a:spcPct val="20000"/>
              </a:spcBef>
              <a:spcAft>
                <a:spcPct val="0"/>
              </a:spcAft>
              <a:buClrTx/>
              <a:buSzTx/>
              <a:buFontTx/>
              <a:buChar char="–"/>
              <a:defRPr/>
            </a:pPr>
            <a:endPar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Tx/>
              <a:buSzTx/>
              <a:buFontTx/>
              <a:buChar char="–"/>
              <a:defRPr/>
            </a:pPr>
            <a:endPar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Tx/>
              <a:buSzTx/>
              <a:buFontTx/>
              <a:buChar char="–"/>
              <a:defRPr/>
            </a:pPr>
            <a:endPar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457200" marR="0" lvl="1" indent="0" algn="l" defTabSz="914400" rtl="0" eaLnBrk="0" fontAlgn="base" latinLnBrk="0" hangingPunct="0">
              <a:lnSpc>
                <a:spcPct val="90000"/>
              </a:lnSpc>
              <a:spcBef>
                <a:spcPct val="20000"/>
              </a:spcBef>
              <a:spcAft>
                <a:spcPct val="0"/>
              </a:spcAft>
              <a:buClrTx/>
              <a:buSzTx/>
              <a:buFontTx/>
              <a:buNone/>
              <a:defRPr/>
            </a:pPr>
            <a:endPar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这两个操作要么全做，要么全不做</a:t>
            </a:r>
          </a:p>
          <a:p>
            <a:pPr marL="1143000" marR="0" lvl="2" indent="-228600" algn="l" defTabSz="914400" rtl="0" eaLnBrk="0" fontAlgn="base" latinLnBrk="0" hangingPunct="0">
              <a:lnSpc>
                <a:spcPct val="90000"/>
              </a:lnSpc>
              <a:spcBef>
                <a:spcPct val="20000"/>
              </a:spcBef>
              <a:spcAft>
                <a:spcPct val="0"/>
              </a:spcAft>
              <a:buClrTx/>
              <a:buSzTx/>
              <a:buFont typeface="Arial" panose="020B0604020202020204" pitchFamily="34" charset="0"/>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全做或者全不做，数据库都处于一致性状态。</a:t>
            </a:r>
          </a:p>
          <a:p>
            <a:pPr marL="1143000" marR="0" lvl="2" indent="-228600" algn="l" defTabSz="914400" rtl="0" eaLnBrk="0" fontAlgn="base" latinLnBrk="0" hangingPunct="0">
              <a:lnSpc>
                <a:spcPct val="90000"/>
              </a:lnSpc>
              <a:spcBef>
                <a:spcPct val="20000"/>
              </a:spcBef>
              <a:spcAft>
                <a:spcPct val="0"/>
              </a:spcAft>
              <a:buClrTx/>
              <a:buSzTx/>
              <a:buFont typeface="Arial" panose="020B0604020202020204" pitchFamily="34" charset="0"/>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如果只做一个操作，用户逻辑上就会发生错误，少了一万元，数据库就处于不一致性状态</a:t>
            </a:r>
            <a:r>
              <a:rPr kumimoji="0" lang="zh-CN" altLang="en-US" sz="26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p:txBody>
      </p:sp>
      <p:sp>
        <p:nvSpPr>
          <p:cNvPr id="28678" name="Rectangle 5"/>
          <p:cNvSpPr/>
          <p:nvPr/>
        </p:nvSpPr>
        <p:spPr>
          <a:xfrm>
            <a:off x="4129088" y="2984500"/>
            <a:ext cx="992188" cy="1435100"/>
          </a:xfrm>
          <a:prstGeom prst="rect">
            <a:avLst/>
          </a:prstGeom>
          <a:noFill/>
          <a:ln w="28575">
            <a:noFill/>
            <a:miter/>
          </a:ln>
        </p:spPr>
        <p:txBody>
          <a:bodyPr lIns="90000" tIns="46800" rIns="90000" bIns="46800"/>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Arial" panose="020B0604020202020204" pitchFamily="34" charset="0"/>
                <a:ea typeface="+mn-ea"/>
                <a:cs typeface="楷体_GB2312"/>
              </a:rPr>
              <a:t> </a:t>
            </a:r>
            <a:endPar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Arial" panose="020B0604020202020204" pitchFamily="34" charset="0"/>
              <a:ea typeface="+mn-ea"/>
              <a:cs typeface="楷体_GB2312"/>
            </a:endParaRPr>
          </a:p>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endPar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Arial" panose="020B0604020202020204" pitchFamily="34" charset="0"/>
              <a:ea typeface="+mn-ea"/>
              <a:cs typeface="楷体_GB2312"/>
            </a:endParaRPr>
          </a:p>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Arial" panose="020B0604020202020204" pitchFamily="34" charset="0"/>
                <a:ea typeface="+mn-ea"/>
                <a:cs typeface="楷体_GB2312"/>
              </a:rPr>
              <a:t>B=B+1 </a:t>
            </a:r>
          </a:p>
        </p:txBody>
      </p:sp>
      <p:sp>
        <p:nvSpPr>
          <p:cNvPr id="28679" name="Rectangle 6"/>
          <p:cNvSpPr/>
          <p:nvPr/>
        </p:nvSpPr>
        <p:spPr>
          <a:xfrm>
            <a:off x="2987675" y="2984500"/>
            <a:ext cx="1141413" cy="1435100"/>
          </a:xfrm>
          <a:prstGeom prst="rect">
            <a:avLst/>
          </a:prstGeom>
          <a:noFill/>
          <a:ln w="28575">
            <a:noFill/>
            <a:miter/>
          </a:ln>
        </p:spPr>
        <p:txBody>
          <a:bodyPr lIns="90000" tIns="46800" rIns="90000" bIns="46800"/>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endPar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Arial" panose="020B0604020202020204" pitchFamily="34" charset="0"/>
              <a:ea typeface="+mn-ea"/>
              <a:cs typeface="楷体_GB2312"/>
            </a:endParaRPr>
          </a:p>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Arial" panose="020B0604020202020204" pitchFamily="34" charset="0"/>
                <a:ea typeface="+mn-ea"/>
                <a:cs typeface="楷体_GB2312"/>
              </a:rPr>
              <a:t> A=A-1</a:t>
            </a:r>
          </a:p>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endPar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Arial" panose="020B0604020202020204" pitchFamily="34" charset="0"/>
              <a:ea typeface="+mn-ea"/>
              <a:cs typeface="楷体_GB2312"/>
            </a:endParaRPr>
          </a:p>
        </p:txBody>
      </p:sp>
      <p:sp>
        <p:nvSpPr>
          <p:cNvPr id="28680" name="Rectangle 7"/>
          <p:cNvSpPr/>
          <p:nvPr/>
        </p:nvSpPr>
        <p:spPr>
          <a:xfrm>
            <a:off x="4140200" y="2747963"/>
            <a:ext cx="992188" cy="165100"/>
          </a:xfrm>
          <a:prstGeom prst="rect">
            <a:avLst/>
          </a:prstGeom>
          <a:noFill/>
          <a:ln w="28575">
            <a:noFill/>
            <a:miter/>
          </a:ln>
        </p:spPr>
        <p:txBody>
          <a:bodyPr lIns="90000" tIns="46800" rIns="90000" bIns="46800"/>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Arial" panose="020B0604020202020204" pitchFamily="34" charset="0"/>
                <a:ea typeface="+mn-ea"/>
                <a:cs typeface="楷体_GB2312"/>
              </a:rPr>
              <a:t>     B</a:t>
            </a:r>
            <a:endParaRPr kumimoji="0" lang="en-US" altLang="zh-CN" sz="2000" b="0" i="0" u="none" strike="noStrike" kern="1200" cap="none" spc="0" normalizeH="0" baseline="-25000" noProof="1">
              <a:ln>
                <a:noFill/>
              </a:ln>
              <a:solidFill>
                <a:schemeClr val="tx1"/>
              </a:solidFill>
              <a:effectLst>
                <a:outerShdw blurRad="38100" dist="38100" dir="2700000" algn="tl">
                  <a:srgbClr val="C0C0C0"/>
                </a:outerShdw>
              </a:effectLst>
              <a:uLnTx/>
              <a:uFillTx/>
              <a:latin typeface="Arial" panose="020B0604020202020204" pitchFamily="34" charset="0"/>
              <a:ea typeface="+mn-ea"/>
              <a:cs typeface="楷体_GB2312"/>
            </a:endParaRPr>
          </a:p>
        </p:txBody>
      </p:sp>
      <p:sp>
        <p:nvSpPr>
          <p:cNvPr id="28681" name="Rectangle 8"/>
          <p:cNvSpPr/>
          <p:nvPr/>
        </p:nvSpPr>
        <p:spPr>
          <a:xfrm>
            <a:off x="2987675" y="2747963"/>
            <a:ext cx="1141413" cy="165100"/>
          </a:xfrm>
          <a:prstGeom prst="rect">
            <a:avLst/>
          </a:prstGeom>
          <a:noFill/>
          <a:ln w="28575">
            <a:noFill/>
            <a:miter/>
          </a:ln>
        </p:spPr>
        <p:txBody>
          <a:bodyPr lIns="90000" tIns="46800" rIns="90000" bIns="46800"/>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Arial" panose="020B0604020202020204" pitchFamily="34" charset="0"/>
                <a:ea typeface="+mn-ea"/>
                <a:cs typeface="楷体_GB2312"/>
              </a:rPr>
              <a:t>    A</a:t>
            </a:r>
            <a:endParaRPr kumimoji="0" lang="en-US" altLang="zh-CN" sz="2000" b="0" i="0" u="none" strike="noStrike" kern="1200" cap="none" spc="0" normalizeH="0" baseline="-25000" noProof="1">
              <a:ln>
                <a:noFill/>
              </a:ln>
              <a:solidFill>
                <a:schemeClr val="tx1"/>
              </a:solidFill>
              <a:effectLst>
                <a:outerShdw blurRad="38100" dist="38100" dir="2700000" algn="tl">
                  <a:srgbClr val="C0C0C0"/>
                </a:outerShdw>
              </a:effectLst>
              <a:uLnTx/>
              <a:uFillTx/>
              <a:latin typeface="Arial" panose="020B0604020202020204" pitchFamily="34" charset="0"/>
              <a:ea typeface="+mn-ea"/>
              <a:cs typeface="楷体_GB2312"/>
            </a:endParaRPr>
          </a:p>
        </p:txBody>
      </p:sp>
      <p:sp>
        <p:nvSpPr>
          <p:cNvPr id="6" name="Line 9"/>
          <p:cNvSpPr/>
          <p:nvPr/>
        </p:nvSpPr>
        <p:spPr>
          <a:xfrm>
            <a:off x="2987675" y="2819400"/>
            <a:ext cx="2133600" cy="0"/>
          </a:xfrm>
          <a:prstGeom prst="line">
            <a:avLst/>
          </a:prstGeom>
          <a:ln w="28575" cap="sq" cmpd="sng">
            <a:solidFill>
              <a:schemeClr val="tx1"/>
            </a:solidFill>
            <a:prstDash val="solid"/>
            <a:round/>
            <a:headEnd type="none" w="med" len="med"/>
            <a:tailEnd type="none" w="med" len="med"/>
          </a:ln>
        </p:spPr>
        <p:txBody>
          <a:bodyPr anchor="t" anchorCtr="0"/>
          <a:lstStyle/>
          <a:p>
            <a:pPr eaLnBrk="0" hangingPunct="0"/>
            <a:endParaRPr lang="zh-CN" altLang="en-US">
              <a:latin typeface="Times New Roman" panose="02020603050405020304" pitchFamily="18" charset="0"/>
            </a:endParaRPr>
          </a:p>
        </p:txBody>
      </p:sp>
      <p:sp>
        <p:nvSpPr>
          <p:cNvPr id="28682" name="Line 10"/>
          <p:cNvSpPr/>
          <p:nvPr/>
        </p:nvSpPr>
        <p:spPr>
          <a:xfrm>
            <a:off x="2987675" y="3035300"/>
            <a:ext cx="2133600" cy="0"/>
          </a:xfrm>
          <a:prstGeom prst="line">
            <a:avLst/>
          </a:prstGeom>
          <a:ln w="12700" cap="flat" cmpd="sng">
            <a:solidFill>
              <a:schemeClr val="tx1"/>
            </a:solidFill>
            <a:prstDash val="solid"/>
            <a:round/>
            <a:headEnd type="none" w="med" len="med"/>
            <a:tailEnd type="none" w="med" len="med"/>
          </a:ln>
        </p:spPr>
        <p:txBody>
          <a:bodyPr anchor="t" anchorCtr="0"/>
          <a:lstStyle/>
          <a:p>
            <a:pPr eaLnBrk="0" hangingPunct="0"/>
            <a:endParaRPr lang="zh-CN" altLang="en-US">
              <a:latin typeface="Times New Roman" panose="02020603050405020304" pitchFamily="18" charset="0"/>
            </a:endParaRPr>
          </a:p>
        </p:txBody>
      </p:sp>
      <p:sp>
        <p:nvSpPr>
          <p:cNvPr id="28683" name="Line 11"/>
          <p:cNvSpPr/>
          <p:nvPr/>
        </p:nvSpPr>
        <p:spPr>
          <a:xfrm>
            <a:off x="2987675" y="4419600"/>
            <a:ext cx="2133600" cy="0"/>
          </a:xfrm>
          <a:prstGeom prst="line">
            <a:avLst/>
          </a:prstGeom>
          <a:ln w="28575" cap="sq" cmpd="sng">
            <a:solidFill>
              <a:schemeClr val="tx1"/>
            </a:solidFill>
            <a:prstDash val="solid"/>
            <a:round/>
            <a:headEnd type="none" w="med" len="med"/>
            <a:tailEnd type="none" w="med" len="med"/>
          </a:ln>
        </p:spPr>
        <p:txBody>
          <a:bodyPr anchor="t" anchorCtr="0"/>
          <a:lstStyle/>
          <a:p>
            <a:pPr eaLnBrk="0" hangingPunct="0"/>
            <a:endParaRPr lang="zh-CN" altLang="en-US">
              <a:latin typeface="Times New Roman" panose="02020603050405020304" pitchFamily="18" charset="0"/>
            </a:endParaRPr>
          </a:p>
        </p:txBody>
      </p:sp>
      <p:sp>
        <p:nvSpPr>
          <p:cNvPr id="28684" name="Line 12"/>
          <p:cNvSpPr/>
          <p:nvPr/>
        </p:nvSpPr>
        <p:spPr>
          <a:xfrm>
            <a:off x="2987675" y="2819400"/>
            <a:ext cx="0" cy="1600200"/>
          </a:xfrm>
          <a:prstGeom prst="line">
            <a:avLst/>
          </a:prstGeom>
          <a:ln w="28575" cap="sq" cmpd="sng">
            <a:solidFill>
              <a:schemeClr val="tx1"/>
            </a:solidFill>
            <a:prstDash val="solid"/>
            <a:round/>
            <a:headEnd type="none" w="med" len="med"/>
            <a:tailEnd type="none" w="med" len="med"/>
          </a:ln>
        </p:spPr>
        <p:txBody>
          <a:bodyPr anchor="t" anchorCtr="0"/>
          <a:lstStyle/>
          <a:p>
            <a:pPr eaLnBrk="0" hangingPunct="0"/>
            <a:endParaRPr lang="zh-CN" altLang="en-US">
              <a:latin typeface="Times New Roman" panose="02020603050405020304" pitchFamily="18" charset="0"/>
            </a:endParaRPr>
          </a:p>
        </p:txBody>
      </p:sp>
      <p:sp>
        <p:nvSpPr>
          <p:cNvPr id="28685" name="Line 13"/>
          <p:cNvSpPr/>
          <p:nvPr/>
        </p:nvSpPr>
        <p:spPr>
          <a:xfrm>
            <a:off x="4129088" y="2819400"/>
            <a:ext cx="0" cy="1600200"/>
          </a:xfrm>
          <a:prstGeom prst="line">
            <a:avLst/>
          </a:prstGeom>
          <a:ln w="12700" cap="flat" cmpd="sng">
            <a:solidFill>
              <a:schemeClr val="tx1"/>
            </a:solidFill>
            <a:prstDash val="solid"/>
            <a:round/>
            <a:headEnd type="none" w="med" len="med"/>
            <a:tailEnd type="none" w="med" len="med"/>
          </a:ln>
        </p:spPr>
        <p:txBody>
          <a:bodyPr anchor="t" anchorCtr="0"/>
          <a:lstStyle/>
          <a:p>
            <a:pPr eaLnBrk="0" hangingPunct="0"/>
            <a:endParaRPr lang="zh-CN" altLang="en-US">
              <a:latin typeface="Times New Roman" panose="02020603050405020304" pitchFamily="18" charset="0"/>
            </a:endParaRPr>
          </a:p>
        </p:txBody>
      </p:sp>
      <p:sp>
        <p:nvSpPr>
          <p:cNvPr id="28686" name="Line 14"/>
          <p:cNvSpPr/>
          <p:nvPr/>
        </p:nvSpPr>
        <p:spPr>
          <a:xfrm>
            <a:off x="5121275" y="2819400"/>
            <a:ext cx="0" cy="1600200"/>
          </a:xfrm>
          <a:prstGeom prst="line">
            <a:avLst/>
          </a:prstGeom>
          <a:ln w="28575" cap="sq" cmpd="sng">
            <a:solidFill>
              <a:schemeClr val="tx1"/>
            </a:solidFill>
            <a:prstDash val="solid"/>
            <a:round/>
            <a:headEnd type="none" w="med" len="med"/>
            <a:tailEnd type="none" w="med" len="med"/>
          </a:ln>
        </p:spPr>
        <p:txBody>
          <a:bodyPr anchor="t" anchorCtr="0"/>
          <a:lstStyle/>
          <a:p>
            <a:pPr eaLnBrk="0" hangingPunct="0"/>
            <a:endParaRPr lang="zh-CN" altLang="en-US">
              <a:latin typeface="Times New Roman" panose="02020603050405020304" pitchFamily="18" charset="0"/>
            </a:endParaRPr>
          </a:p>
        </p:txBody>
      </p:sp>
      <p:sp>
        <p:nvSpPr>
          <p:cNvPr id="28687" name="Rectangle 2"/>
          <p:cNvSpPr txBox="1"/>
          <p:nvPr/>
        </p:nvSpPr>
        <p:spPr>
          <a:xfrm>
            <a:off x="539750" y="1168400"/>
            <a:ext cx="3887788" cy="531813"/>
          </a:xfrm>
          <a:prstGeom prst="rect">
            <a:avLst/>
          </a:prstGeom>
          <a:noFill/>
          <a:ln w="9525">
            <a:noFill/>
          </a:ln>
        </p:spPr>
        <p:txBody>
          <a:bodyPr anchor="t" anchorCtr="0"/>
          <a:lstStyle/>
          <a:p>
            <a:pPr marL="457200" indent="-457200" algn="ctr" eaLnBrk="0" hangingPunct="0">
              <a:buClr>
                <a:srgbClr val="800000"/>
              </a:buClr>
              <a:buSzPct val="50000"/>
              <a:buFont typeface="Wingdings" panose="05000000000000000000" pitchFamily="2" charset="2"/>
              <a:buChar char="l"/>
            </a:pPr>
            <a:r>
              <a:rPr lang="zh-CN" altLang="en-US" sz="3200" dirty="0">
                <a:latin typeface="华文新魏" panose="02010800040101010101" pitchFamily="2" charset="-122"/>
                <a:ea typeface="华文新魏" panose="02010800040101010101" pitchFamily="2" charset="-122"/>
              </a:rPr>
              <a:t>一致性与原子性</a:t>
            </a:r>
          </a:p>
        </p:txBody>
      </p:sp>
      <p:pic>
        <p:nvPicPr>
          <p:cNvPr id="28688" name="图片 17"/>
          <p:cNvPicPr>
            <a:picLocks noChangeAspect="1"/>
          </p:cNvPicPr>
          <p:nvPr/>
        </p:nvPicPr>
        <p:blipFill>
          <a:blip r:embed="rId2"/>
          <a:stretch>
            <a:fillRect/>
          </a:stretch>
        </p:blipFill>
        <p:spPr>
          <a:xfrm>
            <a:off x="1030288" y="-26987"/>
            <a:ext cx="8437562" cy="12557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6" end="6"/>
                                            </p:txEl>
                                          </p:spTgt>
                                        </p:tgtEl>
                                        <p:attrNameLst>
                                          <p:attrName>style.visibility</p:attrName>
                                        </p:attrNameLst>
                                      </p:cBhvr>
                                      <p:to>
                                        <p:strVal val="visible"/>
                                      </p:to>
                                    </p:set>
                                    <p:anim calcmode="lin" valueType="num">
                                      <p:cBhvr additive="base">
                                        <p:cTn id="7"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7" end="7"/>
                                            </p:txEl>
                                          </p:spTgt>
                                        </p:tgtEl>
                                        <p:attrNameLst>
                                          <p:attrName>style.visibility</p:attrName>
                                        </p:attrNameLst>
                                      </p:cBhvr>
                                      <p:to>
                                        <p:strVal val="visible"/>
                                      </p:to>
                                    </p:set>
                                    <p:anim calcmode="lin" valueType="num">
                                      <p:cBhvr additive="base">
                                        <p:cTn id="11"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8" end="8"/>
                                            </p:txEl>
                                          </p:spTgt>
                                        </p:tgtEl>
                                        <p:attrNameLst>
                                          <p:attrName>style.visibility</p:attrName>
                                        </p:attrNameLst>
                                      </p:cBhvr>
                                      <p:to>
                                        <p:strVal val="visible"/>
                                      </p:to>
                                    </p:set>
                                    <p:anim calcmode="lin" valueType="num">
                                      <p:cBhvr additive="base">
                                        <p:cTn id="15"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事务概念</a:t>
            </a: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事务的特性（</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ACID</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隔离性</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(Isolation)</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：表面看起来，每个事务都是在没有其它事务同时执行的情况下执行的。</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一个事务内部的操作及使用的数据对其他并发事务是隔离的</a:t>
            </a: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并发执行的各个事务之间不能互相干扰</a:t>
            </a: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持久性</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(Durability)</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：一个事务一旦提交，它对数据库中数据的改变就应该是永久性的</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接下来的其他操作或故障不应该对其执行结果有任何影响</a:t>
            </a: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2774F4C4-4042-4110-B5B1-DBEBCEE81D97}"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8</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up)">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up)">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up)">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up)">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事务概念</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a:xfrm>
            <a:off x="381000" y="1412875"/>
            <a:ext cx="847725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保证事务</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ACID</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特性是事务处理的任务</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破坏事务</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ACID</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特性的因素</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多个事务并行运行时，不同事务的操作交叉执行</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数据库管理系统必须保证多个事务的交叉运行不影响这些事务的隔离性</a:t>
            </a: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ts val="12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事务在运行过程中被强行停止</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数据库管理系统必须保证被强行终止的事务对数据库和其他事务没有任何影响</a:t>
            </a: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96151578-E136-4EEC-B1D4-E20E202AD6AB}"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box(in)">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box(in)">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事务概念</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a:xfrm>
            <a:off x="381000" y="1314450"/>
            <a:ext cx="8763000" cy="254317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事务运用以下两个操作访问数据</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en-US" altLang="zh-CN"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Read(X):</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从数据库把数据项</a:t>
            </a:r>
            <a:r>
              <a:rPr kumimoji="0" lang="en-US" altLang="zh-CN"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X</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传送到事务的局部缓冲区</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en-US" altLang="zh-CN"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Write(X)</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从事务的局部缓冲区把数据项</a:t>
            </a:r>
            <a:r>
              <a:rPr kumimoji="0" lang="en-US" altLang="zh-CN"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X</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传回数据库</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7" name="Text Box 6"/>
          <p:cNvSpPr txBox="1">
            <a:spLocks noChangeArrowheads="1"/>
          </p:cNvSpPr>
          <p:nvPr/>
        </p:nvSpPr>
        <p:spPr bwMode="auto">
          <a:xfrm>
            <a:off x="6802438" y="3968750"/>
            <a:ext cx="1344613" cy="519113"/>
          </a:xfrm>
          <a:prstGeom prst="rect">
            <a:avLst/>
          </a:prstGeom>
          <a:noFill/>
          <a:ln w="38100" algn="ctr">
            <a:noFill/>
            <a:miter lim="800000"/>
          </a:ln>
          <a:effectLst/>
        </p:spPr>
        <p:txBody>
          <a:bodyPr wrap="none">
            <a:spAutoFit/>
          </a:bodyPr>
          <a:lstStyle/>
          <a:p>
            <a:pPr marR="0" defTabSz="914400" eaLnBrk="0" hangingPunct="0">
              <a:spcBef>
                <a:spcPct val="20000"/>
              </a:spcBef>
              <a:buClrTx/>
              <a:buSzTx/>
              <a:buFontTx/>
              <a:defRPr/>
            </a:pPr>
            <a:r>
              <a:rPr kumimoji="0" lang="en-US" altLang="zh-CN" sz="2800" kern="1200" cap="none" spc="0" normalizeH="0" baseline="0" noProof="0">
                <a:effectLst>
                  <a:outerShdw blurRad="38100" dist="38100" dir="2700000" algn="tl">
                    <a:srgbClr val="C0C0C0"/>
                  </a:outerShdw>
                </a:effectLst>
                <a:latin typeface="楷体_GB2312" pitchFamily="49" charset="-122"/>
                <a:ea typeface="楷体_GB2312" pitchFamily="49" charset="-122"/>
                <a:cs typeface="+mn-cs"/>
              </a:rPr>
              <a:t> </a:t>
            </a:r>
            <a:r>
              <a:rPr kumimoji="0" lang="zh-CN" altLang="en-US" sz="2800" kern="1200" cap="none" spc="0" normalizeH="0" baseline="0" noProof="0">
                <a:effectLst>
                  <a:outerShdw blurRad="38100" dist="38100" dir="2700000" algn="tl">
                    <a:srgbClr val="C0C0C0"/>
                  </a:outerShdw>
                </a:effectLst>
                <a:latin typeface="楷体_GB2312" pitchFamily="49" charset="-122"/>
                <a:ea typeface="楷体_GB2312" pitchFamily="49" charset="-122"/>
                <a:cs typeface="+mn-cs"/>
              </a:rPr>
              <a:t>读数据</a:t>
            </a:r>
          </a:p>
        </p:txBody>
      </p:sp>
      <p:sp>
        <p:nvSpPr>
          <p:cNvPr id="8" name="Text Box 7"/>
          <p:cNvSpPr txBox="1">
            <a:spLocks noChangeArrowheads="1"/>
          </p:cNvSpPr>
          <p:nvPr/>
        </p:nvSpPr>
        <p:spPr bwMode="auto">
          <a:xfrm>
            <a:off x="1673225" y="4918075"/>
            <a:ext cx="1420813" cy="1079500"/>
          </a:xfrm>
          <a:prstGeom prst="rect">
            <a:avLst/>
          </a:prstGeom>
          <a:noFill/>
          <a:ln w="12700" algn="ctr">
            <a:solidFill>
              <a:schemeClr val="tx1"/>
            </a:solidFill>
            <a:miter lim="800000"/>
          </a:ln>
          <a:effectLst/>
        </p:spPr>
        <p:txBody>
          <a:bodyPr wrap="none">
            <a:spAutoFit/>
          </a:bodyPr>
          <a:lstStyle/>
          <a:p>
            <a:pPr marR="0" defTabSz="914400" eaLnBrk="0" hangingPunct="0">
              <a:spcBef>
                <a:spcPct val="20000"/>
              </a:spcBef>
              <a:buClrTx/>
              <a:buSzTx/>
              <a:buFontTx/>
              <a:defRPr/>
            </a:pPr>
            <a:r>
              <a:rPr kumimoji="0" lang="zh-CN" altLang="en-US" kern="1200" cap="none" spc="0" normalizeH="0" baseline="0" noProof="0">
                <a:effectLst>
                  <a:outerShdw blurRad="38100" dist="38100" dir="2700000" algn="tl">
                    <a:srgbClr val="C0C0C0"/>
                  </a:outerShdw>
                </a:effectLst>
                <a:latin typeface="楷体_GB2312" pitchFamily="49" charset="-122"/>
                <a:ea typeface="楷体_GB2312" pitchFamily="49" charset="-122"/>
                <a:cs typeface="+mn-cs"/>
              </a:rPr>
              <a:t>局部地</a:t>
            </a:r>
          </a:p>
          <a:p>
            <a:pPr marR="0" defTabSz="914400" eaLnBrk="0" hangingPunct="0">
              <a:spcBef>
                <a:spcPct val="20000"/>
              </a:spcBef>
              <a:buClrTx/>
              <a:buSzTx/>
              <a:buFontTx/>
              <a:defRPr/>
            </a:pPr>
            <a:r>
              <a:rPr kumimoji="0" lang="zh-CN" altLang="en-US" kern="1200" cap="none" spc="0" normalizeH="0" baseline="0" noProof="0">
                <a:effectLst>
                  <a:outerShdw blurRad="38100" dist="38100" dir="2700000" algn="tl">
                    <a:srgbClr val="C0C0C0"/>
                  </a:outerShdw>
                </a:effectLst>
                <a:latin typeface="楷体_GB2312" pitchFamily="49" charset="-122"/>
                <a:ea typeface="楷体_GB2312" pitchFamily="49" charset="-122"/>
                <a:cs typeface="+mn-cs"/>
              </a:rPr>
              <a:t>址空间</a:t>
            </a:r>
          </a:p>
        </p:txBody>
      </p:sp>
      <p:sp>
        <p:nvSpPr>
          <p:cNvPr id="9" name="Text Box 8"/>
          <p:cNvSpPr txBox="1">
            <a:spLocks noChangeArrowheads="1"/>
          </p:cNvSpPr>
          <p:nvPr/>
        </p:nvSpPr>
        <p:spPr bwMode="auto">
          <a:xfrm>
            <a:off x="6765925" y="4889500"/>
            <a:ext cx="1420813" cy="1079500"/>
          </a:xfrm>
          <a:prstGeom prst="rect">
            <a:avLst/>
          </a:prstGeom>
          <a:noFill/>
          <a:ln w="12700" algn="ctr">
            <a:solidFill>
              <a:schemeClr val="tx1"/>
            </a:solidFill>
            <a:miter lim="800000"/>
          </a:ln>
          <a:effectLst/>
        </p:spPr>
        <p:txBody>
          <a:bodyPr wrap="none">
            <a:spAutoFit/>
          </a:bodyPr>
          <a:lstStyle/>
          <a:p>
            <a:pPr marR="0" algn="ctr" defTabSz="914400" eaLnBrk="0" hangingPunct="0">
              <a:spcBef>
                <a:spcPct val="20000"/>
              </a:spcBef>
              <a:buClrTx/>
              <a:buSzTx/>
              <a:buFontTx/>
              <a:defRPr/>
            </a:pPr>
            <a:r>
              <a:rPr kumimoji="0" lang="zh-CN" altLang="en-US" kern="1200" cap="none" spc="0" normalizeH="0" baseline="0" noProof="0">
                <a:effectLst>
                  <a:outerShdw blurRad="38100" dist="38100" dir="2700000" algn="tl">
                    <a:srgbClr val="C0C0C0"/>
                  </a:outerShdw>
                </a:effectLst>
                <a:latin typeface="楷体_GB2312" pitchFamily="49" charset="-122"/>
                <a:ea typeface="楷体_GB2312" pitchFamily="49" charset="-122"/>
                <a:cs typeface="+mn-cs"/>
              </a:rPr>
              <a:t>磁盘块</a:t>
            </a:r>
          </a:p>
          <a:p>
            <a:pPr marR="0" algn="ctr" defTabSz="914400" eaLnBrk="0" hangingPunct="0">
              <a:spcBef>
                <a:spcPct val="20000"/>
              </a:spcBef>
              <a:buClrTx/>
              <a:buSzTx/>
              <a:buFontTx/>
              <a:defRPr/>
            </a:pPr>
            <a:r>
              <a:rPr kumimoji="0" lang="zh-CN" altLang="en-US" kern="1200" cap="none" spc="0" normalizeH="0" baseline="0" noProof="0">
                <a:effectLst>
                  <a:outerShdw blurRad="38100" dist="38100" dir="2700000" algn="tl">
                    <a:srgbClr val="C0C0C0"/>
                  </a:outerShdw>
                </a:effectLst>
                <a:latin typeface="楷体_GB2312" pitchFamily="49" charset="-122"/>
                <a:ea typeface="楷体_GB2312" pitchFamily="49" charset="-122"/>
                <a:cs typeface="+mn-cs"/>
              </a:rPr>
              <a:t>空间</a:t>
            </a:r>
          </a:p>
        </p:txBody>
      </p:sp>
      <p:sp>
        <p:nvSpPr>
          <p:cNvPr id="10" name="Text Box 9"/>
          <p:cNvSpPr txBox="1">
            <a:spLocks noChangeArrowheads="1"/>
          </p:cNvSpPr>
          <p:nvPr/>
        </p:nvSpPr>
        <p:spPr bwMode="auto">
          <a:xfrm>
            <a:off x="4048125" y="4919663"/>
            <a:ext cx="1828800" cy="1079500"/>
          </a:xfrm>
          <a:prstGeom prst="rect">
            <a:avLst/>
          </a:prstGeom>
          <a:noFill/>
          <a:ln w="12700" algn="ctr">
            <a:solidFill>
              <a:schemeClr val="tx1"/>
            </a:solidFill>
            <a:miter lim="800000"/>
          </a:ln>
          <a:effectLst/>
        </p:spPr>
        <p:txBody>
          <a:bodyPr wrap="none">
            <a:spAutoFit/>
          </a:bodyPr>
          <a:lstStyle/>
          <a:p>
            <a:pPr marR="0" algn="ctr" defTabSz="914400" eaLnBrk="0" hangingPunct="0">
              <a:spcBef>
                <a:spcPct val="20000"/>
              </a:spcBef>
              <a:buClrTx/>
              <a:buSzTx/>
              <a:buFontTx/>
              <a:defRPr/>
            </a:pPr>
            <a:r>
              <a:rPr kumimoji="0" lang="zh-CN" altLang="en-US" kern="1200" cap="none" spc="0" normalizeH="0" baseline="0" noProof="0">
                <a:effectLst>
                  <a:outerShdw blurRad="38100" dist="38100" dir="2700000" algn="tl">
                    <a:srgbClr val="C0C0C0"/>
                  </a:outerShdw>
                </a:effectLst>
                <a:latin typeface="楷体_GB2312" pitchFamily="49" charset="-122"/>
                <a:ea typeface="楷体_GB2312" pitchFamily="49" charset="-122"/>
                <a:cs typeface="+mn-cs"/>
              </a:rPr>
              <a:t>缓冲区</a:t>
            </a:r>
          </a:p>
          <a:p>
            <a:pPr marR="0" algn="ctr" defTabSz="914400" eaLnBrk="0" hangingPunct="0">
              <a:spcBef>
                <a:spcPct val="20000"/>
              </a:spcBef>
              <a:buClrTx/>
              <a:buSzTx/>
              <a:buFontTx/>
              <a:defRPr/>
            </a:pPr>
            <a:r>
              <a:rPr kumimoji="0" lang="zh-CN" altLang="en-US" kern="1200" cap="none" spc="0" normalizeH="0" baseline="0" noProof="0">
                <a:effectLst>
                  <a:outerShdw blurRad="38100" dist="38100" dir="2700000" algn="tl">
                    <a:srgbClr val="C0C0C0"/>
                  </a:outerShdw>
                </a:effectLst>
                <a:latin typeface="楷体_GB2312" pitchFamily="49" charset="-122"/>
                <a:ea typeface="楷体_GB2312" pitchFamily="49" charset="-122"/>
                <a:cs typeface="+mn-cs"/>
              </a:rPr>
              <a:t>地址空间</a:t>
            </a:r>
          </a:p>
        </p:txBody>
      </p:sp>
      <p:sp>
        <p:nvSpPr>
          <p:cNvPr id="11" name="Text Box 10"/>
          <p:cNvSpPr txBox="1">
            <a:spLocks noChangeArrowheads="1"/>
          </p:cNvSpPr>
          <p:nvPr/>
        </p:nvSpPr>
        <p:spPr bwMode="auto">
          <a:xfrm>
            <a:off x="1057275" y="6202363"/>
            <a:ext cx="1344613" cy="519113"/>
          </a:xfrm>
          <a:prstGeom prst="rect">
            <a:avLst/>
          </a:prstGeom>
          <a:noFill/>
          <a:ln w="38100" algn="ctr">
            <a:noFill/>
            <a:miter lim="800000"/>
          </a:ln>
          <a:effectLst/>
        </p:spPr>
        <p:txBody>
          <a:bodyPr wrap="none">
            <a:spAutoFit/>
          </a:bodyPr>
          <a:lstStyle/>
          <a:p>
            <a:pPr marR="0" defTabSz="914400" eaLnBrk="0" hangingPunct="0">
              <a:spcBef>
                <a:spcPct val="20000"/>
              </a:spcBef>
              <a:buClrTx/>
              <a:buSzTx/>
              <a:buFontTx/>
              <a:defRPr/>
            </a:pPr>
            <a:r>
              <a:rPr kumimoji="0" lang="en-US" altLang="zh-CN" sz="2800" kern="1200" cap="none" spc="0" normalizeH="0" baseline="0" noProof="0">
                <a:effectLst>
                  <a:outerShdw blurRad="38100" dist="38100" dir="2700000" algn="tl">
                    <a:srgbClr val="C0C0C0"/>
                  </a:outerShdw>
                </a:effectLst>
                <a:latin typeface="楷体_GB2312" pitchFamily="49" charset="-122"/>
                <a:ea typeface="楷体_GB2312" pitchFamily="49" charset="-122"/>
                <a:cs typeface="+mn-cs"/>
              </a:rPr>
              <a:t> </a:t>
            </a:r>
            <a:r>
              <a:rPr kumimoji="0" lang="zh-CN" altLang="en-US" sz="2800" kern="1200" cap="none" spc="0" normalizeH="0" baseline="0" noProof="0">
                <a:effectLst>
                  <a:outerShdw blurRad="38100" dist="38100" dir="2700000" algn="tl">
                    <a:srgbClr val="C0C0C0"/>
                  </a:outerShdw>
                </a:effectLst>
                <a:latin typeface="楷体_GB2312" pitchFamily="49" charset="-122"/>
                <a:ea typeface="楷体_GB2312" pitchFamily="49" charset="-122"/>
                <a:cs typeface="+mn-cs"/>
              </a:rPr>
              <a:t>写数据</a:t>
            </a:r>
          </a:p>
        </p:txBody>
      </p:sp>
      <p:sp>
        <p:nvSpPr>
          <p:cNvPr id="12" name="AutoShape 11"/>
          <p:cNvSpPr/>
          <p:nvPr/>
        </p:nvSpPr>
        <p:spPr>
          <a:xfrm flipH="1">
            <a:off x="5578475" y="4545013"/>
            <a:ext cx="1439863" cy="288925"/>
          </a:xfrm>
          <a:prstGeom prst="curvedDownArrow">
            <a:avLst>
              <a:gd name="adj1" fmla="val 99670"/>
              <a:gd name="adj2" fmla="val 199340"/>
              <a:gd name="adj3" fmla="val 33333"/>
            </a:avLst>
          </a:prstGeom>
          <a:solidFill>
            <a:srgbClr val="FFFF99"/>
          </a:solidFill>
          <a:ln w="12700" cap="flat" cmpd="sng">
            <a:solidFill>
              <a:schemeClr val="tx1"/>
            </a:solidFill>
            <a:prstDash val="solid"/>
            <a:miter/>
            <a:headEnd type="none" w="med" len="med"/>
            <a:tailEnd type="none" w="med" len="med"/>
          </a:ln>
        </p:spPr>
        <p:txBody>
          <a:bodyPr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mn-ea"/>
              <a:cs typeface="楷体_GB2312"/>
            </a:endParaRPr>
          </a:p>
        </p:txBody>
      </p:sp>
      <p:sp>
        <p:nvSpPr>
          <p:cNvPr id="13" name="AutoShape 12"/>
          <p:cNvSpPr/>
          <p:nvPr/>
        </p:nvSpPr>
        <p:spPr>
          <a:xfrm flipH="1">
            <a:off x="2770188" y="4545013"/>
            <a:ext cx="1439863" cy="288925"/>
          </a:xfrm>
          <a:prstGeom prst="curvedDownArrow">
            <a:avLst>
              <a:gd name="adj1" fmla="val 99670"/>
              <a:gd name="adj2" fmla="val 199340"/>
              <a:gd name="adj3" fmla="val 33333"/>
            </a:avLst>
          </a:prstGeom>
          <a:solidFill>
            <a:srgbClr val="FFFF99"/>
          </a:solidFill>
          <a:ln w="12700" cap="flat" cmpd="sng">
            <a:solidFill>
              <a:schemeClr val="tx1"/>
            </a:solidFill>
            <a:prstDash val="solid"/>
            <a:miter/>
            <a:headEnd type="none" w="med" len="med"/>
            <a:tailEnd type="none" w="med" len="med"/>
          </a:ln>
        </p:spPr>
        <p:txBody>
          <a:bodyPr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mn-ea"/>
              <a:cs typeface="楷体_GB2312"/>
            </a:endParaRPr>
          </a:p>
        </p:txBody>
      </p:sp>
      <p:sp>
        <p:nvSpPr>
          <p:cNvPr id="14" name="AutoShape 13"/>
          <p:cNvSpPr/>
          <p:nvPr/>
        </p:nvSpPr>
        <p:spPr>
          <a:xfrm flipV="1">
            <a:off x="2914650" y="6129338"/>
            <a:ext cx="1439863" cy="288925"/>
          </a:xfrm>
          <a:prstGeom prst="curvedDownArrow">
            <a:avLst>
              <a:gd name="adj1" fmla="val 99670"/>
              <a:gd name="adj2" fmla="val 199340"/>
              <a:gd name="adj3" fmla="val 33333"/>
            </a:avLst>
          </a:prstGeom>
          <a:solidFill>
            <a:srgbClr val="FFFF99"/>
          </a:solidFill>
          <a:ln w="12700" cap="flat" cmpd="sng">
            <a:solidFill>
              <a:schemeClr val="tx1"/>
            </a:solidFill>
            <a:prstDash val="solid"/>
            <a:miter/>
            <a:headEnd type="none" w="med" len="med"/>
            <a:tailEnd type="none" w="med" len="med"/>
          </a:ln>
        </p:spPr>
        <p:txBody>
          <a:bodyPr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mn-ea"/>
              <a:cs typeface="楷体_GB2312"/>
            </a:endParaRPr>
          </a:p>
        </p:txBody>
      </p:sp>
      <p:sp>
        <p:nvSpPr>
          <p:cNvPr id="15" name="AutoShape 14"/>
          <p:cNvSpPr/>
          <p:nvPr/>
        </p:nvSpPr>
        <p:spPr>
          <a:xfrm flipV="1">
            <a:off x="5722938" y="6057900"/>
            <a:ext cx="1439863" cy="288925"/>
          </a:xfrm>
          <a:prstGeom prst="curvedDownArrow">
            <a:avLst>
              <a:gd name="adj1" fmla="val 99670"/>
              <a:gd name="adj2" fmla="val 199340"/>
              <a:gd name="adj3" fmla="val 33333"/>
            </a:avLst>
          </a:prstGeom>
          <a:solidFill>
            <a:srgbClr val="FFFF99"/>
          </a:solidFill>
          <a:ln w="12700" cap="flat" cmpd="sng">
            <a:solidFill>
              <a:schemeClr val="tx1"/>
            </a:solidFill>
            <a:prstDash val="solid"/>
            <a:miter/>
            <a:headEnd type="none" w="med" len="med"/>
            <a:tailEnd type="none" w="med" len="med"/>
          </a:ln>
        </p:spPr>
        <p:txBody>
          <a:bodyPr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mn-ea"/>
              <a:cs typeface="楷体_GB2312"/>
            </a:endParaRPr>
          </a:p>
        </p:txBody>
      </p:sp>
      <p:sp>
        <p:nvSpPr>
          <p:cNvPr id="16" name="Text Box 15"/>
          <p:cNvSpPr txBox="1">
            <a:spLocks noChangeArrowheads="1"/>
          </p:cNvSpPr>
          <p:nvPr/>
        </p:nvSpPr>
        <p:spPr bwMode="auto">
          <a:xfrm>
            <a:off x="5608638" y="4111625"/>
            <a:ext cx="1409700" cy="369888"/>
          </a:xfrm>
          <a:prstGeom prst="rect">
            <a:avLst/>
          </a:prstGeom>
          <a:noFill/>
          <a:ln w="38100" algn="ctr">
            <a:noFill/>
            <a:miter lim="800000"/>
          </a:ln>
          <a:effectLst/>
        </p:spPr>
        <p:txBody>
          <a:bodyPr>
            <a:spAutoFit/>
          </a:bodyPr>
          <a:lstStyle/>
          <a:p>
            <a:pPr marR="0" defTabSz="914400" eaLnBrk="0" hangingPunct="0">
              <a:spcBef>
                <a:spcPct val="20000"/>
              </a:spcBef>
              <a:buClrTx/>
              <a:buSzTx/>
              <a:buFontTx/>
              <a:defRPr/>
            </a:pPr>
            <a:r>
              <a:rPr kumimoji="0" lang="en-US" altLang="zh-CN" sz="1800" kern="1200" cap="none" spc="0" normalizeH="0" baseline="0" noProof="0" dirty="0">
                <a:effectLst>
                  <a:outerShdw blurRad="38100" dist="38100" dir="2700000" algn="tl">
                    <a:srgbClr val="C0C0C0"/>
                  </a:outerShdw>
                </a:effectLst>
                <a:latin typeface="+mn-lt"/>
                <a:ea typeface="楷体_GB2312" pitchFamily="49" charset="-122"/>
                <a:cs typeface="+mn-cs"/>
              </a:rPr>
              <a:t> INPUT(X)</a:t>
            </a:r>
          </a:p>
        </p:txBody>
      </p:sp>
      <p:sp>
        <p:nvSpPr>
          <p:cNvPr id="17" name="Text Box 16"/>
          <p:cNvSpPr txBox="1">
            <a:spLocks noChangeArrowheads="1"/>
          </p:cNvSpPr>
          <p:nvPr/>
        </p:nvSpPr>
        <p:spPr bwMode="auto">
          <a:xfrm>
            <a:off x="5567363" y="6362700"/>
            <a:ext cx="1511300" cy="366713"/>
          </a:xfrm>
          <a:prstGeom prst="rect">
            <a:avLst/>
          </a:prstGeom>
          <a:noFill/>
          <a:ln w="38100" algn="ctr">
            <a:noFill/>
            <a:miter lim="800000"/>
          </a:ln>
          <a:effectLst/>
        </p:spPr>
        <p:txBody>
          <a:bodyPr>
            <a:spAutoFit/>
          </a:bodyPr>
          <a:lstStyle/>
          <a:p>
            <a:pPr marR="0" defTabSz="914400" eaLnBrk="0" hangingPunct="0">
              <a:spcBef>
                <a:spcPct val="20000"/>
              </a:spcBef>
              <a:buClrTx/>
              <a:buSzTx/>
              <a:buFontTx/>
              <a:defRPr/>
            </a:pPr>
            <a:r>
              <a:rPr kumimoji="0" lang="en-US" altLang="zh-CN" sz="1800" kern="1200" cap="none" spc="0" normalizeH="0" baseline="0" noProof="0" dirty="0">
                <a:effectLst>
                  <a:outerShdw blurRad="38100" dist="38100" dir="2700000" algn="tl">
                    <a:srgbClr val="C0C0C0"/>
                  </a:outerShdw>
                </a:effectLst>
                <a:latin typeface="+mn-lt"/>
                <a:ea typeface="楷体_GB2312" pitchFamily="49" charset="-122"/>
                <a:cs typeface="+mn-cs"/>
              </a:rPr>
              <a:t> OUTPUT(X)</a:t>
            </a:r>
          </a:p>
        </p:txBody>
      </p:sp>
      <p:sp>
        <p:nvSpPr>
          <p:cNvPr id="18" name="Text Box 17"/>
          <p:cNvSpPr txBox="1">
            <a:spLocks noChangeArrowheads="1"/>
          </p:cNvSpPr>
          <p:nvPr/>
        </p:nvSpPr>
        <p:spPr bwMode="auto">
          <a:xfrm>
            <a:off x="2886075" y="4130675"/>
            <a:ext cx="1512888" cy="366713"/>
          </a:xfrm>
          <a:prstGeom prst="rect">
            <a:avLst/>
          </a:prstGeom>
          <a:noFill/>
          <a:ln w="38100" algn="ctr">
            <a:noFill/>
            <a:miter lim="800000"/>
          </a:ln>
          <a:effectLst/>
        </p:spPr>
        <p:txBody>
          <a:bodyPr>
            <a:spAutoFit/>
          </a:bodyPr>
          <a:lstStyle/>
          <a:p>
            <a:pPr marR="0" defTabSz="914400" eaLnBrk="0" hangingPunct="0">
              <a:spcBef>
                <a:spcPct val="20000"/>
              </a:spcBef>
              <a:buClrTx/>
              <a:buSzTx/>
              <a:buFontTx/>
              <a:defRPr/>
            </a:pPr>
            <a:r>
              <a:rPr kumimoji="0" lang="en-US" altLang="zh-CN" sz="1800" kern="1200" cap="none" spc="0" normalizeH="0" baseline="0" noProof="0" dirty="0">
                <a:effectLst>
                  <a:outerShdw blurRad="38100" dist="38100" dir="2700000" algn="tl">
                    <a:srgbClr val="C0C0C0"/>
                  </a:outerShdw>
                </a:effectLst>
                <a:latin typeface="+mn-lt"/>
                <a:ea typeface="楷体_GB2312" pitchFamily="49" charset="-122"/>
                <a:cs typeface="+mn-cs"/>
              </a:rPr>
              <a:t> READ(X, t )</a:t>
            </a:r>
          </a:p>
        </p:txBody>
      </p:sp>
      <p:sp>
        <p:nvSpPr>
          <p:cNvPr id="19" name="Text Box 18"/>
          <p:cNvSpPr txBox="1">
            <a:spLocks noChangeArrowheads="1"/>
          </p:cNvSpPr>
          <p:nvPr/>
        </p:nvSpPr>
        <p:spPr bwMode="auto">
          <a:xfrm>
            <a:off x="2784475" y="6419850"/>
            <a:ext cx="1643063" cy="366713"/>
          </a:xfrm>
          <a:prstGeom prst="rect">
            <a:avLst/>
          </a:prstGeom>
          <a:noFill/>
          <a:ln w="38100" algn="ctr">
            <a:noFill/>
            <a:miter lim="800000"/>
          </a:ln>
          <a:effectLst/>
        </p:spPr>
        <p:txBody>
          <a:bodyPr>
            <a:spAutoFit/>
          </a:bodyPr>
          <a:lstStyle/>
          <a:p>
            <a:pPr marR="0" defTabSz="914400" eaLnBrk="0" hangingPunct="0">
              <a:spcBef>
                <a:spcPct val="20000"/>
              </a:spcBef>
              <a:buClrTx/>
              <a:buSzTx/>
              <a:buFontTx/>
              <a:defRPr/>
            </a:pPr>
            <a:r>
              <a:rPr kumimoji="0" lang="en-US" altLang="zh-CN" sz="1800" kern="1200" cap="none" spc="0" normalizeH="0" baseline="0" noProof="0" dirty="0">
                <a:effectLst>
                  <a:outerShdw blurRad="38100" dist="38100" dir="2700000" algn="tl">
                    <a:srgbClr val="C0C0C0"/>
                  </a:outerShdw>
                </a:effectLst>
                <a:latin typeface="+mn-lt"/>
                <a:ea typeface="楷体_GB2312" pitchFamily="49" charset="-122"/>
                <a:cs typeface="+mn-cs"/>
              </a:rPr>
              <a:t> WRITE(t, X )</a:t>
            </a:r>
          </a:p>
        </p:txBody>
      </p:sp>
      <p:sp>
        <p:nvSpPr>
          <p:cNvPr id="20" name="Text Box 19"/>
          <p:cNvSpPr txBox="1"/>
          <p:nvPr/>
        </p:nvSpPr>
        <p:spPr>
          <a:xfrm>
            <a:off x="1214438" y="4989513"/>
            <a:ext cx="7535862" cy="1082675"/>
          </a:xfrm>
          <a:prstGeom prst="rect">
            <a:avLst/>
          </a:prstGeom>
          <a:solidFill>
            <a:srgbClr val="F9FC6A"/>
          </a:solidFill>
          <a:ln w="38100" cap="flat" cmpd="sng">
            <a:solidFill>
              <a:srgbClr val="FFC000"/>
            </a:solidFill>
            <a:prstDash val="solid"/>
            <a:miter/>
            <a:headEnd type="none" w="med" len="med"/>
            <a:tailEnd type="none" w="med" len="med"/>
          </a:ln>
        </p:spPr>
        <p:txBody>
          <a:bodyPr wrap="none" anchor="t" anchorCtr="0">
            <a:spAutoFit/>
          </a:bodyPr>
          <a:lstStyle/>
          <a:p>
            <a:pPr eaLnBrk="0" hangingPunct="0">
              <a:spcBef>
                <a:spcPct val="30000"/>
              </a:spcBef>
              <a:buSzTx/>
              <a:buFontTx/>
            </a:pPr>
            <a:r>
              <a:rPr lang="en-US" altLang="zh-CN" sz="2800">
                <a:solidFill>
                  <a:srgbClr val="FF0000"/>
                </a:solidFill>
                <a:latin typeface="Times New Roman" panose="02020603050405020304" pitchFamily="18" charset="0"/>
              </a:rPr>
              <a:t> READ(X, t)</a:t>
            </a:r>
            <a:r>
              <a:rPr lang="zh-CN" altLang="en-US" sz="2800">
                <a:solidFill>
                  <a:srgbClr val="FF0000"/>
                </a:solidFill>
                <a:latin typeface="Times New Roman" panose="02020603050405020304" pitchFamily="18" charset="0"/>
              </a:rPr>
              <a:t>和</a:t>
            </a:r>
            <a:r>
              <a:rPr lang="en-US" altLang="zh-CN" sz="2800">
                <a:solidFill>
                  <a:srgbClr val="FF0000"/>
                </a:solidFill>
                <a:latin typeface="Times New Roman" panose="02020603050405020304" pitchFamily="18" charset="0"/>
              </a:rPr>
              <a:t>WRITE(t, X)</a:t>
            </a:r>
            <a:r>
              <a:rPr lang="zh-CN" altLang="en-US" sz="2800">
                <a:solidFill>
                  <a:srgbClr val="FF0000"/>
                </a:solidFill>
                <a:latin typeface="Times New Roman" panose="02020603050405020304" pitchFamily="18" charset="0"/>
              </a:rPr>
              <a:t>由事务发出</a:t>
            </a:r>
          </a:p>
          <a:p>
            <a:pPr eaLnBrk="0" hangingPunct="0">
              <a:spcBef>
                <a:spcPct val="30000"/>
              </a:spcBef>
              <a:buSzTx/>
              <a:buFontTx/>
            </a:pPr>
            <a:r>
              <a:rPr lang="en-US" altLang="zh-CN" sz="2800">
                <a:solidFill>
                  <a:srgbClr val="FF0000"/>
                </a:solidFill>
                <a:latin typeface="Times New Roman" panose="02020603050405020304" pitchFamily="18" charset="0"/>
              </a:rPr>
              <a:t>INPUT(X)</a:t>
            </a:r>
            <a:r>
              <a:rPr lang="zh-CN" altLang="en-US" sz="2800">
                <a:solidFill>
                  <a:srgbClr val="FF0000"/>
                </a:solidFill>
                <a:latin typeface="Times New Roman" panose="02020603050405020304" pitchFamily="18" charset="0"/>
              </a:rPr>
              <a:t>和</a:t>
            </a:r>
            <a:r>
              <a:rPr lang="en-US" altLang="zh-CN" sz="2800">
                <a:solidFill>
                  <a:srgbClr val="FF0000"/>
                </a:solidFill>
                <a:latin typeface="Times New Roman" panose="02020603050405020304" pitchFamily="18" charset="0"/>
              </a:rPr>
              <a:t>OUTPUT(X)</a:t>
            </a:r>
            <a:r>
              <a:rPr lang="zh-CN" altLang="en-US" sz="2800">
                <a:solidFill>
                  <a:srgbClr val="FF0000"/>
                </a:solidFill>
                <a:latin typeface="Times New Roman" panose="02020603050405020304" pitchFamily="18" charset="0"/>
              </a:rPr>
              <a:t>由缓冲区管理器发出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ox(in)">
                                      <p:cBhvr>
                                        <p:cTn id="7" dur="500"/>
                                        <p:tgtEl>
                                          <p:spTgt spid="3">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ox(in)">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box(in)">
                                      <p:cBhvr>
                                        <p:cTn id="15" dur="500"/>
                                        <p:tgtEl>
                                          <p:spTgt spid="3">
                                            <p:txEl>
                                              <p:pRg st="3" end="3"/>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box(in)">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fill="hold"/>
                                        <p:tgtEl>
                                          <p:spTgt spid="11"/>
                                        </p:tgtEl>
                                        <p:attrNameLst>
                                          <p:attrName>ppt_x</p:attrName>
                                        </p:attrNameLst>
                                      </p:cBhvr>
                                      <p:tavLst>
                                        <p:tav tm="0">
                                          <p:val>
                                            <p:strVal val="#ppt_x"/>
                                          </p:val>
                                        </p:tav>
                                        <p:tav tm="100000">
                                          <p:val>
                                            <p:strVal val="#ppt_x"/>
                                          </p:val>
                                        </p:tav>
                                      </p:tavLst>
                                    </p:anim>
                                    <p:anim calcmode="lin" valueType="num">
                                      <p:cBhvr additive="base">
                                        <p:cTn id="40" dur="500" fill="hold"/>
                                        <p:tgtEl>
                                          <p:spTgt spid="11"/>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500" fill="hold"/>
                                        <p:tgtEl>
                                          <p:spTgt spid="13"/>
                                        </p:tgtEl>
                                        <p:attrNameLst>
                                          <p:attrName>ppt_x</p:attrName>
                                        </p:attrNameLst>
                                      </p:cBhvr>
                                      <p:tavLst>
                                        <p:tav tm="0">
                                          <p:val>
                                            <p:strVal val="#ppt_x"/>
                                          </p:val>
                                        </p:tav>
                                        <p:tav tm="100000">
                                          <p:val>
                                            <p:strVal val="#ppt_x"/>
                                          </p:val>
                                        </p:tav>
                                      </p:tavLst>
                                    </p:anim>
                                    <p:anim calcmode="lin" valueType="num">
                                      <p:cBhvr additive="base">
                                        <p:cTn id="48" dur="500" fill="hold"/>
                                        <p:tgtEl>
                                          <p:spTgt spid="1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 calcmode="lin" valueType="num">
                                      <p:cBhvr additive="base">
                                        <p:cTn id="51" dur="500" fill="hold"/>
                                        <p:tgtEl>
                                          <p:spTgt spid="14"/>
                                        </p:tgtEl>
                                        <p:attrNameLst>
                                          <p:attrName>ppt_x</p:attrName>
                                        </p:attrNameLst>
                                      </p:cBhvr>
                                      <p:tavLst>
                                        <p:tav tm="0">
                                          <p:val>
                                            <p:strVal val="#ppt_x"/>
                                          </p:val>
                                        </p:tav>
                                        <p:tav tm="100000">
                                          <p:val>
                                            <p:strVal val="#ppt_x"/>
                                          </p:val>
                                        </p:tav>
                                      </p:tavLst>
                                    </p:anim>
                                    <p:anim calcmode="lin" valueType="num">
                                      <p:cBhvr additive="base">
                                        <p:cTn id="52" dur="500" fill="hold"/>
                                        <p:tgtEl>
                                          <p:spTgt spid="14"/>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anim calcmode="lin" valueType="num">
                                      <p:cBhvr additive="base">
                                        <p:cTn id="55" dur="500" fill="hold"/>
                                        <p:tgtEl>
                                          <p:spTgt spid="15"/>
                                        </p:tgtEl>
                                        <p:attrNameLst>
                                          <p:attrName>ppt_x</p:attrName>
                                        </p:attrNameLst>
                                      </p:cBhvr>
                                      <p:tavLst>
                                        <p:tav tm="0">
                                          <p:val>
                                            <p:strVal val="#ppt_x"/>
                                          </p:val>
                                        </p:tav>
                                        <p:tav tm="100000">
                                          <p:val>
                                            <p:strVal val="#ppt_x"/>
                                          </p:val>
                                        </p:tav>
                                      </p:tavLst>
                                    </p:anim>
                                    <p:anim calcmode="lin" valueType="num">
                                      <p:cBhvr additive="base">
                                        <p:cTn id="56" dur="500" fill="hold"/>
                                        <p:tgtEl>
                                          <p:spTgt spid="15"/>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anim calcmode="lin" valueType="num">
                                      <p:cBhvr additive="base">
                                        <p:cTn id="59" dur="500" fill="hold"/>
                                        <p:tgtEl>
                                          <p:spTgt spid="16"/>
                                        </p:tgtEl>
                                        <p:attrNameLst>
                                          <p:attrName>ppt_x</p:attrName>
                                        </p:attrNameLst>
                                      </p:cBhvr>
                                      <p:tavLst>
                                        <p:tav tm="0">
                                          <p:val>
                                            <p:strVal val="#ppt_x"/>
                                          </p:val>
                                        </p:tav>
                                        <p:tav tm="100000">
                                          <p:val>
                                            <p:strVal val="#ppt_x"/>
                                          </p:val>
                                        </p:tav>
                                      </p:tavLst>
                                    </p:anim>
                                    <p:anim calcmode="lin" valueType="num">
                                      <p:cBhvr additive="base">
                                        <p:cTn id="60" dur="500" fill="hold"/>
                                        <p:tgtEl>
                                          <p:spTgt spid="16"/>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17"/>
                                        </p:tgtEl>
                                        <p:attrNameLst>
                                          <p:attrName>style.visibility</p:attrName>
                                        </p:attrNameLst>
                                      </p:cBhvr>
                                      <p:to>
                                        <p:strVal val="visible"/>
                                      </p:to>
                                    </p:set>
                                    <p:anim calcmode="lin" valueType="num">
                                      <p:cBhvr additive="base">
                                        <p:cTn id="63" dur="500" fill="hold"/>
                                        <p:tgtEl>
                                          <p:spTgt spid="17"/>
                                        </p:tgtEl>
                                        <p:attrNameLst>
                                          <p:attrName>ppt_x</p:attrName>
                                        </p:attrNameLst>
                                      </p:cBhvr>
                                      <p:tavLst>
                                        <p:tav tm="0">
                                          <p:val>
                                            <p:strVal val="#ppt_x"/>
                                          </p:val>
                                        </p:tav>
                                        <p:tav tm="100000">
                                          <p:val>
                                            <p:strVal val="#ppt_x"/>
                                          </p:val>
                                        </p:tav>
                                      </p:tavLst>
                                    </p:anim>
                                    <p:anim calcmode="lin" valueType="num">
                                      <p:cBhvr additive="base">
                                        <p:cTn id="64" dur="500" fill="hold"/>
                                        <p:tgtEl>
                                          <p:spTgt spid="17"/>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 calcmode="lin" valueType="num">
                                      <p:cBhvr additive="base">
                                        <p:cTn id="67" dur="500" fill="hold"/>
                                        <p:tgtEl>
                                          <p:spTgt spid="18"/>
                                        </p:tgtEl>
                                        <p:attrNameLst>
                                          <p:attrName>ppt_x</p:attrName>
                                        </p:attrNameLst>
                                      </p:cBhvr>
                                      <p:tavLst>
                                        <p:tav tm="0">
                                          <p:val>
                                            <p:strVal val="#ppt_x"/>
                                          </p:val>
                                        </p:tav>
                                        <p:tav tm="100000">
                                          <p:val>
                                            <p:strVal val="#ppt_x"/>
                                          </p:val>
                                        </p:tav>
                                      </p:tavLst>
                                    </p:anim>
                                    <p:anim calcmode="lin" valueType="num">
                                      <p:cBhvr additive="base">
                                        <p:cTn id="68" dur="500" fill="hold"/>
                                        <p:tgtEl>
                                          <p:spTgt spid="18"/>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19"/>
                                        </p:tgtEl>
                                        <p:attrNameLst>
                                          <p:attrName>style.visibility</p:attrName>
                                        </p:attrNameLst>
                                      </p:cBhvr>
                                      <p:to>
                                        <p:strVal val="visible"/>
                                      </p:to>
                                    </p:set>
                                    <p:anim calcmode="lin" valueType="num">
                                      <p:cBhvr additive="base">
                                        <p:cTn id="71" dur="500" fill="hold"/>
                                        <p:tgtEl>
                                          <p:spTgt spid="19"/>
                                        </p:tgtEl>
                                        <p:attrNameLst>
                                          <p:attrName>ppt_x</p:attrName>
                                        </p:attrNameLst>
                                      </p:cBhvr>
                                      <p:tavLst>
                                        <p:tav tm="0">
                                          <p:val>
                                            <p:strVal val="#ppt_x"/>
                                          </p:val>
                                        </p:tav>
                                        <p:tav tm="100000">
                                          <p:val>
                                            <p:strVal val="#ppt_x"/>
                                          </p:val>
                                        </p:tav>
                                      </p:tavLst>
                                    </p:anim>
                                    <p:anim calcmode="lin" valueType="num">
                                      <p:cBhvr additive="base">
                                        <p:cTn id="7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20"/>
                                        </p:tgtEl>
                                        <p:attrNameLst>
                                          <p:attrName>style.visibility</p:attrName>
                                        </p:attrNameLst>
                                      </p:cBhvr>
                                      <p:to>
                                        <p:strVal val="visible"/>
                                      </p:to>
                                    </p:set>
                                    <p:anim calcmode="lin" valueType="num">
                                      <p:cBhvr additive="base">
                                        <p:cTn id="77" dur="500" fill="hold"/>
                                        <p:tgtEl>
                                          <p:spTgt spid="20"/>
                                        </p:tgtEl>
                                        <p:attrNameLst>
                                          <p:attrName>ppt_x</p:attrName>
                                        </p:attrNameLst>
                                      </p:cBhvr>
                                      <p:tavLst>
                                        <p:tav tm="0">
                                          <p:val>
                                            <p:strVal val="#ppt_x"/>
                                          </p:val>
                                        </p:tav>
                                        <p:tav tm="100000">
                                          <p:val>
                                            <p:strVal val="#ppt_x"/>
                                          </p:val>
                                        </p:tav>
                                      </p:tavLst>
                                    </p:anim>
                                    <p:anim calcmode="lin" valueType="num">
                                      <p:cBhvr additive="base">
                                        <p:cTn id="7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0" grpId="0" animBg="1"/>
      <p:bldP spid="11" grpId="0"/>
      <p:bldP spid="12" grpId="0" animBg="1"/>
      <p:bldP spid="13" grpId="0" animBg="1"/>
      <p:bldP spid="14" grpId="0" animBg="1"/>
      <p:bldP spid="15" grpId="0" animBg="1"/>
      <p:bldP spid="16" grpId="0"/>
      <p:bldP spid="17" grpId="0"/>
      <p:bldP spid="18" grpId="0"/>
      <p:bldP spid="19" grpId="0"/>
      <p:bldP spid="2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目录</a:t>
            </a: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8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事务概念</a:t>
            </a:r>
            <a:endParaRPr kumimoji="0" lang="en-US" altLang="zh-CN" sz="3200" b="1" i="0" u="none" strike="noStrike" kern="0" cap="none" spc="0" normalizeH="0" baseline="0" noProof="0" dirty="0">
              <a:ln>
                <a:noFill/>
              </a:ln>
              <a:solidFill>
                <a:schemeClr val="bg1">
                  <a:lumMod val="8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事务的并发执行和调度</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8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并发控制协议</a:t>
            </a: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1EC7B892-DA3D-43F9-8C4E-933FBD731957}"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事务的并发执行和调度</a:t>
            </a: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604FC389-DCE5-4B61-AEC6-F89F58DA6223}"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12</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381000" y="1214438"/>
            <a:ext cx="8763000" cy="5232400"/>
          </a:xfrm>
          <a:solidFill>
            <a:schemeClr val="bg1"/>
          </a:solidFill>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调度</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一个或多个事务的重要操作按时间排序的一个序列</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READ, WRITE</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序列</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串行调度</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如果一个调度</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的动作组成首先是一个事务的所有动作</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然后是另一个事务的所有动作</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依此类推、没有动作的混合，那么我们说这一调度是串行的。</a:t>
            </a:r>
          </a:p>
          <a:p>
            <a:pPr marL="1143000" marR="0" lvl="2" indent="-228600" algn="l" defTabSz="914400" rtl="0" eaLnBrk="0" fontAlgn="base" latinLnBrk="0" hangingPunct="0">
              <a:lnSpc>
                <a:spcPct val="100000"/>
              </a:lnSpc>
              <a:spcBef>
                <a:spcPts val="12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更精确地讲，如果有任意两个事务</a:t>
            </a:r>
            <a:r>
              <a:rPr kumimoji="0" lang="en-US" altLang="zh-CN"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和</a:t>
            </a:r>
            <a:r>
              <a:rPr kumimoji="0" lang="en-US" altLang="zh-CN"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，若</a:t>
            </a:r>
            <a:r>
              <a:rPr kumimoji="0" lang="en-US" altLang="zh-CN"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的某个动作在</a:t>
            </a:r>
            <a:r>
              <a:rPr kumimoji="0" lang="en-US" altLang="zh-CN"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的某个动作前，则</a:t>
            </a:r>
            <a:r>
              <a:rPr kumimoji="0" lang="en-US" altLang="zh-CN"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的所有动作在</a:t>
            </a:r>
            <a:r>
              <a:rPr kumimoji="0" lang="en-US" altLang="zh-CN"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的所有动作前，那么调度</a:t>
            </a:r>
            <a:r>
              <a:rPr kumimoji="0" lang="en-US" altLang="zh-CN"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S</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是串行的。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 calcmode="lin" valueType="num">
                                      <p:cBhvr additive="base">
                                        <p:cTn id="1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2FC5A806-E62D-4361-9FA7-FFE670E8599B}"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3" name="页脚占位符 2"/>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4" name="灯片编号占位符 3"/>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7C5103AD-32A8-4740-B23E-E8A8413C4791}"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13</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pic>
        <p:nvPicPr>
          <p:cNvPr id="35844" name="Picture 8"/>
          <p:cNvPicPr>
            <a:picLocks noChangeAspect="1"/>
          </p:cNvPicPr>
          <p:nvPr/>
        </p:nvPicPr>
        <p:blipFill>
          <a:blip r:embed="rId2"/>
          <a:srcRect l="20474" t="557" r="20265" b="557"/>
          <a:stretch>
            <a:fillRect/>
          </a:stretch>
        </p:blipFill>
        <p:spPr>
          <a:xfrm>
            <a:off x="857250" y="1714500"/>
            <a:ext cx="3709988" cy="4643438"/>
          </a:xfrm>
          <a:prstGeom prst="rect">
            <a:avLst/>
          </a:prstGeom>
          <a:noFill/>
          <a:ln w="57150" cap="flat" cmpd="thinThick">
            <a:solidFill>
              <a:schemeClr val="tx2"/>
            </a:solidFill>
            <a:prstDash val="solid"/>
            <a:miter/>
            <a:headEnd type="none" w="med" len="med"/>
            <a:tailEnd type="none" w="med" len="med"/>
          </a:ln>
        </p:spPr>
      </p:pic>
      <p:sp>
        <p:nvSpPr>
          <p:cNvPr id="35846" name="TextBox 6"/>
          <p:cNvSpPr txBox="1"/>
          <p:nvPr/>
        </p:nvSpPr>
        <p:spPr>
          <a:xfrm>
            <a:off x="1143000" y="214313"/>
            <a:ext cx="6843713" cy="904875"/>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宋体" panose="02010600030101010101" pitchFamily="2" charset="-122"/>
                <a:cs typeface="楷体_GB2312"/>
              </a:rPr>
              <a:t>Let </a:t>
            </a:r>
            <a:r>
              <a:rPr kumimoji="0" lang="en-US" altLang="zh-CN" sz="2400" b="0" i="1"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宋体" panose="02010600030101010101" pitchFamily="2" charset="-122"/>
                <a:cs typeface="楷体_GB2312"/>
              </a:rPr>
              <a:t>T</a:t>
            </a:r>
            <a:r>
              <a:rPr kumimoji="0" lang="en-US" altLang="zh-CN" sz="2400" b="0" i="0" u="none" strike="noStrike" kern="1200" cap="none" spc="0" normalizeH="0" baseline="-25000" noProof="1">
                <a:ln>
                  <a:noFill/>
                </a:ln>
                <a:solidFill>
                  <a:schemeClr val="tx1"/>
                </a:solidFill>
                <a:effectLst>
                  <a:outerShdw blurRad="38100" dist="38100" dir="2700000" algn="tl">
                    <a:srgbClr val="C0C0C0"/>
                  </a:outerShdw>
                </a:effectLst>
                <a:uLnTx/>
                <a:uFillTx/>
                <a:latin typeface="楷体_GB2312" pitchFamily="49" charset="-122"/>
                <a:ea typeface="宋体" panose="02010600030101010101" pitchFamily="2" charset="-122"/>
                <a:cs typeface="楷体_GB2312"/>
              </a:rPr>
              <a:t>1</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宋体" panose="02010600030101010101" pitchFamily="2" charset="-122"/>
                <a:cs typeface="楷体_GB2312"/>
              </a:rPr>
              <a:t> transfer $50 from </a:t>
            </a:r>
            <a:r>
              <a:rPr kumimoji="0" lang="en-US" altLang="zh-CN" sz="2400" b="0" i="1"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宋体" panose="02010600030101010101" pitchFamily="2" charset="-122"/>
                <a:cs typeface="楷体_GB2312"/>
              </a:rPr>
              <a:t>A </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宋体" panose="02010600030101010101" pitchFamily="2" charset="-122"/>
                <a:cs typeface="楷体_GB2312"/>
              </a:rPr>
              <a:t>to </a:t>
            </a:r>
            <a:r>
              <a:rPr kumimoji="0" lang="en-US" altLang="zh-CN" sz="2400" b="0" i="1"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宋体" panose="02010600030101010101" pitchFamily="2" charset="-122"/>
                <a:cs typeface="楷体_GB2312"/>
              </a:rPr>
              <a:t>B</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宋体" panose="02010600030101010101" pitchFamily="2" charset="-122"/>
                <a:cs typeface="楷体_GB2312"/>
              </a:rPr>
              <a:t>, and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400" b="0" i="1"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宋体" panose="02010600030101010101" pitchFamily="2" charset="-122"/>
                <a:cs typeface="楷体_GB2312"/>
              </a:rPr>
              <a:t>T</a:t>
            </a:r>
            <a:r>
              <a:rPr kumimoji="0" lang="en-US" altLang="zh-CN" sz="2400" b="0" i="0" u="none" strike="noStrike" kern="1200" cap="none" spc="0" normalizeH="0" baseline="-25000" noProof="1">
                <a:ln>
                  <a:noFill/>
                </a:ln>
                <a:solidFill>
                  <a:schemeClr val="tx1"/>
                </a:solidFill>
                <a:effectLst>
                  <a:outerShdw blurRad="38100" dist="38100" dir="2700000" algn="tl">
                    <a:srgbClr val="C0C0C0"/>
                  </a:outerShdw>
                </a:effectLst>
                <a:uLnTx/>
                <a:uFillTx/>
                <a:latin typeface="楷体_GB2312" pitchFamily="49" charset="-122"/>
                <a:ea typeface="宋体" panose="02010600030101010101" pitchFamily="2" charset="-122"/>
                <a:cs typeface="楷体_GB2312"/>
              </a:rPr>
              <a:t>2</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宋体" panose="02010600030101010101" pitchFamily="2" charset="-122"/>
                <a:cs typeface="楷体_GB2312"/>
              </a:rPr>
              <a:t> transfer 10% of the balance from </a:t>
            </a:r>
            <a:r>
              <a:rPr kumimoji="0" lang="en-US" altLang="zh-CN" sz="2400" b="0" i="1"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宋体" panose="02010600030101010101" pitchFamily="2" charset="-122"/>
                <a:cs typeface="楷体_GB2312"/>
              </a:rPr>
              <a:t>A </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宋体" panose="02010600030101010101" pitchFamily="2" charset="-122"/>
                <a:cs typeface="楷体_GB2312"/>
              </a:rPr>
              <a:t>to </a:t>
            </a:r>
            <a:r>
              <a:rPr kumimoji="0" lang="en-US" altLang="zh-CN" sz="2400" b="0" i="1"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宋体" panose="02010600030101010101" pitchFamily="2" charset="-122"/>
                <a:cs typeface="楷体_GB2312"/>
              </a:rPr>
              <a:t>B.</a:t>
            </a:r>
            <a:endPar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mn-ea"/>
              <a:cs typeface="楷体_GB2312"/>
            </a:endParaRPr>
          </a:p>
        </p:txBody>
      </p:sp>
      <p:sp>
        <p:nvSpPr>
          <p:cNvPr id="35847" name="TextBox 7"/>
          <p:cNvSpPr txBox="1"/>
          <p:nvPr/>
        </p:nvSpPr>
        <p:spPr>
          <a:xfrm>
            <a:off x="214313" y="2357438"/>
            <a:ext cx="441325" cy="1878013"/>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mn-ea"/>
              <a:cs typeface="楷体_GB2312"/>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mn-ea"/>
                <a:cs typeface="楷体_GB2312"/>
              </a:rPr>
              <a:t>串</a:t>
            </a:r>
            <a:endPar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mn-ea"/>
              <a:cs typeface="楷体_GB2312"/>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mn-ea"/>
                <a:cs typeface="楷体_GB2312"/>
              </a:rPr>
              <a:t>行</a:t>
            </a:r>
            <a:endPar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mn-ea"/>
              <a:cs typeface="楷体_GB2312"/>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mn-ea"/>
                <a:cs typeface="楷体_GB2312"/>
              </a:rPr>
              <a:t>调</a:t>
            </a:r>
            <a:endPar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mn-ea"/>
              <a:cs typeface="楷体_GB2312"/>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mn-ea"/>
                <a:cs typeface="楷体_GB2312"/>
              </a:rPr>
              <a:t>度</a:t>
            </a:r>
          </a:p>
        </p:txBody>
      </p:sp>
      <p:pic>
        <p:nvPicPr>
          <p:cNvPr id="9" name="Picture 4"/>
          <p:cNvPicPr>
            <a:picLocks noChangeAspect="1"/>
          </p:cNvPicPr>
          <p:nvPr/>
        </p:nvPicPr>
        <p:blipFill>
          <a:blip r:embed="rId3"/>
          <a:srcRect l="20331" t="603" r="20784" b="903"/>
          <a:stretch>
            <a:fillRect/>
          </a:stretch>
        </p:blipFill>
        <p:spPr>
          <a:xfrm>
            <a:off x="5000625" y="1668463"/>
            <a:ext cx="3883025" cy="4714875"/>
          </a:xfrm>
          <a:prstGeom prst="rect">
            <a:avLst/>
          </a:prstGeom>
          <a:noFill/>
          <a:ln w="38100" cap="flat" cmpd="dbl">
            <a:solidFill>
              <a:schemeClr val="tx2"/>
            </a:solidFill>
            <a:prstDash val="solid"/>
            <a:miter/>
            <a:headEnd type="none" w="med" len="med"/>
            <a:tailEnd type="none" w="med" len="me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ox(in)">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2FC5A806-E62D-4361-9FA7-FFE670E8599B}"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3" name="页脚占位符 2"/>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4" name="灯片编号占位符 3"/>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58032BE0-5E6B-4864-B099-805D3B286F6E}"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14</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pic>
        <p:nvPicPr>
          <p:cNvPr id="5" name="Picture 8"/>
          <p:cNvPicPr>
            <a:picLocks noChangeAspect="1"/>
          </p:cNvPicPr>
          <p:nvPr/>
        </p:nvPicPr>
        <p:blipFill>
          <a:blip r:embed="rId3"/>
          <a:srcRect l="21800" t="4266" r="23801" b="5333"/>
          <a:stretch>
            <a:fillRect/>
          </a:stretch>
        </p:blipFill>
        <p:spPr>
          <a:xfrm>
            <a:off x="4929188" y="1643063"/>
            <a:ext cx="3714750" cy="4629150"/>
          </a:xfrm>
          <a:prstGeom prst="rect">
            <a:avLst/>
          </a:prstGeom>
          <a:noFill/>
          <a:ln w="38100" cap="flat" cmpd="dbl">
            <a:solidFill>
              <a:schemeClr val="tx2"/>
            </a:solidFill>
            <a:prstDash val="solid"/>
            <a:miter/>
            <a:headEnd type="none" w="med" len="med"/>
            <a:tailEnd type="none" w="med" len="med"/>
          </a:ln>
        </p:spPr>
      </p:pic>
      <p:pic>
        <p:nvPicPr>
          <p:cNvPr id="36869" name="Picture 8"/>
          <p:cNvPicPr>
            <a:picLocks noChangeAspect="1"/>
          </p:cNvPicPr>
          <p:nvPr/>
        </p:nvPicPr>
        <p:blipFill>
          <a:blip r:embed="rId4"/>
          <a:srcRect l="20474" t="557" r="20265" b="557"/>
          <a:stretch>
            <a:fillRect/>
          </a:stretch>
        </p:blipFill>
        <p:spPr>
          <a:xfrm>
            <a:off x="642938" y="1643063"/>
            <a:ext cx="3709987" cy="4643437"/>
          </a:xfrm>
          <a:prstGeom prst="rect">
            <a:avLst/>
          </a:prstGeom>
          <a:noFill/>
          <a:ln w="57150" cap="flat" cmpd="thinThick">
            <a:solidFill>
              <a:schemeClr val="tx2"/>
            </a:solidFill>
            <a:prstDash val="solid"/>
            <a:miter/>
            <a:headEnd type="none" w="med" len="med"/>
            <a:tailEnd type="none" w="med" len="med"/>
          </a:ln>
        </p:spPr>
      </p:pic>
      <p:sp>
        <p:nvSpPr>
          <p:cNvPr id="7" name="TextBox 6"/>
          <p:cNvSpPr txBox="1"/>
          <p:nvPr/>
        </p:nvSpPr>
        <p:spPr>
          <a:xfrm>
            <a:off x="4643438" y="620713"/>
            <a:ext cx="4500563" cy="461963"/>
          </a:xfrm>
          <a:prstGeom prst="rect">
            <a:avLst/>
          </a:prstGeom>
          <a:noFill/>
          <a:ln w="9525">
            <a:noFill/>
            <a:miter/>
          </a:ln>
        </p:spPr>
        <p:txBody>
          <a:bodyP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等价串行调度</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的一个并发调度</a:t>
            </a:r>
          </a:p>
        </p:txBody>
      </p:sp>
      <p:sp>
        <p:nvSpPr>
          <p:cNvPr id="36872" name="TextBox 7"/>
          <p:cNvSpPr txBox="1"/>
          <p:nvPr/>
        </p:nvSpPr>
        <p:spPr>
          <a:xfrm>
            <a:off x="1285875" y="857250"/>
            <a:ext cx="2357438" cy="461963"/>
          </a:xfrm>
          <a:prstGeom prst="rect">
            <a:avLst/>
          </a:prstGeom>
          <a:noFill/>
          <a:ln w="9525">
            <a:noFill/>
            <a:miter/>
          </a:ln>
        </p:spPr>
        <p:txBody>
          <a:bodyP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串行调度</a:t>
            </a:r>
            <a:r>
              <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endPar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2FC5A806-E62D-4361-9FA7-FFE670E8599B}"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3" name="页脚占位符 2"/>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4" name="灯片编号占位符 3"/>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DD90E509-4F19-4101-BBD6-B132E9C4D5B6}"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15</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pic>
        <p:nvPicPr>
          <p:cNvPr id="38916" name="Picture 10"/>
          <p:cNvPicPr>
            <a:picLocks noChangeAspect="1"/>
          </p:cNvPicPr>
          <p:nvPr/>
        </p:nvPicPr>
        <p:blipFill>
          <a:blip r:embed="rId2"/>
          <a:srcRect l="20291" t="531" r="20293" b="531"/>
          <a:stretch>
            <a:fillRect/>
          </a:stretch>
        </p:blipFill>
        <p:spPr>
          <a:xfrm>
            <a:off x="4286250" y="1785938"/>
            <a:ext cx="3513138" cy="4387850"/>
          </a:xfrm>
          <a:prstGeom prst="rect">
            <a:avLst/>
          </a:prstGeom>
          <a:noFill/>
          <a:ln w="38100" cap="flat" cmpd="dbl">
            <a:solidFill>
              <a:schemeClr val="tx2"/>
            </a:solidFill>
            <a:prstDash val="solid"/>
            <a:miter/>
            <a:headEnd type="none" w="med" len="med"/>
            <a:tailEnd type="none" w="med" len="med"/>
          </a:ln>
        </p:spPr>
      </p:pic>
      <p:sp>
        <p:nvSpPr>
          <p:cNvPr id="38918" name="TextBox 5"/>
          <p:cNvSpPr txBox="1"/>
          <p:nvPr/>
        </p:nvSpPr>
        <p:spPr>
          <a:xfrm>
            <a:off x="285750" y="2571750"/>
            <a:ext cx="4000500" cy="461963"/>
          </a:xfrm>
          <a:prstGeom prst="rect">
            <a:avLst/>
          </a:prstGeom>
          <a:noFill/>
          <a:ln w="9525">
            <a:noFill/>
            <a:miter/>
          </a:ln>
        </p:spPr>
        <p:txBody>
          <a:bodyP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一个违反一致性的并发调度</a:t>
            </a:r>
          </a:p>
        </p:txBody>
      </p:sp>
      <p:sp>
        <p:nvSpPr>
          <p:cNvPr id="7" name="TextBox 6"/>
          <p:cNvSpPr txBox="1"/>
          <p:nvPr/>
        </p:nvSpPr>
        <p:spPr>
          <a:xfrm>
            <a:off x="539750" y="3644900"/>
            <a:ext cx="3455988" cy="1570038"/>
          </a:xfrm>
          <a:prstGeom prst="rect">
            <a:avLst/>
          </a:prstGeom>
          <a:solidFill>
            <a:srgbClr val="FFFFCC"/>
          </a:solidFill>
          <a:ln w="38100" cap="flat" cmpd="sng">
            <a:solidFill>
              <a:srgbClr val="CC66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3200" b="0" i="0" u="none" strike="noStrike" kern="120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如何保证一个调度在某种意义上等价于一个串行调度？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事务的并发执行和调度</a:t>
            </a: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可串行化调度</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如果不管数据库初始状态如何，一个调度对数据库状态的影响都和某个串行调度相同，则我们说这个调度是</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可串行化的</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1CFCA6A6-0209-40D0-B5D1-F921573CD80A}"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16</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2FC5A806-E62D-4361-9FA7-FFE670E8599B}"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3" name="页脚占位符 2"/>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4" name="灯片编号占位符 3"/>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95441C29-48B0-460E-8F91-B2D1AC9F3C5E}"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pic>
        <p:nvPicPr>
          <p:cNvPr id="41988" name="Picture 4"/>
          <p:cNvPicPr>
            <a:picLocks noChangeAspect="1"/>
          </p:cNvPicPr>
          <p:nvPr/>
        </p:nvPicPr>
        <p:blipFill>
          <a:blip r:embed="rId2"/>
          <a:stretch>
            <a:fillRect/>
          </a:stretch>
        </p:blipFill>
        <p:spPr>
          <a:xfrm>
            <a:off x="0" y="1052513"/>
            <a:ext cx="4643438" cy="4859337"/>
          </a:xfrm>
          <a:prstGeom prst="rect">
            <a:avLst/>
          </a:prstGeom>
          <a:solidFill>
            <a:schemeClr val="bg1"/>
          </a:solidFill>
          <a:ln w="38100">
            <a:noFill/>
          </a:ln>
        </p:spPr>
      </p:pic>
      <p:sp>
        <p:nvSpPr>
          <p:cNvPr id="41989" name="Line 6"/>
          <p:cNvSpPr/>
          <p:nvPr/>
        </p:nvSpPr>
        <p:spPr>
          <a:xfrm>
            <a:off x="4500563" y="333375"/>
            <a:ext cx="0" cy="6191250"/>
          </a:xfrm>
          <a:prstGeom prst="line">
            <a:avLst/>
          </a:prstGeom>
          <a:ln w="38100" cap="flat" cmpd="sng">
            <a:solidFill>
              <a:schemeClr val="accent2"/>
            </a:solidFill>
            <a:prstDash val="solid"/>
            <a:round/>
            <a:headEnd type="none" w="med" len="med"/>
            <a:tailEnd type="none" w="med" len="med"/>
          </a:ln>
        </p:spPr>
        <p:txBody>
          <a:bodyPr anchor="t" anchorCtr="0"/>
          <a:lstStyle/>
          <a:p>
            <a:pPr eaLnBrk="0" hangingPunct="0"/>
            <a:endParaRPr lang="zh-CN" altLang="en-US">
              <a:latin typeface="Times New Roman" panose="02020603050405020304" pitchFamily="18" charset="0"/>
            </a:endParaRPr>
          </a:p>
        </p:txBody>
      </p:sp>
      <p:pic>
        <p:nvPicPr>
          <p:cNvPr id="41990" name="Picture 5"/>
          <p:cNvPicPr>
            <a:picLocks noChangeAspect="1"/>
          </p:cNvPicPr>
          <p:nvPr/>
        </p:nvPicPr>
        <p:blipFill>
          <a:blip r:embed="rId3"/>
          <a:stretch>
            <a:fillRect/>
          </a:stretch>
        </p:blipFill>
        <p:spPr>
          <a:xfrm>
            <a:off x="4502150" y="1211263"/>
            <a:ext cx="4643438" cy="4673600"/>
          </a:xfrm>
          <a:prstGeom prst="rect">
            <a:avLst/>
          </a:prstGeom>
          <a:noFill/>
          <a:ln w="38100">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事务的并发执行和调度</a:t>
            </a: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事务和调度的一种记法 </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只考虑事务的读写操作</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用</a:t>
            </a:r>
            <a:r>
              <a:rPr kumimoji="0" lang="en-US" altLang="zh-CN" sz="2800" b="1" i="0" u="none" strike="noStrike" kern="0" cap="none" spc="0" normalizeH="0" baseline="0" noProof="0" dirty="0" err="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800" b="1" i="0" u="none" strike="noStrike" kern="0" cap="none" spc="0" normalizeH="0" baseline="-25000" noProof="0" dirty="0" err="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0" u="none" strike="noStrike" kern="0" cap="none" spc="0" normalizeH="0" baseline="0" noProof="0" dirty="0" err="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a:t>
            </a:r>
            <a:r>
              <a:rPr kumimoji="0" lang="en-US" altLang="zh-CN" sz="2800" b="1" i="0" u="none" strike="noStrike" kern="0" cap="none" spc="0" normalizeH="0" baseline="-25000" noProof="0" dirty="0" err="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表示事务</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800" b="1" i="0"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读和写数据库元素</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p>
          <a:p>
            <a:pPr marL="742950" marR="0" lvl="1" indent="-285750" algn="l" defTabSz="914400" rtl="0" eaLnBrk="0" fontAlgn="base" latinLnBrk="0" hangingPunct="0">
              <a:lnSpc>
                <a:spcPct val="100000"/>
              </a:lnSpc>
              <a:spcBef>
                <a:spcPct val="20000"/>
              </a:spcBef>
              <a:spcAft>
                <a:spcPct val="0"/>
              </a:spcAft>
              <a:buClrTx/>
              <a:buSzTx/>
              <a:buFontTx/>
              <a:buChar char="–"/>
              <a:defRPr/>
            </a:pP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事务集合</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的调度</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是组成它的事务动作的一个交错的序列</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12F581B2-179C-4F2A-8C66-63AFEAF64CEE}"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18</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TextBox 6"/>
          <p:cNvSpPr txBox="1"/>
          <p:nvPr/>
        </p:nvSpPr>
        <p:spPr>
          <a:xfrm>
            <a:off x="2214563" y="3357563"/>
            <a:ext cx="4030663" cy="769938"/>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mn-ea"/>
                <a:cs typeface="楷体_GB2312"/>
              </a:rPr>
              <a:t>T1</a:t>
            </a: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mn-ea"/>
                <a:cs typeface="楷体_GB2312"/>
              </a:rPr>
              <a:t>：</a:t>
            </a:r>
            <a:r>
              <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mn-ea"/>
                <a:cs typeface="楷体_GB2312"/>
              </a:rPr>
              <a:t>r1(A), w1(A), r1(B), w1(B)</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mn-ea"/>
                <a:cs typeface="楷体_GB2312"/>
              </a:rPr>
              <a:t>T2 : r2(A), w2(A), r2(B), w2(B)</a:t>
            </a:r>
            <a:endPar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mn-ea"/>
              <a:cs typeface="楷体_GB2312"/>
            </a:endParaRPr>
          </a:p>
        </p:txBody>
      </p:sp>
      <p:sp>
        <p:nvSpPr>
          <p:cNvPr id="8" name="TextBox 7"/>
          <p:cNvSpPr txBox="1"/>
          <p:nvPr/>
        </p:nvSpPr>
        <p:spPr>
          <a:xfrm>
            <a:off x="928688" y="5429250"/>
            <a:ext cx="7643813" cy="400050"/>
          </a:xfrm>
          <a:prstGeom prst="rect">
            <a:avLst/>
          </a:prstGeom>
          <a:noFill/>
          <a:ln w="9525">
            <a:noFill/>
            <a:miter/>
          </a:ln>
        </p:spPr>
        <p:txBody>
          <a:bodyP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mn-ea"/>
                <a:cs typeface="楷体_GB2312"/>
              </a:rPr>
              <a:t>r1(A), w1(A),  r2(A), w2(A), r1(B), w1(B)</a:t>
            </a: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mn-ea"/>
                <a:cs typeface="楷体_GB2312"/>
              </a:rPr>
              <a:t>，</a:t>
            </a:r>
            <a:r>
              <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mn-ea"/>
                <a:cs typeface="楷体_GB2312"/>
              </a:rPr>
              <a:t>r2(B), w2(B)</a:t>
            </a:r>
            <a:endPar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mn-ea"/>
              <a:cs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box(in)">
                                      <p:cBhvr>
                                        <p:cTn id="12" dur="500"/>
                                        <p:tgtEl>
                                          <p:spTgt spid="3">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事务的并发执行和调度</a:t>
            </a:r>
          </a:p>
        </p:txBody>
      </p:sp>
      <p:sp>
        <p:nvSpPr>
          <p:cNvPr id="3" name="内容占位符 2"/>
          <p:cNvSpPr>
            <a:spLocks noGrp="1"/>
          </p:cNvSpPr>
          <p:nvPr>
            <p:ph idx="1"/>
          </p:nvPr>
        </p:nvSpPr>
        <p:spPr>
          <a:xfrm>
            <a:off x="381000" y="1600200"/>
            <a:ext cx="8229600" cy="2185988"/>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冲突</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调度中一对连续的动作，它们满足：如果它们的顺序交换，那么涉及的事务中至少有一个的行为会改变。</a:t>
            </a: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CE5B15AE-FF75-4BB2-A0A6-FDDDDDB65ABB}"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2FC5A806-E62D-4361-9FA7-FFE670E8599B}"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3" name="页脚占位符 2"/>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4" name="灯片编号占位符 3"/>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666B374B-AC73-4DA3-B69A-F4EDB4A17AA9}"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Rectangle 3"/>
          <p:cNvSpPr>
            <a:spLocks noChangeArrowheads="1"/>
          </p:cNvSpPr>
          <p:nvPr/>
        </p:nvSpPr>
        <p:spPr bwMode="auto">
          <a:xfrm>
            <a:off x="539750" y="1341438"/>
            <a:ext cx="8137525" cy="4465638"/>
          </a:xfrm>
          <a:prstGeom prst="rect">
            <a:avLst/>
          </a:prstGeom>
          <a:noFill/>
          <a:ln w="9525">
            <a:noFill/>
            <a:miter lim="800000"/>
          </a:ln>
          <a:effectLst/>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32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例如，设</a:t>
            </a:r>
            <a:r>
              <a:rPr kumimoji="0" lang="en-US" altLang="zh-CN" sz="32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3200" b="1" i="0" u="none" strike="noStrike" kern="1200" cap="none" spc="0" normalizeH="0" baseline="-25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zh-CN" altLang="en-US" sz="32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3200" b="1" i="0" u="none" strike="noStrike" kern="1200" cap="none" spc="0" normalizeH="0" baseline="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3200" b="1" i="0" u="none" strike="noStrike" kern="1200" cap="none" spc="0" normalizeH="0" baseline="-2500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j</a:t>
            </a:r>
            <a:r>
              <a:rPr kumimoji="0" lang="zh-CN" altLang="en-US" sz="32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是不同的事务，即</a:t>
            </a:r>
            <a:r>
              <a:rPr kumimoji="0" lang="en-US" altLang="zh-CN" sz="3200" b="1" i="0" u="none" strike="noStrike" kern="1200" cap="none" spc="0" normalizeH="0" baseline="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en-US" altLang="zh-CN" sz="3200" b="1" i="0" u="none" strike="noStrike" kern="1200" cap="none" spc="0" normalizeH="0" baseline="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3200" b="1" i="0" u="none" strike="noStrike" kern="1200" cap="none" spc="0" normalizeH="0" baseline="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j</a:t>
            </a:r>
            <a:r>
              <a:rPr kumimoji="0" lang="zh-CN" altLang="en-US" sz="32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en-US" altLang="zh-CN" sz="2800" b="1" i="0" u="none" strike="noStrike" kern="1200" cap="none" spc="0" normalizeH="0" baseline="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r</a:t>
            </a:r>
            <a:r>
              <a:rPr kumimoji="0" lang="en-US" altLang="zh-CN" sz="2800" b="1" i="0" u="none" strike="noStrike" kern="1200" cap="none" spc="0" normalizeH="0" baseline="-2500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en-US" altLang="zh-CN" sz="2800" b="1" i="0" u="none" strike="noStrike" kern="1200" cap="none" spc="0" normalizeH="0" baseline="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r</a:t>
            </a:r>
            <a:r>
              <a:rPr kumimoji="0" lang="en-US" altLang="zh-CN" sz="2800" b="1" i="0" u="none" strike="noStrike" kern="1200" cap="none" spc="0" normalizeH="0" baseline="-2500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j</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 </a:t>
            </a:r>
            <a:r>
              <a:rPr kumimoji="0"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是不冲突的，即使</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a:t>
            </a:r>
            <a:r>
              <a:rPr kumimoji="0"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。原因是这些步骤都不会改变任何值；</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如果</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a:t>
            </a:r>
            <a:r>
              <a:rPr kumimoji="0"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，那么</a:t>
            </a:r>
            <a:r>
              <a:rPr kumimoji="0" lang="en-US" altLang="zh-CN" sz="2800" b="1" i="0" u="none" strike="noStrike" kern="1200" cap="none" spc="0" normalizeH="0" baseline="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r</a:t>
            </a:r>
            <a:r>
              <a:rPr kumimoji="0" lang="en-US" altLang="zh-CN" sz="2800" b="1" i="0" u="none" strike="noStrike" kern="1200" cap="none" spc="0" normalizeH="0" baseline="-2500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en-US" altLang="zh-CN" sz="2800" b="1" i="0" u="none" strike="noStrike" kern="1200" cap="none" spc="0" normalizeH="0" baseline="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w</a:t>
            </a:r>
            <a:r>
              <a:rPr kumimoji="0" lang="en-US" altLang="zh-CN" sz="2800" b="1" i="0" u="none" strike="noStrike" kern="1200" cap="none" spc="0" normalizeH="0" baseline="-2500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j</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 </a:t>
            </a:r>
            <a:r>
              <a:rPr kumimoji="0"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不会是冲突的。原因是</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2800" b="1" i="0" u="none" strike="noStrike" kern="1200" cap="none" spc="0" normalizeH="0" baseline="-25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读</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对</a:t>
            </a:r>
            <a:r>
              <a:rPr kumimoji="0" lang="en-US" altLang="zh-CN" sz="2800" b="1" i="0" u="none" strike="noStrike" kern="1200" cap="none" spc="0" normalizeH="0" baseline="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2800" b="1" i="0" u="none" strike="noStrike" kern="1200" cap="none" spc="0" normalizeH="0" baseline="-2500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j</a:t>
            </a:r>
            <a:r>
              <a:rPr kumimoji="0"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没有影响，因此它不会影响</a:t>
            </a:r>
            <a:r>
              <a:rPr kumimoji="0" lang="en-US" altLang="zh-CN" sz="2800" b="1" i="0" u="none" strike="noStrike" kern="1200" cap="none" spc="0" normalizeH="0" baseline="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2800" b="1" i="0" u="none" strike="noStrike" kern="1200" cap="none" spc="0" normalizeH="0" baseline="-2500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j</a:t>
            </a:r>
            <a:r>
              <a:rPr kumimoji="0"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为</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a:t>
            </a:r>
            <a:r>
              <a:rPr kumimoji="0"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写的值；</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如果</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a:t>
            </a:r>
            <a:r>
              <a:rPr kumimoji="0"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，那么</a:t>
            </a:r>
            <a:r>
              <a:rPr kumimoji="0" lang="en-US" altLang="zh-CN" sz="2800" b="1" i="0" u="none" strike="noStrike" kern="1200" cap="none" spc="0" normalizeH="0" baseline="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w</a:t>
            </a:r>
            <a:r>
              <a:rPr kumimoji="0" lang="en-US" altLang="zh-CN" sz="2800" b="1" i="0" u="none" strike="noStrike" kern="1200" cap="none" spc="0" normalizeH="0" baseline="-2500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en-US" altLang="zh-CN" sz="2800" b="1" i="0" u="none" strike="noStrike" kern="1200" cap="none" spc="0" normalizeH="0" baseline="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r</a:t>
            </a:r>
            <a:r>
              <a:rPr kumimoji="0" lang="en-US" altLang="zh-CN" sz="2800" b="1" i="0" u="none" strike="noStrike" kern="1200" cap="none" spc="0" normalizeH="0" baseline="-2500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j</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 </a:t>
            </a:r>
            <a:r>
              <a:rPr kumimoji="0"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亦不会是冲突的。</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只要</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Symbol" panose="05050102010706020507" pitchFamily="18" charset="2"/>
              </a:rPr>
              <a:t></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a:t>
            </a:r>
            <a:r>
              <a:rPr kumimoji="0"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，那么</a:t>
            </a:r>
            <a:r>
              <a:rPr kumimoji="0" lang="en-US" altLang="zh-CN" sz="2800" b="1" i="0" u="none" strike="noStrike" kern="1200" cap="none" spc="0" normalizeH="0" baseline="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w</a:t>
            </a:r>
            <a:r>
              <a:rPr kumimoji="0" lang="en-US" altLang="zh-CN" sz="2800" b="1" i="0" u="none" strike="noStrike" kern="1200" cap="none" spc="0" normalizeH="0" baseline="-2500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en-US" altLang="zh-CN" sz="2800" b="1" i="0" u="none" strike="noStrike" kern="1200" cap="none" spc="0" normalizeH="0" baseline="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w</a:t>
            </a:r>
            <a:r>
              <a:rPr kumimoji="0" lang="en-US" altLang="zh-CN" sz="2800" b="1" i="0" u="none" strike="noStrike" kern="1200" cap="none" spc="0" normalizeH="0" baseline="-2500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j</a:t>
            </a: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(Y) </a:t>
            </a:r>
            <a:r>
              <a:rPr kumimoji="0"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不会是冲突的。</a:t>
            </a:r>
          </a:p>
          <a:p>
            <a:pPr marL="742950" marR="0" lvl="1" indent="-285750" algn="l" defTabSz="914400" rtl="0" eaLnBrk="0" fontAlgn="base" latinLnBrk="0" hangingPunct="0">
              <a:lnSpc>
                <a:spcPct val="100000"/>
              </a:lnSpc>
              <a:spcBef>
                <a:spcPct val="20000"/>
              </a:spcBef>
              <a:spcAft>
                <a:spcPct val="0"/>
              </a:spcAft>
              <a:buClrTx/>
              <a:buSzTx/>
              <a:buFontTx/>
              <a:buChar char="–"/>
              <a:defRPr/>
            </a:pPr>
            <a:endPar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p:txBody>
      </p:sp>
      <p:sp>
        <p:nvSpPr>
          <p:cNvPr id="6" name="Rectangle 4"/>
          <p:cNvSpPr>
            <a:spLocks noChangeArrowheads="1"/>
          </p:cNvSpPr>
          <p:nvPr/>
        </p:nvSpPr>
        <p:spPr bwMode="auto">
          <a:xfrm>
            <a:off x="323850" y="1844675"/>
            <a:ext cx="8459788" cy="3384550"/>
          </a:xfrm>
          <a:prstGeom prst="rect">
            <a:avLst/>
          </a:prstGeom>
          <a:solidFill>
            <a:srgbClr val="F9FC6A"/>
          </a:solidFill>
          <a:ln w="9525">
            <a:noFill/>
            <a:miter lim="800000"/>
          </a:ln>
          <a:effectLst/>
        </p:spPr>
        <p:txBody>
          <a:bodyPr/>
          <a:lstStyle/>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同一事务的两个动作是冲突的，如</a:t>
            </a:r>
            <a:r>
              <a:rPr kumimoji="0" lang="en-US" altLang="zh-CN" sz="2800" b="1" i="0" u="none" strike="noStrike" kern="1200" cap="none" spc="0" normalizeH="0" baseline="0" noProof="0" dirty="0" err="1">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r</a:t>
            </a:r>
            <a:r>
              <a:rPr kumimoji="0" lang="en-US" altLang="zh-CN" sz="2800" b="1" i="0" u="none" strike="noStrike" kern="1200" cap="none" spc="0" normalizeH="0" baseline="-25000" noProof="0" dirty="0" err="1">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i</a:t>
            </a:r>
            <a:r>
              <a:rPr kumimoji="0" lang="en-US" altLang="zh-CN" sz="28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(X);</a:t>
            </a:r>
            <a:r>
              <a:rPr kumimoji="0" lang="en-US" altLang="zh-CN" sz="2800" b="1" i="0" u="none" strike="noStrike" kern="1200" cap="none" spc="0" normalizeH="0" baseline="0" noProof="0" dirty="0" err="1">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w</a:t>
            </a:r>
            <a:r>
              <a:rPr kumimoji="0" lang="en-US" altLang="zh-CN" sz="2800" b="1" i="0" u="none" strike="noStrike" kern="1200" cap="none" spc="0" normalizeH="0" baseline="-25000" noProof="0" dirty="0" err="1">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i</a:t>
            </a:r>
            <a:r>
              <a:rPr kumimoji="0" lang="en-US" altLang="zh-CN" sz="28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(Y) </a:t>
            </a:r>
            <a:r>
              <a:rPr kumimoji="0" lang="zh-CN" altLang="en-US" sz="28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。原因在于单个事务的动作顺序是固定的，不能被</a:t>
            </a:r>
            <a:r>
              <a:rPr kumimoji="0" lang="en-US" altLang="zh-CN" sz="28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DBMS</a:t>
            </a:r>
            <a:r>
              <a:rPr kumimoji="0" lang="zh-CN" altLang="en-US" sz="28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重新排列；</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不同事务对同一数据库元素的写冲突。即</a:t>
            </a:r>
            <a:r>
              <a:rPr kumimoji="0" lang="en-US" altLang="zh-CN" sz="2800" b="1" i="0" u="none" strike="noStrike" kern="1200" cap="none" spc="0" normalizeH="0" baseline="0" noProof="0" dirty="0" err="1">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w</a:t>
            </a:r>
            <a:r>
              <a:rPr kumimoji="0" lang="en-US" altLang="zh-CN" sz="2800" b="1" i="0" u="none" strike="noStrike" kern="1200" cap="none" spc="0" normalizeH="0" baseline="-25000" noProof="0" dirty="0" err="1">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i</a:t>
            </a:r>
            <a:r>
              <a:rPr kumimoji="0" lang="en-US" altLang="zh-CN" sz="28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(X); </a:t>
            </a:r>
            <a:r>
              <a:rPr kumimoji="0" lang="en-US" altLang="zh-CN" sz="2800" b="1" i="0" u="none" strike="noStrike" kern="1200" cap="none" spc="0" normalizeH="0" baseline="0" noProof="0" dirty="0" err="1">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w</a:t>
            </a:r>
            <a:r>
              <a:rPr kumimoji="0" lang="en-US" altLang="zh-CN" sz="2800" b="1" i="0" u="none" strike="noStrike" kern="1200" cap="none" spc="0" normalizeH="0" baseline="-25000" noProof="0" dirty="0" err="1">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j</a:t>
            </a:r>
            <a:r>
              <a:rPr kumimoji="0" lang="en-US" altLang="zh-CN" sz="28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(X) </a:t>
            </a:r>
            <a:r>
              <a:rPr kumimoji="0" lang="zh-CN" altLang="en-US" sz="28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是一个冲突。</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不同事务对同一数据库元素的读和写也冲突。即</a:t>
            </a:r>
            <a:r>
              <a:rPr kumimoji="0" lang="en-US" altLang="zh-CN" sz="2800" b="1" i="0" u="none" strike="noStrike" kern="1200" cap="none" spc="0" normalizeH="0" baseline="0" noProof="0" dirty="0" err="1">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r</a:t>
            </a:r>
            <a:r>
              <a:rPr kumimoji="0" lang="en-US" altLang="zh-CN" sz="2800" b="1" i="0" u="none" strike="noStrike" kern="1200" cap="none" spc="0" normalizeH="0" baseline="-25000" noProof="0" dirty="0" err="1">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i</a:t>
            </a:r>
            <a:r>
              <a:rPr kumimoji="0" lang="en-US" altLang="zh-CN" sz="28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(X);</a:t>
            </a:r>
            <a:r>
              <a:rPr kumimoji="0" lang="en-US" altLang="zh-CN" sz="2800" b="1" i="0" u="none" strike="noStrike" kern="1200" cap="none" spc="0" normalizeH="0" baseline="0" noProof="0" dirty="0" err="1">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w</a:t>
            </a:r>
            <a:r>
              <a:rPr kumimoji="0" lang="en-US" altLang="zh-CN" sz="2800" b="1" i="0" u="none" strike="noStrike" kern="1200" cap="none" spc="0" normalizeH="0" baseline="-25000" noProof="0" dirty="0" err="1">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j</a:t>
            </a:r>
            <a:r>
              <a:rPr kumimoji="0" lang="en-US" altLang="zh-CN" sz="28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(X) </a:t>
            </a:r>
            <a:r>
              <a:rPr kumimoji="0" lang="zh-CN" altLang="en-US" sz="28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是冲突的，</a:t>
            </a:r>
            <a:r>
              <a:rPr kumimoji="0" lang="en-US" altLang="zh-CN" sz="2800" b="1" i="0" u="none" strike="noStrike" kern="1200" cap="none" spc="0" normalizeH="0" baseline="0" noProof="0" dirty="0" err="1">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w</a:t>
            </a:r>
            <a:r>
              <a:rPr kumimoji="0" lang="en-US" altLang="zh-CN" sz="2800" b="1" i="0" u="none" strike="noStrike" kern="1200" cap="none" spc="0" normalizeH="0" baseline="-25000" noProof="0" dirty="0" err="1">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i</a:t>
            </a:r>
            <a:r>
              <a:rPr kumimoji="0" lang="en-US" altLang="zh-CN" sz="28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(X);</a:t>
            </a:r>
            <a:r>
              <a:rPr kumimoji="0" lang="en-US" altLang="zh-CN" sz="2800" b="1" i="0" u="none" strike="noStrike" kern="1200" cap="none" spc="0" normalizeH="0" baseline="0" noProof="0" dirty="0" err="1">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r</a:t>
            </a:r>
            <a:r>
              <a:rPr kumimoji="0" lang="en-US" altLang="zh-CN" sz="2800" b="1" i="0" u="none" strike="noStrike" kern="1200" cap="none" spc="0" normalizeH="0" baseline="-25000" noProof="0" dirty="0" err="1">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j</a:t>
            </a:r>
            <a:r>
              <a:rPr kumimoji="0" lang="en-US" altLang="zh-CN" sz="28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(X) </a:t>
            </a:r>
            <a:r>
              <a:rPr kumimoji="0" lang="zh-CN" altLang="en-US" sz="28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rPr>
              <a:t>也是。</a:t>
            </a:r>
          </a:p>
          <a:p>
            <a:pPr marL="742950" marR="0" lvl="1" indent="-285750" algn="l" defTabSz="914400" rtl="0" eaLnBrk="0" fontAlgn="base" latinLnBrk="0" hangingPunct="0">
              <a:lnSpc>
                <a:spcPct val="100000"/>
              </a:lnSpc>
              <a:spcBef>
                <a:spcPct val="20000"/>
              </a:spcBef>
              <a:spcAft>
                <a:spcPct val="0"/>
              </a:spcAft>
              <a:buClrTx/>
              <a:buSzTx/>
              <a:buFontTx/>
              <a:buChar char="–"/>
              <a:defRPr/>
            </a:pPr>
            <a:endParaRPr kumimoji="0" lang="en-US" altLang="zh-CN" sz="28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华文新魏" panose="02010800040101010101" pitchFamily="2" charset="-122"/>
              <a:ea typeface="华文新魏" panose="02010800040101010101" pitchFamily="2" charset="-122"/>
              <a:cs typeface="+mn-cs"/>
            </a:endParaRPr>
          </a:p>
        </p:txBody>
      </p:sp>
      <p:sp>
        <p:nvSpPr>
          <p:cNvPr id="7" name="Text Box 5"/>
          <p:cNvSpPr txBox="1">
            <a:spLocks noChangeArrowheads="1"/>
          </p:cNvSpPr>
          <p:nvPr/>
        </p:nvSpPr>
        <p:spPr bwMode="auto">
          <a:xfrm>
            <a:off x="107950" y="4652963"/>
            <a:ext cx="8964613" cy="1557338"/>
          </a:xfrm>
          <a:prstGeom prst="rect">
            <a:avLst/>
          </a:prstGeom>
          <a:solidFill>
            <a:srgbClr val="CCFF99"/>
          </a:solidFill>
          <a:ln w="38100" algn="ctr">
            <a:noFill/>
            <a:miter lim="800000"/>
          </a:ln>
          <a:effectLst/>
        </p:spPr>
        <p:txBody>
          <a:bodyPr>
            <a:spAutoFit/>
          </a:bodyPr>
          <a:lstStyle/>
          <a:p>
            <a:pPr marR="0" defTabSz="914400" eaLnBrk="0" hangingPunct="0">
              <a:spcBef>
                <a:spcPct val="20000"/>
              </a:spcBef>
              <a:buClrTx/>
              <a:buSzTx/>
              <a:buFontTx/>
              <a:defRPr/>
            </a:pPr>
            <a:r>
              <a:rPr kumimoji="0" lang="zh-CN" altLang="en-US" sz="2800" kern="1200" cap="none" spc="0" normalizeH="0" baseline="0" noProof="0" dirty="0">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cs typeface="+mn-cs"/>
              </a:rPr>
              <a:t>不同事务的任何两个动作在顺序上可以交换，除非</a:t>
            </a:r>
          </a:p>
          <a:p>
            <a:pPr marL="457200" marR="0" lvl="1" indent="0" algn="l" defTabSz="914400" rtl="0" eaLnBrk="0" fontAlgn="base" latinLnBrk="0" hangingPunct="0">
              <a:lnSpc>
                <a:spcPct val="100000"/>
              </a:lnSpc>
              <a:spcBef>
                <a:spcPct val="20000"/>
              </a:spcBef>
              <a:spcAft>
                <a:spcPct val="0"/>
              </a:spcAft>
              <a:buClrTx/>
              <a:buSzTx/>
              <a:buFont typeface="Times New Roman" panose="02020603050405020304" pitchFamily="18" charset="0"/>
              <a:buChar char="–"/>
              <a:defRPr/>
            </a:pPr>
            <a:r>
              <a:rPr kumimoji="0" lang="zh-CN" altLang="en-US" sz="2000" b="1" i="0" u="none" strike="noStrike" kern="1200" cap="none" spc="0" normalizeH="0" baseline="0" noProof="0" dirty="0">
                <a:ln>
                  <a:noFill/>
                </a:ln>
                <a:solidFill>
                  <a:srgbClr val="FF00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mn-cs"/>
              </a:rPr>
              <a:t> </a:t>
            </a:r>
            <a:r>
              <a:rPr kumimoji="0" lang="zh-CN" altLang="en-US" sz="2800" b="1" i="0" u="none" strike="noStrike" kern="1200" cap="none" spc="0" normalizeH="0" baseline="0" noProof="0" dirty="0">
                <a:ln>
                  <a:noFill/>
                </a:ln>
                <a:solidFill>
                  <a:srgbClr val="FF00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mn-cs"/>
              </a:rPr>
              <a:t>它们涉及同一数据库元素，并且</a:t>
            </a:r>
          </a:p>
          <a:p>
            <a:pPr marL="457200" marR="0" lvl="1" indent="0" algn="l" defTabSz="914400" rtl="0" eaLnBrk="0" fontAlgn="base" latinLnBrk="0" hangingPunct="0">
              <a:lnSpc>
                <a:spcPct val="100000"/>
              </a:lnSpc>
              <a:spcBef>
                <a:spcPct val="20000"/>
              </a:spcBef>
              <a:spcAft>
                <a:spcPct val="0"/>
              </a:spcAft>
              <a:buClrTx/>
              <a:buSzTx/>
              <a:buFont typeface="Times New Roman" panose="02020603050405020304" pitchFamily="18" charset="0"/>
              <a:buChar char="–"/>
              <a:defRPr/>
            </a:pPr>
            <a:r>
              <a:rPr kumimoji="0" lang="zh-CN" altLang="en-US" sz="2800" b="1" i="0" u="none" strike="noStrike" kern="1200" cap="none" spc="0" normalizeH="0" baseline="0" noProof="0" dirty="0">
                <a:ln>
                  <a:noFill/>
                </a:ln>
                <a:solidFill>
                  <a:srgbClr val="FF00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mn-cs"/>
              </a:rPr>
              <a:t> 至少有一个动作是写</a:t>
            </a:r>
          </a:p>
        </p:txBody>
      </p:sp>
      <p:pic>
        <p:nvPicPr>
          <p:cNvPr id="45063" name="图片 8"/>
          <p:cNvPicPr>
            <a:picLocks noChangeAspect="1"/>
          </p:cNvPicPr>
          <p:nvPr/>
        </p:nvPicPr>
        <p:blipFill>
          <a:blip r:embed="rId2"/>
          <a:stretch>
            <a:fillRect/>
          </a:stretch>
        </p:blipFill>
        <p:spPr>
          <a:xfrm>
            <a:off x="1030288" y="-28575"/>
            <a:ext cx="8437562" cy="1255713"/>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事务的并发执行和调度</a:t>
            </a: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冲突可串行化</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我们说两个调度是</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冲突等价的</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，如果通过一系列相邻动作的</a:t>
            </a:r>
            <a:r>
              <a:rPr kumimoji="0" lang="zh-CN" altLang="en-US" sz="2800" b="1" i="0" u="none" strike="noStrike" kern="0" cap="none" spc="0" normalizeH="0" baseline="0" noProof="0" dirty="0">
                <a:ln>
                  <a:noFill/>
                </a:ln>
                <a:solidFill>
                  <a:srgbClr val="C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非冲突交换</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能将它们中的一个转换为另一个。</a:t>
            </a:r>
          </a:p>
          <a:p>
            <a:pPr marL="742950" marR="0" lvl="1" indent="-285750" algn="l" defTabSz="914400" rtl="0" eaLnBrk="0" fontAlgn="base" latinLnBrk="0" hangingPunct="0">
              <a:lnSpc>
                <a:spcPct val="100000"/>
              </a:lnSpc>
              <a:spcBef>
                <a:spcPts val="18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如果一个调度冲突等价于一个串行调度。那么我们说该调度是</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冲突可串行化的</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C7158145-66D7-4F14-8E5F-06215650A499}"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ox(i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ox(in)">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2FC5A806-E62D-4361-9FA7-FFE670E8599B}"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3" name="页脚占位符 2"/>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4" name="灯片编号占位符 3"/>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D1ECFC2C-EF01-43E5-AE60-3425E2632CC2}"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22</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pic>
        <p:nvPicPr>
          <p:cNvPr id="7" name="Picture 4"/>
          <p:cNvPicPr>
            <a:picLocks noChangeAspect="1"/>
          </p:cNvPicPr>
          <p:nvPr/>
        </p:nvPicPr>
        <p:blipFill>
          <a:blip r:embed="rId2"/>
          <a:stretch>
            <a:fillRect/>
          </a:stretch>
        </p:blipFill>
        <p:spPr>
          <a:xfrm>
            <a:off x="0" y="2122488"/>
            <a:ext cx="5429250" cy="481012"/>
          </a:xfrm>
          <a:prstGeom prst="rect">
            <a:avLst/>
          </a:prstGeom>
          <a:noFill/>
          <a:ln w="38100">
            <a:noFill/>
          </a:ln>
        </p:spPr>
      </p:pic>
      <p:sp>
        <p:nvSpPr>
          <p:cNvPr id="46086" name="Rectangle 5"/>
          <p:cNvSpPr/>
          <p:nvPr/>
        </p:nvSpPr>
        <p:spPr>
          <a:xfrm>
            <a:off x="5003800" y="2193925"/>
            <a:ext cx="431800" cy="431800"/>
          </a:xfrm>
          <a:prstGeom prst="rect">
            <a:avLst/>
          </a:prstGeom>
          <a:solidFill>
            <a:schemeClr val="bg1"/>
          </a:solidFill>
          <a:ln w="38100">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mn-ea"/>
              <a:cs typeface="楷体_GB2312"/>
            </a:endParaRPr>
          </a:p>
        </p:txBody>
      </p:sp>
      <p:pic>
        <p:nvPicPr>
          <p:cNvPr id="9" name="Picture 6"/>
          <p:cNvPicPr>
            <a:picLocks noChangeAspect="1"/>
          </p:cNvPicPr>
          <p:nvPr/>
        </p:nvPicPr>
        <p:blipFill>
          <a:blip r:embed="rId3"/>
          <a:stretch>
            <a:fillRect/>
          </a:stretch>
        </p:blipFill>
        <p:spPr>
          <a:xfrm>
            <a:off x="50800" y="2613025"/>
            <a:ext cx="5400675" cy="463550"/>
          </a:xfrm>
          <a:prstGeom prst="rect">
            <a:avLst/>
          </a:prstGeom>
          <a:noFill/>
          <a:ln w="38100">
            <a:noFill/>
          </a:ln>
        </p:spPr>
      </p:pic>
      <p:sp>
        <p:nvSpPr>
          <p:cNvPr id="46088" name="Rectangle 7"/>
          <p:cNvSpPr/>
          <p:nvPr/>
        </p:nvSpPr>
        <p:spPr>
          <a:xfrm>
            <a:off x="5219700" y="2625725"/>
            <a:ext cx="288925" cy="433388"/>
          </a:xfrm>
          <a:prstGeom prst="rect">
            <a:avLst/>
          </a:prstGeom>
          <a:solidFill>
            <a:schemeClr val="bg1"/>
          </a:solidFill>
          <a:ln w="38100">
            <a:noFill/>
            <a:miter/>
          </a:ln>
        </p:spPr>
        <p:txBody>
          <a:bodyPr wrap="none"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mn-ea"/>
              <a:cs typeface="楷体_GB2312"/>
            </a:endParaRPr>
          </a:p>
        </p:txBody>
      </p:sp>
      <p:pic>
        <p:nvPicPr>
          <p:cNvPr id="11" name="Picture 8"/>
          <p:cNvPicPr>
            <a:picLocks noChangeAspect="1"/>
          </p:cNvPicPr>
          <p:nvPr/>
        </p:nvPicPr>
        <p:blipFill>
          <a:blip r:embed="rId4"/>
          <a:stretch>
            <a:fillRect/>
          </a:stretch>
        </p:blipFill>
        <p:spPr>
          <a:xfrm>
            <a:off x="539750" y="3417888"/>
            <a:ext cx="8027988" cy="2582862"/>
          </a:xfrm>
          <a:prstGeom prst="rect">
            <a:avLst/>
          </a:prstGeom>
          <a:noFill/>
          <a:ln w="38100">
            <a:noFill/>
          </a:ln>
        </p:spPr>
      </p:pic>
      <p:sp>
        <p:nvSpPr>
          <p:cNvPr id="46090" name="TextBox 11"/>
          <p:cNvSpPr txBox="1"/>
          <p:nvPr/>
        </p:nvSpPr>
        <p:spPr>
          <a:xfrm>
            <a:off x="857250" y="1143000"/>
            <a:ext cx="7058025" cy="769938"/>
          </a:xfrm>
          <a:prstGeom prst="rect">
            <a:avLst/>
          </a:prstGeom>
          <a:noFill/>
          <a:ln w="9525">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mn-ea"/>
                <a:cs typeface="楷体_GB2312"/>
              </a:rPr>
              <a:t>考虑如下调度：</a:t>
            </a:r>
            <a:endPar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mn-ea"/>
              <a:cs typeface="楷体_GB2312"/>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mn-ea"/>
                <a:cs typeface="楷体_GB2312"/>
              </a:rPr>
              <a:t>r1(A), w1(A),  r2(A), w2(A), r1(B), w1(B)</a:t>
            </a: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mn-ea"/>
                <a:cs typeface="楷体_GB2312"/>
              </a:rPr>
              <a:t>，</a:t>
            </a:r>
            <a:r>
              <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mn-ea"/>
                <a:cs typeface="楷体_GB2312"/>
              </a:rPr>
              <a:t>r2(B), w2(B)</a:t>
            </a:r>
            <a:endPar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mn-ea"/>
              <a:cs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ox(in)">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事务的并发执行和调度</a:t>
            </a:r>
          </a:p>
        </p:txBody>
      </p:sp>
      <p:sp>
        <p:nvSpPr>
          <p:cNvPr id="3" name="内容占位符 2"/>
          <p:cNvSpPr>
            <a:spLocks noGrp="1"/>
          </p:cNvSpPr>
          <p:nvPr>
            <p:ph idx="1"/>
          </p:nvPr>
        </p:nvSpPr>
        <p:spPr>
          <a:xfrm>
            <a:off x="428625" y="1428750"/>
            <a:ext cx="8229600" cy="478631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优先关系</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已知调度</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，其中涉及事务</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T1</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T2</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，可能还有其它事务。我们说</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T1</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优先于</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T2</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，记作</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T1</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T2</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，如果有</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T1</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的动作</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A1</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T2</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的动作</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A2</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，满足：</a:t>
            </a:r>
          </a:p>
          <a:p>
            <a:pPr marL="1143000" marR="0" lvl="2" indent="-228600" algn="l" defTabSz="914400" rtl="0" eaLnBrk="0" fontAlgn="base" latinLnBrk="0" hangingPunct="0">
              <a:lnSpc>
                <a:spcPct val="100000"/>
              </a:lnSpc>
              <a:spcBef>
                <a:spcPts val="12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在</a:t>
            </a:r>
            <a:r>
              <a:rPr kumimoji="0" lang="en-US" altLang="zh-CN"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S</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中</a:t>
            </a:r>
            <a:r>
              <a:rPr kumimoji="0" lang="en-US" altLang="zh-CN"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A1</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在</a:t>
            </a:r>
            <a:r>
              <a:rPr kumimoji="0" lang="en-US" altLang="zh-CN"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A2</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前；</a:t>
            </a:r>
          </a:p>
          <a:p>
            <a:pPr marL="1143000" marR="0" lvl="2" indent="-228600" algn="l" defTabSz="914400" rtl="0" eaLnBrk="0" fontAlgn="base" latinLnBrk="0" hangingPunct="0">
              <a:lnSpc>
                <a:spcPct val="100000"/>
              </a:lnSpc>
              <a:spcBef>
                <a:spcPts val="1200"/>
              </a:spcBef>
              <a:spcAft>
                <a:spcPct val="0"/>
              </a:spcAft>
              <a:buClrTx/>
              <a:buSzTx/>
              <a:buFontTx/>
              <a:buChar char="•"/>
              <a:defRPr/>
            </a:pPr>
            <a:r>
              <a:rPr kumimoji="0" lang="en-US" altLang="zh-CN"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A1</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和</a:t>
            </a:r>
            <a:r>
              <a:rPr kumimoji="0" lang="en-US" altLang="zh-CN"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A2</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都涉及同一数据库元素；并且</a:t>
            </a:r>
          </a:p>
          <a:p>
            <a:pPr marL="1143000" marR="0" lvl="2" indent="-228600" algn="l" defTabSz="914400" rtl="0" eaLnBrk="0" fontAlgn="base" latinLnBrk="0" hangingPunct="0">
              <a:lnSpc>
                <a:spcPct val="100000"/>
              </a:lnSpc>
              <a:spcBef>
                <a:spcPts val="1200"/>
              </a:spcBef>
              <a:spcAft>
                <a:spcPct val="0"/>
              </a:spcAft>
              <a:buClrTx/>
              <a:buSzTx/>
              <a:buFontTx/>
              <a:buChar char="•"/>
              <a:defRPr/>
            </a:pPr>
            <a:r>
              <a:rPr kumimoji="0" lang="en-US" altLang="zh-CN"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A1</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和</a:t>
            </a:r>
            <a:r>
              <a:rPr kumimoji="0" lang="en-US" altLang="zh-CN"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A2</a:t>
            </a:r>
            <a:r>
              <a:rPr kumimoji="0" lang="zh-CN" altLang="en-US" sz="24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中至少有一个动作是写。</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因此，在任何冲突等价于</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的调度中， </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A1</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将出现在</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A2</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前。所以，如果这些调度中有一个是串行调度，那么该调度必然使</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T1</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T2</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前。</a:t>
            </a: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243C81C3-EF66-4345-9EB6-58E9E16F8E84}"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23</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ox(in)">
                                      <p:cBhvr>
                                        <p:cTn id="7" dur="500"/>
                                        <p:tgtEl>
                                          <p:spTgt spid="3">
                                            <p:txEl>
                                              <p:pRg st="2" end="2"/>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box(in)">
                                      <p:cBhvr>
                                        <p:cTn id="10" dur="500"/>
                                        <p:tgtEl>
                                          <p:spTgt spid="3">
                                            <p:txEl>
                                              <p:pRg st="3" end="3"/>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box(in)">
                                      <p:cBhvr>
                                        <p:cTn id="13" dur="500"/>
                                        <p:tgtEl>
                                          <p:spTgt spid="3">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 calcmode="lin" valueType="num">
                                      <p:cBhvr additive="base">
                                        <p:cTn id="18"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mj-ea"/>
                <a:cs typeface="+mj-cs"/>
              </a:rPr>
              <a:t> </a:t>
            </a: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事务的并发执行和调度</a:t>
            </a: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优先图</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优先图</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的节点是调度</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中的事务。当这些事务是具有不同的</a:t>
            </a:r>
            <a:r>
              <a:rPr kumimoji="0" lang="en-US" altLang="zh-CN" sz="2800" b="1" i="0" u="none" strike="noStrike" kern="0" cap="none" spc="0" normalizeH="0" baseline="0" noProof="0" dirty="0" err="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Ti</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时，我们将仅用整数</a:t>
            </a:r>
            <a:r>
              <a:rPr kumimoji="0" lang="en-US" altLang="zh-CN" sz="2800" b="1" i="0" u="none" strike="noStrike" kern="0" cap="none" spc="0" normalizeH="0" baseline="0" noProof="0" dirty="0" err="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来表示</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Ti</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的结点。如果</a:t>
            </a:r>
            <a:r>
              <a:rPr kumimoji="0" lang="en-US" altLang="zh-CN" sz="2800" b="1" i="0" u="none" strike="noStrike" kern="0" cap="none" spc="0" normalizeH="0" baseline="0" noProof="0" dirty="0" err="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Ti</a:t>
            </a:r>
            <a:r>
              <a:rPr kumimoji="0" lang="en-US" altLang="zh-CN" sz="2800" b="1" i="0" u="none" strike="noStrike" kern="0" cap="none" spc="0" normalizeH="0" baseline="0" noProof="0" dirty="0" err="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sym typeface="Symbol" panose="05050102010706020507" pitchFamily="18" charset="2"/>
              </a:rPr>
              <a:t></a:t>
            </a:r>
            <a:r>
              <a:rPr kumimoji="0" lang="en-US" altLang="zh-CN" sz="2800" b="1" i="0" u="none" strike="noStrike" kern="0" cap="none" spc="0" normalizeH="0" baseline="0" noProof="0" dirty="0" err="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Tj</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，则有一条从结点</a:t>
            </a:r>
            <a:r>
              <a:rPr kumimoji="0" lang="en-US" altLang="zh-CN" sz="2800" b="1" i="0" u="none" strike="noStrike" kern="0" cap="none" spc="0" normalizeH="0" baseline="0" noProof="0" dirty="0" err="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到结点</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j</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的弧。</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例如，有调度</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l" defTabSz="914400" rtl="0" eaLnBrk="0" fontAlgn="base" latinLnBrk="0" hangingPunct="0">
              <a:lnSpc>
                <a:spcPct val="100000"/>
              </a:lnSpc>
              <a:spcBef>
                <a:spcPct val="20000"/>
              </a:spcBef>
              <a:spcAft>
                <a:spcPct val="0"/>
              </a:spcAft>
              <a:buClrTx/>
              <a:buSzTx/>
              <a:buFontTx/>
              <a:buNone/>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400" b="1" i="0"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 r</a:t>
            </a:r>
            <a:r>
              <a:rPr kumimoji="0" lang="en-US" altLang="zh-CN" sz="2400" b="1" i="0"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 w</a:t>
            </a:r>
            <a:r>
              <a:rPr kumimoji="0" lang="en-US" altLang="zh-CN" sz="2400" b="1" i="0"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 r</a:t>
            </a:r>
            <a:r>
              <a:rPr kumimoji="0" lang="en-US" altLang="zh-CN" sz="2400" b="1" i="0"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3</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 w</a:t>
            </a:r>
            <a:r>
              <a:rPr kumimoji="0" lang="en-US" altLang="zh-CN" sz="2400" b="1" i="0"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 w</a:t>
            </a:r>
            <a:r>
              <a:rPr kumimoji="0" lang="en-US" altLang="zh-CN" sz="2400" b="1" i="0"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3</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 r</a:t>
            </a:r>
            <a:r>
              <a:rPr kumimoji="0" lang="en-US" altLang="zh-CN" sz="2400" b="1" i="0"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 w</a:t>
            </a:r>
            <a:r>
              <a:rPr kumimoji="0" lang="en-US" altLang="zh-CN" sz="2400" b="1" i="0"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57CEBBA3-AA5F-4649-A7A0-A1B43D3F6A9D}"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24</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Oval 4"/>
          <p:cNvSpPr>
            <a:spLocks noChangeArrowheads="1"/>
          </p:cNvSpPr>
          <p:nvPr/>
        </p:nvSpPr>
        <p:spPr bwMode="auto">
          <a:xfrm>
            <a:off x="2738438" y="5356225"/>
            <a:ext cx="511175" cy="561975"/>
          </a:xfrm>
          <a:prstGeom prst="ellipse">
            <a:avLst/>
          </a:prstGeom>
          <a:solidFill>
            <a:schemeClr val="bg1"/>
          </a:solidFill>
          <a:ln w="38100" algn="ctr">
            <a:solidFill>
              <a:schemeClr val="accent2"/>
            </a:solidFill>
            <a:round/>
          </a:ln>
          <a:effectLst/>
        </p:spPr>
        <p:txBody>
          <a:bodyPr anchor="ctr">
            <a:spAutoFit/>
          </a:body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楷体_GB2312" pitchFamily="49" charset="-122"/>
                <a:ea typeface="楷体_GB2312" pitchFamily="49" charset="-122"/>
                <a:cs typeface="+mn-cs"/>
              </a:rPr>
              <a:t>1</a:t>
            </a:r>
          </a:p>
        </p:txBody>
      </p:sp>
      <p:sp>
        <p:nvSpPr>
          <p:cNvPr id="8" name="Oval 5"/>
          <p:cNvSpPr>
            <a:spLocks noChangeArrowheads="1"/>
          </p:cNvSpPr>
          <p:nvPr/>
        </p:nvSpPr>
        <p:spPr bwMode="auto">
          <a:xfrm>
            <a:off x="4251325" y="5356225"/>
            <a:ext cx="511175" cy="561975"/>
          </a:xfrm>
          <a:prstGeom prst="ellipse">
            <a:avLst/>
          </a:prstGeom>
          <a:solidFill>
            <a:schemeClr val="bg1"/>
          </a:solidFill>
          <a:ln w="38100" algn="ctr">
            <a:solidFill>
              <a:schemeClr val="accent2"/>
            </a:solidFill>
            <a:round/>
          </a:ln>
          <a:effectLst/>
        </p:spPr>
        <p:txBody>
          <a:bodyPr anchor="ctr">
            <a:spAutoFit/>
          </a:body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楷体_GB2312" pitchFamily="49" charset="-122"/>
                <a:ea typeface="楷体_GB2312" pitchFamily="49" charset="-122"/>
                <a:cs typeface="+mn-cs"/>
              </a:rPr>
              <a:t>2</a:t>
            </a:r>
          </a:p>
        </p:txBody>
      </p:sp>
      <p:sp>
        <p:nvSpPr>
          <p:cNvPr id="9" name="Oval 6"/>
          <p:cNvSpPr>
            <a:spLocks noChangeArrowheads="1"/>
          </p:cNvSpPr>
          <p:nvPr/>
        </p:nvSpPr>
        <p:spPr bwMode="auto">
          <a:xfrm>
            <a:off x="5762625" y="5356225"/>
            <a:ext cx="511175" cy="561975"/>
          </a:xfrm>
          <a:prstGeom prst="ellipse">
            <a:avLst/>
          </a:prstGeom>
          <a:solidFill>
            <a:schemeClr val="bg1"/>
          </a:solidFill>
          <a:ln w="38100" algn="ctr">
            <a:solidFill>
              <a:schemeClr val="accent2"/>
            </a:solidFill>
            <a:round/>
          </a:ln>
          <a:effectLst/>
        </p:spPr>
        <p:txBody>
          <a:bodyPr anchor="ctr">
            <a:spAutoFit/>
          </a:body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楷体_GB2312" pitchFamily="49" charset="-122"/>
                <a:ea typeface="楷体_GB2312" pitchFamily="49" charset="-122"/>
                <a:cs typeface="+mn-cs"/>
              </a:rPr>
              <a:t>3</a:t>
            </a:r>
          </a:p>
        </p:txBody>
      </p:sp>
      <p:sp>
        <p:nvSpPr>
          <p:cNvPr id="10" name="AutoShape 7"/>
          <p:cNvSpPr/>
          <p:nvPr/>
        </p:nvSpPr>
        <p:spPr>
          <a:xfrm>
            <a:off x="4754563" y="5140325"/>
            <a:ext cx="1223963" cy="360363"/>
          </a:xfrm>
          <a:prstGeom prst="curvedDownArrow">
            <a:avLst>
              <a:gd name="adj1" fmla="val 7407"/>
              <a:gd name="adj2" fmla="val 75337"/>
              <a:gd name="adj3" fmla="val 33333"/>
            </a:avLst>
          </a:prstGeom>
          <a:solidFill>
            <a:schemeClr val="accent2"/>
          </a:solidFill>
          <a:ln w="38100">
            <a:noFill/>
            <a:miter/>
          </a:ln>
        </p:spPr>
        <p:txBody>
          <a:bodyPr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mn-ea"/>
              <a:cs typeface="楷体_GB2312"/>
            </a:endParaRPr>
          </a:p>
        </p:txBody>
      </p:sp>
      <p:sp>
        <p:nvSpPr>
          <p:cNvPr id="11" name="AutoShape 8"/>
          <p:cNvSpPr/>
          <p:nvPr/>
        </p:nvSpPr>
        <p:spPr>
          <a:xfrm>
            <a:off x="3186113" y="5111750"/>
            <a:ext cx="1223963" cy="360363"/>
          </a:xfrm>
          <a:prstGeom prst="curvedDownArrow">
            <a:avLst>
              <a:gd name="adj1" fmla="val 7407"/>
              <a:gd name="adj2" fmla="val 75337"/>
              <a:gd name="adj3" fmla="val 33333"/>
            </a:avLst>
          </a:prstGeom>
          <a:solidFill>
            <a:schemeClr val="accent2"/>
          </a:solidFill>
          <a:ln w="38100">
            <a:noFill/>
            <a:miter/>
          </a:ln>
        </p:spPr>
        <p:txBody>
          <a:bodyPr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mn-ea"/>
              <a:cs typeface="楷体_GB2312"/>
            </a:endParaRPr>
          </a:p>
        </p:txBody>
      </p:sp>
      <p:sp>
        <p:nvSpPr>
          <p:cNvPr id="12" name="Text Box 9"/>
          <p:cNvSpPr txBox="1">
            <a:spLocks noChangeArrowheads="1"/>
          </p:cNvSpPr>
          <p:nvPr/>
        </p:nvSpPr>
        <p:spPr bwMode="auto">
          <a:xfrm>
            <a:off x="1927225" y="6207125"/>
            <a:ext cx="4859338" cy="579438"/>
          </a:xfrm>
          <a:prstGeom prst="rect">
            <a:avLst/>
          </a:prstGeom>
          <a:noFill/>
          <a:ln w="38100" algn="ctr">
            <a:noFill/>
            <a:miter lim="800000"/>
          </a:ln>
          <a:effectLst/>
        </p:spPr>
        <p:txBody>
          <a:bodyPr wrap="none">
            <a:spAutoFit/>
          </a:bodyPr>
          <a:lstStyle/>
          <a:p>
            <a:pPr marR="0" defTabSz="914400" eaLnBrk="0" hangingPunct="0">
              <a:spcBef>
                <a:spcPct val="20000"/>
              </a:spcBef>
              <a:buClrTx/>
              <a:buSzTx/>
              <a:buFontTx/>
              <a:defRPr/>
            </a:pPr>
            <a:r>
              <a:rPr kumimoji="0" lang="zh-CN" altLang="en-US" kern="1200" cap="none" spc="0" normalizeH="0" baseline="0" noProof="0">
                <a:solidFill>
                  <a:srgbClr val="FF0000"/>
                </a:solidFill>
                <a:effectLst>
                  <a:outerShdw blurRad="38100" dist="38100" dir="2700000" algn="tl">
                    <a:srgbClr val="C0C0C0"/>
                  </a:outerShdw>
                </a:effectLst>
                <a:latin typeface="楷体_GB2312" pitchFamily="49" charset="-122"/>
                <a:ea typeface="楷体_GB2312" pitchFamily="49" charset="-122"/>
                <a:cs typeface="+mn-cs"/>
              </a:rPr>
              <a:t>调度顺序为：</a:t>
            </a:r>
            <a:r>
              <a:rPr kumimoji="0" lang="en-US" altLang="zh-CN" kern="1200" cap="none" spc="0" normalizeH="0" baseline="0" noProof="0">
                <a:solidFill>
                  <a:srgbClr val="FF0000"/>
                </a:solidFill>
                <a:effectLst>
                  <a:outerShdw blurRad="38100" dist="38100" dir="2700000" algn="tl">
                    <a:srgbClr val="C0C0C0"/>
                  </a:outerShdw>
                </a:effectLst>
                <a:latin typeface="楷体_GB2312" pitchFamily="49" charset="-122"/>
                <a:ea typeface="楷体_GB2312" pitchFamily="49" charset="-122"/>
                <a:cs typeface="+mn-cs"/>
              </a:rPr>
              <a:t>T1</a:t>
            </a:r>
            <a:r>
              <a:rPr kumimoji="0" lang="en-US" altLang="zh-CN" kern="1200" cap="none" spc="0" normalizeH="0" baseline="0" noProof="0">
                <a:solidFill>
                  <a:srgbClr val="FF0000"/>
                </a:solidFill>
                <a:effectLst>
                  <a:outerShdw blurRad="38100" dist="38100" dir="2700000" algn="tl">
                    <a:srgbClr val="C0C0C0"/>
                  </a:outerShdw>
                </a:effectLst>
                <a:latin typeface="楷体_GB2312" pitchFamily="49" charset="-122"/>
                <a:ea typeface="楷体_GB2312" pitchFamily="49" charset="-122"/>
                <a:cs typeface="+mn-cs"/>
                <a:sym typeface="Symbol" panose="05050102010706020507" pitchFamily="18" charset="2"/>
              </a:rPr>
              <a:t>T2T3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up)">
                                      <p:cBhvr>
                                        <p:cTn id="12" dur="500"/>
                                        <p:tgtEl>
                                          <p:spTgt spid="3">
                                            <p:txEl>
                                              <p:pRg st="2" end="2"/>
                                            </p:txEl>
                                          </p:spTgt>
                                        </p:tgtEl>
                                      </p:cBhvr>
                                    </p:animEffect>
                                  </p:childTnLst>
                                </p:cTn>
                              </p:par>
                              <p:par>
                                <p:cTn id="13" presetID="22" presetClass="entr" presetSubtype="1"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wipe(up)">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box(in)">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box(in)">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8" dur="500" fill="hold"/>
                                        <p:tgtEl>
                                          <p:spTgt spid="12"/>
                                        </p:tgtEl>
                                        <p:attrNameLst>
                                          <p:attrName>ppt_x</p:attrName>
                                        </p:attrNameLst>
                                      </p:cBhvr>
                                      <p:tavLst>
                                        <p:tav tm="0">
                                          <p:val>
                                            <p:strVal val="#ppt_x"/>
                                          </p:val>
                                        </p:tav>
                                        <p:tav tm="100000">
                                          <p:val>
                                            <p:strVal val="#ppt_x"/>
                                          </p:val>
                                        </p:tav>
                                      </p:tavLst>
                                    </p:anim>
                                    <p:anim calcmode="lin" valueType="num">
                                      <p:cBhvr additive="base">
                                        <p:cTn id="39"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事务的并发执行和调度</a:t>
            </a: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冲突可串行性判断</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构造调度</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的优先图，判断其中是否有环。</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，调度</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是无环的：</a:t>
            </a:r>
          </a:p>
          <a:p>
            <a:pPr marL="742950" marR="0" lvl="1" indent="-285750" algn="l" defTabSz="914400" rtl="0" eaLnBrk="0" fontAlgn="base" latinLnBrk="0" hangingPunct="0">
              <a:lnSpc>
                <a:spcPct val="100000"/>
              </a:lnSpc>
              <a:spcBef>
                <a:spcPct val="20000"/>
              </a:spcBef>
              <a:spcAft>
                <a:spcPct val="0"/>
              </a:spcAft>
              <a:buClrTx/>
              <a:buSzTx/>
              <a:buFontTx/>
              <a:buNone/>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4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 r</a:t>
            </a:r>
            <a:r>
              <a:rPr kumimoji="0" lang="en-US" altLang="zh-CN" sz="24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 w</a:t>
            </a:r>
            <a:r>
              <a:rPr kumimoji="0" lang="en-US" altLang="zh-CN" sz="24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 r</a:t>
            </a:r>
            <a:r>
              <a:rPr kumimoji="0" lang="en-US" altLang="zh-CN" sz="24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3</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 w</a:t>
            </a:r>
            <a:r>
              <a:rPr kumimoji="0" lang="en-US" altLang="zh-CN" sz="24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 w</a:t>
            </a:r>
            <a:r>
              <a:rPr kumimoji="0" lang="en-US" altLang="zh-CN" sz="24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3</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 r</a:t>
            </a:r>
            <a:r>
              <a:rPr kumimoji="0" lang="en-US" altLang="zh-CN" sz="24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 w</a:t>
            </a:r>
            <a:r>
              <a:rPr kumimoji="0" lang="en-US" altLang="zh-CN" sz="24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例</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，考虑调度</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l" defTabSz="914400" rtl="0" eaLnBrk="0" fontAlgn="base" latinLnBrk="0" hangingPunct="0">
              <a:lnSpc>
                <a:spcPct val="100000"/>
              </a:lnSpc>
              <a:spcBef>
                <a:spcPct val="20000"/>
              </a:spcBef>
              <a:spcAft>
                <a:spcPct val="0"/>
              </a:spcAft>
              <a:buClrTx/>
              <a:buSzTx/>
              <a:buFontTx/>
              <a:buNone/>
              <a:defRPr/>
            </a:pPr>
            <a: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a:t>
            </a:r>
            <a:r>
              <a:rPr kumimoji="0" lang="en-US" altLang="zh-CN" sz="24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 r</a:t>
            </a:r>
            <a:r>
              <a:rPr kumimoji="0" lang="en-US" altLang="zh-CN" sz="24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 w</a:t>
            </a:r>
            <a:r>
              <a:rPr kumimoji="0" lang="en-US" altLang="zh-CN" sz="24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 r</a:t>
            </a:r>
            <a:r>
              <a:rPr kumimoji="0" lang="en-US" altLang="zh-CN" sz="24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 r</a:t>
            </a:r>
            <a:r>
              <a:rPr kumimoji="0" lang="en-US" altLang="zh-CN" sz="24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 w</a:t>
            </a:r>
            <a:r>
              <a:rPr kumimoji="0" lang="en-US" altLang="zh-CN" sz="24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 w</a:t>
            </a:r>
            <a:r>
              <a:rPr kumimoji="0" lang="en-US" altLang="zh-CN" sz="24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 w</a:t>
            </a:r>
            <a:r>
              <a:rPr kumimoji="0" lang="en-US" altLang="zh-CN" sz="24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p>
          <a:p>
            <a:pPr marL="742950" marR="0" lvl="1" indent="-285750" algn="l" defTabSz="914400" rtl="0" eaLnBrk="0" fontAlgn="base" latinLnBrk="0" hangingPunct="0">
              <a:lnSpc>
                <a:spcPct val="100000"/>
              </a:lnSpc>
              <a:spcBef>
                <a:spcPct val="20000"/>
              </a:spcBef>
              <a:spcAft>
                <a:spcPct val="0"/>
              </a:spcAft>
              <a:buClrTx/>
              <a:buSzTx/>
              <a:buFontTx/>
              <a:buNone/>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构造对应的优先图，</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EA63C643-1552-46FA-85E9-432C1C634719}"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25</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Oval 4"/>
          <p:cNvSpPr>
            <a:spLocks noChangeArrowheads="1"/>
          </p:cNvSpPr>
          <p:nvPr/>
        </p:nvSpPr>
        <p:spPr bwMode="auto">
          <a:xfrm>
            <a:off x="4492625" y="5502275"/>
            <a:ext cx="511175" cy="561975"/>
          </a:xfrm>
          <a:prstGeom prst="ellipse">
            <a:avLst/>
          </a:prstGeom>
          <a:solidFill>
            <a:schemeClr val="bg1"/>
          </a:solidFill>
          <a:ln w="38100" algn="ctr">
            <a:solidFill>
              <a:schemeClr val="accent2"/>
            </a:solidFill>
            <a:round/>
          </a:ln>
          <a:effectLst/>
        </p:spPr>
        <p:txBody>
          <a:bodyPr anchor="ctr">
            <a:spAutoFit/>
          </a:body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楷体_GB2312" pitchFamily="49" charset="-122"/>
                <a:ea typeface="楷体_GB2312" pitchFamily="49" charset="-122"/>
                <a:cs typeface="+mn-cs"/>
              </a:rPr>
              <a:t>1</a:t>
            </a:r>
          </a:p>
        </p:txBody>
      </p:sp>
      <p:sp>
        <p:nvSpPr>
          <p:cNvPr id="8" name="Oval 5"/>
          <p:cNvSpPr>
            <a:spLocks noChangeArrowheads="1"/>
          </p:cNvSpPr>
          <p:nvPr/>
        </p:nvSpPr>
        <p:spPr bwMode="auto">
          <a:xfrm>
            <a:off x="6005513" y="5502275"/>
            <a:ext cx="511175" cy="561975"/>
          </a:xfrm>
          <a:prstGeom prst="ellipse">
            <a:avLst/>
          </a:prstGeom>
          <a:solidFill>
            <a:schemeClr val="bg1"/>
          </a:solidFill>
          <a:ln w="38100" algn="ctr">
            <a:solidFill>
              <a:schemeClr val="accent2"/>
            </a:solidFill>
            <a:round/>
          </a:ln>
          <a:effectLst/>
        </p:spPr>
        <p:txBody>
          <a:bodyPr anchor="ctr">
            <a:spAutoFit/>
          </a:body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楷体_GB2312" pitchFamily="49" charset="-122"/>
                <a:ea typeface="楷体_GB2312" pitchFamily="49" charset="-122"/>
                <a:cs typeface="+mn-cs"/>
              </a:rPr>
              <a:t>2</a:t>
            </a:r>
          </a:p>
        </p:txBody>
      </p:sp>
      <p:sp>
        <p:nvSpPr>
          <p:cNvPr id="49161" name="AutoShape 6"/>
          <p:cNvSpPr/>
          <p:nvPr/>
        </p:nvSpPr>
        <p:spPr>
          <a:xfrm flipV="1">
            <a:off x="4983163" y="5934075"/>
            <a:ext cx="1223963" cy="508000"/>
          </a:xfrm>
          <a:prstGeom prst="curvedDownArrow">
            <a:avLst>
              <a:gd name="adj1" fmla="val 5254"/>
              <a:gd name="adj2" fmla="val 53442"/>
              <a:gd name="adj3" fmla="val 33328"/>
            </a:avLst>
          </a:prstGeom>
          <a:solidFill>
            <a:schemeClr val="accent2"/>
          </a:solidFill>
          <a:ln w="38100">
            <a:noFill/>
            <a:miter/>
          </a:ln>
        </p:spPr>
        <p:txBody>
          <a:bodyPr rot="10800000"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lvl="0" indent="0" fontAlgn="base">
              <a:buChar char="–"/>
            </a:pPr>
            <a:endParaRPr lang="en-US" altLang="en-US" sz="2000" b="0" strike="noStrike" noProof="1">
              <a:effectLst>
                <a:outerShdw blurRad="38100" dist="38100" dir="2700000">
                  <a:srgbClr val="FFFFFF"/>
                </a:outerShdw>
              </a:effectLst>
              <a:latin typeface="楷体_GB2312" pitchFamily="49" charset="-122"/>
            </a:endParaRPr>
          </a:p>
        </p:txBody>
      </p:sp>
      <p:sp>
        <p:nvSpPr>
          <p:cNvPr id="10" name="AutoShape 7"/>
          <p:cNvSpPr/>
          <p:nvPr/>
        </p:nvSpPr>
        <p:spPr>
          <a:xfrm flipH="1">
            <a:off x="4941888" y="5184775"/>
            <a:ext cx="1223963" cy="508000"/>
          </a:xfrm>
          <a:prstGeom prst="curvedDownArrow">
            <a:avLst>
              <a:gd name="adj1" fmla="val 5254"/>
              <a:gd name="adj2" fmla="val 53442"/>
              <a:gd name="adj3" fmla="val 33333"/>
            </a:avLst>
          </a:prstGeom>
          <a:solidFill>
            <a:schemeClr val="accent2"/>
          </a:solidFill>
          <a:ln w="38100">
            <a:noFill/>
            <a:miter/>
          </a:ln>
        </p:spPr>
        <p:txBody>
          <a:bodyPr anchor="ct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楷体_GB2312" pitchFamily="49" charset="-122"/>
              <a:ea typeface="+mn-ea"/>
              <a:cs typeface="楷体_GB2312"/>
            </a:endParaRPr>
          </a:p>
        </p:txBody>
      </p:sp>
      <p:sp>
        <p:nvSpPr>
          <p:cNvPr id="11" name="Text Box 8"/>
          <p:cNvSpPr txBox="1">
            <a:spLocks noChangeArrowheads="1"/>
          </p:cNvSpPr>
          <p:nvPr/>
        </p:nvSpPr>
        <p:spPr bwMode="auto">
          <a:xfrm>
            <a:off x="5429250" y="5214938"/>
            <a:ext cx="312738" cy="396875"/>
          </a:xfrm>
          <a:prstGeom prst="rect">
            <a:avLst/>
          </a:prstGeom>
          <a:noFill/>
          <a:ln w="38100" algn="ctr">
            <a:noFill/>
            <a:miter lim="800000"/>
          </a:ln>
          <a:effectLst/>
        </p:spPr>
        <p:txBody>
          <a:bodyPr wrap="none">
            <a:spAutoFit/>
          </a:bodyPr>
          <a:lstStyle/>
          <a:p>
            <a:pPr marR="0" defTabSz="914400" eaLnBrk="0" hangingPunct="0">
              <a:spcBef>
                <a:spcPct val="20000"/>
              </a:spcBef>
              <a:buClrTx/>
              <a:buSzTx/>
              <a:buFontTx/>
              <a:defRPr/>
            </a:pPr>
            <a:r>
              <a:rPr kumimoji="0" lang="en-US" altLang="zh-CN" kern="1200" cap="none" spc="0" normalizeH="0" baseline="0" noProof="0">
                <a:effectLst>
                  <a:outerShdw blurRad="38100" dist="38100" dir="2700000" algn="tl">
                    <a:srgbClr val="C0C0C0"/>
                  </a:outerShdw>
                </a:effectLst>
                <a:latin typeface="楷体_GB2312" pitchFamily="49" charset="-122"/>
                <a:ea typeface="楷体_GB2312" pitchFamily="49" charset="-122"/>
                <a:cs typeface="+mn-cs"/>
              </a:rPr>
              <a:t>A</a:t>
            </a:r>
          </a:p>
        </p:txBody>
      </p:sp>
      <p:sp>
        <p:nvSpPr>
          <p:cNvPr id="12" name="Text Box 9"/>
          <p:cNvSpPr txBox="1">
            <a:spLocks noChangeArrowheads="1"/>
          </p:cNvSpPr>
          <p:nvPr/>
        </p:nvSpPr>
        <p:spPr bwMode="auto">
          <a:xfrm>
            <a:off x="5357813" y="5934075"/>
            <a:ext cx="312738" cy="396875"/>
          </a:xfrm>
          <a:prstGeom prst="rect">
            <a:avLst/>
          </a:prstGeom>
          <a:noFill/>
          <a:ln w="38100" algn="ctr">
            <a:noFill/>
            <a:miter lim="800000"/>
          </a:ln>
          <a:effectLst/>
        </p:spPr>
        <p:txBody>
          <a:bodyPr wrap="none">
            <a:spAutoFit/>
          </a:bodyPr>
          <a:lstStyle/>
          <a:p>
            <a:pPr marR="0" defTabSz="914400" eaLnBrk="0" hangingPunct="0">
              <a:spcBef>
                <a:spcPct val="20000"/>
              </a:spcBef>
              <a:buClrTx/>
              <a:buSzTx/>
              <a:buFontTx/>
              <a:defRPr/>
            </a:pPr>
            <a:r>
              <a:rPr kumimoji="0" lang="en-US" altLang="zh-CN" kern="1200" cap="none" spc="0" normalizeH="0" baseline="0" noProof="0">
                <a:effectLst>
                  <a:outerShdw blurRad="38100" dist="38100" dir="2700000" algn="tl">
                    <a:srgbClr val="C0C0C0"/>
                  </a:outerShdw>
                </a:effectLst>
                <a:latin typeface="楷体_GB2312" pitchFamily="49" charset="-122"/>
                <a:ea typeface="楷体_GB2312" pitchFamily="49" charset="-122"/>
                <a:cs typeface="+mn-cs"/>
              </a:rPr>
              <a:t>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ox(i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ox(in)">
                                      <p:cBhvr>
                                        <p:cTn id="12" dur="500"/>
                                        <p:tgtEl>
                                          <p:spTgt spid="3">
                                            <p:txEl>
                                              <p:pRg st="2" end="2"/>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box(in)">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box(in)">
                                      <p:cBhvr>
                                        <p:cTn id="20" dur="500"/>
                                        <p:tgtEl>
                                          <p:spTgt spid="3">
                                            <p:txEl>
                                              <p:pRg st="4" end="4"/>
                                            </p:txEl>
                                          </p:spTgt>
                                        </p:tgtEl>
                                      </p:cBhvr>
                                    </p:animEffect>
                                  </p:childTnLst>
                                </p:cTn>
                              </p:par>
                              <p:par>
                                <p:cTn id="21" presetID="4" presetClass="entr" presetSubtype="16"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box(in)">
                                      <p:cBhvr>
                                        <p:cTn id="23" dur="500"/>
                                        <p:tgtEl>
                                          <p:spTgt spid="3">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box(in)">
                                      <p:cBhvr>
                                        <p:cTn id="28" dur="500"/>
                                        <p:tgtEl>
                                          <p:spTgt spid="3">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box(in)">
                                      <p:cBhvr>
                                        <p:cTn id="39" dur="500"/>
                                        <p:tgtEl>
                                          <p:spTgt spid="10"/>
                                        </p:tgtEl>
                                      </p:cBhvr>
                                    </p:animEffect>
                                  </p:childTnLst>
                                </p:cTn>
                              </p:par>
                              <p:par>
                                <p:cTn id="40" presetID="4" presetClass="entr" presetSubtype="16"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box(in)">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49161"/>
                                        </p:tgtEl>
                                        <p:attrNameLst>
                                          <p:attrName>style.visibility</p:attrName>
                                        </p:attrNameLst>
                                      </p:cBhvr>
                                      <p:to>
                                        <p:strVal val="visible"/>
                                      </p:to>
                                    </p:set>
                                    <p:animEffect transition="in" filter="box(in)">
                                      <p:cBhvr>
                                        <p:cTn id="47" dur="500"/>
                                        <p:tgtEl>
                                          <p:spTgt spid="49161"/>
                                        </p:tgtEl>
                                      </p:cBhvr>
                                    </p:animEffect>
                                  </p:childTnLst>
                                </p:cTn>
                              </p:par>
                              <p:par>
                                <p:cTn id="48" presetID="4" presetClass="entr" presetSubtype="16" fill="hold" grpId="0" nodeType="with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box(in)">
                                      <p:cBhvr>
                                        <p:cTn id="5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49161" grpId="0" animBg="1"/>
      <p:bldP spid="10" grpId="0" animBg="1"/>
      <p:bldP spid="11" grpId="0"/>
      <p:bldP spid="1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目录</a:t>
            </a: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8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事务概念</a:t>
            </a:r>
            <a:endParaRPr kumimoji="0" lang="en-US" altLang="zh-CN" sz="3200" b="1" i="0" u="none" strike="noStrike" kern="0" cap="none" spc="0" normalizeH="0" baseline="0" noProof="0" dirty="0">
              <a:ln>
                <a:noFill/>
              </a:ln>
              <a:solidFill>
                <a:schemeClr val="bg1">
                  <a:lumMod val="8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事务的并发执行和调度</a:t>
            </a:r>
            <a:endParaRPr kumimoji="0" lang="en-US" altLang="zh-CN"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并发控制协议</a:t>
            </a: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F8BC1546-2485-47CE-B47D-CD743F8ECE83}"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26</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并发控制协议</a:t>
            </a: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基于锁的协议</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基于时间戳的协议</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多版本机制</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快照隔离</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等等</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D0C3F298-C54B-443B-83D5-63F1A9E24B65}"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并发控制协议</a:t>
            </a: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基于锁的协议</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基于时间戳的协议</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快照隔离</a:t>
            </a:r>
            <a:endParaRPr kumimoji="0" lang="en-US" altLang="zh-CN"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多版本机制</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等等</a:t>
            </a:r>
            <a:r>
              <a:rPr kumimoji="0" lang="en-US" altLang="zh-CN"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9B7D1400-4D33-473C-9481-468DBC98C085}"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28</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665FAD7C-D9E3-43B4-B454-9770200F557F}"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7385F123-5611-4DED-B093-4FDA88A98EB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044482"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基于锁的并发控制协议</a:t>
            </a:r>
          </a:p>
        </p:txBody>
      </p:sp>
      <p:sp>
        <p:nvSpPr>
          <p:cNvPr id="1044483"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锁的概念</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死锁、死锁的处理</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两段锁并发控制协议</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665FAD7C-D9E3-43B4-B454-9770200F557F}"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32B36E50-4822-4754-A1FB-041B435B738B}"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30</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044482"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基于锁的并发控制协议</a:t>
            </a:r>
          </a:p>
        </p:txBody>
      </p:sp>
      <p:sp>
        <p:nvSpPr>
          <p:cNvPr id="1044483"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锁的概念</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死锁、死锁的处理</a:t>
            </a:r>
            <a:endParaRPr kumimoji="0" lang="en-US" altLang="zh-CN"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两段锁并发控制协议</a:t>
            </a:r>
            <a:endParaRPr kumimoji="0" lang="en-US" altLang="zh-CN"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665FAD7C-D9E3-43B4-B454-9770200F557F}"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509E1042-09B6-4714-A914-1E70A6B8C752}"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044482"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锁的概念</a:t>
            </a:r>
            <a:endPar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endParaRPr>
          </a:p>
        </p:txBody>
      </p:sp>
      <p:sp>
        <p:nvSpPr>
          <p:cNvPr id="1044483"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一个保证可串行性的方法是在互斥的方式下存取数据项，即</a:t>
            </a:r>
            <a:r>
              <a:rPr kumimoji="0" lang="zh-CN" altLang="en-US"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当一个事务存取一个数据项时不允许其他事务修改这个数据项</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可以通过</a:t>
            </a:r>
            <a:r>
              <a:rPr kumimoji="0" lang="zh-CN" altLang="en-US"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基于锁的并发控制协议实现</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44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4448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1D956CDE-B698-4DB8-B780-7189B0629168}"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D533DC41-D7E2-415D-9C9A-D8AB62907037}"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32</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112066"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锁的概念</a:t>
            </a:r>
            <a:endPar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endParaRPr>
          </a:p>
        </p:txBody>
      </p:sp>
      <p:sp>
        <p:nvSpPr>
          <p:cNvPr id="1112067" name="Rectangle 3"/>
          <p:cNvSpPr>
            <a:spLocks noGrp="1" noChangeArrowheads="1"/>
          </p:cNvSpPr>
          <p:nvPr>
            <p:ph idx="1"/>
          </p:nvPr>
        </p:nvSpPr>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锁的概念</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锁是数据项上的并发控制标志。锁可以分为两种类型：</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 </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共享锁</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如果事务</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得到了数据项</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上的共享锁，则</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可以读这个数据项，但不能写这个数据项。共享锁表示为Ｓ。</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 </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互斥锁</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如果事务</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得到了数据项</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上的互斥锁，则</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既可以读这个数据项，也可以写这个数据项。互斥锁表示为Ｘ。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1206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1206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120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EC272898-5981-4926-80C3-E18F14FF7B93}"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endParaRPr>
          </a:p>
        </p:txBody>
      </p:sp>
      <p:sp>
        <p:nvSpPr>
          <p:cNvPr id="7"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69277EAE-C023-457C-AE03-9EF6CD4B7ADE}"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33</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114114"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锁的概念</a:t>
            </a:r>
            <a:endPar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endParaRPr>
          </a:p>
        </p:txBody>
      </p:sp>
      <p:sp>
        <p:nvSpPr>
          <p:cNvPr id="1114115" name="Rectangle 3"/>
          <p:cNvSpPr>
            <a:spLocks noGrp="1" noChangeArrowheads="1"/>
          </p:cNvSpPr>
          <p:nvPr>
            <p:ph idx="1"/>
          </p:nvPr>
        </p:nvSpPr>
        <p:spPr>
          <a:xfrm>
            <a:off x="609600" y="1341438"/>
            <a:ext cx="7924800" cy="4525963"/>
          </a:xfrm>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锁的概念</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每个事务在存取一个数据项之前必须获得这个数据项上的锁。</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一个事务需要获得的锁的类型依赖于它将在数据项上执行什么样的操作。</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给定一个各种类型锁的集合，如下定义这个锁集合上的</a:t>
            </a:r>
            <a:r>
              <a:rPr kumimoji="0" lang="zh-CN" altLang="en-US"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相容关系</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令</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表示任意类型的锁。设事务</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000" b="1" i="0" u="none" strike="noStrike" kern="0" cap="none" spc="0" normalizeH="0" baseline="-30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在数据项</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上要求一个</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型锁，事务</a:t>
            </a:r>
            <a:r>
              <a:rPr kumimoji="0" lang="en-US" altLang="zh-CN" sz="20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000" b="1" i="0" u="none" strike="noStrike" kern="0" cap="none" spc="0" normalizeH="0" baseline="-3000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j</a:t>
            </a:r>
            <a:r>
              <a:rPr kumimoji="0" lang="en-US" altLang="zh-CN" sz="2000" b="1" i="0" u="none" strike="noStrike" kern="0" cap="none" spc="0" normalizeH="0" baseline="-30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0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000" b="1" i="0" u="none" strike="noStrike" kern="0" cap="none" spc="0" normalizeH="0" baseline="-3000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en-US" altLang="zh-CN" sz="20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000" b="1" i="0" u="none" strike="noStrike" kern="0" cap="none" spc="0" normalizeH="0" baseline="-3000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j</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已经在</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上有一个</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型锁。如果事务</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000" b="1" i="0" u="none" strike="noStrike" kern="0" cap="none" spc="0" normalizeH="0" baseline="-30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能够获得</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上的</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型锁，则说</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型锁和</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型锁是相容的。</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锁之间的相容关系可以使用一个矩阵来表示。矩阵的元素</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COMP(A, B)=true</a:t>
            </a:r>
            <a:r>
              <a:rPr kumimoji="0" lang="zh-CN" altLang="en-US"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当且仅当</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zh-CN" altLang="en-US"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型锁与</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zh-CN" altLang="en-US"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型锁是相容的。 </a:t>
            </a:r>
          </a:p>
        </p:txBody>
      </p:sp>
      <p:graphicFrame>
        <p:nvGraphicFramePr>
          <p:cNvPr id="1114116" name="Object 4"/>
          <p:cNvGraphicFramePr>
            <a:graphicFrameLocks noChangeAspect="1"/>
          </p:cNvGraphicFramePr>
          <p:nvPr/>
        </p:nvGraphicFramePr>
        <p:xfrm>
          <a:off x="2133600" y="5486400"/>
          <a:ext cx="2305050" cy="1247775"/>
        </p:xfrm>
        <a:graphic>
          <a:graphicData uri="http://schemas.openxmlformats.org/presentationml/2006/ole">
            <mc:AlternateContent xmlns:mc="http://schemas.openxmlformats.org/markup-compatibility/2006">
              <mc:Choice xmlns:v="urn:schemas-microsoft-com:vml" Requires="v">
                <p:oleObj spid="_x0000_s3079" r:id="rId4" imgW="2305050" imgH="1247775" progId="Paint.Picture">
                  <p:embed/>
                </p:oleObj>
              </mc:Choice>
              <mc:Fallback>
                <p:oleObj r:id="rId4" imgW="2305050" imgH="1247775" progId="Paint.Picture">
                  <p:embed/>
                  <p:pic>
                    <p:nvPicPr>
                      <p:cNvPr id="0" name="图片 3075"/>
                      <p:cNvPicPr/>
                      <p:nvPr/>
                    </p:nvPicPr>
                    <p:blipFill>
                      <a:blip r:embed="rId5"/>
                      <a:stretch>
                        <a:fillRect/>
                      </a:stretch>
                    </p:blipFill>
                    <p:spPr>
                      <a:xfrm>
                        <a:off x="2133600" y="5486400"/>
                        <a:ext cx="2305050" cy="12477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141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1411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1411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1411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14115">
                                            <p:txEl>
                                              <p:pRg st="5" end="5"/>
                                            </p:txEl>
                                          </p:spTgt>
                                        </p:tgtEl>
                                        <p:attrNameLst>
                                          <p:attrName>style.visibility</p:attrName>
                                        </p:attrNameLst>
                                      </p:cBhvr>
                                      <p:to>
                                        <p:strVal val="visible"/>
                                      </p:to>
                                    </p:set>
                                  </p:childTnLst>
                                </p:cTn>
                              </p:par>
                              <p:par>
                                <p:cTn id="21" presetID="2" presetClass="entr" presetSubtype="4" fill="hold" nodeType="withEffect">
                                  <p:stCondLst>
                                    <p:cond delay="0"/>
                                  </p:stCondLst>
                                  <p:childTnLst>
                                    <p:set>
                                      <p:cBhvr>
                                        <p:cTn id="22" dur="1" fill="hold">
                                          <p:stCondLst>
                                            <p:cond delay="0"/>
                                          </p:stCondLst>
                                        </p:cTn>
                                        <p:tgtEl>
                                          <p:spTgt spid="1114116"/>
                                        </p:tgtEl>
                                        <p:attrNameLst>
                                          <p:attrName>style.visibility</p:attrName>
                                        </p:attrNameLst>
                                      </p:cBhvr>
                                      <p:to>
                                        <p:strVal val="visible"/>
                                      </p:to>
                                    </p:set>
                                    <p:anim calcmode="lin" valueType="num">
                                      <p:cBhvr additive="base">
                                        <p:cTn id="23" dur="500" fill="hold"/>
                                        <p:tgtEl>
                                          <p:spTgt spid="1114116"/>
                                        </p:tgtEl>
                                        <p:attrNameLst>
                                          <p:attrName>ppt_x</p:attrName>
                                        </p:attrNameLst>
                                      </p:cBhvr>
                                      <p:tavLst>
                                        <p:tav tm="0">
                                          <p:val>
                                            <p:strVal val="#ppt_x"/>
                                          </p:val>
                                        </p:tav>
                                        <p:tav tm="100000">
                                          <p:val>
                                            <p:strVal val="#ppt_x"/>
                                          </p:val>
                                        </p:tav>
                                      </p:tavLst>
                                    </p:anim>
                                    <p:anim calcmode="lin" valueType="num">
                                      <p:cBhvr additive="base">
                                        <p:cTn id="24" dur="500" fill="hold"/>
                                        <p:tgtEl>
                                          <p:spTgt spid="11141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7EC2021F-68D6-4C78-A3E7-93A3A7F468CD}"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6CC0BD16-17A9-4CBB-9E40-DCC787634F4B}"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34</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116162"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锁的概念</a:t>
            </a:r>
            <a:endPar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endParaRPr>
          </a:p>
        </p:txBody>
      </p:sp>
      <p:sp>
        <p:nvSpPr>
          <p:cNvPr id="1116163" name="Rectangle 3"/>
          <p:cNvSpPr>
            <a:spLocks noGrp="1" noChangeArrowheads="1"/>
          </p:cNvSpPr>
          <p:nvPr>
            <p:ph idx="1"/>
          </p:nvPr>
        </p:nvSpPr>
        <p:spPr>
          <a:xfrm>
            <a:off x="609600" y="1570038"/>
            <a:ext cx="7924800" cy="4830763"/>
          </a:xfrm>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锁的概念</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事务通过执行</a:t>
            </a:r>
            <a:r>
              <a:rPr kumimoji="0" lang="en-US" altLang="zh-CN"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LOCK-S(Q)</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操作申请数据项</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上的共享锁。</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事务通过执行</a:t>
            </a:r>
            <a:r>
              <a:rPr kumimoji="0" lang="en-US" altLang="zh-CN"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LOCK-X(Q)</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操作申请数据项</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上的互斥锁。</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en-US" altLang="zh-CN"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UNLOCK(Q)</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操作用来释放数据项</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上的锁。</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如果事务</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要存取数据项</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Q，T</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必须申请在</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上加锁。如果数据项</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已经被其他的事务加以非共享锁，则事务</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必须等待，直到所有其他事务的非共享锁全部被释放。</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事务</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可以释放它在任何数据项上所加的任何类型的锁。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16163">
                                            <p:txEl>
                                              <p:pRg st="4" end="4"/>
                                            </p:txEl>
                                          </p:spTgt>
                                        </p:tgtEl>
                                        <p:attrNameLst>
                                          <p:attrName>style.visibility</p:attrName>
                                        </p:attrNameLst>
                                      </p:cBhvr>
                                      <p:to>
                                        <p:strVal val="visible"/>
                                      </p:to>
                                    </p:set>
                                    <p:animEffect transition="in" filter="fade">
                                      <p:cBhvr>
                                        <p:cTn id="7" dur="500"/>
                                        <p:tgtEl>
                                          <p:spTgt spid="111616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16163">
                                            <p:txEl>
                                              <p:pRg st="5" end="5"/>
                                            </p:txEl>
                                          </p:spTgt>
                                        </p:tgtEl>
                                        <p:attrNameLst>
                                          <p:attrName>style.visibility</p:attrName>
                                        </p:attrNameLst>
                                      </p:cBhvr>
                                      <p:to>
                                        <p:strVal val="visible"/>
                                      </p:to>
                                    </p:set>
                                    <p:animEffect transition="in" filter="fade">
                                      <p:cBhvr>
                                        <p:cTn id="10" dur="500"/>
                                        <p:tgtEl>
                                          <p:spTgt spid="11161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6B06E670-8E0A-45D1-83AB-F3C57AD1DA20}"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D2C8406E-A442-454A-B828-35122819498F}"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35</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118210"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锁的概念</a:t>
            </a:r>
            <a:endPar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endParaRPr>
          </a:p>
        </p:txBody>
      </p:sp>
      <p:sp>
        <p:nvSpPr>
          <p:cNvPr id="1118211" name="Rectangle 3"/>
          <p:cNvSpPr>
            <a:spLocks noGrp="1" noChangeArrowheads="1"/>
          </p:cNvSpPr>
          <p:nvPr>
            <p:ph idx="1"/>
          </p:nvPr>
        </p:nvSpPr>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银行数据库系统的例子：</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设</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是两个帐号。事务</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7</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从帐号</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向帐号</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转50元钱，事务</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8</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显示帐号</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的总金额。 </a:t>
            </a:r>
          </a:p>
          <a:p>
            <a:pPr marL="1143000" marR="0" lvl="2" indent="-228600" algn="l"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楷体_GB2312"/>
              </a:rPr>
              <a:t> </a:t>
            </a:r>
            <a:r>
              <a:rPr kumimoji="0" lang="en-US" altLang="zh-CN" sz="20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楷体_GB2312"/>
              </a:rPr>
              <a:t>T</a:t>
            </a:r>
            <a:r>
              <a:rPr kumimoji="0" lang="en-US" altLang="zh-CN" sz="2000" b="1" i="0" u="none" strike="noStrike" kern="0" cap="none" spc="0" normalizeH="0" baseline="-30000" noProof="0" dirty="0">
                <a:ln>
                  <a:noFill/>
                </a:ln>
                <a:solidFill>
                  <a:srgbClr val="FF0000"/>
                </a:solidFill>
                <a:effectLst>
                  <a:outerShdw blurRad="38100" dist="38100" dir="2700000" algn="tl">
                    <a:srgbClr val="C0C0C0"/>
                  </a:outerShdw>
                </a:effectLst>
                <a:uLnTx/>
                <a:uFillTx/>
                <a:latin typeface="+mn-lt"/>
                <a:ea typeface="+mn-ea"/>
                <a:cs typeface="楷体_GB2312"/>
              </a:rPr>
              <a:t>7</a:t>
            </a:r>
            <a:r>
              <a:rPr kumimoji="0" lang="en-US" altLang="zh-CN" sz="20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楷体_GB2312"/>
              </a:rPr>
              <a:t>:</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mn-lt"/>
                <a:ea typeface="+mn-ea"/>
                <a:cs typeface="楷体_GB2312"/>
              </a:rPr>
              <a:t>  </a:t>
            </a:r>
            <a:r>
              <a:rPr kumimoji="0" lang="en-US" altLang="zh-CN"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mn-lt"/>
                <a:ea typeface="+mn-ea"/>
                <a:cs typeface="楷体_GB2312"/>
              </a:rPr>
              <a:t>LOCK-X(B);</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mn-lt"/>
                <a:ea typeface="+mn-ea"/>
                <a:cs typeface="楷体_GB2312"/>
              </a:rPr>
              <a:t>           </a:t>
            </a:r>
            <a:r>
              <a:rPr kumimoji="0" lang="en-US" altLang="zh-CN" sz="20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楷体_GB2312"/>
              </a:rPr>
              <a:t>T</a:t>
            </a:r>
            <a:r>
              <a:rPr kumimoji="0" lang="en-US" altLang="zh-CN" sz="2000" b="1" i="0" u="none" strike="noStrike" kern="0" cap="none" spc="0" normalizeH="0" baseline="-30000" noProof="0" dirty="0">
                <a:ln>
                  <a:noFill/>
                </a:ln>
                <a:solidFill>
                  <a:srgbClr val="FF0000"/>
                </a:solidFill>
                <a:effectLst>
                  <a:outerShdw blurRad="38100" dist="38100" dir="2700000" algn="tl">
                    <a:srgbClr val="C0C0C0"/>
                  </a:outerShdw>
                </a:effectLst>
                <a:uLnTx/>
                <a:uFillTx/>
                <a:latin typeface="+mn-lt"/>
                <a:ea typeface="+mn-ea"/>
                <a:cs typeface="楷体_GB2312"/>
              </a:rPr>
              <a:t>8</a:t>
            </a:r>
            <a:r>
              <a:rPr kumimoji="0" lang="en-US" altLang="zh-CN" sz="20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楷体_GB2312"/>
              </a:rPr>
              <a:t>:</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mn-lt"/>
                <a:ea typeface="+mn-ea"/>
                <a:cs typeface="楷体_GB2312"/>
              </a:rPr>
              <a:t>  </a:t>
            </a:r>
            <a:r>
              <a:rPr kumimoji="0" lang="en-US" altLang="zh-CN"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mn-lt"/>
                <a:ea typeface="+mn-ea"/>
                <a:cs typeface="楷体_GB2312"/>
              </a:rPr>
              <a:t>LOCK-S(A);</a:t>
            </a:r>
            <a:endPar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mn-lt"/>
              <a:ea typeface="+mn-ea"/>
              <a:cs typeface="楷体_GB2312"/>
            </a:endParaRPr>
          </a:p>
          <a:p>
            <a:pPr marL="1143000" marR="0" lvl="2" indent="-228600" algn="l"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mn-lt"/>
                <a:ea typeface="+mn-ea"/>
                <a:cs typeface="楷体_GB2312"/>
              </a:rPr>
              <a:t>        READ(B);                       READ(A);</a:t>
            </a:r>
          </a:p>
          <a:p>
            <a:pPr marL="1143000" marR="0" lvl="2" indent="-228600" algn="l"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mn-lt"/>
                <a:ea typeface="+mn-ea"/>
                <a:cs typeface="楷体_GB2312"/>
              </a:rPr>
              <a:t>        B := B - 50;                      </a:t>
            </a:r>
            <a:r>
              <a:rPr kumimoji="0" lang="en-US" altLang="zh-CN"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mn-lt"/>
                <a:ea typeface="+mn-ea"/>
                <a:cs typeface="楷体_GB2312"/>
              </a:rPr>
              <a:t>UNLOCK(A);</a:t>
            </a:r>
          </a:p>
          <a:p>
            <a:pPr marL="1143000" marR="0" lvl="2" indent="-228600" algn="l"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mn-lt"/>
                <a:ea typeface="+mn-ea"/>
                <a:cs typeface="楷体_GB2312"/>
              </a:rPr>
              <a:t>        WRITE(B);                     </a:t>
            </a:r>
            <a:r>
              <a:rPr kumimoji="0" lang="en-US" altLang="zh-CN"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mn-lt"/>
                <a:ea typeface="+mn-ea"/>
                <a:cs typeface="楷体_GB2312"/>
              </a:rPr>
              <a:t>LOCK-S(B);</a:t>
            </a:r>
            <a:endPar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mn-lt"/>
              <a:ea typeface="+mn-ea"/>
              <a:cs typeface="楷体_GB2312"/>
            </a:endParaRPr>
          </a:p>
          <a:p>
            <a:pPr marL="1143000" marR="0" lvl="2" indent="-228600" algn="l"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mn-lt"/>
                <a:ea typeface="+mn-ea"/>
                <a:cs typeface="楷体_GB2312"/>
              </a:rPr>
              <a:t>        </a:t>
            </a:r>
            <a:r>
              <a:rPr kumimoji="0" lang="en-US" altLang="zh-CN"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mn-lt"/>
                <a:ea typeface="+mn-ea"/>
                <a:cs typeface="楷体_GB2312"/>
              </a:rPr>
              <a:t>UNLOCK(B);</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mn-lt"/>
                <a:ea typeface="+mn-ea"/>
                <a:cs typeface="楷体_GB2312"/>
              </a:rPr>
              <a:t>                 READ(B);</a:t>
            </a:r>
          </a:p>
          <a:p>
            <a:pPr marL="1143000" marR="0" lvl="2" indent="-228600" algn="l"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mn-lt"/>
                <a:ea typeface="+mn-ea"/>
                <a:cs typeface="楷体_GB2312"/>
              </a:rPr>
              <a:t>        </a:t>
            </a:r>
            <a:r>
              <a:rPr kumimoji="0" lang="en-US" altLang="zh-CN"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mn-lt"/>
                <a:ea typeface="+mn-ea"/>
                <a:cs typeface="楷体_GB2312"/>
              </a:rPr>
              <a:t>LOCK-X(A);</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mn-lt"/>
                <a:ea typeface="+mn-ea"/>
                <a:cs typeface="楷体_GB2312"/>
              </a:rPr>
              <a:t>                  </a:t>
            </a:r>
            <a:r>
              <a:rPr kumimoji="0" lang="en-US" altLang="zh-CN"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mn-lt"/>
                <a:ea typeface="+mn-ea"/>
                <a:cs typeface="楷体_GB2312"/>
              </a:rPr>
              <a:t>UNLOCK(B);</a:t>
            </a:r>
          </a:p>
          <a:p>
            <a:pPr marL="1143000" marR="0" lvl="2" indent="-228600" algn="l"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mn-lt"/>
                <a:ea typeface="+mn-ea"/>
                <a:cs typeface="楷体_GB2312"/>
              </a:rPr>
              <a:t>        READ(A);                       DISPLAY(A+B)。</a:t>
            </a:r>
          </a:p>
          <a:p>
            <a:pPr marL="1143000" marR="0" lvl="2" indent="-228600" algn="l"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mn-lt"/>
                <a:ea typeface="+mn-ea"/>
                <a:cs typeface="楷体_GB2312"/>
              </a:rPr>
              <a:t>        A := A + 50;</a:t>
            </a:r>
          </a:p>
          <a:p>
            <a:pPr marL="1143000" marR="0" lvl="2" indent="-228600" algn="l"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mn-lt"/>
                <a:ea typeface="+mn-ea"/>
                <a:cs typeface="楷体_GB2312"/>
              </a:rPr>
              <a:t>        WRITE(A);</a:t>
            </a:r>
          </a:p>
          <a:p>
            <a:pPr marL="1143000" marR="0" lvl="2" indent="-228600" algn="l"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mn-lt"/>
                <a:ea typeface="+mn-ea"/>
                <a:cs typeface="楷体_GB2312"/>
              </a:rPr>
              <a:t>        </a:t>
            </a:r>
            <a:r>
              <a:rPr kumimoji="0" lang="en-US" altLang="zh-CN"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mn-lt"/>
                <a:ea typeface="+mn-ea"/>
                <a:cs typeface="楷体_GB2312"/>
              </a:rPr>
              <a:t>UNLOCK(A)。</a:t>
            </a:r>
            <a:endParaRPr kumimoji="0" lang="zh-CN" altLang="en-US"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mn-lt"/>
              <a:ea typeface="+mn-ea"/>
              <a:cs typeface="楷体_GB231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2F8426A5-3115-405F-8C34-BB3DFB6705D8}"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8"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9"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C9E3C56E-2A25-4835-8A9F-654FA6FB8C60}"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36</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136642"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锁的概念</a:t>
            </a:r>
            <a:endPar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endParaRPr>
          </a:p>
        </p:txBody>
      </p:sp>
      <p:sp>
        <p:nvSpPr>
          <p:cNvPr id="1136643" name="Rectangle 3"/>
          <p:cNvSpPr>
            <a:spLocks noGrp="1" noChangeArrowheads="1"/>
          </p:cNvSpPr>
          <p:nvPr>
            <p:ph idx="1"/>
          </p:nvPr>
        </p:nvSpPr>
        <p:spPr>
          <a:xfrm>
            <a:off x="457200" y="1570038"/>
            <a:ext cx="7924800" cy="1096963"/>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银行数据库系统的例子：</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设</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的值分别是100和200元。</a:t>
            </a:r>
          </a:p>
        </p:txBody>
      </p:sp>
      <p:sp>
        <p:nvSpPr>
          <p:cNvPr id="1136644" name="Rectangle 4"/>
          <p:cNvSpPr>
            <a:spLocks noChangeArrowheads="1"/>
          </p:cNvSpPr>
          <p:nvPr/>
        </p:nvSpPr>
        <p:spPr bwMode="auto">
          <a:xfrm>
            <a:off x="6248400" y="1371600"/>
            <a:ext cx="2590800" cy="5253038"/>
          </a:xfrm>
          <a:prstGeom prst="rect">
            <a:avLst/>
          </a:prstGeom>
          <a:solidFill>
            <a:srgbClr val="FFFF99"/>
          </a:solidFill>
          <a:ln w="9525">
            <a:solidFill>
              <a:schemeClr val="accent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90000"/>
              </a:lnSpc>
              <a:spcBef>
                <a:spcPct val="10000"/>
              </a:spcBef>
              <a:spcAft>
                <a:spcPct val="0"/>
              </a:spcAft>
              <a:buClrTx/>
              <a:buSzTx/>
              <a:buFontTx/>
              <a:buChar char="•"/>
              <a:defRPr/>
            </a:pPr>
            <a:r>
              <a:rPr kumimoji="0" lang="en-US" altLang="zh-CN" sz="2000" b="1" i="0" u="none" strike="noStrike" kern="1200" cap="none" spc="0" normalizeH="0" baseline="0" noProof="0">
                <a:ln>
                  <a:noFill/>
                </a:ln>
                <a:solidFill>
                  <a:srgbClr val="FF0000"/>
                </a:solidFill>
                <a:effectLst>
                  <a:outerShdw blurRad="38100" dist="38100" dir="2700000" algn="tl">
                    <a:srgbClr val="000000"/>
                  </a:outerShdw>
                </a:effectLst>
                <a:uLnTx/>
                <a:uFillTx/>
                <a:latin typeface="Times New Roman" panose="02020603050405020304" pitchFamily="18" charset="0"/>
                <a:ea typeface="楷体_GB2312"/>
                <a:cs typeface="楷体_GB2312"/>
              </a:rPr>
              <a:t>T</a:t>
            </a:r>
            <a:r>
              <a:rPr kumimoji="0" lang="en-US" altLang="zh-CN" sz="2000" b="1" i="0" u="none" strike="noStrike" kern="1200" cap="none" spc="0" normalizeH="0" baseline="-30000" noProof="0">
                <a:ln>
                  <a:noFill/>
                </a:ln>
                <a:solidFill>
                  <a:srgbClr val="FF0000"/>
                </a:solidFill>
                <a:effectLst>
                  <a:outerShdw blurRad="38100" dist="38100" dir="2700000" algn="tl">
                    <a:srgbClr val="000000"/>
                  </a:outerShdw>
                </a:effectLst>
                <a:uLnTx/>
                <a:uFillTx/>
                <a:latin typeface="Times New Roman" panose="02020603050405020304" pitchFamily="18" charset="0"/>
                <a:ea typeface="楷体_GB2312"/>
                <a:cs typeface="楷体_GB2312"/>
              </a:rPr>
              <a:t>7</a:t>
            </a:r>
            <a:r>
              <a:rPr kumimoji="0" lang="en-US" altLang="zh-CN" sz="2000" b="1" i="0" u="none" strike="noStrike" kern="1200" cap="none" spc="0" normalizeH="0" baseline="0" noProof="0">
                <a:ln>
                  <a:noFill/>
                </a:ln>
                <a:solidFill>
                  <a:srgbClr val="FF0000"/>
                </a:solidFill>
                <a:effectLst>
                  <a:outerShdw blurRad="38100" dist="38100" dir="2700000" algn="tl">
                    <a:srgbClr val="000000"/>
                  </a:outerShdw>
                </a:effectLst>
                <a:uLnTx/>
                <a:uFillTx/>
                <a:latin typeface="Times New Roman" panose="02020603050405020304" pitchFamily="18" charset="0"/>
                <a:ea typeface="楷体_GB2312"/>
                <a:cs typeface="楷体_GB2312"/>
              </a:rPr>
              <a:t>:</a:t>
            </a:r>
            <a:r>
              <a:rPr kumimoji="0" lang="en-US" altLang="zh-CN"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a:cs typeface="楷体_GB2312"/>
              </a:rPr>
              <a:t>  </a:t>
            </a:r>
            <a:r>
              <a:rPr kumimoji="0" lang="en-US" altLang="zh-CN" sz="2000" b="1" i="0" u="none" strike="noStrike" kern="1200" cap="none" spc="0" normalizeH="0" baseline="0" noProof="0">
                <a:ln>
                  <a:noFill/>
                </a:ln>
                <a:solidFill>
                  <a:srgbClr val="FF00FF"/>
                </a:solidFill>
                <a:effectLst>
                  <a:outerShdw blurRad="38100" dist="38100" dir="2700000" algn="tl">
                    <a:srgbClr val="000000"/>
                  </a:outerShdw>
                </a:effectLst>
                <a:uLnTx/>
                <a:uFillTx/>
                <a:latin typeface="Times New Roman" panose="02020603050405020304" pitchFamily="18" charset="0"/>
                <a:ea typeface="楷体_GB2312"/>
                <a:cs typeface="楷体_GB2312"/>
              </a:rPr>
              <a:t>LOCK-X(B);</a:t>
            </a:r>
          </a:p>
          <a:p>
            <a:pPr marL="0" marR="0" lvl="0" indent="0" algn="l" defTabSz="914400" rtl="0" eaLnBrk="0" fontAlgn="base" latinLnBrk="0" hangingPunct="0">
              <a:lnSpc>
                <a:spcPct val="90000"/>
              </a:lnSpc>
              <a:spcBef>
                <a:spcPct val="10000"/>
              </a:spcBef>
              <a:spcAft>
                <a:spcPct val="0"/>
              </a:spcAft>
              <a:buClrTx/>
              <a:buSzTx/>
              <a:buFontTx/>
              <a:buChar char="•"/>
              <a:defRPr/>
            </a:pPr>
            <a:r>
              <a:rPr kumimoji="0" lang="en-US" altLang="zh-CN"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a:cs typeface="楷体_GB2312"/>
              </a:rPr>
              <a:t>        READ(B);</a:t>
            </a:r>
          </a:p>
          <a:p>
            <a:pPr marL="0" marR="0" lvl="0" indent="0" algn="l" defTabSz="914400" rtl="0" eaLnBrk="0" fontAlgn="base" latinLnBrk="0" hangingPunct="0">
              <a:lnSpc>
                <a:spcPct val="90000"/>
              </a:lnSpc>
              <a:spcBef>
                <a:spcPct val="10000"/>
              </a:spcBef>
              <a:spcAft>
                <a:spcPct val="0"/>
              </a:spcAft>
              <a:buClrTx/>
              <a:buSzTx/>
              <a:buFontTx/>
              <a:buChar char="•"/>
              <a:defRPr/>
            </a:pPr>
            <a:r>
              <a:rPr kumimoji="0" lang="en-US" altLang="zh-CN"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a:cs typeface="楷体_GB2312"/>
              </a:rPr>
              <a:t>        B := B - 50;</a:t>
            </a:r>
          </a:p>
          <a:p>
            <a:pPr marL="0" marR="0" lvl="0" indent="0" algn="l" defTabSz="914400" rtl="0" eaLnBrk="0" fontAlgn="base" latinLnBrk="0" hangingPunct="0">
              <a:lnSpc>
                <a:spcPct val="90000"/>
              </a:lnSpc>
              <a:spcBef>
                <a:spcPct val="10000"/>
              </a:spcBef>
              <a:spcAft>
                <a:spcPct val="0"/>
              </a:spcAft>
              <a:buClrTx/>
              <a:buSzTx/>
              <a:buFontTx/>
              <a:buChar char="•"/>
              <a:defRPr/>
            </a:pPr>
            <a:r>
              <a:rPr kumimoji="0" lang="en-US" altLang="zh-CN"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a:cs typeface="楷体_GB2312"/>
              </a:rPr>
              <a:t>        WRITE(B);</a:t>
            </a:r>
          </a:p>
          <a:p>
            <a:pPr marL="0" marR="0" lvl="0" indent="0" algn="l" defTabSz="914400" rtl="0" eaLnBrk="0" fontAlgn="base" latinLnBrk="0" hangingPunct="0">
              <a:lnSpc>
                <a:spcPct val="90000"/>
              </a:lnSpc>
              <a:spcBef>
                <a:spcPct val="10000"/>
              </a:spcBef>
              <a:spcAft>
                <a:spcPct val="0"/>
              </a:spcAft>
              <a:buClrTx/>
              <a:buSzTx/>
              <a:buFontTx/>
              <a:buChar char="•"/>
              <a:defRPr/>
            </a:pPr>
            <a:r>
              <a:rPr kumimoji="0" lang="en-US" altLang="zh-CN"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a:cs typeface="楷体_GB2312"/>
              </a:rPr>
              <a:t>        </a:t>
            </a:r>
            <a:r>
              <a:rPr kumimoji="0" lang="en-US" altLang="zh-CN" sz="2000" b="1" i="0" u="none" strike="noStrike" kern="1200" cap="none" spc="0" normalizeH="0" baseline="0" noProof="0">
                <a:ln>
                  <a:noFill/>
                </a:ln>
                <a:solidFill>
                  <a:srgbClr val="FF00FF"/>
                </a:solidFill>
                <a:effectLst>
                  <a:outerShdw blurRad="38100" dist="38100" dir="2700000" algn="tl">
                    <a:srgbClr val="000000"/>
                  </a:outerShdw>
                </a:effectLst>
                <a:uLnTx/>
                <a:uFillTx/>
                <a:latin typeface="Times New Roman" panose="02020603050405020304" pitchFamily="18" charset="0"/>
                <a:ea typeface="楷体_GB2312"/>
                <a:cs typeface="楷体_GB2312"/>
              </a:rPr>
              <a:t>UNLOCK(B);</a:t>
            </a:r>
          </a:p>
          <a:p>
            <a:pPr marL="0" marR="0" lvl="0" indent="0" algn="l" defTabSz="914400" rtl="0" eaLnBrk="0" fontAlgn="base" latinLnBrk="0" hangingPunct="0">
              <a:lnSpc>
                <a:spcPct val="90000"/>
              </a:lnSpc>
              <a:spcBef>
                <a:spcPct val="10000"/>
              </a:spcBef>
              <a:spcAft>
                <a:spcPct val="0"/>
              </a:spcAft>
              <a:buClrTx/>
              <a:buSzTx/>
              <a:buFontTx/>
              <a:buChar char="•"/>
              <a:defRPr/>
            </a:pPr>
            <a:r>
              <a:rPr kumimoji="0" lang="en-US" altLang="zh-CN"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a:cs typeface="楷体_GB2312"/>
              </a:rPr>
              <a:t>        </a:t>
            </a:r>
            <a:r>
              <a:rPr kumimoji="0" lang="en-US" altLang="zh-CN" sz="2000" b="1" i="0" u="none" strike="noStrike" kern="1200" cap="none" spc="0" normalizeH="0" baseline="0" noProof="0">
                <a:ln>
                  <a:noFill/>
                </a:ln>
                <a:solidFill>
                  <a:srgbClr val="FF00FF"/>
                </a:solidFill>
                <a:effectLst>
                  <a:outerShdw blurRad="38100" dist="38100" dir="2700000" algn="tl">
                    <a:srgbClr val="000000"/>
                  </a:outerShdw>
                </a:effectLst>
                <a:uLnTx/>
                <a:uFillTx/>
                <a:latin typeface="Times New Roman" panose="02020603050405020304" pitchFamily="18" charset="0"/>
                <a:ea typeface="楷体_GB2312"/>
                <a:cs typeface="楷体_GB2312"/>
              </a:rPr>
              <a:t>LOCK-X(A);</a:t>
            </a:r>
          </a:p>
          <a:p>
            <a:pPr marL="0" marR="0" lvl="0" indent="0" algn="l" defTabSz="914400" rtl="0" eaLnBrk="0" fontAlgn="base" latinLnBrk="0" hangingPunct="0">
              <a:lnSpc>
                <a:spcPct val="90000"/>
              </a:lnSpc>
              <a:spcBef>
                <a:spcPct val="10000"/>
              </a:spcBef>
              <a:spcAft>
                <a:spcPct val="0"/>
              </a:spcAft>
              <a:buClrTx/>
              <a:buSzTx/>
              <a:buFontTx/>
              <a:buChar char="•"/>
              <a:defRPr/>
            </a:pPr>
            <a:r>
              <a:rPr kumimoji="0" lang="en-US" altLang="zh-CN"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a:cs typeface="楷体_GB2312"/>
              </a:rPr>
              <a:t>        READ(A);</a:t>
            </a:r>
          </a:p>
          <a:p>
            <a:pPr marL="0" marR="0" lvl="0" indent="0" algn="l" defTabSz="914400" rtl="0" eaLnBrk="0" fontAlgn="base" latinLnBrk="0" hangingPunct="0">
              <a:lnSpc>
                <a:spcPct val="90000"/>
              </a:lnSpc>
              <a:spcBef>
                <a:spcPct val="10000"/>
              </a:spcBef>
              <a:spcAft>
                <a:spcPct val="0"/>
              </a:spcAft>
              <a:buClrTx/>
              <a:buSzTx/>
              <a:buFontTx/>
              <a:buChar char="•"/>
              <a:defRPr/>
            </a:pPr>
            <a:r>
              <a:rPr kumimoji="0" lang="en-US" altLang="zh-CN"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a:cs typeface="楷体_GB2312"/>
              </a:rPr>
              <a:t>        A := A + 50;</a:t>
            </a:r>
          </a:p>
          <a:p>
            <a:pPr marL="0" marR="0" lvl="0" indent="0" algn="l" defTabSz="914400" rtl="0" eaLnBrk="0" fontAlgn="base" latinLnBrk="0" hangingPunct="0">
              <a:lnSpc>
                <a:spcPct val="90000"/>
              </a:lnSpc>
              <a:spcBef>
                <a:spcPct val="10000"/>
              </a:spcBef>
              <a:spcAft>
                <a:spcPct val="0"/>
              </a:spcAft>
              <a:buClrTx/>
              <a:buSzTx/>
              <a:buFontTx/>
              <a:buChar char="•"/>
              <a:defRPr/>
            </a:pPr>
            <a:r>
              <a:rPr kumimoji="0" lang="en-US" altLang="zh-CN"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a:cs typeface="楷体_GB2312"/>
              </a:rPr>
              <a:t>        WRITE(A);</a:t>
            </a:r>
          </a:p>
          <a:p>
            <a:pPr marL="0" marR="0" lvl="0" indent="0" algn="l" defTabSz="914400" rtl="0" eaLnBrk="0" fontAlgn="base" latinLnBrk="0" hangingPunct="0">
              <a:lnSpc>
                <a:spcPct val="90000"/>
              </a:lnSpc>
              <a:spcBef>
                <a:spcPct val="10000"/>
              </a:spcBef>
              <a:spcAft>
                <a:spcPct val="0"/>
              </a:spcAft>
              <a:buClrTx/>
              <a:buSzTx/>
              <a:buFontTx/>
              <a:buChar char="•"/>
              <a:defRPr/>
            </a:pPr>
            <a:r>
              <a:rPr kumimoji="0" lang="en-US" altLang="zh-CN"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a:cs typeface="楷体_GB2312"/>
              </a:rPr>
              <a:t>        </a:t>
            </a:r>
            <a:r>
              <a:rPr kumimoji="0" lang="en-US" altLang="zh-CN" sz="2000" b="1" i="0" u="none" strike="noStrike" kern="1200" cap="none" spc="0" normalizeH="0" baseline="0" noProof="0">
                <a:ln>
                  <a:noFill/>
                </a:ln>
                <a:solidFill>
                  <a:srgbClr val="FF00FF"/>
                </a:solidFill>
                <a:effectLst>
                  <a:outerShdw blurRad="38100" dist="38100" dir="2700000" algn="tl">
                    <a:srgbClr val="000000"/>
                  </a:outerShdw>
                </a:effectLst>
                <a:uLnTx/>
                <a:uFillTx/>
                <a:latin typeface="Times New Roman" panose="02020603050405020304" pitchFamily="18" charset="0"/>
                <a:ea typeface="楷体_GB2312"/>
                <a:cs typeface="楷体_GB2312"/>
              </a:rPr>
              <a:t>UNLOCK(A)。</a:t>
            </a:r>
          </a:p>
          <a:p>
            <a:pPr marL="0" marR="0" lvl="0" indent="0" algn="l" defTabSz="914400" rtl="0" eaLnBrk="0" fontAlgn="base" latinLnBrk="0" hangingPunct="0">
              <a:lnSpc>
                <a:spcPct val="90000"/>
              </a:lnSpc>
              <a:spcBef>
                <a:spcPct val="10000"/>
              </a:spcBef>
              <a:spcAft>
                <a:spcPct val="0"/>
              </a:spcAft>
              <a:buClrTx/>
              <a:buSzTx/>
              <a:buFontTx/>
              <a:buChar char="•"/>
              <a:defRPr/>
            </a:pPr>
            <a:r>
              <a:rPr kumimoji="0" lang="en-US" altLang="zh-CN" sz="2000" b="1" i="0" u="none" strike="noStrike" kern="1200" cap="none" spc="0" normalizeH="0" baseline="0" noProof="0">
                <a:ln>
                  <a:noFill/>
                </a:ln>
                <a:solidFill>
                  <a:srgbClr val="FF0000"/>
                </a:solidFill>
                <a:effectLst>
                  <a:outerShdw blurRad="38100" dist="38100" dir="2700000" algn="tl">
                    <a:srgbClr val="000000"/>
                  </a:outerShdw>
                </a:effectLst>
                <a:uLnTx/>
                <a:uFillTx/>
                <a:latin typeface="Times New Roman" panose="02020603050405020304" pitchFamily="18" charset="0"/>
                <a:ea typeface="楷体_GB2312"/>
                <a:cs typeface="楷体_GB2312"/>
              </a:rPr>
              <a:t>T</a:t>
            </a:r>
            <a:r>
              <a:rPr kumimoji="0" lang="en-US" altLang="zh-CN" sz="2000" b="1" i="0" u="none" strike="noStrike" kern="1200" cap="none" spc="0" normalizeH="0" baseline="-30000" noProof="0">
                <a:ln>
                  <a:noFill/>
                </a:ln>
                <a:solidFill>
                  <a:srgbClr val="FF0000"/>
                </a:solidFill>
                <a:effectLst>
                  <a:outerShdw blurRad="38100" dist="38100" dir="2700000" algn="tl">
                    <a:srgbClr val="000000"/>
                  </a:outerShdw>
                </a:effectLst>
                <a:uLnTx/>
                <a:uFillTx/>
                <a:latin typeface="Times New Roman" panose="02020603050405020304" pitchFamily="18" charset="0"/>
                <a:ea typeface="楷体_GB2312"/>
                <a:cs typeface="楷体_GB2312"/>
              </a:rPr>
              <a:t>8</a:t>
            </a:r>
            <a:r>
              <a:rPr kumimoji="0" lang="en-US" altLang="zh-CN" sz="2000" b="1" i="0" u="none" strike="noStrike" kern="1200" cap="none" spc="0" normalizeH="0" baseline="0" noProof="0">
                <a:ln>
                  <a:noFill/>
                </a:ln>
                <a:solidFill>
                  <a:srgbClr val="FF0000"/>
                </a:solidFill>
                <a:effectLst>
                  <a:outerShdw blurRad="38100" dist="38100" dir="2700000" algn="tl">
                    <a:srgbClr val="000000"/>
                  </a:outerShdw>
                </a:effectLst>
                <a:uLnTx/>
                <a:uFillTx/>
                <a:latin typeface="Times New Roman" panose="02020603050405020304" pitchFamily="18" charset="0"/>
                <a:ea typeface="楷体_GB2312"/>
                <a:cs typeface="楷体_GB2312"/>
              </a:rPr>
              <a:t>:</a:t>
            </a:r>
            <a:r>
              <a:rPr kumimoji="0" lang="en-US" altLang="zh-CN"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a:cs typeface="楷体_GB2312"/>
              </a:rPr>
              <a:t>  </a:t>
            </a:r>
            <a:r>
              <a:rPr kumimoji="0" lang="en-US" altLang="zh-CN" sz="2000" b="1" i="0" u="none" strike="noStrike" kern="1200" cap="none" spc="0" normalizeH="0" baseline="0" noProof="0">
                <a:ln>
                  <a:noFill/>
                </a:ln>
                <a:solidFill>
                  <a:srgbClr val="FF00FF"/>
                </a:solidFill>
                <a:effectLst>
                  <a:outerShdw blurRad="38100" dist="38100" dir="2700000" algn="tl">
                    <a:srgbClr val="000000"/>
                  </a:outerShdw>
                </a:effectLst>
                <a:uLnTx/>
                <a:uFillTx/>
                <a:latin typeface="Times New Roman" panose="02020603050405020304" pitchFamily="18" charset="0"/>
                <a:ea typeface="楷体_GB2312"/>
                <a:cs typeface="楷体_GB2312"/>
              </a:rPr>
              <a:t>LOCK-S(A);</a:t>
            </a:r>
            <a:endParaRPr kumimoji="0" lang="zh-CN" altLang="en-US" sz="2000" b="1" i="0" u="none" strike="noStrike" kern="1200" cap="none" spc="0" normalizeH="0" baseline="0" noProof="0">
              <a:ln>
                <a:noFill/>
              </a:ln>
              <a:solidFill>
                <a:srgbClr val="FF00FF"/>
              </a:solidFill>
              <a:effectLst>
                <a:outerShdw blurRad="38100" dist="38100" dir="2700000" algn="tl">
                  <a:srgbClr val="000000"/>
                </a:outerShdw>
              </a:effectLst>
              <a:uLnTx/>
              <a:uFillTx/>
              <a:latin typeface="Times New Roman" panose="02020603050405020304" pitchFamily="18" charset="0"/>
              <a:ea typeface="楷体_GB2312"/>
              <a:cs typeface="楷体_GB2312"/>
            </a:endParaRPr>
          </a:p>
          <a:p>
            <a:pPr marL="0" marR="0" lvl="0" indent="0" algn="l" defTabSz="914400" rtl="0" eaLnBrk="0" fontAlgn="base" latinLnBrk="0" hangingPunct="0">
              <a:lnSpc>
                <a:spcPct val="90000"/>
              </a:lnSpc>
              <a:spcBef>
                <a:spcPct val="10000"/>
              </a:spcBef>
              <a:spcAft>
                <a:spcPct val="0"/>
              </a:spcAft>
              <a:buClrTx/>
              <a:buSzTx/>
              <a:buFontTx/>
              <a:buChar char="•"/>
              <a:defRPr/>
            </a:pPr>
            <a:r>
              <a:rPr kumimoji="0" lang="en-US" altLang="zh-CN"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a:cs typeface="楷体_GB2312"/>
              </a:rPr>
              <a:t>        READ(A);</a:t>
            </a:r>
          </a:p>
          <a:p>
            <a:pPr marL="0" marR="0" lvl="0" indent="0" algn="l" defTabSz="914400" rtl="0" eaLnBrk="0" fontAlgn="base" latinLnBrk="0" hangingPunct="0">
              <a:lnSpc>
                <a:spcPct val="90000"/>
              </a:lnSpc>
              <a:spcBef>
                <a:spcPct val="10000"/>
              </a:spcBef>
              <a:spcAft>
                <a:spcPct val="0"/>
              </a:spcAft>
              <a:buClrTx/>
              <a:buSzTx/>
              <a:buFontTx/>
              <a:buChar char="•"/>
              <a:defRPr/>
            </a:pPr>
            <a:r>
              <a:rPr kumimoji="0" lang="en-US" altLang="zh-CN"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a:cs typeface="楷体_GB2312"/>
              </a:rPr>
              <a:t>        </a:t>
            </a:r>
            <a:r>
              <a:rPr kumimoji="0" lang="en-US" altLang="zh-CN" sz="2000" b="1" i="0" u="none" strike="noStrike" kern="1200" cap="none" spc="0" normalizeH="0" baseline="0" noProof="0">
                <a:ln>
                  <a:noFill/>
                </a:ln>
                <a:solidFill>
                  <a:srgbClr val="FF00FF"/>
                </a:solidFill>
                <a:effectLst>
                  <a:outerShdw blurRad="38100" dist="38100" dir="2700000" algn="tl">
                    <a:srgbClr val="000000"/>
                  </a:outerShdw>
                </a:effectLst>
                <a:uLnTx/>
                <a:uFillTx/>
                <a:latin typeface="Times New Roman" panose="02020603050405020304" pitchFamily="18" charset="0"/>
                <a:ea typeface="楷体_GB2312"/>
                <a:cs typeface="楷体_GB2312"/>
              </a:rPr>
              <a:t>UNLOCK(A);</a:t>
            </a:r>
          </a:p>
          <a:p>
            <a:pPr marL="0" marR="0" lvl="0" indent="0" algn="l" defTabSz="914400" rtl="0" eaLnBrk="0" fontAlgn="base" latinLnBrk="0" hangingPunct="0">
              <a:lnSpc>
                <a:spcPct val="90000"/>
              </a:lnSpc>
              <a:spcBef>
                <a:spcPct val="10000"/>
              </a:spcBef>
              <a:spcAft>
                <a:spcPct val="0"/>
              </a:spcAft>
              <a:buClrTx/>
              <a:buSzTx/>
              <a:buFontTx/>
              <a:buChar char="•"/>
              <a:defRPr/>
            </a:pPr>
            <a:r>
              <a:rPr kumimoji="0" lang="en-US" altLang="zh-CN"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a:cs typeface="楷体_GB2312"/>
              </a:rPr>
              <a:t>        </a:t>
            </a:r>
            <a:r>
              <a:rPr kumimoji="0" lang="en-US" altLang="zh-CN" sz="2000" b="1" i="0" u="none" strike="noStrike" kern="1200" cap="none" spc="0" normalizeH="0" baseline="0" noProof="0">
                <a:ln>
                  <a:noFill/>
                </a:ln>
                <a:solidFill>
                  <a:srgbClr val="FF00FF"/>
                </a:solidFill>
                <a:effectLst>
                  <a:outerShdw blurRad="38100" dist="38100" dir="2700000" algn="tl">
                    <a:srgbClr val="000000"/>
                  </a:outerShdw>
                </a:effectLst>
                <a:uLnTx/>
                <a:uFillTx/>
                <a:latin typeface="Times New Roman" panose="02020603050405020304" pitchFamily="18" charset="0"/>
                <a:ea typeface="楷体_GB2312"/>
                <a:cs typeface="楷体_GB2312"/>
              </a:rPr>
              <a:t>LOCK-S(B);</a:t>
            </a:r>
          </a:p>
          <a:p>
            <a:pPr marL="0" marR="0" lvl="0" indent="0" algn="l" defTabSz="914400" rtl="0" eaLnBrk="0" fontAlgn="base" latinLnBrk="0" hangingPunct="0">
              <a:lnSpc>
                <a:spcPct val="90000"/>
              </a:lnSpc>
              <a:spcBef>
                <a:spcPct val="10000"/>
              </a:spcBef>
              <a:spcAft>
                <a:spcPct val="0"/>
              </a:spcAft>
              <a:buClrTx/>
              <a:buSzTx/>
              <a:buFontTx/>
              <a:buChar char="•"/>
              <a:defRPr/>
            </a:pPr>
            <a:r>
              <a:rPr kumimoji="0" lang="en-US" altLang="zh-CN"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a:cs typeface="楷体_GB2312"/>
              </a:rPr>
              <a:t>        READ(B);</a:t>
            </a:r>
          </a:p>
          <a:p>
            <a:pPr marL="0" marR="0" lvl="0" indent="0" algn="l" defTabSz="914400" rtl="0" eaLnBrk="0" fontAlgn="base" latinLnBrk="0" hangingPunct="0">
              <a:lnSpc>
                <a:spcPct val="90000"/>
              </a:lnSpc>
              <a:spcBef>
                <a:spcPct val="10000"/>
              </a:spcBef>
              <a:spcAft>
                <a:spcPct val="0"/>
              </a:spcAft>
              <a:buClrTx/>
              <a:buSzTx/>
              <a:buFontTx/>
              <a:buChar char="•"/>
              <a:defRPr/>
            </a:pPr>
            <a:r>
              <a:rPr kumimoji="0" lang="en-US" altLang="zh-CN"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a:cs typeface="楷体_GB2312"/>
              </a:rPr>
              <a:t>        </a:t>
            </a:r>
            <a:r>
              <a:rPr kumimoji="0" lang="en-US" altLang="zh-CN" sz="2000" b="1" i="0" u="none" strike="noStrike" kern="1200" cap="none" spc="0" normalizeH="0" baseline="0" noProof="0">
                <a:ln>
                  <a:noFill/>
                </a:ln>
                <a:solidFill>
                  <a:srgbClr val="FF00FF"/>
                </a:solidFill>
                <a:effectLst>
                  <a:outerShdw blurRad="38100" dist="38100" dir="2700000" algn="tl">
                    <a:srgbClr val="000000"/>
                  </a:outerShdw>
                </a:effectLst>
                <a:uLnTx/>
                <a:uFillTx/>
                <a:latin typeface="Times New Roman" panose="02020603050405020304" pitchFamily="18" charset="0"/>
                <a:ea typeface="楷体_GB2312"/>
                <a:cs typeface="楷体_GB2312"/>
              </a:rPr>
              <a:t>UNLOCK(B);</a:t>
            </a:r>
          </a:p>
          <a:p>
            <a:pPr marL="0" marR="0" lvl="0" indent="0" algn="l" defTabSz="914400" rtl="0" eaLnBrk="0" fontAlgn="base" latinLnBrk="0" hangingPunct="0">
              <a:lnSpc>
                <a:spcPct val="90000"/>
              </a:lnSpc>
              <a:spcBef>
                <a:spcPct val="10000"/>
              </a:spcBef>
              <a:spcAft>
                <a:spcPct val="0"/>
              </a:spcAft>
              <a:buClrTx/>
              <a:buSzTx/>
              <a:buFontTx/>
              <a:buChar char="•"/>
              <a:defRPr/>
            </a:pPr>
            <a:r>
              <a:rPr kumimoji="0" lang="en-US" altLang="zh-CN"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a:cs typeface="楷体_GB2312"/>
              </a:rPr>
              <a:t>        DISPLAY(A+B)</a:t>
            </a:r>
            <a:endParaRPr kumimoji="0" lang="zh-CN" altLang="en-US" sz="2000" b="1" i="0" u="none" strike="noStrike" kern="1200" cap="none" spc="0" normalizeH="0" baseline="0" noProof="0">
              <a:ln>
                <a:noFill/>
              </a:ln>
              <a:solidFill>
                <a:srgbClr val="003399"/>
              </a:solidFill>
              <a:effectLst>
                <a:outerShdw blurRad="38100" dist="38100" dir="2700000" algn="tl">
                  <a:srgbClr val="000000"/>
                </a:outerShdw>
              </a:effectLst>
              <a:uLnTx/>
              <a:uFillTx/>
              <a:latin typeface="Times New Roman" panose="02020603050405020304" pitchFamily="18" charset="0"/>
              <a:ea typeface="楷体_GB2312"/>
              <a:cs typeface="楷体_GB2312"/>
            </a:endParaRPr>
          </a:p>
        </p:txBody>
      </p:sp>
      <p:sp>
        <p:nvSpPr>
          <p:cNvPr id="1136645" name="Rectangle 5"/>
          <p:cNvSpPr>
            <a:spLocks noChangeArrowheads="1"/>
          </p:cNvSpPr>
          <p:nvPr/>
        </p:nvSpPr>
        <p:spPr bwMode="auto">
          <a:xfrm>
            <a:off x="457200" y="2667000"/>
            <a:ext cx="5638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调度1：</a:t>
            </a:r>
          </a:p>
        </p:txBody>
      </p:sp>
      <p:sp>
        <p:nvSpPr>
          <p:cNvPr id="1136646" name="Rectangle 6"/>
          <p:cNvSpPr>
            <a:spLocks noChangeArrowheads="1"/>
          </p:cNvSpPr>
          <p:nvPr/>
        </p:nvSpPr>
        <p:spPr bwMode="auto">
          <a:xfrm>
            <a:off x="457200" y="3200400"/>
            <a:ext cx="5638800"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两个事务串行执行，即&lt;</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7</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T</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8</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&gt;</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或&lt;</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8</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T</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7</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&gt;</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方式执行，</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8</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总是显示300美元的值。</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366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grpId="0" nodeType="clickEffect">
                                  <p:stCondLst>
                                    <p:cond delay="0"/>
                                  </p:stCondLst>
                                  <p:childTnLst>
                                    <p:set>
                                      <p:cBhvr>
                                        <p:cTn id="10" dur="1" fill="hold">
                                          <p:stCondLst>
                                            <p:cond delay="0"/>
                                          </p:stCondLst>
                                        </p:cTn>
                                        <p:tgtEl>
                                          <p:spTgt spid="1136644"/>
                                        </p:tgtEl>
                                        <p:attrNameLst>
                                          <p:attrName>style.visibility</p:attrName>
                                        </p:attrNameLst>
                                      </p:cBhvr>
                                      <p:to>
                                        <p:strVal val="visible"/>
                                      </p:to>
                                    </p:set>
                                    <p:anim calcmode="lin" valueType="num">
                                      <p:cBhvr additive="base">
                                        <p:cTn id="11" dur="500" fill="hold"/>
                                        <p:tgtEl>
                                          <p:spTgt spid="1136644"/>
                                        </p:tgtEl>
                                        <p:attrNameLst>
                                          <p:attrName>ppt_x</p:attrName>
                                        </p:attrNameLst>
                                      </p:cBhvr>
                                      <p:tavLst>
                                        <p:tav tm="0">
                                          <p:val>
                                            <p:strVal val="1+#ppt_w/2"/>
                                          </p:val>
                                        </p:tav>
                                        <p:tav tm="100000">
                                          <p:val>
                                            <p:strVal val="#ppt_x"/>
                                          </p:val>
                                        </p:tav>
                                      </p:tavLst>
                                    </p:anim>
                                    <p:anim calcmode="lin" valueType="num">
                                      <p:cBhvr additive="base">
                                        <p:cTn id="12" dur="500" fill="hold"/>
                                        <p:tgtEl>
                                          <p:spTgt spid="1136644"/>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36646"/>
                                        </p:tgtEl>
                                        <p:attrNameLst>
                                          <p:attrName>style.visibility</p:attrName>
                                        </p:attrNameLst>
                                      </p:cBhvr>
                                      <p:to>
                                        <p:strVal val="visible"/>
                                      </p:to>
                                    </p:set>
                                    <p:anim calcmode="lin" valueType="num">
                                      <p:cBhvr additive="base">
                                        <p:cTn id="17" dur="500" fill="hold"/>
                                        <p:tgtEl>
                                          <p:spTgt spid="1136646"/>
                                        </p:tgtEl>
                                        <p:attrNameLst>
                                          <p:attrName>ppt_x</p:attrName>
                                        </p:attrNameLst>
                                      </p:cBhvr>
                                      <p:tavLst>
                                        <p:tav tm="0">
                                          <p:val>
                                            <p:strVal val="#ppt_x"/>
                                          </p:val>
                                        </p:tav>
                                        <p:tav tm="100000">
                                          <p:val>
                                            <p:strVal val="#ppt_x"/>
                                          </p:val>
                                        </p:tav>
                                      </p:tavLst>
                                    </p:anim>
                                    <p:anim calcmode="lin" valueType="num">
                                      <p:cBhvr additive="base">
                                        <p:cTn id="18" dur="500" fill="hold"/>
                                        <p:tgtEl>
                                          <p:spTgt spid="11366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44" grpId="0" animBg="1"/>
      <p:bldP spid="1136645" grpId="0"/>
      <p:bldP spid="113664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AA77E65C-BBBE-4E5B-AEBF-C70FF95FB72E}"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8"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HD-ITR</a:t>
            </a:r>
          </a:p>
        </p:txBody>
      </p:sp>
      <p:sp>
        <p:nvSpPr>
          <p:cNvPr id="9"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75F5BBB2-E09B-4A44-8693-7AF2847DA6DA}"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138690"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锁的概念</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sp>
        <p:nvSpPr>
          <p:cNvPr id="1138691" name="Rectangle 3"/>
          <p:cNvSpPr>
            <a:spLocks noGrp="1" noChangeArrowheads="1"/>
          </p:cNvSpPr>
          <p:nvPr>
            <p:ph idx="1"/>
          </p:nvPr>
        </p:nvSpPr>
        <p:spPr>
          <a:xfrm>
            <a:off x="533400" y="1219200"/>
            <a:ext cx="7924800" cy="609600"/>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银行数据库系统的例子：</a:t>
            </a:r>
          </a:p>
        </p:txBody>
      </p:sp>
      <p:graphicFrame>
        <p:nvGraphicFramePr>
          <p:cNvPr id="1138692" name="Object 4"/>
          <p:cNvGraphicFramePr>
            <a:graphicFrameLocks noChangeAspect="1"/>
          </p:cNvGraphicFramePr>
          <p:nvPr/>
        </p:nvGraphicFramePr>
        <p:xfrm>
          <a:off x="4095750" y="1743075"/>
          <a:ext cx="4972050" cy="5114925"/>
        </p:xfrm>
        <a:graphic>
          <a:graphicData uri="http://schemas.openxmlformats.org/presentationml/2006/ole">
            <mc:AlternateContent xmlns:mc="http://schemas.openxmlformats.org/markup-compatibility/2006">
              <mc:Choice xmlns:v="urn:schemas-microsoft-com:vml" Requires="v">
                <p:oleObj spid="_x0000_s4098" r:id="rId4" imgW="4972050" imgH="5114925" progId="Paint.Picture">
                  <p:embed/>
                </p:oleObj>
              </mc:Choice>
              <mc:Fallback>
                <p:oleObj r:id="rId4" imgW="4972050" imgH="5114925" progId="Paint.Picture">
                  <p:embed/>
                  <p:pic>
                    <p:nvPicPr>
                      <p:cNvPr id="0" name="图片 3076"/>
                      <p:cNvPicPr/>
                      <p:nvPr/>
                    </p:nvPicPr>
                    <p:blipFill>
                      <a:blip r:embed="rId5"/>
                      <a:stretch>
                        <a:fillRect/>
                      </a:stretch>
                    </p:blipFill>
                    <p:spPr>
                      <a:xfrm>
                        <a:off x="4095750" y="1743075"/>
                        <a:ext cx="4972050" cy="5114925"/>
                      </a:xfrm>
                      <a:prstGeom prst="rect">
                        <a:avLst/>
                      </a:prstGeom>
                      <a:noFill/>
                      <a:ln w="38100">
                        <a:noFill/>
                        <a:miter/>
                      </a:ln>
                    </p:spPr>
                  </p:pic>
                </p:oleObj>
              </mc:Fallback>
            </mc:AlternateContent>
          </a:graphicData>
        </a:graphic>
      </p:graphicFrame>
      <p:sp>
        <p:nvSpPr>
          <p:cNvPr id="1138693" name="Rectangle 5"/>
          <p:cNvSpPr>
            <a:spLocks noChangeArrowheads="1"/>
          </p:cNvSpPr>
          <p:nvPr/>
        </p:nvSpPr>
        <p:spPr bwMode="auto">
          <a:xfrm>
            <a:off x="457200" y="1828800"/>
            <a:ext cx="3505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调度2： </a:t>
            </a:r>
          </a:p>
        </p:txBody>
      </p:sp>
      <p:sp>
        <p:nvSpPr>
          <p:cNvPr id="1138694" name="Rectangle 6"/>
          <p:cNvSpPr>
            <a:spLocks noChangeArrowheads="1"/>
          </p:cNvSpPr>
          <p:nvPr/>
        </p:nvSpPr>
        <p:spPr bwMode="auto">
          <a:xfrm>
            <a:off x="457200" y="2362200"/>
            <a:ext cx="35052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事务</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8</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错误地显示250元。</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出现这种情况的原因是</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8</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所看到的是一个不一致的数据库状态。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3869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nodeType="clickEffect">
                                  <p:stCondLst>
                                    <p:cond delay="0"/>
                                  </p:stCondLst>
                                  <p:childTnLst>
                                    <p:set>
                                      <p:cBhvr>
                                        <p:cTn id="10" dur="1" fill="hold">
                                          <p:stCondLst>
                                            <p:cond delay="0"/>
                                          </p:stCondLst>
                                        </p:cTn>
                                        <p:tgtEl>
                                          <p:spTgt spid="1138692"/>
                                        </p:tgtEl>
                                        <p:attrNameLst>
                                          <p:attrName>style.visibility</p:attrName>
                                        </p:attrNameLst>
                                      </p:cBhvr>
                                      <p:to>
                                        <p:strVal val="visible"/>
                                      </p:to>
                                    </p:set>
                                    <p:anim calcmode="lin" valueType="num">
                                      <p:cBhvr additive="base">
                                        <p:cTn id="11" dur="500" fill="hold"/>
                                        <p:tgtEl>
                                          <p:spTgt spid="1138692"/>
                                        </p:tgtEl>
                                        <p:attrNameLst>
                                          <p:attrName>ppt_x</p:attrName>
                                        </p:attrNameLst>
                                      </p:cBhvr>
                                      <p:tavLst>
                                        <p:tav tm="0">
                                          <p:val>
                                            <p:strVal val="1+#ppt_w/2"/>
                                          </p:val>
                                        </p:tav>
                                        <p:tav tm="100000">
                                          <p:val>
                                            <p:strVal val="#ppt_x"/>
                                          </p:val>
                                        </p:tav>
                                      </p:tavLst>
                                    </p:anim>
                                    <p:anim calcmode="lin" valueType="num">
                                      <p:cBhvr additive="base">
                                        <p:cTn id="12" dur="500" fill="hold"/>
                                        <p:tgtEl>
                                          <p:spTgt spid="1138692"/>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38694"/>
                                        </p:tgtEl>
                                        <p:attrNameLst>
                                          <p:attrName>style.visibility</p:attrName>
                                        </p:attrNameLst>
                                      </p:cBhvr>
                                      <p:to>
                                        <p:strVal val="visible"/>
                                      </p:to>
                                    </p:set>
                                    <p:anim calcmode="lin" valueType="num">
                                      <p:cBhvr additive="base">
                                        <p:cTn id="17" dur="500" fill="hold"/>
                                        <p:tgtEl>
                                          <p:spTgt spid="1138694"/>
                                        </p:tgtEl>
                                        <p:attrNameLst>
                                          <p:attrName>ppt_x</p:attrName>
                                        </p:attrNameLst>
                                      </p:cBhvr>
                                      <p:tavLst>
                                        <p:tav tm="0">
                                          <p:val>
                                            <p:strVal val="#ppt_x"/>
                                          </p:val>
                                        </p:tav>
                                        <p:tav tm="100000">
                                          <p:val>
                                            <p:strVal val="#ppt_x"/>
                                          </p:val>
                                        </p:tav>
                                      </p:tavLst>
                                    </p:anim>
                                    <p:anim calcmode="lin" valueType="num">
                                      <p:cBhvr additive="base">
                                        <p:cTn id="18" dur="500" fill="hold"/>
                                        <p:tgtEl>
                                          <p:spTgt spid="11386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8693" grpId="0"/>
      <p:bldP spid="113869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74C17FC0-792D-4BBD-B31E-725DC1750573}"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19926C17-8FD1-4051-B129-2A1D346E635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38</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120258"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锁的概念</a:t>
            </a:r>
            <a:endPar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endParaRPr>
          </a:p>
        </p:txBody>
      </p:sp>
      <p:sp>
        <p:nvSpPr>
          <p:cNvPr id="1120259" name="Rectangle 3"/>
          <p:cNvSpPr>
            <a:spLocks noGrp="1" noChangeArrowheads="1"/>
          </p:cNvSpPr>
          <p:nvPr>
            <p:ph idx="1"/>
          </p:nvPr>
        </p:nvSpPr>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由上例可见：</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一个事务只要存取一个数据项，它就必须持有该数据项上的一个锁。</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如果一个事务完成了对一个数据项的最后一次存取之后就立即放弃它的锁，</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则不能确保调度的可串行性。 </a:t>
            </a:r>
          </a:p>
          <a:p>
            <a:pPr marL="742950" marR="0" lvl="1" indent="-285750" algn="just" defTabSz="914400" rtl="0" eaLnBrk="0" fontAlgn="base" latinLnBrk="0" hangingPunct="0">
              <a:lnSpc>
                <a:spcPct val="100000"/>
              </a:lnSpc>
              <a:spcBef>
                <a:spcPct val="20000"/>
              </a:spcBef>
              <a:spcAft>
                <a:spcPct val="0"/>
              </a:spcAft>
              <a:buClrTx/>
              <a:buSzTx/>
              <a:buFontTx/>
              <a:buChar char="–"/>
              <a:defRPr/>
            </a:pPr>
            <a:endPar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mn-lt"/>
              <a:ea typeface="+mn-ea"/>
              <a:cs typeface="楷体_GB231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E977CCE3-0E29-4781-8853-61390A0085B5}"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0D1CFC1F-CBBF-4248-837E-E3CD9F9341E7}"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122306"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锁的概念</a:t>
            </a:r>
            <a:endPar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endParaRPr>
          </a:p>
        </p:txBody>
      </p:sp>
      <p:sp>
        <p:nvSpPr>
          <p:cNvPr id="1122307" name="Rectangle 3"/>
          <p:cNvSpPr>
            <a:spLocks noGrp="1" noChangeArrowheads="1"/>
          </p:cNvSpPr>
          <p:nvPr>
            <p:ph idx="1"/>
          </p:nvPr>
        </p:nvSpPr>
        <p:spPr>
          <a:xfrm>
            <a:off x="609600" y="1447800"/>
            <a:ext cx="3581400" cy="4953000"/>
          </a:xfrm>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修改事务</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2800" b="1" i="0" u="none" strike="noStrike" kern="0" cap="none" spc="0" normalizeH="0" baseline="-30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7</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把所有的释放锁操作放到最后</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，得到事务</a:t>
            </a:r>
            <a:r>
              <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2800" b="1" i="0" u="none" strike="noStrike" kern="0" cap="none" spc="0" normalizeH="0" baseline="-3000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9</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endPar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mn-lt"/>
                <a:ea typeface="+mn-ea"/>
                <a:cs typeface="楷体_GB2312"/>
              </a:rPr>
              <a:t>LOCK-X(B);</a:t>
            </a:r>
          </a:p>
          <a:p>
            <a:pPr marL="1143000" marR="0" lvl="2" indent="-228600" algn="l"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dirty="0">
                <a:ln>
                  <a:noFill/>
                </a:ln>
                <a:solidFill>
                  <a:srgbClr val="000066"/>
                </a:solidFill>
                <a:effectLst>
                  <a:outerShdw blurRad="38100" dist="38100" dir="2700000" algn="tl">
                    <a:srgbClr val="C0C0C0"/>
                  </a:outerShdw>
                </a:effectLst>
                <a:uLnTx/>
                <a:uFillTx/>
                <a:latin typeface="+mn-lt"/>
                <a:ea typeface="+mn-ea"/>
                <a:cs typeface="楷体_GB2312"/>
              </a:rPr>
              <a:t>READ(B);</a:t>
            </a:r>
          </a:p>
          <a:p>
            <a:pPr marL="1143000" marR="0" lvl="2" indent="-228600" algn="l"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dirty="0">
                <a:ln>
                  <a:noFill/>
                </a:ln>
                <a:solidFill>
                  <a:srgbClr val="000066"/>
                </a:solidFill>
                <a:effectLst>
                  <a:outerShdw blurRad="38100" dist="38100" dir="2700000" algn="tl">
                    <a:srgbClr val="C0C0C0"/>
                  </a:outerShdw>
                </a:effectLst>
                <a:uLnTx/>
                <a:uFillTx/>
                <a:latin typeface="+mn-lt"/>
                <a:ea typeface="+mn-ea"/>
                <a:cs typeface="楷体_GB2312"/>
              </a:rPr>
              <a:t>B := B - 50;</a:t>
            </a:r>
          </a:p>
          <a:p>
            <a:pPr marL="1143000" marR="0" lvl="2" indent="-228600" algn="l"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dirty="0">
                <a:ln>
                  <a:noFill/>
                </a:ln>
                <a:solidFill>
                  <a:srgbClr val="000066"/>
                </a:solidFill>
                <a:effectLst>
                  <a:outerShdw blurRad="38100" dist="38100" dir="2700000" algn="tl">
                    <a:srgbClr val="C0C0C0"/>
                  </a:outerShdw>
                </a:effectLst>
                <a:uLnTx/>
                <a:uFillTx/>
                <a:latin typeface="+mn-lt"/>
                <a:ea typeface="+mn-ea"/>
                <a:cs typeface="楷体_GB2312"/>
              </a:rPr>
              <a:t>WRITE(B);</a:t>
            </a:r>
          </a:p>
          <a:p>
            <a:pPr marL="1143000" marR="0" lvl="2" indent="-228600" algn="l"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mn-lt"/>
                <a:ea typeface="+mn-ea"/>
                <a:cs typeface="楷体_GB2312"/>
              </a:rPr>
              <a:t>LOCK-X(A);</a:t>
            </a:r>
          </a:p>
          <a:p>
            <a:pPr marL="1143000" marR="0" lvl="2" indent="-228600" algn="l"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dirty="0">
                <a:ln>
                  <a:noFill/>
                </a:ln>
                <a:solidFill>
                  <a:srgbClr val="000066"/>
                </a:solidFill>
                <a:effectLst>
                  <a:outerShdw blurRad="38100" dist="38100" dir="2700000" algn="tl">
                    <a:srgbClr val="C0C0C0"/>
                  </a:outerShdw>
                </a:effectLst>
                <a:uLnTx/>
                <a:uFillTx/>
                <a:latin typeface="+mn-lt"/>
                <a:ea typeface="+mn-ea"/>
                <a:cs typeface="楷体_GB2312"/>
              </a:rPr>
              <a:t>READ(A);</a:t>
            </a:r>
          </a:p>
          <a:p>
            <a:pPr marL="1143000" marR="0" lvl="2" indent="-228600" algn="l"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dirty="0">
                <a:ln>
                  <a:noFill/>
                </a:ln>
                <a:solidFill>
                  <a:srgbClr val="000066"/>
                </a:solidFill>
                <a:effectLst>
                  <a:outerShdw blurRad="38100" dist="38100" dir="2700000" algn="tl">
                    <a:srgbClr val="C0C0C0"/>
                  </a:outerShdw>
                </a:effectLst>
                <a:uLnTx/>
                <a:uFillTx/>
                <a:latin typeface="+mn-lt"/>
                <a:ea typeface="+mn-ea"/>
                <a:cs typeface="楷体_GB2312"/>
              </a:rPr>
              <a:t>A := A + 50;</a:t>
            </a:r>
          </a:p>
          <a:p>
            <a:pPr marL="1143000" marR="0" lvl="2" indent="-228600" algn="l"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dirty="0">
                <a:ln>
                  <a:noFill/>
                </a:ln>
                <a:solidFill>
                  <a:srgbClr val="000066"/>
                </a:solidFill>
                <a:effectLst>
                  <a:outerShdw blurRad="38100" dist="38100" dir="2700000" algn="tl">
                    <a:srgbClr val="C0C0C0"/>
                  </a:outerShdw>
                </a:effectLst>
                <a:uLnTx/>
                <a:uFillTx/>
                <a:latin typeface="+mn-lt"/>
                <a:ea typeface="+mn-ea"/>
                <a:cs typeface="楷体_GB2312"/>
              </a:rPr>
              <a:t>WRITE(A);</a:t>
            </a:r>
          </a:p>
          <a:p>
            <a:pPr marL="1143000" marR="0" lvl="2" indent="-228600" algn="l"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mn-lt"/>
                <a:ea typeface="+mn-ea"/>
                <a:cs typeface="楷体_GB2312"/>
              </a:rPr>
              <a:t>UNLOCK(B);</a:t>
            </a:r>
          </a:p>
          <a:p>
            <a:pPr marL="1143000" marR="0" lvl="2" indent="-228600" algn="l"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mn-lt"/>
                <a:ea typeface="+mn-ea"/>
                <a:cs typeface="楷体_GB2312"/>
              </a:rPr>
              <a:t>UNLOCK(A)。</a:t>
            </a:r>
            <a:endParaRPr kumimoji="0" lang="zh-CN" altLang="en-US"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mn-lt"/>
              <a:ea typeface="+mn-ea"/>
              <a:cs typeface="楷体_GB2312"/>
            </a:endParaRPr>
          </a:p>
        </p:txBody>
      </p:sp>
      <p:sp>
        <p:nvSpPr>
          <p:cNvPr id="1122308" name="Rectangle 4"/>
          <p:cNvSpPr>
            <a:spLocks noChangeArrowheads="1"/>
          </p:cNvSpPr>
          <p:nvPr/>
        </p:nvSpPr>
        <p:spPr bwMode="auto">
          <a:xfrm>
            <a:off x="4724400" y="1371600"/>
            <a:ext cx="3429000" cy="4830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b="1">
                <a:solidFill>
                  <a:schemeClr val="tx1"/>
                </a:solidFill>
                <a:latin typeface="Times New Roman" panose="02020603050405020304" pitchFamily="18" charset="0"/>
                <a:ea typeface="楷体_GB2312"/>
                <a:cs typeface="楷体_GB2312"/>
              </a:defRPr>
            </a:lvl1pPr>
            <a:lvl2pPr marL="742950" indent="-285750">
              <a:spcBef>
                <a:spcPct val="20000"/>
              </a:spcBef>
              <a:buChar char="–"/>
              <a:defRPr sz="2800" b="1">
                <a:solidFill>
                  <a:srgbClr val="003399"/>
                </a:solidFill>
                <a:latin typeface="Times New Roman" panose="02020603050405020304" pitchFamily="18" charset="0"/>
                <a:ea typeface="楷体_GB2312"/>
                <a:cs typeface="楷体_GB2312"/>
              </a:defRPr>
            </a:lvl2pPr>
            <a:lvl3pPr marL="1143000" indent="-228600">
              <a:spcBef>
                <a:spcPct val="20000"/>
              </a:spcBef>
              <a:buChar char="•"/>
              <a:defRPr sz="2400" b="1">
                <a:solidFill>
                  <a:srgbClr val="800000"/>
                </a:solidFill>
                <a:latin typeface="Times New Roman" panose="02020603050405020304" pitchFamily="18" charset="0"/>
                <a:ea typeface="楷体_GB2312"/>
                <a:cs typeface="楷体_GB2312"/>
              </a:defRPr>
            </a:lvl3pPr>
            <a:lvl4pPr marL="1600200" indent="-228600">
              <a:spcBef>
                <a:spcPct val="20000"/>
              </a:spcBef>
              <a:buChar char="–"/>
              <a:defRPr sz="2000" b="1">
                <a:solidFill>
                  <a:schemeClr val="tx1"/>
                </a:solidFill>
                <a:latin typeface="Times New Roman" panose="02020603050405020304" pitchFamily="18" charset="0"/>
                <a:ea typeface="楷体_GB2312"/>
                <a:cs typeface="楷体_GB2312"/>
              </a:defRPr>
            </a:lvl4pPr>
            <a:lvl5pPr marL="2057400" indent="-228600">
              <a:spcBef>
                <a:spcPct val="20000"/>
              </a:spcBef>
              <a:buChar char="»"/>
              <a:defRPr sz="2000" b="1">
                <a:solidFill>
                  <a:srgbClr val="003399"/>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Char char="»"/>
              <a:defRPr sz="2000" b="1">
                <a:solidFill>
                  <a:srgbClr val="003399"/>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Char char="»"/>
              <a:defRPr sz="2000" b="1">
                <a:solidFill>
                  <a:srgbClr val="003399"/>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Char char="»"/>
              <a:defRPr sz="2000" b="1">
                <a:solidFill>
                  <a:srgbClr val="003399"/>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Char char="»"/>
              <a:defRPr sz="2000" b="1">
                <a:solidFill>
                  <a:srgbClr val="003399"/>
                </a:solidFill>
                <a:latin typeface="Times New Roman" panose="02020603050405020304" pitchFamily="18" charset="0"/>
                <a:ea typeface="楷体_GB2312"/>
                <a:cs typeface="楷体_GB2312"/>
              </a:defRPr>
            </a:lvl9pPr>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120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类似地，修改事务</a:t>
            </a:r>
            <a:r>
              <a:rPr kumimoji="0" lang="en-US" altLang="zh-CN" sz="2800" b="1" i="0" u="none" strike="noStrike" kern="120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800" b="1" i="0" u="none" strike="noStrike" kern="1200" cap="none" spc="0" normalizeH="0" baseline="-3000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8</a:t>
            </a:r>
            <a:r>
              <a:rPr kumimoji="0" lang="zh-CN" altLang="en-US" sz="2800" b="1" i="0" u="none" strike="noStrike" kern="1200" cap="none" spc="0" normalizeH="0" baseline="0" noProof="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得到事务</a:t>
            </a:r>
            <a:r>
              <a:rPr kumimoji="0" lang="en-US" altLang="zh-CN" sz="2800" b="1" i="0" u="none" strike="noStrike" kern="120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800" b="1" i="0" u="none" strike="noStrike" kern="1200" cap="none" spc="0" normalizeH="0" baseline="-3000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10</a:t>
            </a:r>
            <a:r>
              <a:rPr kumimoji="0" lang="en-US" altLang="zh-CN" sz="2800" b="1" i="0" u="none" strike="noStrike" kern="1200" cap="none" spc="0" normalizeH="0" baseline="0" noProof="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1143000" marR="0" lvl="2" indent="-228600" algn="l" defTabSz="914400" rtl="0" eaLnBrk="0" fontAlgn="base" latinLnBrk="0" hangingPunct="0">
              <a:lnSpc>
                <a:spcPct val="100000"/>
              </a:lnSpc>
              <a:spcBef>
                <a:spcPct val="20000"/>
              </a:spcBef>
              <a:spcAft>
                <a:spcPct val="0"/>
              </a:spcAft>
              <a:buClrTx/>
              <a:buSzTx/>
              <a:buFontTx/>
              <a:buChar char="•"/>
              <a:defRPr/>
            </a:pPr>
            <a:endParaRPr kumimoji="0" lang="en-US" altLang="zh-CN" sz="2000" b="1" i="0" u="none" strike="noStrike" kern="1200" cap="none" spc="0" normalizeH="0" baseline="0" noProof="0">
              <a:ln>
                <a:noFill/>
              </a:ln>
              <a:solidFill>
                <a:srgbClr val="FF00FF"/>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en-US" altLang="zh-CN" sz="2000" b="1" i="0" u="none" strike="noStrike" kern="1200" cap="none" spc="0" normalizeH="0" baseline="0" noProof="0">
                <a:ln>
                  <a:noFill/>
                </a:ln>
                <a:solidFill>
                  <a:srgbClr val="FF00FF"/>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楷体_GB2312"/>
              </a:rPr>
              <a:t>LOCK-S(A);</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en-US" altLang="zh-CN" sz="2000" b="1" i="0" u="none" strike="noStrike" kern="1200" cap="none" spc="0" normalizeH="0" baseline="0" noProof="0">
                <a:ln>
                  <a:noFill/>
                </a:ln>
                <a:solidFill>
                  <a:srgbClr val="003399"/>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楷体_GB2312"/>
              </a:rPr>
              <a:t>READ(A);</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en-US" altLang="zh-CN" sz="2000" b="1" i="0" u="none" strike="noStrike" kern="1200" cap="none" spc="0" normalizeH="0" baseline="0" noProof="0">
                <a:ln>
                  <a:noFill/>
                </a:ln>
                <a:solidFill>
                  <a:srgbClr val="FF00FF"/>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楷体_GB2312"/>
              </a:rPr>
              <a:t>LOCK-S(B);</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en-US" altLang="zh-CN" sz="2000" b="1" i="0" u="none" strike="noStrike" kern="1200" cap="none" spc="0" normalizeH="0" baseline="0" noProof="0">
                <a:ln>
                  <a:noFill/>
                </a:ln>
                <a:solidFill>
                  <a:srgbClr val="003399"/>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楷体_GB2312"/>
              </a:rPr>
              <a:t>READ(B);</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en-US" altLang="zh-CN" sz="2000" b="1" i="0" u="none" strike="noStrike" kern="1200" cap="none" spc="0" normalizeH="0" baseline="0" noProof="0">
                <a:ln>
                  <a:noFill/>
                </a:ln>
                <a:solidFill>
                  <a:srgbClr val="003399"/>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楷体_GB2312"/>
              </a:rPr>
              <a:t>DISPLY(A+B);</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en-US" altLang="zh-CN" sz="2000" b="1" i="0" u="none" strike="noStrike" kern="1200" cap="none" spc="0" normalizeH="0" baseline="0" noProof="0">
                <a:ln>
                  <a:noFill/>
                </a:ln>
                <a:solidFill>
                  <a:srgbClr val="FF00FF"/>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楷体_GB2312"/>
              </a:rPr>
              <a:t>UNLOCK(A);</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en-US" altLang="zh-CN" sz="2000" b="1" i="0" u="none" strike="noStrike" kern="1200" cap="none" spc="0" normalizeH="0" baseline="0" noProof="0">
                <a:ln>
                  <a:noFill/>
                </a:ln>
                <a:solidFill>
                  <a:srgbClr val="FF00FF"/>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楷体_GB2312"/>
              </a:rPr>
              <a:t>UNLOCK(B)。</a:t>
            </a:r>
            <a:r>
              <a:rPr kumimoji="0" lang="en-US" altLang="zh-CN" sz="2000" b="1" i="0" u="none" strike="noStrike" kern="1200" cap="none" spc="0" normalizeH="0" baseline="0" noProof="0">
                <a:ln>
                  <a:noFill/>
                </a:ln>
                <a:solidFill>
                  <a:srgbClr val="003399"/>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楷体_GB2312"/>
              </a:rPr>
              <a:t> </a:t>
            </a:r>
            <a:endParaRPr kumimoji="0" lang="zh-CN" altLang="en-US" sz="2000" b="1" i="0" u="none" strike="noStrike" kern="1200" cap="none" spc="0" normalizeH="0" baseline="0" noProof="0">
              <a:ln>
                <a:noFill/>
              </a:ln>
              <a:solidFill>
                <a:srgbClr val="003399"/>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楷体_GB231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DD6FD84C-33A2-40E2-892C-D388669148CE}"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9"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10"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439EFAC1-27A0-4BF4-B250-E25CBAEF7979}"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40</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140738"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rPr>
              <a:t>锁的概念</a:t>
            </a:r>
            <a:endParaRPr kumimoji="0" lang="en-US" altLang="zh-CN"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楷体_GB2312"/>
            </a:endParaRPr>
          </a:p>
        </p:txBody>
      </p:sp>
      <p:sp>
        <p:nvSpPr>
          <p:cNvPr id="1140739" name="Rectangle 3"/>
          <p:cNvSpPr>
            <a:spLocks noGrp="1" noChangeArrowheads="1"/>
          </p:cNvSpPr>
          <p:nvPr>
            <p:ph idx="1"/>
          </p:nvPr>
        </p:nvSpPr>
        <p:spPr>
          <a:xfrm>
            <a:off x="611188" y="1341438"/>
            <a:ext cx="7924800" cy="1249363"/>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3200" b="1" i="0" u="none" strike="noStrike" kern="0" cap="none" spc="0" normalizeH="0" baseline="-30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9</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和</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3200" b="1" i="0" u="none" strike="noStrike" kern="0" cap="none" spc="0" normalizeH="0" baseline="-30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10</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解决了</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3200" b="1" i="0" u="none" strike="noStrike" kern="0" cap="none" spc="0" normalizeH="0" baseline="-30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7</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和</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3200" b="1" i="0" u="none" strike="noStrike" kern="0" cap="none" spc="0" normalizeH="0" baseline="-30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8</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存在的问题。</a:t>
            </a:r>
          </a:p>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但是，</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3200" b="1" i="0" u="none" strike="noStrike" kern="0" cap="none" spc="0" normalizeH="0" baseline="-30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9</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和</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3200" b="1" i="0" u="none" strike="noStrike" kern="0" cap="none" spc="0" normalizeH="0" baseline="-30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10</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存在死琐问题。</a:t>
            </a:r>
          </a:p>
        </p:txBody>
      </p:sp>
      <p:sp>
        <p:nvSpPr>
          <p:cNvPr id="1140741" name="Rectangle 5"/>
          <p:cNvSpPr>
            <a:spLocks noChangeArrowheads="1"/>
          </p:cNvSpPr>
          <p:nvPr/>
        </p:nvSpPr>
        <p:spPr bwMode="auto">
          <a:xfrm>
            <a:off x="5257800" y="2743200"/>
            <a:ext cx="3200400"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当死锁发生时，系统必须放弃至少一个处于死锁状态的事务，释放这个事务所加锁的数据项，使其他事务可以继续运行。</a:t>
            </a:r>
          </a:p>
        </p:txBody>
      </p:sp>
      <p:grpSp>
        <p:nvGrpSpPr>
          <p:cNvPr id="1140744" name="Group 8"/>
          <p:cNvGrpSpPr/>
          <p:nvPr/>
        </p:nvGrpSpPr>
        <p:grpSpPr>
          <a:xfrm>
            <a:off x="914400" y="2733675"/>
            <a:ext cx="3952875" cy="3743325"/>
            <a:chOff x="576" y="1632"/>
            <a:chExt cx="2490" cy="2358"/>
          </a:xfrm>
        </p:grpSpPr>
        <p:graphicFrame>
          <p:nvGraphicFramePr>
            <p:cNvPr id="76808" name="Object 6"/>
            <p:cNvGraphicFramePr>
              <a:graphicFrameLocks noChangeAspect="1"/>
            </p:cNvGraphicFramePr>
            <p:nvPr/>
          </p:nvGraphicFramePr>
          <p:xfrm>
            <a:off x="576" y="1632"/>
            <a:ext cx="1404" cy="2358"/>
          </p:xfrm>
          <a:graphic>
            <a:graphicData uri="http://schemas.openxmlformats.org/presentationml/2006/ole">
              <mc:AlternateContent xmlns:mc="http://schemas.openxmlformats.org/markup-compatibility/2006">
                <mc:Choice xmlns:v="urn:schemas-microsoft-com:vml" Requires="v">
                  <p:oleObj spid="_x0000_s5123" r:id="rId4" imgW="2228850" imgH="3743325" progId="Paint.Picture">
                    <p:embed/>
                  </p:oleObj>
                </mc:Choice>
                <mc:Fallback>
                  <p:oleObj r:id="rId4" imgW="2228850" imgH="3743325" progId="Paint.Picture">
                    <p:embed/>
                    <p:pic>
                      <p:nvPicPr>
                        <p:cNvPr id="0" name="图片 3077"/>
                        <p:cNvPicPr/>
                        <p:nvPr/>
                      </p:nvPicPr>
                      <p:blipFill>
                        <a:blip r:embed="rId5"/>
                        <a:stretch>
                          <a:fillRect/>
                        </a:stretch>
                      </p:blipFill>
                      <p:spPr>
                        <a:xfrm>
                          <a:off x="576" y="1632"/>
                          <a:ext cx="1404" cy="2358"/>
                        </a:xfrm>
                        <a:prstGeom prst="rect">
                          <a:avLst/>
                        </a:prstGeom>
                        <a:noFill/>
                        <a:ln w="38100">
                          <a:noFill/>
                          <a:miter/>
                        </a:ln>
                      </p:spPr>
                    </p:pic>
                  </p:oleObj>
                </mc:Fallback>
              </mc:AlternateContent>
            </a:graphicData>
          </a:graphic>
        </p:graphicFrame>
        <p:graphicFrame>
          <p:nvGraphicFramePr>
            <p:cNvPr id="76809" name="Object 7"/>
            <p:cNvGraphicFramePr>
              <a:graphicFrameLocks noChangeAspect="1"/>
            </p:cNvGraphicFramePr>
            <p:nvPr/>
          </p:nvGraphicFramePr>
          <p:xfrm>
            <a:off x="2112" y="1644"/>
            <a:ext cx="954" cy="2274"/>
          </p:xfrm>
          <a:graphic>
            <a:graphicData uri="http://schemas.openxmlformats.org/presentationml/2006/ole">
              <mc:AlternateContent xmlns:mc="http://schemas.openxmlformats.org/markup-compatibility/2006">
                <mc:Choice xmlns:v="urn:schemas-microsoft-com:vml" Requires="v">
                  <p:oleObj spid="_x0000_s5124" r:id="rId6" imgW="1514475" imgH="3609975" progId="Paint.Picture">
                    <p:embed/>
                  </p:oleObj>
                </mc:Choice>
                <mc:Fallback>
                  <p:oleObj r:id="rId6" imgW="1514475" imgH="3609975" progId="Paint.Picture">
                    <p:embed/>
                    <p:pic>
                      <p:nvPicPr>
                        <p:cNvPr id="0" name="图片 3078"/>
                        <p:cNvPicPr/>
                        <p:nvPr/>
                      </p:nvPicPr>
                      <p:blipFill>
                        <a:blip r:embed="rId7"/>
                        <a:stretch>
                          <a:fillRect/>
                        </a:stretch>
                      </p:blipFill>
                      <p:spPr>
                        <a:xfrm>
                          <a:off x="2112" y="1644"/>
                          <a:ext cx="954" cy="2274"/>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1407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grpId="0" nodeType="clickEffect">
                                  <p:stCondLst>
                                    <p:cond delay="0"/>
                                  </p:stCondLst>
                                  <p:childTnLst>
                                    <p:set>
                                      <p:cBhvr>
                                        <p:cTn id="10" dur="1" fill="hold">
                                          <p:stCondLst>
                                            <p:cond delay="0"/>
                                          </p:stCondLst>
                                        </p:cTn>
                                        <p:tgtEl>
                                          <p:spTgt spid="1140741"/>
                                        </p:tgtEl>
                                        <p:attrNameLst>
                                          <p:attrName>style.visibility</p:attrName>
                                        </p:attrNameLst>
                                      </p:cBhvr>
                                      <p:to>
                                        <p:strVal val="visible"/>
                                      </p:to>
                                    </p:set>
                                    <p:anim calcmode="lin" valueType="num">
                                      <p:cBhvr additive="base">
                                        <p:cTn id="11" dur="500" fill="hold"/>
                                        <p:tgtEl>
                                          <p:spTgt spid="1140741"/>
                                        </p:tgtEl>
                                        <p:attrNameLst>
                                          <p:attrName>ppt_x</p:attrName>
                                        </p:attrNameLst>
                                      </p:cBhvr>
                                      <p:tavLst>
                                        <p:tav tm="0">
                                          <p:val>
                                            <p:strVal val="1+#ppt_w/2"/>
                                          </p:val>
                                        </p:tav>
                                        <p:tav tm="100000">
                                          <p:val>
                                            <p:strVal val="#ppt_x"/>
                                          </p:val>
                                        </p:tav>
                                      </p:tavLst>
                                    </p:anim>
                                    <p:anim calcmode="lin" valueType="num">
                                      <p:cBhvr additive="base">
                                        <p:cTn id="12" dur="500" fill="hold"/>
                                        <p:tgtEl>
                                          <p:spTgt spid="11407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074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665FAD7C-D9E3-43B4-B454-9770200F557F}"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0E9F71BE-E719-42D3-9E89-819863F1C652}"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41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044482"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基于锁的并发控制协议</a:t>
            </a:r>
          </a:p>
        </p:txBody>
      </p:sp>
      <p:sp>
        <p:nvSpPr>
          <p:cNvPr id="1044483"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锁的概念</a:t>
            </a:r>
            <a:endParaRPr kumimoji="0" lang="en-US" altLang="zh-CN"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死锁、死锁的处理</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两段锁并发控制协议</a:t>
            </a:r>
            <a:endParaRPr kumimoji="0" lang="en-US" altLang="zh-CN"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死锁的处理</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mj-ea"/>
              <a:cs typeface="楷体_GB2312"/>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98863F03-3494-4B8F-A1F7-59B6118EB267}"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84FC1D98-4A8D-46CE-B49A-B34CE8FCC5C8}"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42</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Rectangle 3"/>
          <p:cNvSpPr txBox="1">
            <a:spLocks noChangeArrowheads="1"/>
          </p:cNvSpPr>
          <p:nvPr/>
        </p:nvSpPr>
        <p:spPr bwMode="auto">
          <a:xfrm>
            <a:off x="381000" y="1600200"/>
            <a:ext cx="8229600" cy="4525963"/>
          </a:xfrm>
          <a:prstGeom prst="rect">
            <a:avLst/>
          </a:prstGeom>
          <a:noFill/>
          <a:ln w="9525">
            <a:noFill/>
            <a:miter lim="800000"/>
          </a:ln>
          <a:effectLst/>
        </p:spPr>
        <p:txBody>
          <a:bodyPr/>
          <a:lstStyle>
            <a:lvl1pPr marL="342900" indent="-342900" algn="l" rtl="0" eaLnBrk="0" fontAlgn="base" hangingPunct="0">
              <a:spcBef>
                <a:spcPct val="20000"/>
              </a:spcBef>
              <a:spcAft>
                <a:spcPct val="0"/>
              </a:spcAft>
              <a:buChar char="•"/>
              <a:defRPr sz="3200" b="1">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1">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1">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1">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1">
                <a:solidFill>
                  <a:srgbClr val="003399"/>
                </a:solidFill>
                <a:effectLst>
                  <a:outerShdw blurRad="38100" dist="38100" dir="2700000" algn="tl">
                    <a:srgbClr val="C0C0C0"/>
                  </a:outerShdw>
                </a:effectLst>
                <a:latin typeface="+mn-lt"/>
                <a:ea typeface="+mn-ea"/>
                <a:cs typeface="楷体_GB2312"/>
              </a:defRPr>
            </a:lvl5pPr>
            <a:lvl6pPr marL="25146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9pPr>
          </a:lstStyle>
          <a:p>
            <a:pPr marL="342900" marR="0" lvl="0" indent="-34290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两类方法</a:t>
            </a:r>
          </a:p>
          <a:p>
            <a:pPr marL="742950" marR="0" lvl="1" indent="-285750" algn="l" defTabSz="914400" rtl="0" eaLnBrk="0" fontAlgn="base" latinLnBrk="0" hangingPunct="0">
              <a:lnSpc>
                <a:spcPct val="150000"/>
              </a:lnSpc>
              <a:spcBef>
                <a:spcPct val="20000"/>
              </a:spcBef>
              <a:spcAft>
                <a:spcPct val="0"/>
              </a:spcAft>
              <a:buClrTx/>
              <a:buSzTx/>
              <a:buFontTx/>
              <a:buNone/>
              <a:defRPr/>
            </a:pPr>
            <a:r>
              <a:rPr kumimoji="0" lang="en-US" altLang="zh-CN" sz="32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 </a:t>
            </a:r>
            <a:r>
              <a:rPr kumimoji="0" lang="zh-CN" altLang="en-US" sz="32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死锁预防</a:t>
            </a:r>
            <a:endParaRPr kumimoji="0" lang="en-US" altLang="zh-CN" sz="32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50000"/>
              </a:lnSpc>
              <a:spcBef>
                <a:spcPct val="20000"/>
              </a:spcBef>
              <a:spcAft>
                <a:spcPct val="0"/>
              </a:spcAft>
              <a:buClrTx/>
              <a:buSzTx/>
              <a:buFontTx/>
              <a:buNone/>
              <a:defRPr/>
            </a:pPr>
            <a:r>
              <a:rPr kumimoji="0" lang="en-US" altLang="zh-CN" sz="32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 </a:t>
            </a:r>
            <a:r>
              <a:rPr kumimoji="0" lang="zh-CN" altLang="en-US" sz="32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死锁的检测与恢复</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379906"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死锁的预防</a:t>
            </a:r>
          </a:p>
        </p:txBody>
      </p:sp>
      <p:sp>
        <p:nvSpPr>
          <p:cNvPr id="379907"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产生死锁的原因是</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两个或多个事务都已封锁了一些数据对象，然后又都请求对已为其他事务封锁的数据对象加锁</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，从而出现死等待。</a:t>
            </a:r>
          </a:p>
          <a:p>
            <a:pPr marL="342900" marR="0" lvl="0" indent="-342900" algn="l" defTabSz="914400" rtl="0" eaLnBrk="0" fontAlgn="base" latinLnBrk="0" hangingPunct="0">
              <a:lnSpc>
                <a:spcPct val="150000"/>
              </a:lnSpc>
              <a:spcBef>
                <a:spcPct val="6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预防死锁的发生就是</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要破坏产生死锁的条件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99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990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380930"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死锁的预防</a:t>
            </a:r>
          </a:p>
        </p:txBody>
      </p:sp>
      <p:sp>
        <p:nvSpPr>
          <p:cNvPr id="380931" name="Rectangle 3"/>
          <p:cNvSpPr>
            <a:spLocks noGrp="1" noChangeArrowheads="1"/>
          </p:cNvSpPr>
          <p:nvPr>
            <p:ph idx="1"/>
          </p:nvPr>
        </p:nvSpPr>
        <p:spPr>
          <a:xfrm>
            <a:off x="611188" y="1268413"/>
            <a:ext cx="7427913" cy="4495800"/>
          </a:xfrm>
        </p:spPr>
        <p:txBody>
          <a:bodyPr vert="horz" wrap="square" lIns="91440" tIns="45720" rIns="91440" bIns="4572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 typeface="Wingdings" panose="05000000000000000000" pitchFamily="2" charset="2"/>
              <a:buNone/>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预防死锁的方法</a:t>
            </a:r>
          </a:p>
          <a:p>
            <a:pPr marL="742950" marR="0" lvl="1" indent="-285750" algn="l" defTabSz="914400" rtl="0" eaLnBrk="0" fontAlgn="base" latinLnBrk="0" hangingPunct="0">
              <a:lnSpc>
                <a:spcPct val="15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一次封锁法</a:t>
            </a:r>
          </a:p>
          <a:p>
            <a:pPr marL="742950" marR="0" lvl="1" indent="-285750" algn="l" defTabSz="914400" rtl="0" eaLnBrk="0" fontAlgn="base" latinLnBrk="0" hangingPunct="0">
              <a:lnSpc>
                <a:spcPct val="15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顺序封锁法</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381954"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一次封锁法</a:t>
            </a:r>
          </a:p>
        </p:txBody>
      </p:sp>
      <p:sp>
        <p:nvSpPr>
          <p:cNvPr id="381955" name="Rectangle 3"/>
          <p:cNvSpPr>
            <a:spLocks noGrp="1" noChangeArrowheads="1"/>
          </p:cNvSpPr>
          <p:nvPr>
            <p:ph idx="1"/>
          </p:nvPr>
        </p:nvSpPr>
        <p:spPr>
          <a:xfrm>
            <a:off x="611188" y="1412875"/>
            <a:ext cx="8353425"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要求每个事务必须</a:t>
            </a:r>
            <a:r>
              <a:rPr kumimoji="0" lang="zh-CN" altLang="en-US"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一次将所有要使用的数据全部加锁</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，否则就不能继续执行</a:t>
            </a:r>
          </a:p>
          <a:p>
            <a:pPr marL="342900" marR="0" lvl="0" indent="-342900" algn="l" defTabSz="914400" rtl="0" eaLnBrk="0" fontAlgn="base" latinLnBrk="0" hangingPunct="0">
              <a:lnSpc>
                <a:spcPct val="15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存在的问题</a:t>
            </a:r>
          </a:p>
          <a:p>
            <a:pPr marL="742950" marR="0" lvl="1" indent="-285750" algn="l" defTabSz="914400" rtl="0" eaLnBrk="0" fontAlgn="base" latinLnBrk="0" hangingPunct="0">
              <a:lnSpc>
                <a:spcPct val="15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降低系统并发度</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5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难于事先精确确定封锁对象</a:t>
            </a:r>
          </a:p>
          <a:p>
            <a:pPr marL="742950" marR="0" lvl="1" indent="-285750" algn="l" defTabSz="914400" rtl="0" eaLnBrk="0" fontAlgn="base" latinLnBrk="0" hangingPunct="0">
              <a:lnSpc>
                <a:spcPct val="160000"/>
              </a:lnSpc>
              <a:spcBef>
                <a:spcPct val="20000"/>
              </a:spcBef>
              <a:spcAft>
                <a:spcPct val="0"/>
              </a:spcAft>
              <a:buClrTx/>
              <a:buSzTx/>
              <a:buFontTx/>
              <a:buChar char="–"/>
              <a:defRPr/>
            </a:pPr>
            <a:endPar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384002"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顺序封锁法</a:t>
            </a:r>
          </a:p>
        </p:txBody>
      </p:sp>
      <p:sp>
        <p:nvSpPr>
          <p:cNvPr id="384003" name="Rectangle 3"/>
          <p:cNvSpPr>
            <a:spLocks noGrp="1" noChangeArrowheads="1"/>
          </p:cNvSpPr>
          <p:nvPr>
            <p:ph idx="1"/>
          </p:nvPr>
        </p:nvSpPr>
        <p:spPr>
          <a:xfrm>
            <a:off x="250825" y="1268413"/>
            <a:ext cx="8713788"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1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顺序封锁法是</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预先对数据对象规定一个封锁顺序</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，所有事务都按这个顺序实行封锁。</a:t>
            </a:r>
          </a:p>
          <a:p>
            <a:pPr marL="342900" marR="0" lvl="0" indent="-342900" algn="l" defTabSz="914400" rtl="0" eaLnBrk="0" fontAlgn="base" latinLnBrk="0" hangingPunct="0">
              <a:lnSpc>
                <a:spcPct val="11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顺序封锁法存在的问题</a:t>
            </a:r>
          </a:p>
          <a:p>
            <a:pPr marL="742950" marR="0" lvl="1" indent="-285750" algn="l" defTabSz="914400" rtl="0" eaLnBrk="0" fontAlgn="base" latinLnBrk="0" hangingPunct="0">
              <a:lnSpc>
                <a:spcPct val="11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维护成本</a:t>
            </a:r>
          </a:p>
          <a:p>
            <a:pPr marL="742950" marR="0" lvl="1" indent="-285750" algn="l" defTabSz="914400" rtl="0" eaLnBrk="0" fontAlgn="base" latinLnBrk="0" hangingPunct="0">
              <a:lnSpc>
                <a:spcPct val="110000"/>
              </a:lnSpc>
              <a:spcBef>
                <a:spcPct val="20000"/>
              </a:spcBef>
              <a:spcAft>
                <a:spcPct val="0"/>
              </a:spcAft>
              <a:buClrTx/>
              <a:buSzTx/>
              <a:buFont typeface="Wingdings" panose="05000000000000000000" pitchFamily="2" charset="2"/>
              <a:buNone/>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数据库系统中封锁的数据对象极多，并且随数据的插入、删除等操作而不断地变化，要维护这样的资源的封锁顺序非常困难，</a:t>
            </a:r>
            <a:r>
              <a:rPr kumimoji="0" lang="zh-CN" altLang="en-US"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成本很高</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l" defTabSz="914400" rtl="0" eaLnBrk="0" fontAlgn="base" latinLnBrk="0" hangingPunct="0">
              <a:lnSpc>
                <a:spcPct val="11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难以实现</a:t>
            </a:r>
          </a:p>
          <a:p>
            <a:pPr marL="742950" marR="0" lvl="1" indent="-285750" algn="l" defTabSz="914400" rtl="0" eaLnBrk="0" fontAlgn="base" latinLnBrk="0" hangingPunct="0">
              <a:lnSpc>
                <a:spcPct val="110000"/>
              </a:lnSpc>
              <a:spcBef>
                <a:spcPct val="20000"/>
              </a:spcBef>
              <a:spcAft>
                <a:spcPct val="0"/>
              </a:spcAft>
              <a:buClrTx/>
              <a:buSzTx/>
              <a:buFont typeface="Wingdings" panose="05000000000000000000" pitchFamily="2" charset="2"/>
              <a:buNone/>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事务的封锁请求可以随着事务的执行而动态地决定，很难事先确定每一个事务要封锁哪些对象，因此也就</a:t>
            </a:r>
            <a:r>
              <a:rPr kumimoji="0" lang="zh-CN" altLang="en-US"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很难按规定的顺序去施加封锁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40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400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400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400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400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8400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387074"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死锁的检测与恢复</a:t>
            </a:r>
          </a:p>
        </p:txBody>
      </p:sp>
      <p:sp>
        <p:nvSpPr>
          <p:cNvPr id="387075" name="Rectangle 3"/>
          <p:cNvSpPr>
            <a:spLocks noGrp="1" noChangeArrowheads="1"/>
          </p:cNvSpPr>
          <p:nvPr>
            <p:ph idx="1"/>
          </p:nvPr>
        </p:nvSpPr>
        <p:spPr>
          <a:xfrm>
            <a:off x="827088" y="1268413"/>
            <a:ext cx="7772400"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死锁的诊断</a:t>
            </a:r>
          </a:p>
          <a:p>
            <a:pPr marL="742950" marR="0" lvl="1" indent="-285750" algn="l" defTabSz="914400" rtl="0" eaLnBrk="0" fontAlgn="base" latinLnBrk="0" hangingPunct="0">
              <a:lnSpc>
                <a:spcPct val="150000"/>
              </a:lnSpc>
              <a:spcBef>
                <a:spcPct val="20000"/>
              </a:spcBef>
              <a:spcAft>
                <a:spcPct val="0"/>
              </a:spcAft>
              <a:buClrTx/>
              <a:buSzPct val="60000"/>
              <a:buFont typeface="Wingdings" panose="05000000000000000000" pitchFamily="2" charset="2"/>
              <a:buChar char="ü"/>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超时法</a:t>
            </a:r>
          </a:p>
          <a:p>
            <a:pPr marL="742950" marR="0" lvl="1" indent="-285750" algn="l" defTabSz="914400" rtl="0" eaLnBrk="0" fontAlgn="base" latinLnBrk="0" hangingPunct="0">
              <a:lnSpc>
                <a:spcPct val="150000"/>
              </a:lnSpc>
              <a:spcBef>
                <a:spcPct val="20000"/>
              </a:spcBef>
              <a:spcAft>
                <a:spcPct val="0"/>
              </a:spcAft>
              <a:buClrTx/>
              <a:buSzPct val="60000"/>
              <a:buFont typeface="Wingdings" panose="05000000000000000000" pitchFamily="2" charset="2"/>
              <a:buChar char="ü"/>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事务等待图法 </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388098"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超时法</a:t>
            </a:r>
          </a:p>
        </p:txBody>
      </p:sp>
      <p:sp>
        <p:nvSpPr>
          <p:cNvPr id="388099" name="Rectangle 3"/>
          <p:cNvSpPr>
            <a:spLocks noGrp="1" noChangeArrowheads="1"/>
          </p:cNvSpPr>
          <p:nvPr>
            <p:ph idx="1"/>
          </p:nvPr>
        </p:nvSpPr>
        <p:spPr>
          <a:xfrm>
            <a:off x="611188" y="1341438"/>
            <a:ext cx="8208963"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如果一个事务的等待时间</a:t>
            </a:r>
            <a:r>
              <a:rPr kumimoji="0" lang="zh-CN" altLang="en-US"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超过了规定的时限</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，就认为发生了死锁</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优点：实现简单</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缺点</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有可能误判死锁</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时限若设置得太长，死锁发生后不能及时发现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0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0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8099">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88099">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8809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5"/>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389122"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等待图法</a:t>
            </a:r>
          </a:p>
        </p:txBody>
      </p:sp>
      <p:sp>
        <p:nvSpPr>
          <p:cNvPr id="389123" name="Rectangle 3"/>
          <p:cNvSpPr>
            <a:spLocks noGrp="1" noChangeArrowheads="1"/>
          </p:cNvSpPr>
          <p:nvPr>
            <p:ph type="body" sz="half" idx="1"/>
          </p:nvPr>
        </p:nvSpPr>
        <p:spPr>
          <a:xfrm>
            <a:off x="395288" y="1196975"/>
            <a:ext cx="8424863" cy="4408488"/>
          </a:xfrm>
        </p:spPr>
        <p:txBody>
          <a:bodyPr vert="horz" wrap="square" lIns="91440" tIns="45720" rIns="91440" bIns="4572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用</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等待图</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动态反映所有事务的等待情况</a:t>
            </a:r>
          </a:p>
          <a:p>
            <a:pPr marL="742950" marR="0" lvl="1" indent="-285750" algn="l" defTabSz="914400" rtl="0" eaLnBrk="0" fontAlgn="base" latinLnBrk="0" hangingPunct="0">
              <a:lnSpc>
                <a:spcPct val="15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事务等待图是一个有向图</a:t>
            </a:r>
            <a:r>
              <a:rPr kumimoji="0" lang="en-US" altLang="zh-CN" sz="24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l" defTabSz="914400" rtl="0" eaLnBrk="0" fontAlgn="base" latinLnBrk="0" hangingPunct="0">
              <a:lnSpc>
                <a:spcPct val="150000"/>
              </a:lnSpc>
              <a:spcBef>
                <a:spcPct val="20000"/>
              </a:spcBef>
              <a:spcAft>
                <a:spcPct val="0"/>
              </a:spcAft>
              <a:buClrTx/>
              <a:buSzTx/>
              <a:buFontTx/>
              <a:buChar char="–"/>
              <a:defRPr/>
            </a:pPr>
            <a:r>
              <a:rPr kumimoji="0" lang="en-US" altLang="zh-CN" sz="24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为结点的集合，每个结点表示正运行的事务</a:t>
            </a:r>
          </a:p>
          <a:p>
            <a:pPr marL="742950" marR="0" lvl="1" indent="-285750" algn="l" defTabSz="914400" rtl="0" eaLnBrk="0" fontAlgn="base" latinLnBrk="0" hangingPunct="0">
              <a:lnSpc>
                <a:spcPct val="150000"/>
              </a:lnSpc>
              <a:spcBef>
                <a:spcPct val="20000"/>
              </a:spcBef>
              <a:spcAft>
                <a:spcPct val="0"/>
              </a:spcAft>
              <a:buClrTx/>
              <a:buSzTx/>
              <a:buFontTx/>
              <a:buChar char="–"/>
              <a:defRPr/>
            </a:pPr>
            <a:r>
              <a:rPr kumimoji="0" lang="en-US" altLang="zh-CN" sz="24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为边的集合，每条边表示事务等待的情况</a:t>
            </a:r>
          </a:p>
          <a:p>
            <a:pPr marL="742950" marR="0" lvl="1" indent="-285750" algn="l" defTabSz="914400" rtl="0" eaLnBrk="0" fontAlgn="base" latinLnBrk="0" hangingPunct="0">
              <a:lnSpc>
                <a:spcPct val="15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若</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等待</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，则</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之间划一条有向边，从</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指向</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499714"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等待图法</a:t>
            </a:r>
          </a:p>
        </p:txBody>
      </p:sp>
      <p:grpSp>
        <p:nvGrpSpPr>
          <p:cNvPr id="499719" name="Group 7"/>
          <p:cNvGrpSpPr/>
          <p:nvPr/>
        </p:nvGrpSpPr>
        <p:grpSpPr>
          <a:xfrm>
            <a:off x="1116013" y="1524000"/>
            <a:ext cx="6337300" cy="2455863"/>
            <a:chOff x="975" y="1162"/>
            <a:chExt cx="3992" cy="1547"/>
          </a:xfrm>
        </p:grpSpPr>
        <p:graphicFrame>
          <p:nvGraphicFramePr>
            <p:cNvPr id="89092" name="Object 4"/>
            <p:cNvGraphicFramePr>
              <a:graphicFrameLocks noChangeAspect="1"/>
            </p:cNvGraphicFramePr>
            <p:nvPr/>
          </p:nvGraphicFramePr>
          <p:xfrm>
            <a:off x="975" y="1162"/>
            <a:ext cx="3992" cy="1268"/>
          </p:xfrm>
          <a:graphic>
            <a:graphicData uri="http://schemas.openxmlformats.org/presentationml/2006/ole">
              <mc:AlternateContent xmlns:mc="http://schemas.openxmlformats.org/markup-compatibility/2006">
                <mc:Choice xmlns:v="urn:schemas-microsoft-com:vml" Requires="v">
                  <p:oleObj spid="_x0000_s6146" r:id="rId3" imgW="2245360" imgH="711835" progId="Word.Picture.8">
                    <p:embed/>
                  </p:oleObj>
                </mc:Choice>
                <mc:Fallback>
                  <p:oleObj r:id="rId3" imgW="2245360" imgH="711835" progId="Word.Picture.8">
                    <p:embed/>
                    <p:pic>
                      <p:nvPicPr>
                        <p:cNvPr id="0" name="图片 3080"/>
                        <p:cNvPicPr/>
                        <p:nvPr/>
                      </p:nvPicPr>
                      <p:blipFill>
                        <a:blip r:embed="rId4"/>
                        <a:stretch>
                          <a:fillRect/>
                        </a:stretch>
                      </p:blipFill>
                      <p:spPr>
                        <a:xfrm>
                          <a:off x="975" y="1162"/>
                          <a:ext cx="3992" cy="1268"/>
                        </a:xfrm>
                        <a:prstGeom prst="rect">
                          <a:avLst/>
                        </a:prstGeom>
                        <a:noFill/>
                        <a:ln w="38100">
                          <a:noFill/>
                          <a:miter/>
                        </a:ln>
                      </p:spPr>
                    </p:pic>
                  </p:oleObj>
                </mc:Fallback>
              </mc:AlternateContent>
            </a:graphicData>
          </a:graphic>
        </p:graphicFrame>
        <p:sp>
          <p:nvSpPr>
            <p:cNvPr id="88071" name="Text Box 5"/>
            <p:cNvSpPr txBox="1"/>
            <p:nvPr/>
          </p:nvSpPr>
          <p:spPr>
            <a:xfrm>
              <a:off x="2245" y="2478"/>
              <a:ext cx="836" cy="231"/>
            </a:xfrm>
            <a:prstGeom prst="rect">
              <a:avLst/>
            </a:prstGeom>
            <a:noFill/>
            <a:ln w="25400">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18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rPr>
                <a:t>事务等待图</a:t>
              </a:r>
            </a:p>
          </p:txBody>
        </p:sp>
      </p:grpSp>
      <p:sp>
        <p:nvSpPr>
          <p:cNvPr id="499718" name="Text Box 6"/>
          <p:cNvSpPr txBox="1"/>
          <p:nvPr/>
        </p:nvSpPr>
        <p:spPr>
          <a:xfrm>
            <a:off x="427038" y="4235450"/>
            <a:ext cx="8064500" cy="2105025"/>
          </a:xfrm>
          <a:prstGeom prst="rect">
            <a:avLst/>
          </a:prstGeom>
          <a:noFill/>
          <a:ln w="25400">
            <a:noFill/>
            <a:miter/>
          </a:ln>
        </p:spPr>
        <p:txBody>
          <a:bodyPr>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l" defTabSz="914400" rtl="0" eaLnBrk="0" fontAlgn="base" latinLnBrk="0" hangingPunct="0">
              <a:lnSpc>
                <a:spcPct val="150000"/>
              </a:lnSpc>
              <a:spcBef>
                <a:spcPct val="0"/>
              </a:spcBef>
              <a:spcAft>
                <a:spcPct val="0"/>
              </a:spcAft>
              <a:buClr>
                <a:schemeClr val="accent1"/>
              </a:buClr>
              <a:buSzTx/>
              <a:buFont typeface="Wingdings" panose="05000000000000000000" pitchFamily="2" charset="2"/>
              <a:buChar char="n"/>
              <a:defRPr/>
            </a:pPr>
            <a:r>
              <a:rPr kumimoji="0" lang="zh-CN" altLang="en-US"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图</a:t>
            </a:r>
            <a:r>
              <a:rPr kumimoji="0" lang="en-US" altLang="zh-CN"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zh-CN" altLang="en-US"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中，事务</a:t>
            </a:r>
            <a:r>
              <a:rPr kumimoji="0" lang="en-US" altLang="zh-CN"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T1</a:t>
            </a:r>
            <a:r>
              <a:rPr kumimoji="0" lang="zh-CN" altLang="en-US"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等待</a:t>
            </a:r>
            <a:r>
              <a:rPr kumimoji="0" lang="en-US" altLang="zh-CN"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T2</a:t>
            </a:r>
            <a:r>
              <a:rPr kumimoji="0" lang="zh-CN" altLang="en-US"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T2</a:t>
            </a:r>
            <a:r>
              <a:rPr kumimoji="0" lang="zh-CN" altLang="en-US"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等待</a:t>
            </a:r>
            <a:r>
              <a:rPr kumimoji="0" lang="en-US" altLang="zh-CN"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T1</a:t>
            </a:r>
            <a:r>
              <a:rPr kumimoji="0" lang="zh-CN" altLang="en-US"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，产生了死锁</a:t>
            </a:r>
          </a:p>
          <a:p>
            <a:pPr marL="342900" marR="0" lvl="0" indent="-342900" algn="l" defTabSz="914400" rtl="0" eaLnBrk="0" fontAlgn="base" latinLnBrk="0" hangingPunct="0">
              <a:lnSpc>
                <a:spcPct val="150000"/>
              </a:lnSpc>
              <a:spcBef>
                <a:spcPct val="0"/>
              </a:spcBef>
              <a:spcAft>
                <a:spcPct val="0"/>
              </a:spcAft>
              <a:buClr>
                <a:schemeClr val="accent1"/>
              </a:buClr>
              <a:buSzTx/>
              <a:buFont typeface="Wingdings" panose="05000000000000000000" pitchFamily="2" charset="2"/>
              <a:buChar char="n"/>
              <a:defRPr/>
            </a:pPr>
            <a:r>
              <a:rPr kumimoji="0" lang="zh-CN" altLang="en-US"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图</a:t>
            </a:r>
            <a:r>
              <a:rPr kumimoji="0" lang="en-US" altLang="zh-CN"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zh-CN" altLang="en-US"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中，事务</a:t>
            </a:r>
            <a:r>
              <a:rPr kumimoji="0" lang="en-US" altLang="zh-CN"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T1</a:t>
            </a:r>
            <a:r>
              <a:rPr kumimoji="0" lang="zh-CN" altLang="en-US"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等待</a:t>
            </a:r>
            <a:r>
              <a:rPr kumimoji="0" lang="en-US" altLang="zh-CN"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T2</a:t>
            </a:r>
            <a:r>
              <a:rPr kumimoji="0" lang="zh-CN" altLang="en-US"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T2</a:t>
            </a:r>
            <a:r>
              <a:rPr kumimoji="0" lang="zh-CN" altLang="en-US"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等待</a:t>
            </a:r>
            <a:r>
              <a:rPr kumimoji="0" lang="en-US" altLang="zh-CN"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T3</a:t>
            </a:r>
            <a:r>
              <a:rPr kumimoji="0" lang="zh-CN" altLang="en-US"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T3</a:t>
            </a:r>
            <a:r>
              <a:rPr kumimoji="0" lang="zh-CN" altLang="en-US"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等待</a:t>
            </a:r>
            <a:r>
              <a:rPr kumimoji="0" lang="en-US" altLang="zh-CN"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T4</a:t>
            </a:r>
            <a:r>
              <a:rPr kumimoji="0" lang="zh-CN" altLang="en-US"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T4</a:t>
            </a:r>
            <a:r>
              <a:rPr kumimoji="0" lang="zh-CN" altLang="en-US"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又等待</a:t>
            </a:r>
            <a:r>
              <a:rPr kumimoji="0" lang="en-US" altLang="zh-CN"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T1</a:t>
            </a:r>
            <a:r>
              <a:rPr kumimoji="0" lang="zh-CN" altLang="en-US"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，产生了死锁 </a:t>
            </a:r>
          </a:p>
          <a:p>
            <a:pPr marL="342900" marR="0" lvl="0" indent="-342900" algn="l" defTabSz="914400" rtl="0" eaLnBrk="0" fontAlgn="base" latinLnBrk="0" hangingPunct="0">
              <a:lnSpc>
                <a:spcPct val="150000"/>
              </a:lnSpc>
              <a:spcBef>
                <a:spcPct val="0"/>
              </a:spcBef>
              <a:spcAft>
                <a:spcPct val="0"/>
              </a:spcAft>
              <a:buClr>
                <a:schemeClr val="accent1"/>
              </a:buClr>
              <a:buSzTx/>
              <a:buFont typeface="Wingdings" panose="05000000000000000000" pitchFamily="2" charset="2"/>
              <a:buChar char="n"/>
              <a:defRPr/>
            </a:pPr>
            <a:r>
              <a:rPr kumimoji="0" lang="zh-CN" altLang="en-US"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图</a:t>
            </a:r>
            <a:r>
              <a:rPr kumimoji="0" lang="en-US" altLang="zh-CN"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zh-CN" altLang="en-US"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中，事务</a:t>
            </a:r>
            <a:r>
              <a:rPr kumimoji="0" lang="en-US" altLang="zh-CN"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T3</a:t>
            </a:r>
            <a:r>
              <a:rPr kumimoji="0" lang="zh-CN" altLang="en-US"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可能还等待</a:t>
            </a:r>
            <a:r>
              <a:rPr kumimoji="0" lang="en-US" altLang="zh-CN"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T2</a:t>
            </a:r>
            <a:r>
              <a:rPr kumimoji="0" lang="zh-CN" altLang="en-US" sz="22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，在大回路中又有小的回路</a:t>
            </a:r>
            <a:r>
              <a:rPr kumimoji="0" lang="zh-CN" altLang="en-US" sz="18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99719"/>
                                        </p:tgtEl>
                                        <p:attrNameLst>
                                          <p:attrName>style.visibility</p:attrName>
                                        </p:attrNameLst>
                                      </p:cBhvr>
                                      <p:to>
                                        <p:strVal val="visible"/>
                                      </p:to>
                                    </p:set>
                                    <p:animEffect transition="in" filter="box(in)">
                                      <p:cBhvr>
                                        <p:cTn id="7" dur="2000"/>
                                        <p:tgtEl>
                                          <p:spTgt spid="49971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99718">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99718">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9971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497666"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等待图法</a:t>
            </a:r>
          </a:p>
        </p:txBody>
      </p:sp>
      <p:sp>
        <p:nvSpPr>
          <p:cNvPr id="497667" name="Rectangle 3"/>
          <p:cNvSpPr>
            <a:spLocks noGrp="1" noChangeArrowheads="1"/>
          </p:cNvSpPr>
          <p:nvPr>
            <p:ph idx="1"/>
          </p:nvPr>
        </p:nvSpPr>
        <p:spPr>
          <a:xfrm>
            <a:off x="381000" y="1600200"/>
            <a:ext cx="843915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5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并发控制子系统</a:t>
            </a:r>
            <a:r>
              <a:rPr kumimoji="0" lang="zh-CN" altLang="en-US"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周期性地</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比如每隔数秒</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生成等待图。如果发现图中存在回路，则表示系统中出现了死锁。</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390146"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死锁的恢复</a:t>
            </a:r>
          </a:p>
        </p:txBody>
      </p:sp>
      <p:sp>
        <p:nvSpPr>
          <p:cNvPr id="390147" name="Rectangle 3"/>
          <p:cNvSpPr>
            <a:spLocks noGrp="1" noChangeArrowheads="1"/>
          </p:cNvSpPr>
          <p:nvPr>
            <p:ph idx="1"/>
          </p:nvPr>
        </p:nvSpPr>
        <p:spPr>
          <a:xfrm>
            <a:off x="323850" y="1125538"/>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死锁的恢复</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选择牺牲者：必须决定回滚哪一个</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或哪一些</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事务以打破死锁，应使事务回滚</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代价最小</a:t>
            </a:r>
            <a:endPar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事务已计算了多久，还将计算多长时间</a:t>
            </a: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该事务已使用了多少数据项</a:t>
            </a: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为完成事务还需使用多少数据项</a:t>
            </a: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回滚时将牵涉多少事务</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回滚：彻底回滚、部分回滚</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饿死</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有可能同一事务总是被选为牺牲者，发生饿死</a:t>
            </a: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因而必须保证一个事务</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被选为牺牲者的次数有限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014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014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9014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9014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90147">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014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0147">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90147">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9014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665FAD7C-D9E3-43B4-B454-9770200F557F}"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D8F12BE3-CE0C-4F25-B027-AF6C8511CA06}"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53</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044482"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基于锁的并发控制协议</a:t>
            </a:r>
          </a:p>
        </p:txBody>
      </p:sp>
      <p:sp>
        <p:nvSpPr>
          <p:cNvPr id="1044483"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锁的概念</a:t>
            </a:r>
            <a:endParaRPr kumimoji="0" lang="en-US" altLang="zh-CN"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6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死锁、死锁的处理</a:t>
            </a:r>
            <a:endParaRPr kumimoji="0" lang="en-US" altLang="zh-CN" sz="3200" b="1" i="0" u="none" strike="noStrike" kern="0" cap="none" spc="0" normalizeH="0" baseline="0" noProof="0" dirty="0">
              <a:ln>
                <a:noFill/>
              </a:ln>
              <a:solidFill>
                <a:schemeClr val="bg1">
                  <a:lumMod val="6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两段锁并发控制协议</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D519AE5A-8FA3-47A5-9593-80BA0C6C1548}"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D3B50539-35B9-4F8B-B48C-3CE79AF3312C}"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54</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142786"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两段锁并发控制协议</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sp>
        <p:nvSpPr>
          <p:cNvPr id="1142787" name="Rectangle 3"/>
          <p:cNvSpPr>
            <a:spLocks noGrp="1" noChangeArrowheads="1"/>
          </p:cNvSpPr>
          <p:nvPr>
            <p:ph idx="1"/>
          </p:nvPr>
        </p:nvSpPr>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两段锁协议 </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两阶段锁协议要求每个事务分两个阶段进行数据项的加锁和解锁。</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阶段1 加锁阶段</a:t>
            </a:r>
            <a:r>
              <a:rPr kumimoji="0" lang="zh-CN" altLang="en-US"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。在这阶段，事务可以申请获得任何数据项上的任何类型的锁，但是不能释放任何锁</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阶段2 解锁阶段</a:t>
            </a:r>
            <a:r>
              <a:rPr kumimoji="0" lang="zh-CN" altLang="en-US"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。在这阶段，事务可以释放任何数据项上的任何类型的琐，但是不能再申请任何琐。</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每个事务开始运行后即进入加锁阶段，申请获得所需要的所有锁。</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当一个事务第一次释放锁时，该事务进入解锁阶段。进入解锁阶段的事务不能再申请任何锁。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42787">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4278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C7975663-7332-459A-8DA2-04FBA388BCD6}"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8"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334FD79E-0C44-494D-BA67-A0B4A5B88450}"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55</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128450"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两段锁并发控制协议</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graphicFrame>
        <p:nvGraphicFramePr>
          <p:cNvPr id="96261" name="Object 4"/>
          <p:cNvGraphicFramePr>
            <a:graphicFrameLocks noChangeAspect="1"/>
          </p:cNvGraphicFramePr>
          <p:nvPr/>
        </p:nvGraphicFramePr>
        <p:xfrm>
          <a:off x="914400" y="1981200"/>
          <a:ext cx="4972050" cy="4267200"/>
        </p:xfrm>
        <a:graphic>
          <a:graphicData uri="http://schemas.openxmlformats.org/presentationml/2006/ole">
            <mc:AlternateContent xmlns:mc="http://schemas.openxmlformats.org/markup-compatibility/2006">
              <mc:Choice xmlns:v="urn:schemas-microsoft-com:vml" Requires="v">
                <p:oleObj spid="_x0000_s7170" r:id="rId4" imgW="4972050" imgH="5114925" progId="Paint.Picture">
                  <p:embed/>
                </p:oleObj>
              </mc:Choice>
              <mc:Fallback>
                <p:oleObj r:id="rId4" imgW="4972050" imgH="5114925" progId="Paint.Picture">
                  <p:embed/>
                  <p:pic>
                    <p:nvPicPr>
                      <p:cNvPr id="0" name="图片 3079"/>
                      <p:cNvPicPr/>
                      <p:nvPr/>
                    </p:nvPicPr>
                    <p:blipFill>
                      <a:blip r:embed="rId5"/>
                      <a:stretch>
                        <a:fillRect/>
                      </a:stretch>
                    </p:blipFill>
                    <p:spPr>
                      <a:xfrm>
                        <a:off x="914400" y="1981200"/>
                        <a:ext cx="4972050" cy="4267200"/>
                      </a:xfrm>
                      <a:prstGeom prst="rect">
                        <a:avLst/>
                      </a:prstGeom>
                      <a:noFill/>
                      <a:ln w="38100">
                        <a:noFill/>
                        <a:miter/>
                      </a:ln>
                    </p:spPr>
                  </p:pic>
                </p:oleObj>
              </mc:Fallback>
            </mc:AlternateContent>
          </a:graphicData>
        </a:graphic>
      </p:graphicFrame>
      <p:sp>
        <p:nvSpPr>
          <p:cNvPr id="1128454" name="Text Box 6"/>
          <p:cNvSpPr txBox="1">
            <a:spLocks noGrp="1" noChangeArrowheads="1"/>
          </p:cNvSpPr>
          <p:nvPr>
            <p:ph idx="1"/>
          </p:nvPr>
        </p:nvSpPr>
        <p:spPr>
          <a:xfrm>
            <a:off x="685800" y="1371600"/>
            <a:ext cx="7924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0"/>
              </a:spcBef>
              <a:spcAft>
                <a:spcPct val="0"/>
              </a:spcAft>
              <a:buClrTx/>
              <a:buSzTx/>
              <a:buFontTx/>
              <a:buChar char="•"/>
              <a:defRPr/>
            </a:pPr>
            <a:r>
              <a:rPr kumimoji="0" lang="zh-CN" altLang="en-US" sz="2800" b="1" i="0" u="none" strike="noStrike" kern="0" cap="none" spc="0" normalizeH="0" baseline="0" noProof="0">
                <a:ln>
                  <a:noFill/>
                </a:ln>
                <a:solidFill>
                  <a:srgbClr val="FF0000"/>
                </a:solidFill>
                <a:effectLst>
                  <a:outerShdw blurRad="38100" dist="38100" dir="2700000" algn="tl">
                    <a:srgbClr val="C0C0C0"/>
                  </a:outerShdw>
                </a:effectLst>
                <a:uLnTx/>
                <a:uFillTx/>
                <a:latin typeface="Arial" panose="020B0604020202020204" pitchFamily="34" charset="0"/>
                <a:ea typeface="+mn-ea"/>
                <a:cs typeface="+mn-cs"/>
              </a:rPr>
              <a:t>满足两段锁协议？</a:t>
            </a:r>
          </a:p>
        </p:txBody>
      </p:sp>
      <p:sp>
        <p:nvSpPr>
          <p:cNvPr id="1128455" name="Text Box 7"/>
          <p:cNvSpPr txBox="1">
            <a:spLocks noChangeArrowheads="1"/>
          </p:cNvSpPr>
          <p:nvPr/>
        </p:nvSpPr>
        <p:spPr bwMode="auto">
          <a:xfrm>
            <a:off x="4038600" y="1371600"/>
            <a:ext cx="965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eaLnBrk="0" hangingPunct="0">
              <a:spcBef>
                <a:spcPct val="50000"/>
              </a:spcBef>
              <a:buClrTx/>
              <a:buSzTx/>
              <a:buFontTx/>
              <a:buChar char="–"/>
              <a:defRPr/>
            </a:pPr>
            <a:r>
              <a:rPr kumimoji="0" lang="en-US" altLang="zh-CN" sz="2800" kern="1200" cap="none" spc="0" normalizeH="0" baseline="0" noProof="0" dirty="0">
                <a:solidFill>
                  <a:srgbClr val="FF0000"/>
                </a:solidFill>
                <a:effectLst>
                  <a:outerShdw blurRad="38100" dist="38100" dir="2700000" algn="tl">
                    <a:srgbClr val="C0C0C0"/>
                  </a:outerShdw>
                </a:effectLst>
                <a:latin typeface="Times New Roman" panose="02020603050405020304" pitchFamily="18" charset="0"/>
                <a:ea typeface="楷体_GB2312" pitchFamily="49" charset="-122"/>
                <a:cs typeface="+mn-cs"/>
              </a:rPr>
              <a:t>No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284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1128455"/>
                                        </p:tgtEl>
                                        <p:attrNameLst>
                                          <p:attrName>style.visibility</p:attrName>
                                        </p:attrNameLst>
                                      </p:cBhvr>
                                      <p:to>
                                        <p:strVal val="visible"/>
                                      </p:to>
                                    </p:set>
                                    <p:animEffect transition="in" filter="dissolve">
                                      <p:cBhvr>
                                        <p:cTn id="11" dur="500"/>
                                        <p:tgtEl>
                                          <p:spTgt spid="11284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8454" grpId="0" build="p"/>
      <p:bldP spid="112845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B8537EA6-091C-46B3-AFA4-2D45358898DF}"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8"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8B45CD3A-59E3-4082-972B-E9E889A1F61E}"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56</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132546"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两段锁并发控制协议</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sp>
        <p:nvSpPr>
          <p:cNvPr id="1132547" name="Rectangle 3"/>
          <p:cNvSpPr>
            <a:spLocks noGrp="1" noChangeArrowheads="1"/>
          </p:cNvSpPr>
          <p:nvPr>
            <p:ph idx="1"/>
          </p:nvPr>
        </p:nvSpPr>
        <p:spPr>
          <a:xfrm>
            <a:off x="609600" y="1295400"/>
            <a:ext cx="7924800" cy="2544763"/>
          </a:xfrm>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考虑如下两个事务</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2800" b="1" i="0" u="none" strike="noStrike" kern="0" cap="none" spc="0" normalizeH="0" baseline="-30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11</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和</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2800" b="1" i="0" u="none" strike="noStrike" kern="0" cap="none" spc="0" normalizeH="0" baseline="-30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12</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a:p>
            <a:pPr marL="1143000" marR="0" lvl="2" indent="-228600" algn="l"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楷体_GB2312"/>
              </a:rPr>
              <a:t>T</a:t>
            </a:r>
            <a:r>
              <a:rPr kumimoji="0" lang="en-US" altLang="zh-CN" sz="2000" b="1" i="0" u="none" strike="noStrike" kern="0" cap="none" spc="0" normalizeH="0" baseline="-30000" noProof="0" dirty="0">
                <a:ln>
                  <a:noFill/>
                </a:ln>
                <a:solidFill>
                  <a:srgbClr val="FF0000"/>
                </a:solidFill>
                <a:effectLst>
                  <a:outerShdw blurRad="38100" dist="38100" dir="2700000" algn="tl">
                    <a:srgbClr val="C0C0C0"/>
                  </a:outerShdw>
                </a:effectLst>
                <a:uLnTx/>
                <a:uFillTx/>
                <a:latin typeface="+mn-lt"/>
                <a:ea typeface="+mn-ea"/>
                <a:cs typeface="楷体_GB2312"/>
              </a:rPr>
              <a:t>11</a:t>
            </a:r>
            <a:r>
              <a:rPr kumimoji="0" lang="en-US" altLang="zh-CN" sz="20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楷体_GB2312"/>
              </a:rPr>
              <a:t>                     T</a:t>
            </a:r>
            <a:r>
              <a:rPr kumimoji="0" lang="en-US" altLang="zh-CN" sz="2000" b="1" i="0" u="none" strike="noStrike" kern="0" cap="none" spc="0" normalizeH="0" baseline="-30000" noProof="0" dirty="0">
                <a:ln>
                  <a:noFill/>
                </a:ln>
                <a:solidFill>
                  <a:srgbClr val="FF0000"/>
                </a:solidFill>
                <a:effectLst>
                  <a:outerShdw blurRad="38100" dist="38100" dir="2700000" algn="tl">
                    <a:srgbClr val="C0C0C0"/>
                  </a:outerShdw>
                </a:effectLst>
                <a:uLnTx/>
                <a:uFillTx/>
                <a:latin typeface="+mn-lt"/>
                <a:ea typeface="+mn-ea"/>
                <a:cs typeface="楷体_GB2312"/>
              </a:rPr>
              <a:t>12</a:t>
            </a:r>
            <a:endParaRPr kumimoji="0" lang="en-US" altLang="zh-CN" sz="20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楷体_GB2312"/>
            </a:endParaRPr>
          </a:p>
          <a:p>
            <a:pPr marL="1143000" marR="0" lvl="2" indent="-228600" algn="l"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mn-lt"/>
                <a:ea typeface="+mn-ea"/>
                <a:cs typeface="楷体_GB2312"/>
              </a:rPr>
              <a:t>READ(a</a:t>
            </a:r>
            <a:r>
              <a:rPr kumimoji="0" lang="en-US" altLang="zh-CN" sz="2000" b="1" i="0" u="none" strike="noStrike" kern="0" cap="none" spc="0" normalizeH="0" baseline="-30000" noProof="0" dirty="0">
                <a:ln>
                  <a:noFill/>
                </a:ln>
                <a:solidFill>
                  <a:srgbClr val="FF00FF"/>
                </a:solidFill>
                <a:effectLst>
                  <a:outerShdw blurRad="38100" dist="38100" dir="2700000" algn="tl">
                    <a:srgbClr val="C0C0C0"/>
                  </a:outerShdw>
                </a:effectLst>
                <a:uLnTx/>
                <a:uFillTx/>
                <a:latin typeface="+mn-lt"/>
                <a:ea typeface="+mn-ea"/>
                <a:cs typeface="楷体_GB2312"/>
              </a:rPr>
              <a:t>1</a:t>
            </a:r>
            <a:r>
              <a:rPr kumimoji="0" lang="en-US" altLang="zh-CN"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mn-lt"/>
                <a:ea typeface="+mn-ea"/>
                <a:cs typeface="楷体_GB2312"/>
              </a:rPr>
              <a:t>);</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mn-lt"/>
                <a:ea typeface="+mn-ea"/>
                <a:cs typeface="楷体_GB2312"/>
              </a:rPr>
              <a:t>            READ(a</a:t>
            </a:r>
            <a:r>
              <a:rPr kumimoji="0" lang="en-US" altLang="zh-CN" sz="2000" b="1" i="0" u="none" strike="noStrike" kern="0" cap="none" spc="0" normalizeH="0" baseline="-30000" noProof="0" dirty="0">
                <a:ln>
                  <a:noFill/>
                </a:ln>
                <a:solidFill>
                  <a:srgbClr val="800000"/>
                </a:solidFill>
                <a:effectLst>
                  <a:outerShdw blurRad="38100" dist="38100" dir="2700000" algn="tl">
                    <a:srgbClr val="C0C0C0"/>
                  </a:outerShdw>
                </a:effectLst>
                <a:uLnTx/>
                <a:uFillTx/>
                <a:latin typeface="+mn-lt"/>
                <a:ea typeface="+mn-ea"/>
                <a:cs typeface="楷体_GB2312"/>
              </a:rPr>
              <a:t>1</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mn-lt"/>
                <a:ea typeface="+mn-ea"/>
                <a:cs typeface="楷体_GB2312"/>
              </a:rPr>
              <a:t>);</a:t>
            </a:r>
          </a:p>
          <a:p>
            <a:pPr marL="1143000" marR="0" lvl="2" indent="-228600" algn="l"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mn-lt"/>
                <a:ea typeface="+mn-ea"/>
                <a:cs typeface="楷体_GB2312"/>
              </a:rPr>
              <a:t>READ(a</a:t>
            </a:r>
            <a:r>
              <a:rPr kumimoji="0" lang="en-US" altLang="zh-CN" sz="2000" b="1" i="0" u="none" strike="noStrike" kern="0" cap="none" spc="0" normalizeH="0" baseline="-30000" noProof="0" dirty="0">
                <a:ln>
                  <a:noFill/>
                </a:ln>
                <a:solidFill>
                  <a:srgbClr val="800000"/>
                </a:solidFill>
                <a:effectLst>
                  <a:outerShdw blurRad="38100" dist="38100" dir="2700000" algn="tl">
                    <a:srgbClr val="C0C0C0"/>
                  </a:outerShdw>
                </a:effectLst>
                <a:uLnTx/>
                <a:uFillTx/>
                <a:latin typeface="+mn-lt"/>
                <a:ea typeface="+mn-ea"/>
                <a:cs typeface="楷体_GB2312"/>
              </a:rPr>
              <a:t>2</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mn-lt"/>
                <a:ea typeface="+mn-ea"/>
                <a:cs typeface="楷体_GB2312"/>
              </a:rPr>
              <a:t>);            READ(a</a:t>
            </a:r>
            <a:r>
              <a:rPr kumimoji="0" lang="en-US" altLang="zh-CN" sz="2000" b="1" i="0" u="none" strike="noStrike" kern="0" cap="none" spc="0" normalizeH="0" baseline="-30000" noProof="0" dirty="0">
                <a:ln>
                  <a:noFill/>
                </a:ln>
                <a:solidFill>
                  <a:srgbClr val="800000"/>
                </a:solidFill>
                <a:effectLst>
                  <a:outerShdw blurRad="38100" dist="38100" dir="2700000" algn="tl">
                    <a:srgbClr val="C0C0C0"/>
                  </a:outerShdw>
                </a:effectLst>
                <a:uLnTx/>
                <a:uFillTx/>
                <a:latin typeface="+mn-lt"/>
                <a:ea typeface="+mn-ea"/>
                <a:cs typeface="楷体_GB2312"/>
              </a:rPr>
              <a:t>2</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mn-lt"/>
                <a:ea typeface="+mn-ea"/>
                <a:cs typeface="楷体_GB2312"/>
              </a:rPr>
              <a:t>);</a:t>
            </a:r>
          </a:p>
          <a:p>
            <a:pPr marL="1143000" marR="0" lvl="2" indent="-228600" algn="l"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mn-lt"/>
                <a:ea typeface="+mn-ea"/>
                <a:cs typeface="楷体_GB2312"/>
              </a:rPr>
              <a:t>       ...                     DISPLAY(a</a:t>
            </a:r>
            <a:r>
              <a:rPr kumimoji="0" lang="en-US" altLang="zh-CN" sz="2000" b="1" i="0" u="none" strike="noStrike" kern="0" cap="none" spc="0" normalizeH="0" baseline="-30000" noProof="0" dirty="0">
                <a:ln>
                  <a:noFill/>
                </a:ln>
                <a:solidFill>
                  <a:srgbClr val="800000"/>
                </a:solidFill>
                <a:effectLst>
                  <a:outerShdw blurRad="38100" dist="38100" dir="2700000" algn="tl">
                    <a:srgbClr val="C0C0C0"/>
                  </a:outerShdw>
                </a:effectLst>
                <a:uLnTx/>
                <a:uFillTx/>
                <a:latin typeface="+mn-lt"/>
                <a:ea typeface="+mn-ea"/>
                <a:cs typeface="楷体_GB2312"/>
              </a:rPr>
              <a:t>1</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mn-lt"/>
                <a:ea typeface="+mn-ea"/>
                <a:cs typeface="楷体_GB2312"/>
              </a:rPr>
              <a:t>+a</a:t>
            </a:r>
            <a:r>
              <a:rPr kumimoji="0" lang="en-US" altLang="zh-CN" sz="2000" b="1" i="0" u="none" strike="noStrike" kern="0" cap="none" spc="0" normalizeH="0" baseline="-30000" noProof="0" dirty="0">
                <a:ln>
                  <a:noFill/>
                </a:ln>
                <a:solidFill>
                  <a:srgbClr val="800000"/>
                </a:solidFill>
                <a:effectLst>
                  <a:outerShdw blurRad="38100" dist="38100" dir="2700000" algn="tl">
                    <a:srgbClr val="C0C0C0"/>
                  </a:outerShdw>
                </a:effectLst>
                <a:uLnTx/>
                <a:uFillTx/>
                <a:latin typeface="+mn-lt"/>
                <a:ea typeface="+mn-ea"/>
                <a:cs typeface="楷体_GB2312"/>
              </a:rPr>
              <a:t>2</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mn-lt"/>
                <a:ea typeface="+mn-ea"/>
                <a:cs typeface="楷体_GB2312"/>
              </a:rPr>
              <a:t>)。</a:t>
            </a:r>
          </a:p>
          <a:p>
            <a:pPr marL="1143000" marR="0" lvl="2" indent="-228600" algn="l"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mn-lt"/>
                <a:ea typeface="+mn-ea"/>
                <a:cs typeface="楷体_GB2312"/>
              </a:rPr>
              <a:t>READ(a</a:t>
            </a:r>
            <a:r>
              <a:rPr kumimoji="0" lang="en-US" altLang="zh-CN" sz="2000" b="1" i="0" u="none" strike="noStrike" kern="0" cap="none" spc="0" normalizeH="0" baseline="-30000" noProof="0" dirty="0">
                <a:ln>
                  <a:noFill/>
                </a:ln>
                <a:solidFill>
                  <a:srgbClr val="800000"/>
                </a:solidFill>
                <a:effectLst>
                  <a:outerShdw blurRad="38100" dist="38100" dir="2700000" algn="tl">
                    <a:srgbClr val="C0C0C0"/>
                  </a:outerShdw>
                </a:effectLst>
                <a:uLnTx/>
                <a:uFillTx/>
                <a:latin typeface="+mn-lt"/>
                <a:ea typeface="+mn-ea"/>
                <a:cs typeface="楷体_GB2312"/>
              </a:rPr>
              <a:t>n</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mn-lt"/>
                <a:ea typeface="+mn-ea"/>
                <a:cs typeface="楷体_GB2312"/>
              </a:rPr>
              <a:t>);</a:t>
            </a:r>
          </a:p>
          <a:p>
            <a:pPr marL="1143000" marR="0" lvl="2" indent="-228600" algn="l" defTabSz="914400" rtl="0" eaLnBrk="0" fontAlgn="base" latinLnBrk="0" hangingPunct="0">
              <a:lnSpc>
                <a:spcPct val="90000"/>
              </a:lnSpc>
              <a:spcBef>
                <a:spcPct val="20000"/>
              </a:spcBef>
              <a:spcAft>
                <a:spcPct val="0"/>
              </a:spcAft>
              <a:buClrTx/>
              <a:buSzTx/>
              <a:buFontTx/>
              <a:buChar char="•"/>
              <a:defRPr/>
            </a:pPr>
            <a:r>
              <a:rPr kumimoji="0" lang="en-US" altLang="zh-CN"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mn-lt"/>
                <a:ea typeface="+mn-ea"/>
                <a:cs typeface="楷体_GB2312"/>
              </a:rPr>
              <a:t>WRITE(a</a:t>
            </a:r>
            <a:r>
              <a:rPr kumimoji="0" lang="en-US" altLang="zh-CN" sz="2000" b="1" i="0" u="none" strike="noStrike" kern="0" cap="none" spc="0" normalizeH="0" baseline="-30000" noProof="0" dirty="0">
                <a:ln>
                  <a:noFill/>
                </a:ln>
                <a:solidFill>
                  <a:srgbClr val="FF00FF"/>
                </a:solidFill>
                <a:effectLst>
                  <a:outerShdw blurRad="38100" dist="38100" dir="2700000" algn="tl">
                    <a:srgbClr val="C0C0C0"/>
                  </a:outerShdw>
                </a:effectLst>
                <a:uLnTx/>
                <a:uFillTx/>
                <a:latin typeface="+mn-lt"/>
                <a:ea typeface="+mn-ea"/>
                <a:cs typeface="楷体_GB2312"/>
              </a:rPr>
              <a:t>1</a:t>
            </a:r>
            <a:r>
              <a:rPr kumimoji="0" lang="en-US" altLang="zh-CN" sz="2000" b="1" i="0" u="none" strike="noStrike" kern="0" cap="none" spc="0" normalizeH="0" baseline="0" noProof="0" dirty="0">
                <a:ln>
                  <a:noFill/>
                </a:ln>
                <a:solidFill>
                  <a:srgbClr val="FF00FF"/>
                </a:solidFill>
                <a:effectLst>
                  <a:outerShdw blurRad="38100" dist="38100" dir="2700000" algn="tl">
                    <a:srgbClr val="C0C0C0"/>
                  </a:outerShdw>
                </a:effectLst>
                <a:uLnTx/>
                <a:uFillTx/>
                <a:latin typeface="+mn-lt"/>
                <a:ea typeface="+mn-ea"/>
                <a:cs typeface="楷体_GB2312"/>
              </a:rPr>
              <a:t>)</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mn-lt"/>
                <a:ea typeface="+mn-ea"/>
                <a:cs typeface="楷体_GB2312"/>
              </a:rPr>
              <a:t>。</a:t>
            </a:r>
          </a:p>
        </p:txBody>
      </p:sp>
      <p:sp>
        <p:nvSpPr>
          <p:cNvPr id="1132548" name="Rectangle 4"/>
          <p:cNvSpPr>
            <a:spLocks noChangeArrowheads="1"/>
          </p:cNvSpPr>
          <p:nvPr/>
        </p:nvSpPr>
        <p:spPr bwMode="auto">
          <a:xfrm>
            <a:off x="609600" y="3886200"/>
            <a:ext cx="79248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如果使用两段锁协议，</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11</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必须对</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加互斥锁。于是，</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11</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12</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的任何一种并发运行都实际上是串行运行。</a:t>
            </a:r>
          </a:p>
        </p:txBody>
      </p:sp>
      <p:sp>
        <p:nvSpPr>
          <p:cNvPr id="1132549" name="Rectangle 5"/>
          <p:cNvSpPr>
            <a:spLocks noChangeArrowheads="1"/>
          </p:cNvSpPr>
          <p:nvPr/>
        </p:nvSpPr>
        <p:spPr bwMode="auto">
          <a:xfrm>
            <a:off x="609600" y="4800600"/>
            <a:ext cx="79248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然而，</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11</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仅仅在最后执行</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WRITE(a</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操作时才需要</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上的互斥锁。如果</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11</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初始地对</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加以共享锁，当执行</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WRITE(a</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操作时再改为互斥锁，将会获得更高的并发性，</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11</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12</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可以并发地存取</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en-US" altLang="zh-CN" sz="2400" b="1" i="0" u="none" strike="noStrike" kern="120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endPar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32548"/>
                                        </p:tgtEl>
                                        <p:attrNameLst>
                                          <p:attrName>style.visibility</p:attrName>
                                        </p:attrNameLst>
                                      </p:cBhvr>
                                      <p:to>
                                        <p:strVal val="visible"/>
                                      </p:to>
                                    </p:set>
                                    <p:anim calcmode="lin" valueType="num">
                                      <p:cBhvr additive="base">
                                        <p:cTn id="7" dur="500" fill="hold"/>
                                        <p:tgtEl>
                                          <p:spTgt spid="1132548"/>
                                        </p:tgtEl>
                                        <p:attrNameLst>
                                          <p:attrName>ppt_x</p:attrName>
                                        </p:attrNameLst>
                                      </p:cBhvr>
                                      <p:tavLst>
                                        <p:tav tm="0">
                                          <p:val>
                                            <p:strVal val="#ppt_x"/>
                                          </p:val>
                                        </p:tav>
                                        <p:tav tm="100000">
                                          <p:val>
                                            <p:strVal val="#ppt_x"/>
                                          </p:val>
                                        </p:tav>
                                      </p:tavLst>
                                    </p:anim>
                                    <p:anim calcmode="lin" valueType="num">
                                      <p:cBhvr additive="base">
                                        <p:cTn id="8" dur="500" fill="hold"/>
                                        <p:tgtEl>
                                          <p:spTgt spid="113254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32549"/>
                                        </p:tgtEl>
                                        <p:attrNameLst>
                                          <p:attrName>style.visibility</p:attrName>
                                        </p:attrNameLst>
                                      </p:cBhvr>
                                      <p:to>
                                        <p:strVal val="visible"/>
                                      </p:to>
                                    </p:set>
                                    <p:anim calcmode="lin" valueType="num">
                                      <p:cBhvr additive="base">
                                        <p:cTn id="13" dur="500" fill="hold"/>
                                        <p:tgtEl>
                                          <p:spTgt spid="1132549"/>
                                        </p:tgtEl>
                                        <p:attrNameLst>
                                          <p:attrName>ppt_x</p:attrName>
                                        </p:attrNameLst>
                                      </p:cBhvr>
                                      <p:tavLst>
                                        <p:tav tm="0">
                                          <p:val>
                                            <p:strVal val="#ppt_x"/>
                                          </p:val>
                                        </p:tav>
                                        <p:tav tm="100000">
                                          <p:val>
                                            <p:strVal val="#ppt_x"/>
                                          </p:val>
                                        </p:tav>
                                      </p:tavLst>
                                    </p:anim>
                                    <p:anim calcmode="lin" valueType="num">
                                      <p:cBhvr additive="base">
                                        <p:cTn id="14" dur="500" fill="hold"/>
                                        <p:tgtEl>
                                          <p:spTgt spid="11325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2548" grpId="0"/>
      <p:bldP spid="1132549"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76FF357D-2FD5-4CEC-89BD-683AA12C39A2}"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C6D71876-160E-423C-8799-8C299089B504}"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57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134594"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两段锁并发控制协议</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sp>
        <p:nvSpPr>
          <p:cNvPr id="1134595" name="Rectangle 3"/>
          <p:cNvSpPr>
            <a:spLocks noGrp="1" noChangeArrowheads="1"/>
          </p:cNvSpPr>
          <p:nvPr>
            <p:ph idx="1"/>
          </p:nvPr>
        </p:nvSpPr>
        <p:spPr>
          <a:xfrm>
            <a:off x="228600" y="1219200"/>
            <a:ext cx="4343400" cy="5334000"/>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40000"/>
              </a:spcBef>
              <a:spcAft>
                <a:spcPct val="0"/>
              </a:spcAft>
              <a:buClrTx/>
              <a:buSzTx/>
              <a:buFontTx/>
              <a:buChar char="•"/>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从上例可以看到，可以进一步改善两段锁协议。</a:t>
            </a:r>
          </a:p>
          <a:p>
            <a:pPr marL="742950" marR="0" lvl="1" indent="-285750" algn="just" defTabSz="914400" rtl="0" eaLnBrk="0" fontAlgn="base" latinLnBrk="0" hangingPunct="0">
              <a:lnSpc>
                <a:spcPct val="100000"/>
              </a:lnSpc>
              <a:spcBef>
                <a:spcPct val="40000"/>
              </a:spcBef>
              <a:spcAft>
                <a:spcPct val="0"/>
              </a:spcAft>
              <a:buClrTx/>
              <a:buSzTx/>
              <a:buFontTx/>
              <a:buChar char="–"/>
              <a:defRPr/>
            </a:pPr>
            <a:r>
              <a:rPr kumimoji="0" lang="zh-CN" altLang="en-US" sz="22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用</a:t>
            </a:r>
            <a:r>
              <a:rPr kumimoji="0" lang="en-US" altLang="zh-CN" sz="22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UPGRADE</a:t>
            </a:r>
            <a:r>
              <a:rPr kumimoji="0" lang="zh-CN" altLang="en-US" sz="22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表示共享锁到互斥锁转换的操作，</a:t>
            </a:r>
          </a:p>
          <a:p>
            <a:pPr marL="742950" marR="0" lvl="1" indent="-285750" algn="just" defTabSz="914400" rtl="0" eaLnBrk="0" fontAlgn="base" latinLnBrk="0" hangingPunct="0">
              <a:lnSpc>
                <a:spcPct val="100000"/>
              </a:lnSpc>
              <a:spcBef>
                <a:spcPct val="40000"/>
              </a:spcBef>
              <a:spcAft>
                <a:spcPct val="0"/>
              </a:spcAft>
              <a:buClrTx/>
              <a:buSzTx/>
              <a:buFontTx/>
              <a:buChar char="–"/>
              <a:defRPr/>
            </a:pPr>
            <a:r>
              <a:rPr kumimoji="0" lang="zh-CN" altLang="en-US" sz="22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用</a:t>
            </a:r>
            <a:r>
              <a:rPr kumimoji="0" lang="en-US" altLang="zh-CN" sz="22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DOWNGRADE</a:t>
            </a:r>
            <a:r>
              <a:rPr kumimoji="0" lang="zh-CN" altLang="en-US" sz="22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表示互斥锁到共享锁转换操作。</a:t>
            </a:r>
          </a:p>
          <a:p>
            <a:pPr marL="742950" marR="0" lvl="1" indent="-285750" algn="just" defTabSz="914400" rtl="0" eaLnBrk="0" fontAlgn="base" latinLnBrk="0" hangingPunct="0">
              <a:lnSpc>
                <a:spcPct val="100000"/>
              </a:lnSpc>
              <a:spcBef>
                <a:spcPct val="40000"/>
              </a:spcBef>
              <a:spcAft>
                <a:spcPct val="0"/>
              </a:spcAft>
              <a:buClrTx/>
              <a:buSzTx/>
              <a:buFontTx/>
              <a:buChar char="–"/>
              <a:defRPr/>
            </a:pPr>
            <a:r>
              <a:rPr kumimoji="0" lang="zh-CN" altLang="en-US" sz="22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锁转换操作不可以随便乱用。</a:t>
            </a:r>
            <a:r>
              <a:rPr kumimoji="0" lang="en-US" altLang="zh-CN" sz="2200" b="1" i="0" u="none" strike="noStrike" kern="0" cap="none" spc="0" normalizeH="0" baseline="0" noProof="0" dirty="0">
                <a:ln>
                  <a:noFill/>
                </a:ln>
                <a:solidFill>
                  <a:srgbClr val="33CC33"/>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UPGRADE</a:t>
            </a:r>
            <a:r>
              <a:rPr kumimoji="0" lang="zh-CN" altLang="en-US" sz="2200" b="1" i="0" u="none" strike="noStrike" kern="0" cap="none" spc="0" normalizeH="0" baseline="0" noProof="0" dirty="0">
                <a:ln>
                  <a:noFill/>
                </a:ln>
                <a:solidFill>
                  <a:srgbClr val="33CC33"/>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只能在加锁阶段使用，</a:t>
            </a:r>
            <a:r>
              <a:rPr kumimoji="0" lang="en-US" altLang="zh-CN" sz="2200" b="1" i="0" u="none" strike="noStrike" kern="0" cap="none" spc="0" normalizeH="0" baseline="0" noProof="0" dirty="0">
                <a:ln>
                  <a:noFill/>
                </a:ln>
                <a:solidFill>
                  <a:srgbClr val="33CC33"/>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DOWNGRADE</a:t>
            </a:r>
            <a:r>
              <a:rPr kumimoji="0" lang="zh-CN" altLang="en-US" sz="2200" b="1" i="0" u="none" strike="noStrike" kern="0" cap="none" spc="0" normalizeH="0" baseline="0" noProof="0" dirty="0">
                <a:ln>
                  <a:noFill/>
                </a:ln>
                <a:solidFill>
                  <a:srgbClr val="33CC33"/>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只能在解锁阶段使用</a:t>
            </a:r>
            <a:r>
              <a:rPr kumimoji="0" lang="zh-CN" altLang="en-US" sz="22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just" defTabSz="914400" rtl="0" eaLnBrk="0" fontAlgn="base" latinLnBrk="0" hangingPunct="0">
              <a:lnSpc>
                <a:spcPct val="100000"/>
              </a:lnSpc>
              <a:spcBef>
                <a:spcPct val="40000"/>
              </a:spcBef>
              <a:spcAft>
                <a:spcPct val="0"/>
              </a:spcAft>
              <a:buClrTx/>
              <a:buSzTx/>
              <a:buFontTx/>
              <a:buChar char="–"/>
              <a:defRPr/>
            </a:pPr>
            <a:r>
              <a:rPr kumimoji="0" lang="zh-CN" altLang="en-US" sz="22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事务</a:t>
            </a:r>
            <a:r>
              <a:rPr kumimoji="0" lang="en-US" altLang="zh-CN" sz="22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200" b="1" i="0" u="none" strike="noStrike" kern="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11</a:t>
            </a:r>
            <a:r>
              <a:rPr kumimoji="0" lang="zh-CN" altLang="en-US" sz="22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2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200" b="1" i="0" u="none" strike="noStrike" kern="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12</a:t>
            </a:r>
            <a:r>
              <a:rPr kumimoji="0" lang="zh-CN" altLang="en-US" sz="22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可以在改善的两段锁协议下并发运行。 </a:t>
            </a:r>
          </a:p>
        </p:txBody>
      </p:sp>
      <p:graphicFrame>
        <p:nvGraphicFramePr>
          <p:cNvPr id="1134596" name="Object 4"/>
          <p:cNvGraphicFramePr>
            <a:graphicFrameLocks noChangeAspect="1"/>
          </p:cNvGraphicFramePr>
          <p:nvPr/>
        </p:nvGraphicFramePr>
        <p:xfrm>
          <a:off x="5105400" y="1828800"/>
          <a:ext cx="3830638" cy="4297363"/>
        </p:xfrm>
        <a:graphic>
          <a:graphicData uri="http://schemas.openxmlformats.org/presentationml/2006/ole">
            <mc:AlternateContent xmlns:mc="http://schemas.openxmlformats.org/markup-compatibility/2006">
              <mc:Choice xmlns:v="urn:schemas-microsoft-com:vml" Requires="v">
                <p:oleObj spid="_x0000_s8194" r:id="rId4" imgW="3429000" imgH="3752850" progId="Paint.Picture">
                  <p:embed/>
                </p:oleObj>
              </mc:Choice>
              <mc:Fallback>
                <p:oleObj r:id="rId4" imgW="3429000" imgH="3752850" progId="Paint.Picture">
                  <p:embed/>
                  <p:pic>
                    <p:nvPicPr>
                      <p:cNvPr id="0" name="图片 3081"/>
                      <p:cNvPicPr/>
                      <p:nvPr/>
                    </p:nvPicPr>
                    <p:blipFill>
                      <a:blip r:embed="rId5"/>
                      <a:stretch>
                        <a:fillRect/>
                      </a:stretch>
                    </p:blipFill>
                    <p:spPr>
                      <a:xfrm>
                        <a:off x="5105400" y="1828800"/>
                        <a:ext cx="3830638" cy="429736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1345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5788A063-2BAF-4E3B-9D5B-FCBFFB74F7FD}"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47491633-BEDE-457C-89B5-393513B88718}"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58</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144834"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两段锁并发控制协议</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endParaRPr>
          </a:p>
        </p:txBody>
      </p:sp>
      <p:sp>
        <p:nvSpPr>
          <p:cNvPr id="1144836" name="Rectangle 4"/>
          <p:cNvSpPr>
            <a:spLocks noGrp="1" noChangeArrowheads="1"/>
          </p:cNvSpPr>
          <p:nvPr>
            <p:ph idx="1"/>
          </p:nvPr>
        </p:nvSpPr>
        <p:spPr>
          <a:xfrm>
            <a:off x="381000" y="1600200"/>
            <a:ext cx="8382000" cy="4526280"/>
          </a:xfrm>
        </p:spPr>
        <p:txBody>
          <a:bodyPr vert="horz" wrap="square" lIns="91440" tIns="45720" rIns="91440" bIns="45720" numCol="1" anchor="t" anchorCtr="0" compatLnSpc="1"/>
          <a:lstStyle/>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改善的两段锁协议：</a:t>
            </a:r>
          </a:p>
          <a:p>
            <a:pPr marL="742950" marR="0" lvl="1" indent="-285750" algn="l"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当事务</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提交一个</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READ(Q)</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操作时，系统先执行</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LOCK-S(Q)</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操作，然后再执行</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READ(Q)</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操作。</a:t>
            </a:r>
          </a:p>
          <a:p>
            <a:pPr marL="742950" marR="0" lvl="1" indent="-285750" algn="l"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当事务</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提交一个</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WRITE(Q)</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操作时，系统检查</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是否已持有</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上的一个共享锁。如果是这样，系统先执行</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UPGRADE(Q)</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操作，然后再执行</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WRITE(Q)</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操作；否则，系统先执行</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LOCK-X(Q)</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操作，然后再执行</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WRITE(Q)</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操作。</a:t>
            </a:r>
          </a:p>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可以证明，</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任何一个满足两段锁协议的合理调度都是冲突可串行的</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。但是，</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并非每组具有冲突可串行调度的事务都有一个满足两段锁协议的调度</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并发控制协议</a:t>
            </a: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基于锁的协议</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基于时间戳的协议</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多版本机制</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快照隔离</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等等</a:t>
            </a:r>
            <a:r>
              <a:rPr kumimoji="0" lang="en-US" altLang="zh-CN"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92FCE720-0681-467C-BBF9-5C4518CC3D3B}"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59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基于时间戳的并发控制协议</a:t>
            </a:r>
          </a:p>
        </p:txBody>
      </p:sp>
      <p:sp>
        <p:nvSpPr>
          <p:cNvPr id="3" name="内容占位符 2"/>
          <p:cNvSpPr>
            <a:spLocks noGrp="1"/>
          </p:cNvSpPr>
          <p:nvPr>
            <p:ph idx="1"/>
          </p:nvPr>
        </p:nvSpPr>
        <p:spPr>
          <a:xfrm>
            <a:off x="179388" y="1268413"/>
            <a:ext cx="8583613"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另一种决定事务可串行化次序的方法是事先选定事务的次序，最常见的方法是</a:t>
            </a:r>
            <a:r>
              <a:rPr kumimoji="0" lang="zh-CN" altLang="en-US"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时间戳排序机制</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对于系统中每个事务</a:t>
            </a:r>
            <a:r>
              <a:rPr kumimoji="0" lang="en-US" altLang="zh-CN" sz="3200" b="1" i="1"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3200" b="1" i="1" u="none" strike="noStrike" kern="0" cap="none" spc="0" normalizeH="0" baseline="-25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，我们把一个唯一的固定时间戳和它联系起来，记为</a:t>
            </a:r>
            <a:r>
              <a:rPr kumimoji="0" lang="en-US" altLang="zh-CN" sz="3200" b="1" i="1"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TS</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3200" b="1" i="1"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3200" b="1" i="1" u="none" strike="noStrike" kern="0" cap="none" spc="0" normalizeH="0" baseline="-25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系统时钟</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逻辑计数器</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如有一新事物</a:t>
            </a:r>
            <a:r>
              <a:rPr kumimoji="0" lang="en-US" altLang="zh-CN" sz="3200" b="1" i="1" u="none" strike="noStrike" kern="0" cap="none" spc="0" normalizeH="0" baseline="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3200" b="1" i="1" u="none" strike="noStrike" kern="0" cap="none" spc="0" normalizeH="0" baseline="-2500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j</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进入系统，则</a:t>
            </a:r>
            <a:r>
              <a:rPr kumimoji="0" lang="en-US" altLang="zh-CN" sz="3200" b="1" i="1"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TS</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3200" b="1" i="1"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3200" b="1" i="1" u="none" strike="noStrike" kern="0" cap="none" spc="0" normalizeH="0" baseline="-25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3200" b="1" i="1"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&lt;TS</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3200" b="1" i="1" u="none" strike="noStrike" kern="0" cap="none" spc="0" normalizeH="0" baseline="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3200" b="1" i="1" u="none" strike="noStrike" kern="0" cap="none" spc="0" normalizeH="0" baseline="-25000" noProof="0" dirty="0" err="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j</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0AFDCF2D-EE51-4187-A797-C98D9A2F3A06}"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60</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基于时间戳的并发控制协议</a:t>
            </a:r>
          </a:p>
        </p:txBody>
      </p:sp>
      <p:sp>
        <p:nvSpPr>
          <p:cNvPr id="3" name="内容占位符 2"/>
          <p:cNvSpPr>
            <a:spLocks noGrp="1"/>
          </p:cNvSpPr>
          <p:nvPr>
            <p:ph idx="1"/>
          </p:nvPr>
        </p:nvSpPr>
        <p:spPr>
          <a:xfrm>
            <a:off x="179388" y="1268413"/>
            <a:ext cx="8785225"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事务时间戳决定了</a:t>
            </a:r>
            <a:r>
              <a:rPr kumimoji="0" lang="zh-CN" altLang="en-US"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串行化顺序</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即若</a:t>
            </a: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TS</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800" b="1" i="1"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&lt;TS</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1" u="none" strike="noStrike" kern="0" cap="none" spc="0" normalizeH="0" baseline="0" noProof="0" dirty="0" err="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800" b="1" i="1" u="none" strike="noStrike" kern="0" cap="none" spc="0" normalizeH="0" baseline="-25000" noProof="0" dirty="0" err="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j</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，则系统必须保证所产生的调度等价于事务</a:t>
            </a: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800" b="1" i="1"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出现在事务</a:t>
            </a:r>
            <a:r>
              <a:rPr kumimoji="0" lang="en-US" altLang="zh-CN" sz="2800" b="1" i="1" u="none" strike="noStrike" kern="0" cap="none" spc="0" normalizeH="0" baseline="0" noProof="0" dirty="0" err="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800" b="1" i="1" u="none" strike="noStrike" kern="0" cap="none" spc="0" normalizeH="0" baseline="-25000" noProof="0" dirty="0" err="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j</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之前的某个串行调度</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每个数据项</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Q</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需要与两个时间戳值关联</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W-timestamp(Q):</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表示成功执行</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write(Q)</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的所有事务的最大时间戳</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R-timestamp(Q):</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表示成功执行</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read(Q)</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的所有事务的最大时间戳</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DE027460-C066-4063-8CB0-D26E9129C4AA}"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61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charRg st="70" end="8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charRg st="88" end="12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charRg st="129" end="16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基于时间戳的并发控制协议</a:t>
            </a:r>
          </a:p>
        </p:txBody>
      </p:sp>
      <p:sp>
        <p:nvSpPr>
          <p:cNvPr id="3" name="内容占位符 2"/>
          <p:cNvSpPr>
            <a:spLocks noGrp="1"/>
          </p:cNvSpPr>
          <p:nvPr>
            <p:ph idx="1"/>
          </p:nvPr>
        </p:nvSpPr>
        <p:spPr>
          <a:xfrm>
            <a:off x="179388" y="1341438"/>
            <a:ext cx="8929688"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时间戳排序协议</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(1)</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假设事务</a:t>
            </a: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2800" b="1" i="1"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发出</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read(Q)</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若</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TS</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2400" b="1" i="1"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)&lt;W-timestamp(Q)</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，则</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2400" b="1" i="1"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需要读入的</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Q</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值已被覆盖。因此</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read</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操作被拒绝，</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2400" b="1" i="1"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回滚</a:t>
            </a: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若</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TS</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1"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)&gt;=W-timestamp(Q)</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，则执行</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read</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操作，</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R-timestamp(Q)</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被设置为</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max(</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TS</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1"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R-timestamp(Q))</a:t>
            </a:r>
          </a:p>
          <a:p>
            <a:pPr marL="914400" marR="0" lvl="2" indent="0" algn="l" defTabSz="914400" rtl="0" eaLnBrk="0" fontAlgn="base" latinLnBrk="0" hangingPunct="0">
              <a:lnSpc>
                <a:spcPct val="100000"/>
              </a:lnSpc>
              <a:spcBef>
                <a:spcPct val="20000"/>
              </a:spcBef>
              <a:spcAft>
                <a:spcPct val="0"/>
              </a:spcAft>
              <a:buClrTx/>
              <a:buSzTx/>
              <a:buFontTx/>
              <a:buNone/>
              <a:defRPr/>
            </a:pP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B51C7E9A-6D5D-4165-A7D5-7409FAC43B28}"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62</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基于时间戳的并发控制协议</a:t>
            </a:r>
          </a:p>
        </p:txBody>
      </p:sp>
      <p:sp>
        <p:nvSpPr>
          <p:cNvPr id="3" name="内容占位符 2"/>
          <p:cNvSpPr>
            <a:spLocks noGrp="1"/>
          </p:cNvSpPr>
          <p:nvPr>
            <p:ph idx="1"/>
          </p:nvPr>
        </p:nvSpPr>
        <p:spPr>
          <a:xfrm>
            <a:off x="214313" y="1268413"/>
            <a:ext cx="8605838"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时间戳排序协议</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续</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假设事务</a:t>
            </a: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800" b="1" i="1"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发出</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write(Q)</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若</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TS</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1"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)&lt;R-timestamp(Q)</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，则</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1"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产生的</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值是先前所需要的值，且系统已假定该值不会产生。因此</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write</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操作被拒绝，</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1"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回滚</a:t>
            </a: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若</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TS</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1"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)&lt;W-timestamp(Q)</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，则</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1"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试图写入的</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值已过时。因此</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write</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操作被拒绝，</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1"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回滚</a:t>
            </a: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其他情况，则执行</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write</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操作，</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W-timestamp(Q)</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被设置为</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TS</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1"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1143000" marR="0" lvl="2" indent="-228600" algn="l" defTabSz="914400" rtl="0" eaLnBrk="0" fontAlgn="base" latinLnBrk="0" hangingPunct="0">
              <a:lnSpc>
                <a:spcPct val="100000"/>
              </a:lnSpc>
              <a:spcBef>
                <a:spcPct val="20000"/>
              </a:spcBef>
              <a:spcAft>
                <a:spcPct val="0"/>
              </a:spcAft>
              <a:buClrTx/>
              <a:buSzTx/>
              <a:buFontTx/>
              <a:buChar char="•"/>
              <a:defRPr/>
            </a:pP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073652C2-CB39-4937-AE7B-412CFFA8DF1F}"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63</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基于时间戳的并发控制协议</a:t>
            </a:r>
          </a:p>
        </p:txBody>
      </p:sp>
      <p:sp>
        <p:nvSpPr>
          <p:cNvPr id="3" name="内容占位符 2"/>
          <p:cNvSpPr>
            <a:spLocks noGrp="1"/>
          </p:cNvSpPr>
          <p:nvPr>
            <p:ph idx="1"/>
          </p:nvPr>
        </p:nvSpPr>
        <p:spPr>
          <a:xfrm>
            <a:off x="214313" y="1268413"/>
            <a:ext cx="536575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时间戳排序协议</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优点</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保证冲突可串行化</a:t>
            </a: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保证无死锁</a:t>
            </a: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缺点</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一系列冲突的短事务可能引起长事务反复重启，导致长事务饿死</a:t>
            </a: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可能产生不可恢复的调度</a:t>
            </a: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914400" marR="0" lvl="2" indent="0" algn="l" defTabSz="914400" rtl="0" eaLnBrk="0" fontAlgn="base" latinLnBrk="0" hangingPunct="0">
              <a:lnSpc>
                <a:spcPct val="100000"/>
              </a:lnSpc>
              <a:spcBef>
                <a:spcPct val="20000"/>
              </a:spcBef>
              <a:spcAft>
                <a:spcPct val="0"/>
              </a:spcAft>
              <a:buClrTx/>
              <a:buSzTx/>
              <a:buFontTx/>
              <a:buNone/>
              <a:defRPr/>
            </a:pP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88123CC8-DC3D-4D90-B070-31A62876C212}"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64</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pic>
        <p:nvPicPr>
          <p:cNvPr id="109574" name="图片 6"/>
          <p:cNvPicPr>
            <a:picLocks noChangeAspect="1"/>
          </p:cNvPicPr>
          <p:nvPr/>
        </p:nvPicPr>
        <p:blipFill>
          <a:blip r:embed="rId2"/>
          <a:stretch>
            <a:fillRect/>
          </a:stretch>
        </p:blipFill>
        <p:spPr>
          <a:xfrm>
            <a:off x="6115050" y="1771650"/>
            <a:ext cx="2647950" cy="2924175"/>
          </a:xfrm>
          <a:prstGeom prst="rect">
            <a:avLst/>
          </a:prstGeom>
          <a:noFill/>
          <a:ln w="9525">
            <a:noFill/>
          </a:ln>
        </p:spPr>
      </p:pic>
      <p:sp>
        <p:nvSpPr>
          <p:cNvPr id="109575" name="文本框 7"/>
          <p:cNvSpPr txBox="1"/>
          <p:nvPr/>
        </p:nvSpPr>
        <p:spPr>
          <a:xfrm>
            <a:off x="6084888" y="4695825"/>
            <a:ext cx="2765425" cy="400050"/>
          </a:xfrm>
          <a:prstGeom prst="rect">
            <a:avLst/>
          </a:prstGeom>
          <a:noFill/>
          <a:ln w="9525">
            <a:noFill/>
          </a:ln>
        </p:spPr>
        <p:txBody>
          <a:bodyPr wrap="none" anchor="t" anchorCtr="0">
            <a:spAutoFit/>
          </a:bodyPr>
          <a:lstStyle/>
          <a:p>
            <a:pPr eaLnBrk="0" hangingPunct="0"/>
            <a:r>
              <a:rPr lang="zh-CN" altLang="en-US" dirty="0">
                <a:latin typeface="华文新魏" panose="02010800040101010101" pitchFamily="2" charset="-122"/>
                <a:ea typeface="华文新魏" panose="02010800040101010101" pitchFamily="2" charset="-122"/>
              </a:rPr>
              <a:t>满足时间戳协议的调度</a:t>
            </a:r>
          </a:p>
        </p:txBody>
      </p:sp>
      <p:sp>
        <p:nvSpPr>
          <p:cNvPr id="9" name="文本框 8"/>
          <p:cNvSpPr txBox="1"/>
          <p:nvPr/>
        </p:nvSpPr>
        <p:spPr>
          <a:xfrm>
            <a:off x="866775" y="5549900"/>
            <a:ext cx="7956550" cy="1249363"/>
          </a:xfrm>
          <a:prstGeom prst="rect">
            <a:avLst/>
          </a:prstGeom>
          <a:noFill/>
        </p:spPr>
        <p:txBody>
          <a:bodyPr>
            <a:spAutoFit/>
          </a:bodyPr>
          <a:lstStyle/>
          <a:p>
            <a:pPr marL="0" marR="0" lvl="3"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如果事务</a:t>
            </a:r>
            <a:r>
              <a:rPr kumimoji="0" lang="en-US" altLang="zh-CN" sz="1800" b="0" i="1"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T</a:t>
            </a:r>
            <a:r>
              <a:rPr kumimoji="0" lang="en-US" altLang="zh-CN" sz="1800" b="0" i="1" u="none" strike="noStrike" kern="1200" cap="none" spc="0" normalizeH="0" baseline="-25000" noProof="0" dirty="0">
                <a:ln>
                  <a:noFill/>
                </a:ln>
                <a:solidFill>
                  <a:schemeClr val="tx1"/>
                </a:solidFill>
                <a:effectLst/>
                <a:uLnTx/>
                <a:uFillTx/>
                <a:latin typeface="楷体_GB2312" pitchFamily="49" charset="-122"/>
                <a:ea typeface="楷体_GB2312" pitchFamily="49" charset="-122"/>
                <a:cs typeface="+mn-cs"/>
              </a:rPr>
              <a:t>i</a:t>
            </a:r>
            <a:r>
              <a:rPr kumimoji="0" lang="zh-CN" altLang="en-US" sz="18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失败了，除了需将事务</a:t>
            </a:r>
            <a:r>
              <a:rPr kumimoji="0" lang="en-US" altLang="zh-CN" sz="1800" b="0" i="1"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T</a:t>
            </a:r>
            <a:r>
              <a:rPr kumimoji="0" lang="en-US" altLang="zh-CN" sz="1800" b="0" i="1" u="none" strike="noStrike" kern="1200" cap="none" spc="0" normalizeH="0" baseline="-25000" noProof="0" dirty="0">
                <a:ln>
                  <a:noFill/>
                </a:ln>
                <a:solidFill>
                  <a:schemeClr val="tx1"/>
                </a:solidFill>
                <a:effectLst/>
                <a:uLnTx/>
                <a:uFillTx/>
                <a:latin typeface="楷体_GB2312" pitchFamily="49" charset="-122"/>
                <a:ea typeface="楷体_GB2312" pitchFamily="49" charset="-122"/>
                <a:cs typeface="+mn-cs"/>
              </a:rPr>
              <a:t>i</a:t>
            </a:r>
            <a:r>
              <a:rPr kumimoji="0" lang="zh-CN" altLang="en-US" sz="18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回滚外，同时必须确保那些依赖于</a:t>
            </a:r>
            <a:r>
              <a:rPr kumimoji="0" lang="en-US" altLang="zh-CN" sz="18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T</a:t>
            </a:r>
            <a:r>
              <a:rPr kumimoji="0" lang="en-US" altLang="zh-CN" sz="1800" b="0" i="0" u="none" strike="noStrike" kern="1200" cap="none" spc="0" normalizeH="0" baseline="-25000" noProof="0" dirty="0">
                <a:ln>
                  <a:noFill/>
                </a:ln>
                <a:solidFill>
                  <a:schemeClr val="tx1"/>
                </a:solidFill>
                <a:effectLst/>
                <a:uLnTx/>
                <a:uFillTx/>
                <a:latin typeface="楷体_GB2312" pitchFamily="49" charset="-122"/>
                <a:ea typeface="楷体_GB2312" pitchFamily="49" charset="-122"/>
                <a:cs typeface="+mn-cs"/>
              </a:rPr>
              <a:t>i</a:t>
            </a:r>
            <a:r>
              <a:rPr kumimoji="0" lang="zh-CN" altLang="en-US" sz="18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的任何事务</a:t>
            </a:r>
            <a:r>
              <a:rPr kumimoji="0" lang="en-US" altLang="zh-CN" sz="1800" b="0" i="1" u="none" strike="noStrike" kern="1200" cap="none" spc="0" normalizeH="0" baseline="0" noProof="0" dirty="0" err="1">
                <a:ln>
                  <a:noFill/>
                </a:ln>
                <a:solidFill>
                  <a:schemeClr val="tx1"/>
                </a:solidFill>
                <a:effectLst/>
                <a:uLnTx/>
                <a:uFillTx/>
                <a:latin typeface="楷体_GB2312" pitchFamily="49" charset="-122"/>
                <a:ea typeface="楷体_GB2312" pitchFamily="49" charset="-122"/>
                <a:cs typeface="+mn-cs"/>
              </a:rPr>
              <a:t>T</a:t>
            </a:r>
            <a:r>
              <a:rPr kumimoji="0" lang="en-US" altLang="zh-CN" sz="1800" b="0" i="1" u="none" strike="noStrike" kern="1200" cap="none" spc="0" normalizeH="0" baseline="-25000" noProof="0" dirty="0" err="1">
                <a:ln>
                  <a:noFill/>
                </a:ln>
                <a:solidFill>
                  <a:schemeClr val="tx1"/>
                </a:solidFill>
                <a:effectLst/>
                <a:uLnTx/>
                <a:uFillTx/>
                <a:latin typeface="楷体_GB2312" pitchFamily="49" charset="-122"/>
                <a:ea typeface="楷体_GB2312" pitchFamily="49" charset="-122"/>
                <a:cs typeface="+mn-cs"/>
              </a:rPr>
              <a:t>j</a:t>
            </a:r>
            <a:r>
              <a:rPr kumimoji="0" lang="en-US" altLang="zh-CN" sz="18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a:t>
            </a:r>
            <a:r>
              <a:rPr kumimoji="0" lang="zh-CN" altLang="en-US" sz="18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即</a:t>
            </a:r>
            <a:r>
              <a:rPr kumimoji="0" lang="en-US" altLang="zh-CN" sz="1800" b="0" i="1" u="none" strike="noStrike" kern="1200" cap="none" spc="0" normalizeH="0" baseline="0" noProof="0" dirty="0" err="1">
                <a:ln>
                  <a:noFill/>
                </a:ln>
                <a:solidFill>
                  <a:schemeClr val="tx1"/>
                </a:solidFill>
                <a:effectLst/>
                <a:uLnTx/>
                <a:uFillTx/>
                <a:latin typeface="楷体_GB2312" pitchFamily="49" charset="-122"/>
                <a:ea typeface="楷体_GB2312" pitchFamily="49" charset="-122"/>
                <a:cs typeface="+mn-cs"/>
              </a:rPr>
              <a:t>T</a:t>
            </a:r>
            <a:r>
              <a:rPr kumimoji="0" lang="en-US" altLang="zh-CN" sz="1800" b="0" i="1" u="none" strike="noStrike" kern="1200" cap="none" spc="0" normalizeH="0" baseline="-25000" noProof="0" dirty="0" err="1">
                <a:ln>
                  <a:noFill/>
                </a:ln>
                <a:solidFill>
                  <a:schemeClr val="tx1"/>
                </a:solidFill>
                <a:effectLst/>
                <a:uLnTx/>
                <a:uFillTx/>
                <a:latin typeface="楷体_GB2312" pitchFamily="49" charset="-122"/>
                <a:ea typeface="楷体_GB2312" pitchFamily="49" charset="-122"/>
                <a:cs typeface="+mn-cs"/>
              </a:rPr>
              <a:t>j</a:t>
            </a:r>
            <a:r>
              <a:rPr kumimoji="0" lang="zh-CN" altLang="en-US" sz="18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读取了由</a:t>
            </a:r>
            <a:r>
              <a:rPr kumimoji="0" lang="en-US" altLang="zh-CN" sz="1800" b="0" i="1"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T</a:t>
            </a:r>
            <a:r>
              <a:rPr kumimoji="0" lang="en-US" altLang="zh-CN" sz="1800" b="0" i="1" u="none" strike="noStrike" kern="1200" cap="none" spc="0" normalizeH="0" baseline="-25000" noProof="0" dirty="0">
                <a:ln>
                  <a:noFill/>
                </a:ln>
                <a:solidFill>
                  <a:schemeClr val="tx1"/>
                </a:solidFill>
                <a:effectLst/>
                <a:uLnTx/>
                <a:uFillTx/>
                <a:latin typeface="楷体_GB2312" pitchFamily="49" charset="-122"/>
                <a:ea typeface="楷体_GB2312" pitchFamily="49" charset="-122"/>
                <a:cs typeface="+mn-cs"/>
              </a:rPr>
              <a:t>i</a:t>
            </a:r>
            <a:r>
              <a:rPr kumimoji="0" lang="zh-CN" altLang="en-US" sz="18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所写的数据</a:t>
            </a:r>
            <a:r>
              <a:rPr kumimoji="0" lang="en-US" altLang="zh-CN" sz="18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a:t>
            </a:r>
            <a:r>
              <a:rPr kumimoji="0" lang="zh-CN" altLang="en-US" sz="18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也必须同时回滚</a:t>
            </a:r>
            <a:r>
              <a:rPr kumimoji="0" lang="en-US" altLang="zh-CN" sz="18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a:t>
            </a:r>
            <a:r>
              <a:rPr kumimoji="0" lang="zh-CN" altLang="en-US" sz="18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级联回滚</a:t>
            </a:r>
            <a:r>
              <a:rPr kumimoji="0" lang="en-US" altLang="zh-CN" sz="18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a:t>
            </a:r>
          </a:p>
          <a:p>
            <a:pPr marL="0" marR="0" lvl="3" indent="0" algn="l" defTabSz="914400" rtl="0" eaLnBrk="0" fontAlgn="base" latinLnBrk="0" hangingPunct="0">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楷体_GB2312" pitchFamily="49" charset="-122"/>
                <a:ea typeface="楷体_GB2312" pitchFamily="49" charset="-122"/>
                <a:cs typeface="+mn-cs"/>
              </a:rPr>
              <a:t>——</a:t>
            </a:r>
            <a:r>
              <a:rPr kumimoji="0" lang="zh-CN" altLang="en-US" sz="20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楷体_GB2312" pitchFamily="49" charset="-122"/>
                <a:ea typeface="楷体_GB2312" pitchFamily="49" charset="-122"/>
                <a:cs typeface="+mn-cs"/>
              </a:rPr>
              <a:t>可恢复的调度</a:t>
            </a:r>
            <a:endParaRPr kumimoji="0" lang="en-US" altLang="zh-CN" sz="20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华文新魏" panose="02010800040101010101" pitchFamily="2" charset="-122"/>
              <a:ea typeface="华文新魏" panose="02010800040101010101" pitchFamily="2" charset="-122"/>
              <a:cs typeface="+mn-cs"/>
            </a:endParaRPr>
          </a:p>
          <a:p>
            <a:pPr marR="0" defTabSz="914400" eaLnBrk="0" hangingPunct="0">
              <a:buClrTx/>
              <a:buSzTx/>
              <a:buFontTx/>
              <a:defRPr/>
            </a:pPr>
            <a:endParaRPr kumimoji="0" lang="zh-CN" altLang="en-US" kern="1200" cap="none" spc="0" normalizeH="0" baseline="0" noProof="0" dirty="0">
              <a:latin typeface="楷体_GB2312" pitchFamily="49" charset="-122"/>
              <a:ea typeface="楷体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500" fill="hold"/>
                                        <p:tgtEl>
                                          <p:spTgt spid="9"/>
                                        </p:tgtEl>
                                        <p:attrNameLst>
                                          <p:attrName>ppt_x</p:attrName>
                                        </p:attrNameLst>
                                      </p:cBhvr>
                                      <p:tavLst>
                                        <p:tav tm="0">
                                          <p:val>
                                            <p:strVal val="#ppt_x"/>
                                          </p:val>
                                        </p:tav>
                                        <p:tav tm="100000">
                                          <p:val>
                                            <p:strVal val="#ppt_x"/>
                                          </p:val>
                                        </p:tav>
                                      </p:tavLst>
                                    </p:anim>
                                    <p:anim calcmode="lin" valueType="num">
                                      <p:cBhvr additive="base">
                                        <p:cTn id="27"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基于时间戳的并发控制协议</a:t>
            </a:r>
          </a:p>
        </p:txBody>
      </p:sp>
      <p:sp>
        <p:nvSpPr>
          <p:cNvPr id="3" name="内容占位符 2"/>
          <p:cNvSpPr>
            <a:spLocks noGrp="1"/>
          </p:cNvSpPr>
          <p:nvPr>
            <p:ph idx="1"/>
          </p:nvPr>
        </p:nvSpPr>
        <p:spPr>
          <a:xfrm>
            <a:off x="214313" y="1268413"/>
            <a:ext cx="6086475"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假设</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TS(</a:t>
            </a:r>
            <a:r>
              <a:rPr kumimoji="0" lang="en-US" altLang="zh-CN" sz="3200" b="1" i="1"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3200" b="1" i="1" u="none" strike="noStrike" kern="0" cap="none" spc="0" normalizeH="0" baseline="-25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27</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)&lt;TS(</a:t>
            </a:r>
            <a:r>
              <a:rPr kumimoji="0" lang="en-US" altLang="zh-CN" sz="3200" b="1" i="1"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3200" b="1" i="1" u="none" strike="noStrike" kern="0" cap="none" spc="0" normalizeH="0" baseline="-25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28</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800" b="1" i="1"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27</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read(Q)</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与</a:t>
            </a: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800" b="1" i="1"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28</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write(Q)</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执行成功</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然而由于</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TS(</a:t>
            </a: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800" b="1" i="1"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27</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)&lt;W-timestamp(Q)=TS(</a:t>
            </a: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800" b="1" i="1"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28</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则</a:t>
            </a: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800" b="1" i="1"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27</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需要回滚</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然而</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800" b="1" i="0"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27</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回滚是没有必要的，因为其写入的值永远不会读到。</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914400" marR="0" lvl="2" indent="0" algn="l" defTabSz="914400" rtl="0" eaLnBrk="0" fontAlgn="base" latinLnBrk="0" hangingPunct="0">
              <a:lnSpc>
                <a:spcPct val="100000"/>
              </a:lnSpc>
              <a:spcBef>
                <a:spcPct val="20000"/>
              </a:spcBef>
              <a:spcAft>
                <a:spcPct val="0"/>
              </a:spcAft>
              <a:buClrTx/>
              <a:buSzTx/>
              <a:buFontTx/>
              <a:buNone/>
              <a:defRPr/>
            </a:pP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10AF39A7-4F75-44AE-9F75-033169AAF97F}"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65</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pic>
        <p:nvPicPr>
          <p:cNvPr id="110598" name="图片 9"/>
          <p:cNvPicPr>
            <a:picLocks noChangeAspect="1"/>
          </p:cNvPicPr>
          <p:nvPr/>
        </p:nvPicPr>
        <p:blipFill>
          <a:blip r:embed="rId2"/>
          <a:stretch>
            <a:fillRect/>
          </a:stretch>
        </p:blipFill>
        <p:spPr>
          <a:xfrm>
            <a:off x="6804025" y="1266825"/>
            <a:ext cx="2281238" cy="1749425"/>
          </a:xfrm>
          <a:prstGeom prst="rect">
            <a:avLst/>
          </a:prstGeom>
          <a:noFill/>
          <a:ln w="9525">
            <a:noFill/>
          </a:ln>
        </p:spPr>
      </p:pic>
      <p:sp>
        <p:nvSpPr>
          <p:cNvPr id="11" name="文本框 10"/>
          <p:cNvSpPr txBox="1"/>
          <p:nvPr/>
        </p:nvSpPr>
        <p:spPr>
          <a:xfrm>
            <a:off x="2051050" y="5389563"/>
            <a:ext cx="5292725" cy="584200"/>
          </a:xfrm>
          <a:prstGeom prst="rect">
            <a:avLst/>
          </a:prstGeom>
          <a:solidFill>
            <a:srgbClr val="FFFF00"/>
          </a:solidFill>
          <a:ln w="9525" cap="flat" cmpd="sng">
            <a:solidFill>
              <a:schemeClr val="tx1"/>
            </a:solidFill>
            <a:prstDash val="solid"/>
            <a:miter/>
            <a:headEnd type="none" w="med" len="med"/>
            <a:tailEnd type="none" w="med" len="med"/>
          </a:ln>
        </p:spPr>
        <p:txBody>
          <a:bodyPr wrap="none" anchor="t" anchorCtr="0">
            <a:spAutoFit/>
          </a:bodyPr>
          <a:lstStyle/>
          <a:p>
            <a:pPr eaLnBrk="0" hangingPunct="0"/>
            <a:r>
              <a:rPr lang="zh-CN" altLang="en-US" sz="3200" dirty="0">
                <a:solidFill>
                  <a:srgbClr val="FF0000"/>
                </a:solidFill>
                <a:latin typeface="华文新魏" panose="02010800040101010101" pitchFamily="2" charset="-122"/>
                <a:ea typeface="华文新魏" panose="02010800040101010101" pitchFamily="2" charset="-122"/>
              </a:rPr>
              <a:t>因而，</a:t>
            </a:r>
            <a:r>
              <a:rPr lang="en-US" altLang="zh-CN" sz="3200" dirty="0">
                <a:solidFill>
                  <a:srgbClr val="FF0000"/>
                </a:solidFill>
                <a:latin typeface="华文新魏" panose="02010800040101010101" pitchFamily="2" charset="-122"/>
                <a:ea typeface="华文新魏" panose="02010800040101010101" pitchFamily="2" charset="-122"/>
              </a:rPr>
              <a:t>Thomas</a:t>
            </a:r>
            <a:r>
              <a:rPr lang="zh-CN" altLang="en-US" sz="3200" dirty="0">
                <a:solidFill>
                  <a:srgbClr val="FF0000"/>
                </a:solidFill>
                <a:latin typeface="华文新魏" panose="02010800040101010101" pitchFamily="2" charset="-122"/>
                <a:ea typeface="华文新魏" panose="02010800040101010101" pitchFamily="2" charset="-122"/>
              </a:rPr>
              <a:t>写规则被提出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基于时间戳的并发控制协议</a:t>
            </a:r>
          </a:p>
        </p:txBody>
      </p:sp>
      <p:sp>
        <p:nvSpPr>
          <p:cNvPr id="3" name="内容占位符 2"/>
          <p:cNvSpPr>
            <a:spLocks noGrp="1"/>
          </p:cNvSpPr>
          <p:nvPr>
            <p:ph idx="1"/>
          </p:nvPr>
        </p:nvSpPr>
        <p:spPr>
          <a:xfrm>
            <a:off x="214313" y="1268413"/>
            <a:ext cx="8548688"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Thomas</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写规则</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假设事务</a:t>
            </a: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800" b="1" i="1"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发出</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read(Q)</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，处理方法与时间戳排序协议相同</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假设事务</a:t>
            </a: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800" b="1" i="1"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发出</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write(Q)</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若</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TS</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1"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)&lt;R-timestamp(Q)</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，则</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1"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产生的</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值是先前所需要的值，且系统已假定该值不会产生。因此</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write</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操作被拒绝，</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1"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回滚</a:t>
            </a: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若</a:t>
            </a:r>
            <a:r>
              <a:rPr kumimoji="0" lang="en-US" altLang="zh-CN" sz="2400" b="1" i="1"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TS</a:t>
            </a:r>
            <a:r>
              <a:rPr kumimoji="0" lang="en-US" altLang="zh-CN"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1" u="none" strike="noStrike" kern="0" cap="none" spc="0" normalizeH="0" baseline="-2500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en-US" altLang="zh-CN"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)&lt;W-timestamp(Q)</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，则</a:t>
            </a:r>
            <a:r>
              <a:rPr kumimoji="0" lang="en-US" altLang="zh-CN" sz="2400" b="1" i="1"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1" u="none" strike="noStrike" kern="0" cap="none" spc="0" normalizeH="0" baseline="-2500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试图写入的</a:t>
            </a:r>
            <a:r>
              <a:rPr kumimoji="0" lang="en-US" altLang="zh-CN"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值已过时。因此这个</a:t>
            </a:r>
            <a:r>
              <a:rPr kumimoji="0" lang="en-US" altLang="zh-CN"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write</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操作可忽略。</a:t>
            </a:r>
            <a:endParaRPr kumimoji="0" lang="en-US" altLang="zh-CN"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其他情况，则执行</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write</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操作，</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W-timestamp(Q)</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被设置为</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TS</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1"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1143000" marR="0" lvl="2" indent="-228600" algn="l" defTabSz="914400" rtl="0" eaLnBrk="0" fontAlgn="base" latinLnBrk="0" hangingPunct="0">
              <a:lnSpc>
                <a:spcPct val="100000"/>
              </a:lnSpc>
              <a:spcBef>
                <a:spcPct val="20000"/>
              </a:spcBef>
              <a:spcAft>
                <a:spcPct val="0"/>
              </a:spcAft>
              <a:buClrTx/>
              <a:buSzTx/>
              <a:buFontTx/>
              <a:buChar char="•"/>
              <a:defRPr/>
            </a:pP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914400" marR="0" lvl="2" indent="0" algn="l" defTabSz="914400" rtl="0" eaLnBrk="0" fontAlgn="base" latinLnBrk="0" hangingPunct="0">
              <a:lnSpc>
                <a:spcPct val="100000"/>
              </a:lnSpc>
              <a:spcBef>
                <a:spcPct val="20000"/>
              </a:spcBef>
              <a:spcAft>
                <a:spcPct val="0"/>
              </a:spcAft>
              <a:buClrTx/>
              <a:buSzTx/>
              <a:buFontTx/>
              <a:buNone/>
              <a:defRPr/>
            </a:pP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3C70E3E5-58E2-46D9-91E8-FBB1D06A6F07}"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66</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并发控制协议</a:t>
            </a: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基于锁的协议</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6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基于时间戳的协议</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多版本机制</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快照隔离</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等等</a:t>
            </a:r>
            <a:r>
              <a:rPr kumimoji="0" lang="en-US" altLang="zh-CN"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75B21A76-7EE4-422A-9803-719E4547671B}"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67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1">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多版本机制</a:t>
            </a:r>
          </a:p>
        </p:txBody>
      </p:sp>
      <p:sp>
        <p:nvSpPr>
          <p:cNvPr id="3" name="内容占位符 2"/>
          <p:cNvSpPr>
            <a:spLocks noGrp="1"/>
          </p:cNvSpPr>
          <p:nvPr>
            <p:ph idx="1"/>
          </p:nvPr>
        </p:nvSpPr>
        <p:spPr>
          <a:xfrm>
            <a:off x="250825" y="1066800"/>
            <a:ext cx="8858250" cy="452755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目前所讲述的并发控制机制</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要么延迟一项操作</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基于锁的协议</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要么中止发出该操作的事务</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基于时间戳的协议</a:t>
            </a:r>
          </a:p>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来保证可串行性</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出现的问题，例如</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read</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操作可能由于相应值还未写入而延迟</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read</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操作因为它要读的值被覆盖而被拒绝</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解决方法</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如果每一数据项的旧值拷贝可以保存在系统中</a:t>
            </a:r>
          </a:p>
        </p:txBody>
      </p:sp>
      <p:sp>
        <p:nvSpPr>
          <p:cNvPr id="4" name="文本框 3"/>
          <p:cNvSpPr txBox="1"/>
          <p:nvPr/>
        </p:nvSpPr>
        <p:spPr>
          <a:xfrm>
            <a:off x="4067175" y="6021388"/>
            <a:ext cx="4510088" cy="523875"/>
          </a:xfrm>
          <a:prstGeom prst="rect">
            <a:avLst/>
          </a:prstGeom>
          <a:noFill/>
        </p:spPr>
        <p:txBody>
          <a:bodyPr wrap="none" rtlCol="0">
            <a:spAutoFit/>
          </a:bodyPr>
          <a:lstStyle/>
          <a:p>
            <a:pPr marR="0" defTabSz="914400">
              <a:buClrTx/>
              <a:buSzTx/>
              <a:defRPr/>
            </a:pPr>
            <a:r>
              <a:rPr kumimoji="0" lang="en-US" altLang="zh-CN" sz="2800" kern="1200" cap="none" spc="0" normalizeH="0" baseline="0" noProof="0" dirty="0">
                <a:solidFill>
                  <a:srgbClr val="FF0000"/>
                </a:solidFill>
                <a:effectLst>
                  <a:outerShdw blurRad="38100" dist="38100" dir="2700000" algn="tl">
                    <a:srgbClr val="000000">
                      <a:alpha val="43137"/>
                    </a:srgbClr>
                  </a:outerShdw>
                </a:effectLst>
                <a:latin typeface="Times New Roman" panose="02020603050405020304" pitchFamily="18" charset="0"/>
                <a:ea typeface="楷体_GB2312" pitchFamily="49" charset="-122"/>
                <a:cs typeface="+mn-cs"/>
              </a:rPr>
              <a:t>——</a:t>
            </a:r>
            <a:r>
              <a:rPr kumimoji="0" lang="zh-CN" altLang="en-US" sz="2800" kern="1200" cap="none" spc="0" normalizeH="0" baseline="0" noProof="0" dirty="0">
                <a:solidFill>
                  <a:srgbClr val="FF0000"/>
                </a:solidFill>
                <a:effectLst>
                  <a:outerShdw blurRad="38100" dist="38100" dir="2700000" algn="tl">
                    <a:srgbClr val="000000">
                      <a:alpha val="43137"/>
                    </a:srgbClr>
                  </a:outerShdw>
                </a:effectLst>
                <a:latin typeface="Times New Roman" panose="02020603050405020304" pitchFamily="18" charset="0"/>
                <a:ea typeface="楷体_GB2312" pitchFamily="49" charset="-122"/>
                <a:cs typeface="+mn-cs"/>
              </a:rPr>
              <a:t>多版本的并发控制协议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1">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多版本机制</a:t>
            </a:r>
          </a:p>
        </p:txBody>
      </p:sp>
      <p:sp>
        <p:nvSpPr>
          <p:cNvPr id="3" name="内容占位符 2"/>
          <p:cNvSpPr>
            <a:spLocks noGrp="1"/>
          </p:cNvSpPr>
          <p:nvPr>
            <p:ph idx="1"/>
          </p:nvPr>
        </p:nvSpPr>
        <p:spPr>
          <a:xfrm>
            <a:off x="179388" y="1558925"/>
            <a:ext cx="8856663" cy="452755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多版本并发控制的主要思想</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每个</a:t>
            </a:r>
            <a:r>
              <a:rPr kumimoji="0" lang="en-US" altLang="zh-CN"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write(Q)</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操作创建</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的一个新版本</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当事务发出一个</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read(Q)</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操作时，并发控制管理器选择</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的一个版本进行读取</a:t>
            </a:r>
            <a:endPar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必须保证用于读取的版本的选择能保持可串行性</a:t>
            </a:r>
            <a:endParaRPr kumimoji="0" lang="en-US" altLang="zh-CN"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一个事务能够容易而快速地判定读取哪个版本的数据项是关键</a:t>
            </a:r>
            <a:endParaRPr kumimoji="0" lang="en-US" altLang="zh-CN"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可分为多版本时间戳排序机制和多版本两段锁机制</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
        <p:nvSpPr>
          <p:cNvPr id="5"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69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1">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多版本机制</a:t>
            </a:r>
          </a:p>
        </p:txBody>
      </p:sp>
      <p:sp>
        <p:nvSpPr>
          <p:cNvPr id="3" name="内容占位符 2"/>
          <p:cNvSpPr>
            <a:spLocks noGrp="1"/>
          </p:cNvSpPr>
          <p:nvPr>
            <p:ph idx="1"/>
          </p:nvPr>
        </p:nvSpPr>
        <p:spPr>
          <a:xfrm>
            <a:off x="127000" y="1268413"/>
            <a:ext cx="8982075" cy="452755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多版本时间戳排序机制</a:t>
            </a:r>
            <a:endPar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对于每个数据项</a:t>
            </a:r>
            <a:r>
              <a:rPr kumimoji="0" lang="en-US" altLang="zh-CN" sz="2800" b="1" i="1"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，有一个版本序列</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&lt;</a:t>
            </a:r>
            <a:r>
              <a:rPr kumimoji="0" lang="en-US" altLang="zh-CN" sz="2800" b="1" i="1"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en-US" altLang="zh-CN" sz="2800" b="1" i="1" u="none" strike="noStrike" kern="0" cap="none" spc="0" normalizeH="0" baseline="-2500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800" b="1" i="1"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en-US" altLang="zh-CN" sz="2800" b="1" i="1" u="none" strike="noStrike" kern="0" cap="none" spc="0" normalizeH="0" baseline="-2500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800" b="1" i="1"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en-US" altLang="zh-CN" sz="2800" b="1" i="1" u="none" strike="noStrike" kern="0" cap="none" spc="0" normalizeH="0" baseline="-2500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m</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&gt;</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与之关联，每个版本</a:t>
            </a:r>
            <a:r>
              <a:rPr kumimoji="0" lang="en-US" altLang="zh-CN" sz="2800" b="1" i="1"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en-US" altLang="zh-CN" sz="2800" b="1" i="1" u="none" strike="noStrike" kern="0" cap="none" spc="0" normalizeH="0" baseline="-2500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包含三个数据字段</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Content</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a:t>
            </a:r>
            <a:r>
              <a:rPr kumimoji="0" lang="en-US" altLang="zh-CN" sz="2400" b="1" i="1"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en-US" altLang="zh-CN" sz="2400" b="1" i="1" u="none" strike="noStrike" kern="0" cap="none" spc="0" normalizeH="0" baseline="-2500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的版本值</a:t>
            </a:r>
            <a:endPar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W-timestamp(</a:t>
            </a:r>
            <a:r>
              <a:rPr kumimoji="0" lang="en-US" altLang="zh-CN" sz="2400" b="1" i="1"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en-US" altLang="zh-CN" sz="2400" b="1" i="1" u="none" strike="noStrike" kern="0" cap="none" spc="0" normalizeH="0" baseline="-2500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是创建</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en-US" altLang="zh-CN" sz="2400" b="1" i="0" u="none" strike="noStrike" kern="0" cap="none" spc="0" normalizeH="0" baseline="-2500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版本的事务的时间戳</a:t>
            </a:r>
            <a:endPar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R-timestamp(</a:t>
            </a:r>
            <a:r>
              <a:rPr kumimoji="0" lang="en-US" altLang="zh-CN" sz="2400" b="1" i="1"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en-US" altLang="zh-CN" sz="2400" b="1" i="1" u="none" strike="noStrike" kern="0" cap="none" spc="0" normalizeH="0" baseline="-2500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是所有成功地读取</a:t>
            </a:r>
            <a:r>
              <a:rPr kumimoji="0" lang="en-US" altLang="zh-CN" sz="2400" b="1" i="1"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en-US" altLang="zh-CN" sz="2400" b="1" i="1" u="none" strike="noStrike" kern="0" cap="none" spc="0" normalizeH="0" baseline="-2500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版本的事务的最大时间戳</a:t>
            </a:r>
            <a:endPar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事务</a:t>
            </a:r>
            <a:r>
              <a:rPr kumimoji="0" lang="en-US" altLang="zh-CN"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800" b="1" i="0" u="none" strike="noStrike" kern="0" cap="none" spc="0" normalizeH="0" baseline="-2500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通过发出</a:t>
            </a:r>
            <a:r>
              <a:rPr kumimoji="0" lang="en-US" altLang="zh-CN"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write(Q)</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操作来创建数据项</a:t>
            </a:r>
            <a:r>
              <a:rPr kumimoji="0" lang="en-US" altLang="zh-CN"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的一个新版本</a:t>
            </a:r>
            <a:r>
              <a:rPr kumimoji="0" lang="en-US" altLang="zh-CN" sz="2800" b="1" i="1"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en-US" altLang="zh-CN" sz="2800" b="1" i="1" u="none" strike="noStrike" kern="0" cap="none" spc="0" normalizeH="0" baseline="-2500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，并将</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W-timestamp(</a:t>
            </a:r>
            <a:r>
              <a:rPr kumimoji="0" lang="en-US" altLang="zh-CN" sz="2800" b="1" i="1"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en-US" altLang="zh-CN" sz="2800" b="1" i="1" u="none" strike="noStrike" kern="0" cap="none" spc="0" normalizeH="0" baseline="-2500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R-timestamp(</a:t>
            </a:r>
            <a:r>
              <a:rPr kumimoji="0" lang="en-US" altLang="zh-CN" sz="2800" b="1" i="1"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en-US" altLang="zh-CN" sz="2800" b="1" i="1" u="none" strike="noStrike" kern="0" cap="none" spc="0" normalizeH="0" baseline="-2500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初始化为</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TS(</a:t>
            </a:r>
            <a:r>
              <a:rPr kumimoji="0" lang="en-US" altLang="zh-CN" sz="2800" b="1" i="1"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800" b="1" i="1" u="none" strike="noStrike" kern="0" cap="none" spc="0" normalizeH="0" baseline="-2500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
        <p:nvSpPr>
          <p:cNvPr id="5"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70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1">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多版本机制</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mj-ea"/>
              <a:cs typeface="楷体_GB2312"/>
            </a:endParaRPr>
          </a:p>
        </p:txBody>
      </p:sp>
      <p:sp>
        <p:nvSpPr>
          <p:cNvPr id="3" name="内容占位符 2"/>
          <p:cNvSpPr>
            <a:spLocks noGrp="1"/>
          </p:cNvSpPr>
          <p:nvPr>
            <p:ph idx="1"/>
          </p:nvPr>
        </p:nvSpPr>
        <p:spPr>
          <a:xfrm>
            <a:off x="107950" y="1196975"/>
            <a:ext cx="89281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多版本时间戳排序机制</a:t>
            </a:r>
            <a:r>
              <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续</a:t>
            </a:r>
            <a:r>
              <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设事务</a:t>
            </a:r>
            <a:r>
              <a:rPr kumimoji="0" lang="en-US" altLang="zh-CN" sz="2800" b="1" i="1"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800" b="1" i="1" u="none" strike="noStrike" kern="0" cap="none" spc="0" normalizeH="0" baseline="-2500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发出</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read(Q)</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或</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write(Q)</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操作，</a:t>
            </a:r>
            <a:r>
              <a:rPr kumimoji="0" lang="en-US" altLang="zh-CN" sz="2800" b="1" i="1"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en-US" altLang="zh-CN" sz="2800" b="1" i="1" u="none" strike="noStrike" kern="0" cap="none" spc="0" normalizeH="0" baseline="-2500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满足</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W-timestamp(</a:t>
            </a:r>
            <a:r>
              <a:rPr kumimoji="0" lang="en-US" altLang="zh-CN" sz="2800" b="1" i="1"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en-US" altLang="zh-CN" sz="2800" b="1" i="1" u="none" strike="noStrike" kern="0" cap="none" spc="0" normalizeH="0" baseline="-2500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)=max{W-timestamp(</a:t>
            </a:r>
            <a:r>
              <a:rPr kumimoji="0" lang="en-US" altLang="zh-CN" sz="2800" b="1" i="1"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en-US" altLang="zh-CN" sz="2800" b="1" i="1" u="none" strike="noStrike" kern="0" cap="none" spc="0" normalizeH="0" baseline="-2500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j</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)&lt;=TS(</a:t>
            </a:r>
            <a:r>
              <a:rPr kumimoji="0" lang="en-US" altLang="zh-CN" sz="2800" b="1" i="1"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800" b="1" i="1" u="none" strike="noStrike" kern="0" cap="none" spc="0" normalizeH="0" baseline="-2500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如果事务</a:t>
            </a:r>
            <a:r>
              <a:rPr kumimoji="0" lang="en-US" altLang="zh-CN" sz="2800" b="1" i="1"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800" b="1" i="1" u="none" strike="noStrike" kern="0" cap="none" spc="0" normalizeH="0" baseline="-2500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发出的是</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read(Q)</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，则返回</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en-US" altLang="zh-CN" sz="2800" b="1" i="0" u="none" strike="noStrike" kern="0" cap="none" spc="0" normalizeH="0" baseline="-2500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一个事务读取位于其前的最近版本</a:t>
            </a:r>
            <a:endPar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如果事务</a:t>
            </a:r>
            <a:r>
              <a:rPr kumimoji="0" lang="en-US" altLang="zh-CN" sz="2800" b="1" i="1"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800" b="1" i="1" u="none" strike="noStrike" kern="0" cap="none" spc="0" normalizeH="0" baseline="-2500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发出</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write(Q)</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，且</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TS(T</a:t>
            </a:r>
            <a:r>
              <a:rPr kumimoji="0" lang="en-US" altLang="zh-CN" sz="2800" b="1" i="0" u="none" strike="noStrike" kern="0" cap="none" spc="0" normalizeH="0" baseline="-2500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)&lt;R-timestamp(</a:t>
            </a:r>
            <a:r>
              <a:rPr kumimoji="0" lang="en-US" altLang="zh-CN" sz="2800" b="1" i="1"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en-US" altLang="zh-CN" sz="2800" b="1" i="1" u="none" strike="noStrike" kern="0" cap="none" spc="0" normalizeH="0" baseline="-2500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，则系统回滚</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800" b="1" i="0" u="none" strike="noStrike" kern="0" cap="none" spc="0" normalizeH="0" baseline="-2500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en-US" altLang="zh-CN" sz="2400" b="1" i="1"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1" u="none" strike="noStrike" kern="0" cap="none" spc="0" normalizeH="0" baseline="-2500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试图写入其他事务应该已读取的版本，写操作太迟了，则中止</a:t>
            </a:r>
            <a:endPar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1">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多版本机制</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mj-ea"/>
              <a:cs typeface="楷体_GB2312"/>
            </a:endParaRPr>
          </a:p>
        </p:txBody>
      </p:sp>
      <p:sp>
        <p:nvSpPr>
          <p:cNvPr id="3" name="内容占位符 2"/>
          <p:cNvSpPr>
            <a:spLocks noGrp="1"/>
          </p:cNvSpPr>
          <p:nvPr>
            <p:ph idx="1"/>
          </p:nvPr>
        </p:nvSpPr>
        <p:spPr>
          <a:xfrm>
            <a:off x="107950" y="1196975"/>
            <a:ext cx="89281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多版本时间戳排序机制</a:t>
            </a:r>
            <a:r>
              <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续</a:t>
            </a:r>
            <a:r>
              <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(3)</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如果事务</a:t>
            </a:r>
            <a:r>
              <a:rPr kumimoji="0" lang="en-US" altLang="zh-CN" sz="2800" b="1" i="1"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800" b="1" i="1" u="none" strike="noStrike" kern="0" cap="none" spc="0" normalizeH="0" baseline="-2500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发出</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write(Q),</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且</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TS(</a:t>
            </a:r>
            <a:r>
              <a:rPr kumimoji="0" lang="en-US" altLang="zh-CN" sz="2800" b="1" i="1"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800" b="1" i="1" u="none" strike="noStrike" kern="0" cap="none" spc="0" normalizeH="0" baseline="-2500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)=W-timestamp(</a:t>
            </a:r>
            <a:r>
              <a:rPr kumimoji="0" lang="en-US" altLang="zh-CN" sz="2800" b="1" i="1"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en-US" altLang="zh-CN" sz="2800" b="1" i="1" u="none" strike="noStrike" kern="0" cap="none" spc="0" normalizeH="0" baseline="-2500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，则系统覆盖</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en-US" altLang="zh-CN" sz="2800" b="1" i="0" u="none" strike="noStrike" kern="0" cap="none" spc="0" normalizeH="0" baseline="-2500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；否则，若</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TS(</a:t>
            </a:r>
            <a:r>
              <a:rPr kumimoji="0" lang="en-US" altLang="zh-CN" sz="2800" b="1" i="1"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800" b="1" i="1" u="none" strike="noStrike" kern="0" cap="none" spc="0" normalizeH="0" baseline="-2500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)&gt;=R-timestamp(Q</a:t>
            </a:r>
            <a:r>
              <a:rPr kumimoji="0" lang="en-US" altLang="zh-CN" sz="2800" b="1" i="0" u="none" strike="noStrike" kern="0" cap="none" spc="0" normalizeH="0" baseline="-2500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，则创建</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的一个新版本</a:t>
            </a:r>
            <a:endPar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不再需要的版本删除</a:t>
            </a:r>
            <a:endPar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如果某数据项的两个版本</a:t>
            </a:r>
            <a:r>
              <a:rPr kumimoji="0" lang="en-US" altLang="zh-CN" sz="2800" b="1" i="1"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en-US" altLang="zh-CN" sz="2800" b="1" i="1" u="none" strike="noStrike" kern="0" cap="none" spc="0" normalizeH="0" baseline="-2500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800" b="1" i="1"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en-US" altLang="zh-CN" sz="2800" b="1" i="1" u="none" strike="noStrike" kern="0" cap="none" spc="0" normalizeH="0" baseline="-2500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j</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，这两个版本的</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W-timestamp</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都小于系统中最老的事务的时间戳，那么</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删除</a:t>
            </a:r>
            <a:r>
              <a:rPr kumimoji="0" lang="en-US" altLang="zh-CN" sz="2800" b="1" i="1"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en-US" altLang="zh-CN" sz="2800" b="1" i="1" u="none" strike="noStrike" kern="0" cap="none" spc="0" normalizeH="0" baseline="-2500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800" b="1" i="1"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Q</a:t>
            </a:r>
            <a:r>
              <a:rPr kumimoji="0" lang="en-US" altLang="zh-CN" sz="2800" b="1" i="1" u="none" strike="noStrike" kern="0" cap="none" spc="0" normalizeH="0" baseline="-2500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j</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中较旧的版本</a:t>
            </a:r>
            <a:endParaRPr kumimoji="0" lang="en-US" altLang="zh-CN"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endParaRPr kumimoji="0" lang="en-US" altLang="zh-CN" sz="2800" b="1" i="0" u="none" strike="noStrike" kern="0" cap="none" spc="0" normalizeH="0" baseline="-2500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1">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多版本机制</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mj-ea"/>
              <a:cs typeface="楷体_GB2312"/>
            </a:endParaRPr>
          </a:p>
        </p:txBody>
      </p:sp>
      <p:sp>
        <p:nvSpPr>
          <p:cNvPr id="3" name="内容占位符 2"/>
          <p:cNvSpPr>
            <a:spLocks noGrp="1"/>
          </p:cNvSpPr>
          <p:nvPr>
            <p:ph idx="1"/>
          </p:nvPr>
        </p:nvSpPr>
        <p:spPr>
          <a:xfrm>
            <a:off x="107950" y="1196975"/>
            <a:ext cx="89281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多版本时间戳排序机制</a:t>
            </a:r>
            <a:r>
              <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续</a:t>
            </a:r>
            <a:r>
              <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优点</a:t>
            </a:r>
            <a:endPar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读请求从不失败且不必等待</a:t>
            </a:r>
            <a:endPar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缺点</a:t>
            </a:r>
            <a:endPar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读取数据项要求更新</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R-timestamp</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字段，产生两次潜在的磁盘访问</a:t>
            </a:r>
            <a:endPar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事务冲突通过回滚而不是等待来解决，开销可能大</a:t>
            </a:r>
            <a:endPar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不保证可恢复性和无级联性</a:t>
            </a:r>
            <a:endPar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endParaRPr kumimoji="0" lang="en-US" altLang="zh-CN" sz="2800" b="1" i="0" u="none" strike="noStrike" kern="0" cap="none" spc="0" normalizeH="0" baseline="-2500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1">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多版本机制</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mj-ea"/>
              <a:cs typeface="楷体_GB2312"/>
            </a:endParaRPr>
          </a:p>
        </p:txBody>
      </p:sp>
      <p:sp>
        <p:nvSpPr>
          <p:cNvPr id="3" name="内容占位符 2"/>
          <p:cNvSpPr>
            <a:spLocks noGrp="1"/>
          </p:cNvSpPr>
          <p:nvPr>
            <p:ph idx="1"/>
          </p:nvPr>
        </p:nvSpPr>
        <p:spPr>
          <a:xfrm>
            <a:off x="107950" y="1484313"/>
            <a:ext cx="8928100" cy="402431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多版本两段锁机制</a:t>
            </a:r>
            <a:endPar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该协议对</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只读事务</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(read-only transaction)</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与</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更新事务</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(update transaction)</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加以区分</a:t>
            </a:r>
            <a:endPar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数据项每个版本有一个时间戳</a:t>
            </a:r>
            <a:r>
              <a:rPr kumimoji="0" lang="en-US" altLang="zh-CN"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ts-counter</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，可不基于时钟，仅为一个计数器</a:t>
            </a:r>
            <a:endPar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1">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多版本机制</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mj-ea"/>
              <a:cs typeface="楷体_GB2312"/>
            </a:endParaRPr>
          </a:p>
        </p:txBody>
      </p:sp>
      <p:sp>
        <p:nvSpPr>
          <p:cNvPr id="3" name="内容占位符 2"/>
          <p:cNvSpPr>
            <a:spLocks noGrp="1"/>
          </p:cNvSpPr>
          <p:nvPr>
            <p:ph idx="1"/>
          </p:nvPr>
        </p:nvSpPr>
        <p:spPr>
          <a:xfrm>
            <a:off x="107950" y="1062038"/>
            <a:ext cx="89281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多版本两段锁机制</a:t>
            </a:r>
            <a:r>
              <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续</a:t>
            </a:r>
            <a:r>
              <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更新事务</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执行强两段锁协议，即它们持有全部锁直到事务结束。</a:t>
            </a:r>
            <a:endPar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在执行前，数据库系统</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读取</a:t>
            </a:r>
            <a:r>
              <a:rPr kumimoji="0" lang="en-US" altLang="zh-CN"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ts-counter</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当前值作为该事务的时间戳</a:t>
            </a:r>
            <a:endPar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更新事务</a:t>
            </a:r>
            <a:r>
              <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Ti</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完成其任务后，按如下方式进行提交</a:t>
            </a:r>
            <a:endPar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首先，</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Ti</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将它创建的每一版本的时间戳设置为</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ts-counter</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的值加</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Ti</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将</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ts-counter</a:t>
            </a:r>
            <a:r>
              <a:rPr kumimoji="0" lang="zh-CN" altLang="en-US"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增加</a:t>
            </a:r>
            <a:r>
              <a:rPr kumimoji="0" lang="en-US" altLang="zh-CN" sz="2400" b="1" i="0" u="none" strike="noStrike" kern="0" cap="none" spc="0" normalizeH="0" baseline="0" noProof="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在同一时间内只允许有一个更新事务进行提交</a:t>
            </a:r>
            <a:endParaRPr kumimoji="0" lang="en-US" altLang="zh-CN"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charRg st="41" end="7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charRg st="77" end="10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charRg st="100" end="13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charRg st="136" end="15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charRg st="153" end="17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1">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多版本机制</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mj-ea"/>
              <a:cs typeface="楷体_GB2312"/>
            </a:endParaRPr>
          </a:p>
        </p:txBody>
      </p:sp>
      <p:sp>
        <p:nvSpPr>
          <p:cNvPr id="3" name="内容占位符 2"/>
          <p:cNvSpPr>
            <a:spLocks noGrp="1"/>
          </p:cNvSpPr>
          <p:nvPr>
            <p:ph idx="1"/>
          </p:nvPr>
        </p:nvSpPr>
        <p:spPr>
          <a:xfrm>
            <a:off x="107950" y="1196975"/>
            <a:ext cx="89281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多版本两段锁机制</a:t>
            </a:r>
            <a:r>
              <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续</a:t>
            </a:r>
            <a:r>
              <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只读事务</a:t>
            </a:r>
            <a:r>
              <a:rPr kumimoji="0" lang="zh-CN" altLang="en-US"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均不必等待加锁</a:t>
            </a:r>
            <a:endParaRPr kumimoji="0" lang="en-US" altLang="zh-CN" sz="28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只读事务</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在执行前，数据库系统</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读取</a:t>
            </a:r>
            <a:r>
              <a:rPr kumimoji="0" lang="en-US" altLang="zh-CN"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ts-counter</a:t>
            </a:r>
            <a:r>
              <a:rPr kumimoji="0" lang="zh-CN" altLang="en-US" sz="2800" b="1" i="0" u="none" strike="noStrike" kern="0" cap="none" spc="0" normalizeH="0" baseline="0" noProof="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当前值作为该事务的时间戳</a:t>
            </a: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，在执行读操作是遵从</a:t>
            </a:r>
            <a:r>
              <a:rPr kumimoji="0" lang="zh-CN" altLang="en-US" sz="2800" b="1" i="0" u="none" strike="noStrike" kern="0" cap="none" spc="0" normalizeH="0" baseline="0" noProof="1">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多版本时间戳排序协议</a:t>
            </a:r>
            <a:endParaRPr kumimoji="0" lang="en-US" altLang="zh-CN" sz="2800" b="1" i="0" u="none" strike="noStrike" kern="0" cap="none" spc="0" normalizeH="0" baseline="0" noProof="1">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版本删除类似于多版本时间戳排序协议</a:t>
            </a:r>
            <a:endPar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多版本两段锁保证了调度是可恢复的和无级联的</a:t>
            </a:r>
            <a:endParaRPr kumimoji="0" lang="en-US" altLang="zh-CN"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并发控制协议</a:t>
            </a: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基于锁的协议</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基于时间戳的协议</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sym typeface="+mn-ea"/>
              </a:rPr>
              <a:t>多版本机制</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快照隔离</a:t>
            </a:r>
            <a:endPar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等等</a:t>
            </a:r>
            <a:r>
              <a:rPr kumimoji="0" lang="en-US" altLang="zh-CN"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AB4A9C0F-60BF-4366-8670-FD38C69EF2E5}"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77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快照隔离</a:t>
            </a:r>
          </a:p>
        </p:txBody>
      </p:sp>
      <p:sp>
        <p:nvSpPr>
          <p:cNvPr id="3" name="内容占位符 2"/>
          <p:cNvSpPr>
            <a:spLocks noGrp="1"/>
          </p:cNvSpPr>
          <p:nvPr>
            <p:ph idx="1"/>
          </p:nvPr>
        </p:nvSpPr>
        <p:spPr>
          <a:xfrm>
            <a:off x="0" y="1268413"/>
            <a:ext cx="91440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是一种特殊的并发控制机制，在商业和开源系统中广泛接受</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Oracle</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0" u="none" strike="noStrike" kern="0" cap="none" spc="0" normalizeH="0" baseline="0" noProof="0" dirty="0" err="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PostgreSQL</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SQL Sever</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等</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在事务开始执行时给它数据库的一份“快照”，和其他并发事务完全隔离开</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对于只读事务是理想的，不用等待、不会中断</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对于更新写，必须处理其他并发更新的事务之间的潜在冲突</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当允许事务</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提交时，事务</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变为提交状态，并且</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对数据库的所有写操作都必须作为一个原子操作执行</a:t>
            </a: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914400" marR="0" lvl="2" indent="0" algn="l" defTabSz="914400" rtl="0" eaLnBrk="0" fontAlgn="base" latinLnBrk="0" hangingPunct="0">
              <a:lnSpc>
                <a:spcPct val="100000"/>
              </a:lnSpc>
              <a:spcBef>
                <a:spcPct val="20000"/>
              </a:spcBef>
              <a:spcAft>
                <a:spcPct val="0"/>
              </a:spcAft>
              <a:buClrTx/>
              <a:buSzTx/>
              <a:buFontTx/>
              <a:buNone/>
              <a:defRPr/>
            </a:pP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914400" marR="0" lvl="2" indent="0" algn="l" defTabSz="914400" rtl="0" eaLnBrk="0" fontAlgn="base" latinLnBrk="0" hangingPunct="0">
              <a:lnSpc>
                <a:spcPct val="100000"/>
              </a:lnSpc>
              <a:spcBef>
                <a:spcPct val="20000"/>
              </a:spcBef>
              <a:spcAft>
                <a:spcPct val="0"/>
              </a:spcAft>
              <a:buClrTx/>
              <a:buSzTx/>
              <a:buFontTx/>
              <a:buNone/>
              <a:defRPr/>
            </a:pP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413BDB2A-0FB9-44C5-966E-43719B77243D}"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78</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总结</a:t>
            </a:r>
          </a:p>
        </p:txBody>
      </p:sp>
      <p:sp>
        <p:nvSpPr>
          <p:cNvPr id="113667" name="内容占位符 2"/>
          <p:cNvSpPr>
            <a:spLocks noGrp="1"/>
          </p:cNvSpPr>
          <p:nvPr>
            <p:ph idx="1"/>
          </p:nvPr>
        </p:nvSpPr>
        <p:spPr>
          <a:xfrm>
            <a:off x="381000" y="1357313"/>
            <a:ext cx="8548688" cy="5143500"/>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本章重点</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掌握事务的概念及性质</a:t>
            </a:r>
            <a:endPar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掌握事务调度和并发控制的概念</a:t>
            </a:r>
            <a:endPar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掌握基于锁的并发控制协议</a:t>
            </a:r>
            <a:endParaRPr kumimoji="0" lang="en-US" altLang="zh-CN"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掌握死锁检测</a:t>
            </a: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1394CF70-3491-45EC-A640-FFADB69F631F}"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79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10A6E0BD-5646-4D56-98DF-A344BCAE45CA}"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8"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9"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B569BB77-4CC9-4BF4-AB6D-C1A2897E1ABE}"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80</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1986" name="Rectangle 2"/>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400" b="1" i="0" u="none" strike="noStrike" kern="0" cap="none" spc="0" normalizeH="0" baseline="0" noProof="0">
              <a:ln>
                <a:noFill/>
              </a:ln>
              <a:solidFill>
                <a:srgbClr val="A24200"/>
              </a:solidFill>
              <a:effectLst>
                <a:outerShdw blurRad="38100" dist="38100" dir="2700000" algn="tl">
                  <a:srgbClr val="000000"/>
                </a:outerShdw>
              </a:effectLst>
              <a:uLnTx/>
              <a:uFillTx/>
              <a:latin typeface="+mj-lt"/>
              <a:ea typeface="+mj-ea"/>
              <a:cs typeface="+mj-cs"/>
            </a:endParaRPr>
          </a:p>
        </p:txBody>
      </p:sp>
      <p:sp>
        <p:nvSpPr>
          <p:cNvPr id="41987"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graphicFrame>
        <p:nvGraphicFramePr>
          <p:cNvPr id="125958" name="Object 4"/>
          <p:cNvGraphicFramePr/>
          <p:nvPr/>
        </p:nvGraphicFramePr>
        <p:xfrm>
          <a:off x="792163" y="2312988"/>
          <a:ext cx="2808287" cy="2736850"/>
        </p:xfrm>
        <a:graphic>
          <a:graphicData uri="http://schemas.openxmlformats.org/presentationml/2006/ole">
            <mc:AlternateContent xmlns:mc="http://schemas.openxmlformats.org/markup-compatibility/2006">
              <mc:Choice xmlns:v="urn:schemas-microsoft-com:vml" Requires="v">
                <p:oleObj spid="_x0000_s9218" r:id="rId4" imgW="7833360" imgH="7839075" progId="">
                  <p:embed/>
                </p:oleObj>
              </mc:Choice>
              <mc:Fallback>
                <p:oleObj r:id="rId4" imgW="7833360" imgH="7839075" progId="">
                  <p:embed/>
                  <p:pic>
                    <p:nvPicPr>
                      <p:cNvPr id="0" name="图片 3082"/>
                      <p:cNvPicPr/>
                      <p:nvPr/>
                    </p:nvPicPr>
                    <p:blipFill>
                      <a:blip r:embed="rId5"/>
                      <a:stretch>
                        <a:fillRect/>
                      </a:stretch>
                    </p:blipFill>
                    <p:spPr>
                      <a:xfrm>
                        <a:off x="792163" y="2312988"/>
                        <a:ext cx="2808287" cy="2736850"/>
                      </a:xfrm>
                      <a:prstGeom prst="rect">
                        <a:avLst/>
                      </a:prstGeom>
                      <a:noFill/>
                      <a:ln w="38100">
                        <a:noFill/>
                        <a:miter/>
                      </a:ln>
                    </p:spPr>
                  </p:pic>
                </p:oleObj>
              </mc:Fallback>
            </mc:AlternateContent>
          </a:graphicData>
        </a:graphic>
      </p:graphicFrame>
      <p:pic>
        <p:nvPicPr>
          <p:cNvPr id="125959" name="Picture 5"/>
          <p:cNvPicPr>
            <a:picLocks noChangeAspect="1"/>
          </p:cNvPicPr>
          <p:nvPr/>
        </p:nvPicPr>
        <p:blipFill>
          <a:blip r:embed="rId6"/>
          <a:stretch>
            <a:fillRect/>
          </a:stretch>
        </p:blipFill>
        <p:spPr>
          <a:xfrm>
            <a:off x="3779838" y="1916113"/>
            <a:ext cx="5003800" cy="3182937"/>
          </a:xfrm>
          <a:prstGeom prst="rect">
            <a:avLst/>
          </a:prstGeom>
          <a:noFill/>
          <a:ln w="9525">
            <a:noFill/>
          </a:ln>
        </p:spPr>
      </p:pic>
      <p:sp>
        <p:nvSpPr>
          <p:cNvPr id="41990" name="Text Box 6"/>
          <p:cNvSpPr txBox="1">
            <a:spLocks noChangeArrowheads="1"/>
          </p:cNvSpPr>
          <p:nvPr/>
        </p:nvSpPr>
        <p:spPr bwMode="auto">
          <a:xfrm>
            <a:off x="3851275" y="2924175"/>
            <a:ext cx="3425825" cy="762000"/>
          </a:xfrm>
          <a:prstGeom prst="rect">
            <a:avLst/>
          </a:prstGeom>
          <a:solidFill>
            <a:schemeClr val="bg1"/>
          </a:solidFill>
          <a:ln w="9525">
            <a:noFill/>
            <a:miter lim="800000"/>
          </a:ln>
          <a:effectLst/>
        </p:spPr>
        <p:txBody>
          <a:bodyPr wrap="none">
            <a:spAutoFit/>
          </a:bodyPr>
          <a:lstStyle/>
          <a:p>
            <a:pPr marR="0" defTabSz="914400">
              <a:buClrTx/>
              <a:buSzTx/>
              <a:buFontTx/>
              <a:defRPr/>
            </a:pPr>
            <a:r>
              <a:rPr kumimoji="0" lang="en-US" altLang="zh-CN" sz="4400"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Next Chapter</a:t>
            </a:r>
          </a:p>
        </p:txBody>
      </p:sp>
    </p:spTree>
  </p:cSld>
  <p:clrMapOvr>
    <a:masterClrMapping/>
  </p:clrMapOvr>
</p:sld>
</file>

<file path=ppt/theme/theme1.xml><?xml version="1.0" encoding="utf-8"?>
<a:theme xmlns:a="http://schemas.openxmlformats.org/drawingml/2006/main" name="Autumn2003-4">
  <a:themeElements>
    <a:clrScheme name="Autumn2003-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Autumn2003-4">
      <a:majorFont>
        <a:latin typeface="楷体_GB2312"/>
        <a:ea typeface="楷体_GB2312"/>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Autumn2003-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utumn2003-4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utumn2003-4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utumn2003-4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utumn2003-4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utumn2003-4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utumn2003-4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utumn2003-4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utumn2003-4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utumn2003-4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utumn2003-4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utumn2003-4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Autumn2003-4">
  <a:themeElements>
    <a:clrScheme name="Autumn2003-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Autumn2003-4">
      <a:majorFont>
        <a:latin typeface="楷体_GB2312"/>
        <a:ea typeface="楷体_GB2312"/>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Autumn2003-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utumn2003-4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utumn2003-4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utumn2003-4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utumn2003-4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utumn2003-4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utumn2003-4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utumn2003-4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utumn2003-4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utumn2003-4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utumn2003-4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utumn2003-4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5808</Words>
  <Application>Microsoft Office PowerPoint</Application>
  <PresentationFormat>全屏显示(4:3)</PresentationFormat>
  <Paragraphs>778</Paragraphs>
  <Slides>80</Slides>
  <Notes>24</Notes>
  <HiddenSlides>0</HiddenSlides>
  <MMClips>0</MMClips>
  <ScaleCrop>false</ScaleCrop>
  <HeadingPairs>
    <vt:vector size="8" baseType="variant">
      <vt:variant>
        <vt:lpstr>已用的字体</vt:lpstr>
      </vt:variant>
      <vt:variant>
        <vt:i4>7</vt:i4>
      </vt:variant>
      <vt:variant>
        <vt:lpstr>主题</vt:lpstr>
      </vt:variant>
      <vt:variant>
        <vt:i4>2</vt:i4>
      </vt:variant>
      <vt:variant>
        <vt:lpstr>嵌入 OLE 服务器</vt:lpstr>
      </vt:variant>
      <vt:variant>
        <vt:i4>2</vt:i4>
      </vt:variant>
      <vt:variant>
        <vt:lpstr>幻灯片标题</vt:lpstr>
      </vt:variant>
      <vt:variant>
        <vt:i4>80</vt:i4>
      </vt:variant>
    </vt:vector>
  </HeadingPairs>
  <TitlesOfParts>
    <vt:vector size="91" baseType="lpstr">
      <vt:lpstr>华文新魏</vt:lpstr>
      <vt:lpstr>华文行楷</vt:lpstr>
      <vt:lpstr>楷体_GB2312</vt:lpstr>
      <vt:lpstr>Arial</vt:lpstr>
      <vt:lpstr>Comic Sans MS</vt:lpstr>
      <vt:lpstr>Times New Roman</vt:lpstr>
      <vt:lpstr>Wingdings</vt:lpstr>
      <vt:lpstr>Autumn2003-4</vt:lpstr>
      <vt:lpstr>2_Autumn2003-4</vt:lpstr>
      <vt:lpstr>Bitmap Image</vt:lpstr>
      <vt:lpstr>Microsoft Word Picture</vt:lpstr>
      <vt:lpstr>实现篇 第十章  并发控制</vt:lpstr>
      <vt:lpstr>目录</vt:lpstr>
      <vt:lpstr>目录</vt:lpstr>
      <vt:lpstr>事务概念</vt:lpstr>
      <vt:lpstr>事务概念</vt:lpstr>
      <vt:lpstr>事务概念</vt:lpstr>
      <vt:lpstr>PowerPoint 演示文稿</vt:lpstr>
      <vt:lpstr>事务概念</vt:lpstr>
      <vt:lpstr>事务概念</vt:lpstr>
      <vt:lpstr>事务概念</vt:lpstr>
      <vt:lpstr>目录</vt:lpstr>
      <vt:lpstr>事务的并发执行和调度</vt:lpstr>
      <vt:lpstr>PowerPoint 演示文稿</vt:lpstr>
      <vt:lpstr>PowerPoint 演示文稿</vt:lpstr>
      <vt:lpstr>PowerPoint 演示文稿</vt:lpstr>
      <vt:lpstr>事务的并发执行和调度</vt:lpstr>
      <vt:lpstr>PowerPoint 演示文稿</vt:lpstr>
      <vt:lpstr>事务的并发执行和调度</vt:lpstr>
      <vt:lpstr>事务的并发执行和调度</vt:lpstr>
      <vt:lpstr>PowerPoint 演示文稿</vt:lpstr>
      <vt:lpstr>事务的并发执行和调度</vt:lpstr>
      <vt:lpstr>PowerPoint 演示文稿</vt:lpstr>
      <vt:lpstr>事务的并发执行和调度</vt:lpstr>
      <vt:lpstr> 事务的并发执行和调度</vt:lpstr>
      <vt:lpstr>事务的并发执行和调度</vt:lpstr>
      <vt:lpstr>目录</vt:lpstr>
      <vt:lpstr>并发控制协议</vt:lpstr>
      <vt:lpstr>并发控制协议</vt:lpstr>
      <vt:lpstr>基于锁的并发控制协议</vt:lpstr>
      <vt:lpstr>基于锁的并发控制协议</vt:lpstr>
      <vt:lpstr>锁的概念</vt:lpstr>
      <vt:lpstr>锁的概念</vt:lpstr>
      <vt:lpstr>锁的概念</vt:lpstr>
      <vt:lpstr>锁的概念</vt:lpstr>
      <vt:lpstr>锁的概念</vt:lpstr>
      <vt:lpstr>锁的概念</vt:lpstr>
      <vt:lpstr>锁的概念</vt:lpstr>
      <vt:lpstr>锁的概念</vt:lpstr>
      <vt:lpstr>锁的概念</vt:lpstr>
      <vt:lpstr>锁的概念</vt:lpstr>
      <vt:lpstr>基于锁的并发控制协议</vt:lpstr>
      <vt:lpstr>死锁的处理</vt:lpstr>
      <vt:lpstr>死锁的预防</vt:lpstr>
      <vt:lpstr>死锁的预防</vt:lpstr>
      <vt:lpstr>一次封锁法</vt:lpstr>
      <vt:lpstr>顺序封锁法</vt:lpstr>
      <vt:lpstr>死锁的检测与恢复</vt:lpstr>
      <vt:lpstr>超时法</vt:lpstr>
      <vt:lpstr>等待图法</vt:lpstr>
      <vt:lpstr>等待图法</vt:lpstr>
      <vt:lpstr>等待图法</vt:lpstr>
      <vt:lpstr>死锁的恢复</vt:lpstr>
      <vt:lpstr>基于锁的并发控制协议</vt:lpstr>
      <vt:lpstr>两段锁并发控制协议</vt:lpstr>
      <vt:lpstr>两段锁并发控制协议</vt:lpstr>
      <vt:lpstr>两段锁并发控制协议</vt:lpstr>
      <vt:lpstr>两段锁并发控制协议</vt:lpstr>
      <vt:lpstr>两段锁并发控制协议</vt:lpstr>
      <vt:lpstr>并发控制协议</vt:lpstr>
      <vt:lpstr>基于时间戳的并发控制协议</vt:lpstr>
      <vt:lpstr>基于时间戳的并发控制协议</vt:lpstr>
      <vt:lpstr>基于时间戳的并发控制协议</vt:lpstr>
      <vt:lpstr>基于时间戳的并发控制协议</vt:lpstr>
      <vt:lpstr>基于时间戳的并发控制协议</vt:lpstr>
      <vt:lpstr>基于时间戳的并发控制协议</vt:lpstr>
      <vt:lpstr>基于时间戳的并发控制协议</vt:lpstr>
      <vt:lpstr>并发控制协议</vt:lpstr>
      <vt:lpstr>多版本机制</vt:lpstr>
      <vt:lpstr>多版本机制</vt:lpstr>
      <vt:lpstr>多版本机制</vt:lpstr>
      <vt:lpstr>多版本机制</vt:lpstr>
      <vt:lpstr>多版本机制</vt:lpstr>
      <vt:lpstr>多版本机制</vt:lpstr>
      <vt:lpstr>多版本机制</vt:lpstr>
      <vt:lpstr>多版本机制</vt:lpstr>
      <vt:lpstr>多版本机制</vt:lpstr>
      <vt:lpstr>并发控制协议</vt:lpstr>
      <vt:lpstr>快照隔离</vt:lpstr>
      <vt:lpstr>总结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实现篇 第十章  并发控制</dc:title>
  <dc:creator>贺长江</dc:creator>
  <cp:lastModifiedBy>贺 长江</cp:lastModifiedBy>
  <cp:revision>26</cp:revision>
  <dcterms:created xsi:type="dcterms:W3CDTF">2016-05-23T06:45:00Z</dcterms:created>
  <dcterms:modified xsi:type="dcterms:W3CDTF">2022-04-21T08:20:50Z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2052-11.1.0.11365</vt:lpwstr>
  </property>
  <property fmtid="{D5CDD505-2E9C-101B-9397-08002B2CF9AE}" pid="3" name="ICV">
    <vt:lpwstr>7234B492D6414A7BBBA2E1DD76BEA0CF</vt:lpwstr>
  </property>
</Properties>
</file>