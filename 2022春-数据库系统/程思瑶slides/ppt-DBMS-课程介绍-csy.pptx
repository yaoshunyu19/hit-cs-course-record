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31"/>
  </p:notesMasterIdLst>
  <p:sldIdLst>
    <p:sldId id="818" r:id="rId5"/>
    <p:sldId id="989" r:id="rId6"/>
    <p:sldId id="1033" r:id="rId7"/>
    <p:sldId id="1034" r:id="rId8"/>
    <p:sldId id="1035" r:id="rId9"/>
    <p:sldId id="1099" r:id="rId10"/>
    <p:sldId id="1078" r:id="rId11"/>
    <p:sldId id="1054" r:id="rId12"/>
    <p:sldId id="1021" r:id="rId13"/>
    <p:sldId id="1022" r:id="rId14"/>
    <p:sldId id="1014" r:id="rId15"/>
    <p:sldId id="1015" r:id="rId16"/>
    <p:sldId id="1016" r:id="rId17"/>
    <p:sldId id="1017" r:id="rId18"/>
    <p:sldId id="1018" r:id="rId19"/>
    <p:sldId id="1019" r:id="rId20"/>
    <p:sldId id="1020" r:id="rId21"/>
    <p:sldId id="1001" r:id="rId22"/>
    <p:sldId id="1000" r:id="rId23"/>
    <p:sldId id="1002" r:id="rId24"/>
    <p:sldId id="998" r:id="rId25"/>
    <p:sldId id="999" r:id="rId26"/>
    <p:sldId id="1071" r:id="rId27"/>
    <p:sldId id="1072" r:id="rId28"/>
    <p:sldId id="1052" r:id="rId29"/>
    <p:sldId id="1053" r:id="rId30"/>
  </p:sldIdLst>
  <p:sldSz cx="9144000" cy="6858000" type="screen4x3"/>
  <p:notesSz cx="7099300" cy="10234613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楷体_GB2312"/>
        <a:ea typeface="楷体_GB231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楷体_GB2312"/>
        <a:ea typeface="楷体_GB231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楷体_GB2312"/>
        <a:ea typeface="楷体_GB231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楷体_GB2312"/>
        <a:ea typeface="楷体_GB231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楷体_GB2312"/>
        <a:ea typeface="楷体_GB231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楷体_GB2312"/>
        <a:ea typeface="楷体_GB231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楷体_GB2312"/>
        <a:ea typeface="楷体_GB231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楷体_GB2312"/>
        <a:ea typeface="楷体_GB231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bg2"/>
        </a:solidFill>
        <a:latin typeface="楷体_GB2312"/>
        <a:ea typeface="楷体_GB2312"/>
        <a:cs typeface="+mn-cs"/>
      </a:defRPr>
    </a:lvl9pPr>
  </p:defaultTextStyle>
  <p:modifyVerifier cryptProviderType="rsaAES" cryptAlgorithmClass="hash" cryptAlgorithmType="typeAny" cryptAlgorithmSid="14" spinCount="100000" saltData="y4GTRXHTYvFaCEv/CwZERw==" hashData="Rq2qkYAWmTgAHwZrHCEflXEmrmx8XGhItyfrE94v6i5jNv4gVrHWINxjdz6rMa2k/SD51SR3DYn6Om6PNLqgjA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D4D4D"/>
    <a:srgbClr val="800000"/>
    <a:srgbClr val="808080"/>
    <a:srgbClr val="5F5F5F"/>
    <a:srgbClr val="333333"/>
    <a:srgbClr val="777777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8473"/>
    <p:restoredTop sz="87779"/>
  </p:normalViewPr>
  <p:slideViewPr>
    <p:cSldViewPr showGuides="1">
      <p:cViewPr varScale="1">
        <p:scale>
          <a:sx n="100" d="100"/>
          <a:sy n="100" d="100"/>
        </p:scale>
        <p:origin x="150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4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3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220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48" tIns="49524" rIns="99048" bIns="49524" numCol="1" anchor="b" anchorCtr="0" compatLnSpc="1"/>
          <a:lstStyle>
            <a:lvl1pPr algn="r" eaLnBrk="1" hangingPunct="1">
              <a:defRPr kumimoji="1" sz="13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F3D4FB7-F0E9-4DAC-9817-625BA050171A}" type="slidenum">
              <a:rPr kumimoji="1" lang="en-US" altLang="zh-CN" sz="13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楷体_GB2312"/>
              </a:rPr>
              <a:t>‹#›</a:t>
            </a:fld>
            <a:endParaRPr kumimoji="1" lang="en-US" altLang="zh-CN" sz="13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楷体_GB231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0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1229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eaLnBrk="1" hangingPunct="1"/>
            <a:fld id="{9A0DB2DC-4C9A-4742-B13C-FB6460FD3503}" type="slidenum"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fld>
            <a:endParaRPr lang="en-US" altLang="zh-CN" sz="13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8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143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eaLnBrk="1" hangingPunct="1"/>
            <a:fld id="{9A0DB2DC-4C9A-4742-B13C-FB6460FD3503}" type="slidenum"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fld>
            <a:endParaRPr lang="en-US" altLang="zh-CN" sz="13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2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2048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eaLnBrk="1" hangingPunct="1"/>
            <a:fld id="{9A0DB2DC-4C9A-4742-B13C-FB6460FD3503}" type="slidenum"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9</a:t>
            </a:fld>
            <a:endParaRPr lang="en-US" altLang="zh-CN" sz="13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2" name="备注占位符 2"/>
          <p:cNvSpPr>
            <a:spLocks noGrp="1"/>
          </p:cNvSpPr>
          <p:nvPr>
            <p:ph type="body"/>
          </p:nvPr>
        </p:nvSpPr>
        <p:spPr/>
        <p:txBody>
          <a:bodyPr wrap="square" lIns="99048" tIns="49524" rIns="99048" bIns="49524" anchor="t" anchorCtr="0"/>
          <a:lstStyle/>
          <a:p>
            <a:pPr lvl="0"/>
            <a:endParaRPr lang="zh-CN" altLang="en-US" dirty="0"/>
          </a:p>
        </p:txBody>
      </p:sp>
      <p:sp>
        <p:nvSpPr>
          <p:cNvPr id="3584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9048" tIns="49524" rIns="99048" bIns="49524" anchor="b" anchorCtr="0"/>
          <a:lstStyle/>
          <a:p>
            <a:pPr lvl="0" algn="r" eaLnBrk="1" hangingPunct="1"/>
            <a:fld id="{9A0DB2DC-4C9A-4742-B13C-FB6460FD3503}" type="slidenum">
              <a:rPr lang="en-US" altLang="zh-CN" sz="13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fld>
            <a:endParaRPr lang="en-US" altLang="zh-CN" sz="13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Line 2"/>
          <p:cNvSpPr/>
          <p:nvPr/>
        </p:nvSpPr>
        <p:spPr>
          <a:xfrm>
            <a:off x="0" y="1524000"/>
            <a:ext cx="9147175" cy="0"/>
          </a:xfrm>
          <a:prstGeom prst="line">
            <a:avLst/>
          </a:prstGeom>
          <a:ln w="12700" cap="sq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23" name="Arc 3"/>
          <p:cNvSpPr/>
          <p:nvPr/>
        </p:nvSpPr>
        <p:spPr>
          <a:xfrm>
            <a:off x="0" y="842963"/>
            <a:ext cx="2895600" cy="6018212"/>
          </a:xfrm>
          <a:custGeom>
            <a:avLst/>
            <a:gdLst/>
            <a:ahLst/>
            <a:cxnLst>
              <a:cxn ang="0">
                <a:pos x="-134" y="0"/>
              </a:cxn>
              <a:cxn ang="0">
                <a:pos x="2895600" y="6018212"/>
              </a:cxn>
              <a:cxn ang="0">
                <a:pos x="-134" y="0"/>
              </a:cxn>
              <a:cxn ang="0">
                <a:pos x="2895600" y="6018212"/>
              </a:cxn>
              <a:cxn ang="0">
                <a:pos x="0" y="6018212"/>
              </a:cxn>
              <a:cxn ang="0">
                <a:pos x="-134" y="0"/>
              </a:cxn>
            </a:cxnLst>
            <a:rect l="0" t="0" r="0" b="0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124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5002213"/>
            <a:ext cx="2895600" cy="185420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>
    <p:cover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Line 2"/>
          <p:cNvSpPr/>
          <p:nvPr/>
        </p:nvSpPr>
        <p:spPr>
          <a:xfrm>
            <a:off x="0" y="1524000"/>
            <a:ext cx="9147175" cy="0"/>
          </a:xfrm>
          <a:prstGeom prst="line">
            <a:avLst/>
          </a:prstGeom>
          <a:ln w="12700" cap="sq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47" name="Arc 3"/>
          <p:cNvSpPr/>
          <p:nvPr/>
        </p:nvSpPr>
        <p:spPr>
          <a:xfrm>
            <a:off x="0" y="842963"/>
            <a:ext cx="2895600" cy="6018212"/>
          </a:xfrm>
          <a:custGeom>
            <a:avLst/>
            <a:gdLst/>
            <a:ahLst/>
            <a:cxnLst>
              <a:cxn ang="0">
                <a:pos x="-134" y="0"/>
              </a:cxn>
              <a:cxn ang="0">
                <a:pos x="2895600" y="6018212"/>
              </a:cxn>
              <a:cxn ang="0">
                <a:pos x="-134" y="0"/>
              </a:cxn>
              <a:cxn ang="0">
                <a:pos x="2895600" y="6018212"/>
              </a:cxn>
              <a:cxn ang="0">
                <a:pos x="0" y="6018212"/>
              </a:cxn>
              <a:cxn ang="0">
                <a:pos x="-134" y="0"/>
              </a:cxn>
            </a:cxnLst>
            <a:rect l="0" t="0" r="0" b="0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6148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5002213"/>
            <a:ext cx="2895600" cy="185420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>
    <p:cover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Line 2"/>
          <p:cNvSpPr/>
          <p:nvPr/>
        </p:nvSpPr>
        <p:spPr>
          <a:xfrm>
            <a:off x="0" y="1524000"/>
            <a:ext cx="9147175" cy="0"/>
          </a:xfrm>
          <a:prstGeom prst="line">
            <a:avLst/>
          </a:prstGeom>
          <a:ln w="12700" cap="sq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71" name="Arc 3"/>
          <p:cNvSpPr/>
          <p:nvPr/>
        </p:nvSpPr>
        <p:spPr>
          <a:xfrm>
            <a:off x="0" y="842963"/>
            <a:ext cx="2895600" cy="6018212"/>
          </a:xfrm>
          <a:custGeom>
            <a:avLst/>
            <a:gdLst/>
            <a:ahLst/>
            <a:cxnLst>
              <a:cxn ang="0">
                <a:pos x="-134" y="0"/>
              </a:cxn>
              <a:cxn ang="0">
                <a:pos x="2895600" y="6018212"/>
              </a:cxn>
              <a:cxn ang="0">
                <a:pos x="-134" y="0"/>
              </a:cxn>
              <a:cxn ang="0">
                <a:pos x="2895600" y="6018212"/>
              </a:cxn>
              <a:cxn ang="0">
                <a:pos x="0" y="6018212"/>
              </a:cxn>
              <a:cxn ang="0">
                <a:pos x="-134" y="0"/>
              </a:cxn>
            </a:cxnLst>
            <a:rect l="0" t="0" r="0" b="0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7172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5002213"/>
            <a:ext cx="2895600" cy="185420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>
    <p:cover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r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2"/>
          <p:cNvSpPr/>
          <p:nvPr/>
        </p:nvSpPr>
        <p:spPr>
          <a:xfrm>
            <a:off x="0" y="1524000"/>
            <a:ext cx="9147175" cy="0"/>
          </a:xfrm>
          <a:prstGeom prst="line">
            <a:avLst/>
          </a:prstGeom>
          <a:ln w="12700" cap="sq" cmpd="sng">
            <a:solidFill>
              <a:schemeClr val="bg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95" name="Arc 3"/>
          <p:cNvSpPr/>
          <p:nvPr/>
        </p:nvSpPr>
        <p:spPr>
          <a:xfrm>
            <a:off x="0" y="842963"/>
            <a:ext cx="2895600" cy="6018212"/>
          </a:xfrm>
          <a:custGeom>
            <a:avLst/>
            <a:gdLst/>
            <a:ahLst/>
            <a:cxnLst>
              <a:cxn ang="0">
                <a:pos x="-134" y="0"/>
              </a:cxn>
              <a:cxn ang="0">
                <a:pos x="2895600" y="6018212"/>
              </a:cxn>
              <a:cxn ang="0">
                <a:pos x="-134" y="0"/>
              </a:cxn>
              <a:cxn ang="0">
                <a:pos x="2895600" y="6018212"/>
              </a:cxn>
              <a:cxn ang="0">
                <a:pos x="0" y="6018212"/>
              </a:cxn>
              <a:cxn ang="0">
                <a:pos x="-134" y="0"/>
              </a:cxn>
            </a:cxnLst>
            <a:rect l="0" t="0" r="0" b="0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8196" name="Picture 9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5002213"/>
            <a:ext cx="2895600" cy="1854200"/>
          </a:xfrm>
          <a:prstGeom prst="rect">
            <a:avLst/>
          </a:prstGeom>
          <a:noFill/>
          <a:ln w="12700">
            <a:noFill/>
          </a:ln>
        </p:spPr>
      </p:pic>
    </p:spTree>
  </p:cSld>
  <p:clrMapOvr>
    <a:masterClrMapping/>
  </p:clrMapOvr>
  <p:transition>
    <p:cover dir="r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over dir="r"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</a:p>
        </p:txBody>
      </p:sp>
    </p:spTree>
  </p:cSld>
  <p:clrMapOvr>
    <a:masterClrMapping/>
  </p:clrMapOvr>
  <p:transition>
    <p:cover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wmf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rc 1033"/>
          <p:cNvSpPr/>
          <p:nvPr/>
        </p:nvSpPr>
        <p:spPr>
          <a:xfrm>
            <a:off x="0" y="685800"/>
            <a:ext cx="2057400" cy="6170613"/>
          </a:xfrm>
          <a:custGeom>
            <a:avLst/>
            <a:gdLst/>
            <a:ahLst/>
            <a:cxnLst>
              <a:cxn ang="0">
                <a:pos x="-95" y="0"/>
              </a:cxn>
              <a:cxn ang="0">
                <a:pos x="2057400" y="6170613"/>
              </a:cxn>
              <a:cxn ang="0">
                <a:pos x="-95" y="0"/>
              </a:cxn>
              <a:cxn ang="0">
                <a:pos x="2057400" y="6170613"/>
              </a:cxn>
              <a:cxn ang="0">
                <a:pos x="0" y="6170613"/>
              </a:cxn>
              <a:cxn ang="0">
                <a:pos x="-95" y="0"/>
              </a:cxn>
            </a:cxnLst>
            <a:rect l="0" t="0" r="0" b="0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27" name="Picture 1034"/>
          <p:cNvPicPr/>
          <p:nvPr/>
        </p:nvPicPr>
        <p:blipFill>
          <a:blip r:embed="rId13"/>
          <a:stretch>
            <a:fillRect/>
          </a:stretch>
        </p:blipFill>
        <p:spPr>
          <a:xfrm>
            <a:off x="0" y="5334000"/>
            <a:ext cx="2133600" cy="15240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1028" name="Line 1036"/>
          <p:cNvSpPr/>
          <p:nvPr/>
        </p:nvSpPr>
        <p:spPr>
          <a:xfrm>
            <a:off x="1295400" y="1371600"/>
            <a:ext cx="784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cover dir="r"/>
  </p:transition>
  <p:hf sldNum="0" hdr="0" ftr="0" dt="0"/>
  <p:txStyles>
    <p:titleStyle>
      <a:lvl1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Monotype Sorts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/>
        <a:buChar char="u"/>
        <a:defRPr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Monotype Sorts"/>
        <a:buChar char="F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Arc 1033"/>
          <p:cNvSpPr/>
          <p:nvPr/>
        </p:nvSpPr>
        <p:spPr>
          <a:xfrm>
            <a:off x="0" y="685800"/>
            <a:ext cx="2057400" cy="6170613"/>
          </a:xfrm>
          <a:custGeom>
            <a:avLst/>
            <a:gdLst/>
            <a:ahLst/>
            <a:cxnLst>
              <a:cxn ang="0">
                <a:pos x="-95" y="0"/>
              </a:cxn>
              <a:cxn ang="0">
                <a:pos x="2057400" y="6170613"/>
              </a:cxn>
              <a:cxn ang="0">
                <a:pos x="-95" y="0"/>
              </a:cxn>
              <a:cxn ang="0">
                <a:pos x="2057400" y="6170613"/>
              </a:cxn>
              <a:cxn ang="0">
                <a:pos x="0" y="6170613"/>
              </a:cxn>
              <a:cxn ang="0">
                <a:pos x="-95" y="0"/>
              </a:cxn>
            </a:cxnLst>
            <a:rect l="0" t="0" r="0" b="0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51" name="Picture 1034"/>
          <p:cNvPicPr/>
          <p:nvPr/>
        </p:nvPicPr>
        <p:blipFill>
          <a:blip r:embed="rId13"/>
          <a:stretch>
            <a:fillRect/>
          </a:stretch>
        </p:blipFill>
        <p:spPr>
          <a:xfrm>
            <a:off x="0" y="5334000"/>
            <a:ext cx="2133600" cy="15240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2052" name="Line 1036"/>
          <p:cNvSpPr/>
          <p:nvPr/>
        </p:nvSpPr>
        <p:spPr>
          <a:xfrm>
            <a:off x="1295400" y="1371600"/>
            <a:ext cx="784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cover dir="r"/>
  </p:transition>
  <p:hf sldNum="0" hdr="0" ftr="0" dt="0"/>
  <p:txStyles>
    <p:titleStyle>
      <a:lvl1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Monotype Sorts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/>
        <a:buChar char="u"/>
        <a:defRPr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Monotype Sorts"/>
        <a:buChar char="F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Arc 1033"/>
          <p:cNvSpPr/>
          <p:nvPr/>
        </p:nvSpPr>
        <p:spPr>
          <a:xfrm>
            <a:off x="0" y="685800"/>
            <a:ext cx="2057400" cy="6170613"/>
          </a:xfrm>
          <a:custGeom>
            <a:avLst/>
            <a:gdLst/>
            <a:ahLst/>
            <a:cxnLst>
              <a:cxn ang="0">
                <a:pos x="-95" y="0"/>
              </a:cxn>
              <a:cxn ang="0">
                <a:pos x="2057400" y="6170613"/>
              </a:cxn>
              <a:cxn ang="0">
                <a:pos x="-95" y="0"/>
              </a:cxn>
              <a:cxn ang="0">
                <a:pos x="2057400" y="6170613"/>
              </a:cxn>
              <a:cxn ang="0">
                <a:pos x="0" y="6170613"/>
              </a:cxn>
              <a:cxn ang="0">
                <a:pos x="-95" y="0"/>
              </a:cxn>
            </a:cxnLst>
            <a:rect l="0" t="0" r="0" b="0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075" name="Picture 1034"/>
          <p:cNvPicPr/>
          <p:nvPr/>
        </p:nvPicPr>
        <p:blipFill>
          <a:blip r:embed="rId13"/>
          <a:stretch>
            <a:fillRect/>
          </a:stretch>
        </p:blipFill>
        <p:spPr>
          <a:xfrm>
            <a:off x="0" y="5334000"/>
            <a:ext cx="2133600" cy="15240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3076" name="Line 1036"/>
          <p:cNvSpPr/>
          <p:nvPr/>
        </p:nvSpPr>
        <p:spPr>
          <a:xfrm>
            <a:off x="1295400" y="1371600"/>
            <a:ext cx="784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cover dir="r"/>
  </p:transition>
  <p:hf sldNum="0" hdr="0" ftr="0" dt="0"/>
  <p:txStyles>
    <p:titleStyle>
      <a:lvl1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Monotype Sorts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/>
        <a:buChar char="u"/>
        <a:defRPr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Monotype Sorts"/>
        <a:buChar char="F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rc 1033"/>
          <p:cNvSpPr/>
          <p:nvPr/>
        </p:nvSpPr>
        <p:spPr>
          <a:xfrm>
            <a:off x="0" y="685800"/>
            <a:ext cx="2057400" cy="6170613"/>
          </a:xfrm>
          <a:custGeom>
            <a:avLst/>
            <a:gdLst/>
            <a:ahLst/>
            <a:cxnLst>
              <a:cxn ang="0">
                <a:pos x="-95" y="0"/>
              </a:cxn>
              <a:cxn ang="0">
                <a:pos x="2057400" y="6170613"/>
              </a:cxn>
              <a:cxn ang="0">
                <a:pos x="-95" y="0"/>
              </a:cxn>
              <a:cxn ang="0">
                <a:pos x="2057400" y="6170613"/>
              </a:cxn>
              <a:cxn ang="0">
                <a:pos x="0" y="6170613"/>
              </a:cxn>
              <a:cxn ang="0">
                <a:pos x="-95" y="0"/>
              </a:cxn>
            </a:cxnLst>
            <a:rect l="0" t="0" r="0" b="0"/>
            <a:pathLst>
              <a:path w="21600" h="21600" fill="none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099" name="Picture 1034"/>
          <p:cNvPicPr/>
          <p:nvPr/>
        </p:nvPicPr>
        <p:blipFill>
          <a:blip r:embed="rId13"/>
          <a:stretch>
            <a:fillRect/>
          </a:stretch>
        </p:blipFill>
        <p:spPr>
          <a:xfrm>
            <a:off x="0" y="5334000"/>
            <a:ext cx="2133600" cy="1524000"/>
          </a:xfrm>
          <a:prstGeom prst="rect">
            <a:avLst/>
          </a:prstGeom>
          <a:noFill/>
          <a:ln w="12700">
            <a:noFill/>
          </a:ln>
        </p:spPr>
      </p:pic>
      <p:sp>
        <p:nvSpPr>
          <p:cNvPr id="4100" name="Line 1036"/>
          <p:cNvSpPr/>
          <p:nvPr/>
        </p:nvSpPr>
        <p:spPr>
          <a:xfrm>
            <a:off x="1295400" y="1371600"/>
            <a:ext cx="7848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>
    <p:cover dir="r"/>
  </p:transition>
  <p:hf sldNum="0" hdr="0" ftr="0" dt="0"/>
  <p:txStyles>
    <p:titleStyle>
      <a:lvl1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70000"/>
        </a:lnSpc>
        <a:spcBef>
          <a:spcPct val="0"/>
        </a:spcBef>
        <a:spcAft>
          <a:spcPct val="0"/>
        </a:spcAft>
        <a:defRPr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70000"/>
        </a:lnSpc>
        <a:spcBef>
          <a:spcPct val="0"/>
        </a:spcBef>
        <a:spcAft>
          <a:spcPct val="0"/>
        </a:spcAft>
        <a:defRPr kumimoji="1" sz="4800" b="1">
          <a:solidFill>
            <a:schemeClr val="tx2"/>
          </a:solidFill>
          <a:latin typeface="Arial Narrow" panose="020B0606020202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0000"/>
        <a:buFont typeface="Monotype Sorts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/>
        <a:buChar char="u"/>
        <a:defRPr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5000"/>
        <a:buFont typeface="Monotype Sorts"/>
        <a:buChar char="F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•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100000"/>
        <a:buChar char="–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csy@hit.edu.cn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://www.icourse163.org/course/HIT-1001554030" TargetMode="External"/><Relationship Id="rId7" Type="http://schemas.openxmlformats.org/officeDocument/2006/relationships/image" Target="../media/image4.png"/><Relationship Id="rId2" Type="http://schemas.openxmlformats.org/officeDocument/2006/relationships/hyperlink" Target="http://www.icourse163.org/course/HIT-1001516002" TargetMode="Externa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hyperlink" Target="http://www.icourse163.org/course/HIT-1001578001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wmf"/><Relationship Id="rId9" Type="http://schemas.openxmlformats.org/officeDocument/2006/relationships/image" Target="../media/image19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13" Type="http://schemas.openxmlformats.org/officeDocument/2006/relationships/image" Target="../media/image28.png"/><Relationship Id="rId3" Type="http://schemas.openxmlformats.org/officeDocument/2006/relationships/image" Target="../media/image23.jpeg"/><Relationship Id="rId7" Type="http://schemas.openxmlformats.org/officeDocument/2006/relationships/image" Target="../media/image14.wmf"/><Relationship Id="rId12" Type="http://schemas.openxmlformats.org/officeDocument/2006/relationships/image" Target="../media/image2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.jpeg"/><Relationship Id="rId1" Type="http://schemas.openxmlformats.org/officeDocument/2006/relationships/vmlDrawing" Target="../drawings/vmlDrawing1.vml"/><Relationship Id="rId6" Type="http://schemas.openxmlformats.org/officeDocument/2006/relationships/image" Target="../media/image24.png"/><Relationship Id="rId11" Type="http://schemas.openxmlformats.org/officeDocument/2006/relationships/oleObject" Target="../embeddings/oleObject2.bin"/><Relationship Id="rId5" Type="http://schemas.openxmlformats.org/officeDocument/2006/relationships/image" Target="../media/image21.emf"/><Relationship Id="rId15" Type="http://schemas.openxmlformats.org/officeDocument/2006/relationships/image" Target="../media/image30.jpeg"/><Relationship Id="rId10" Type="http://schemas.openxmlformats.org/officeDocument/2006/relationships/image" Target="../media/image27.jpeg"/><Relationship Id="rId4" Type="http://schemas.openxmlformats.org/officeDocument/2006/relationships/oleObject" Target="../embeddings/oleObject1.bin"/><Relationship Id="rId9" Type="http://schemas.openxmlformats.org/officeDocument/2006/relationships/image" Target="../media/image26.jpeg"/><Relationship Id="rId14" Type="http://schemas.openxmlformats.org/officeDocument/2006/relationships/image" Target="../media/image29.jpe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13" Type="http://schemas.openxmlformats.org/officeDocument/2006/relationships/image" Target="../media/image35.png"/><Relationship Id="rId3" Type="http://schemas.openxmlformats.org/officeDocument/2006/relationships/image" Target="../media/image13.jpeg"/><Relationship Id="rId7" Type="http://schemas.openxmlformats.org/officeDocument/2006/relationships/oleObject" Target="../embeddings/oleObject4.bin"/><Relationship Id="rId12" Type="http://schemas.openxmlformats.org/officeDocument/2006/relationships/image" Target="../media/image22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.jpeg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5.bin"/><Relationship Id="rId5" Type="http://schemas.openxmlformats.org/officeDocument/2006/relationships/image" Target="../media/image32.emf"/><Relationship Id="rId15" Type="http://schemas.openxmlformats.org/officeDocument/2006/relationships/image" Target="../media/image37.jpeg"/><Relationship Id="rId10" Type="http://schemas.openxmlformats.org/officeDocument/2006/relationships/image" Target="../media/image34.jpeg"/><Relationship Id="rId4" Type="http://schemas.openxmlformats.org/officeDocument/2006/relationships/oleObject" Target="../embeddings/oleObject3.bin"/><Relationship Id="rId9" Type="http://schemas.openxmlformats.org/officeDocument/2006/relationships/image" Target="../media/image33.png"/><Relationship Id="rId14" Type="http://schemas.openxmlformats.org/officeDocument/2006/relationships/image" Target="../media/image36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/>
          <p:nvPr/>
        </p:nvSpPr>
        <p:spPr>
          <a:xfrm>
            <a:off x="642938" y="2143125"/>
            <a:ext cx="8250237" cy="1214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algn="ctr">
              <a:spcBef>
                <a:spcPct val="30000"/>
              </a:spcBef>
            </a:pPr>
            <a:r>
              <a:rPr lang="en-US" altLang="zh-CN" sz="5000" dirty="0">
                <a:solidFill>
                  <a:srgbClr val="800000"/>
                </a:solidFill>
                <a:latin typeface="Elephant" panose="02020904090505020303" pitchFamily="18" charset="0"/>
                <a:ea typeface="宋体" panose="02010600030101010101" pitchFamily="2" charset="-122"/>
              </a:rPr>
              <a:t>《</a:t>
            </a:r>
            <a:r>
              <a:rPr lang="zh-CN" altLang="en-US" sz="5000" dirty="0">
                <a:solidFill>
                  <a:srgbClr val="800000"/>
                </a:solidFill>
                <a:latin typeface="Elephant" panose="02020904090505020303" pitchFamily="18" charset="0"/>
                <a:ea typeface="宋体" panose="02010600030101010101" pitchFamily="2" charset="-122"/>
              </a:rPr>
              <a:t>数据库系统</a:t>
            </a:r>
            <a:r>
              <a:rPr lang="en-US" altLang="zh-CN" sz="5000" dirty="0">
                <a:solidFill>
                  <a:srgbClr val="800000"/>
                </a:solidFill>
                <a:latin typeface="Elephant" panose="02020904090505020303" pitchFamily="18" charset="0"/>
                <a:ea typeface="宋体" panose="02010600030101010101" pitchFamily="2" charset="-122"/>
              </a:rPr>
              <a:t>》</a:t>
            </a:r>
            <a:r>
              <a:rPr lang="zh-CN" altLang="en-US" sz="5000" dirty="0">
                <a:solidFill>
                  <a:srgbClr val="800000"/>
                </a:solidFill>
                <a:latin typeface="Elephant" panose="02020904090505020303" pitchFamily="18" charset="0"/>
                <a:ea typeface="宋体" panose="02010600030101010101" pitchFamily="2" charset="-122"/>
              </a:rPr>
              <a:t>课程介绍</a:t>
            </a:r>
            <a:endParaRPr lang="en-US" altLang="zh-CN" sz="5000" dirty="0">
              <a:solidFill>
                <a:srgbClr val="800000"/>
              </a:solidFill>
              <a:latin typeface="Elephant" panose="02020904090505020303" pitchFamily="18" charset="0"/>
              <a:ea typeface="宋体" panose="02010600030101010101" pitchFamily="2" charset="-122"/>
            </a:endParaRPr>
          </a:p>
        </p:txBody>
      </p:sp>
      <p:sp>
        <p:nvSpPr>
          <p:cNvPr id="10242" name="Text Box 10"/>
          <p:cNvSpPr txBox="1"/>
          <p:nvPr/>
        </p:nvSpPr>
        <p:spPr>
          <a:xfrm>
            <a:off x="1143000" y="4143375"/>
            <a:ext cx="7339013" cy="16430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3600" dirty="0">
                <a:solidFill>
                  <a:srgbClr val="0000FF"/>
                </a:solidFill>
                <a:latin typeface="Bodoni MT Black" panose="02070A03080606020203" pitchFamily="18" charset="0"/>
                <a:ea typeface="华文行楷" panose="02010800040101010101" pitchFamily="2" charset="-122"/>
              </a:rPr>
              <a:t>程思瑶</a:t>
            </a:r>
            <a:endParaRPr lang="en-US" altLang="zh-CN" sz="3600" dirty="0">
              <a:solidFill>
                <a:srgbClr val="0000FF"/>
              </a:solidFill>
              <a:latin typeface="Bodoni MT Black" panose="02070A03080606020203" pitchFamily="18" charset="0"/>
              <a:ea typeface="华文行楷" panose="02010800040101010101" pitchFamily="2" charset="-122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3600" dirty="0">
                <a:solidFill>
                  <a:srgbClr val="0000FF"/>
                </a:solidFill>
                <a:latin typeface="Bodoni MT Black" panose="02070A03080606020203" pitchFamily="18" charset="0"/>
                <a:ea typeface="华文行楷" panose="02010800040101010101" pitchFamily="2" charset="-122"/>
              </a:rPr>
              <a:t>海量数据计算研究中心</a:t>
            </a:r>
            <a:endParaRPr lang="en-US" altLang="zh-CN" sz="3600" dirty="0">
              <a:solidFill>
                <a:srgbClr val="0000FF"/>
              </a:solidFill>
              <a:latin typeface="Bodoni MT Black" panose="02070A03080606020203" pitchFamily="18" charset="0"/>
              <a:ea typeface="华文行楷" panose="02010800040101010101" pitchFamily="2" charset="-122"/>
            </a:endParaRPr>
          </a:p>
          <a:p>
            <a:pPr algn="ctr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3600" dirty="0">
                <a:solidFill>
                  <a:srgbClr val="0000FF"/>
                </a:solidFill>
                <a:latin typeface="Bodoni MT Black" panose="02070A03080606020203" pitchFamily="18" charset="0"/>
                <a:ea typeface="华文行楷" panose="02010800040101010101" pitchFamily="2" charset="-122"/>
              </a:rPr>
              <a:t>计算机科学与技术学院</a:t>
            </a:r>
            <a:endParaRPr lang="en-US" altLang="zh-CN" sz="3600" dirty="0">
              <a:solidFill>
                <a:srgbClr val="0000FF"/>
              </a:solidFill>
              <a:latin typeface="Bodoni MT Black" panose="02070A03080606020203" pitchFamily="18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advTm="6416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5" name="Group 5"/>
          <p:cNvGrpSpPr/>
          <p:nvPr/>
        </p:nvGrpSpPr>
        <p:grpSpPr>
          <a:xfrm>
            <a:off x="1692275" y="1700213"/>
            <a:ext cx="6429375" cy="4451350"/>
            <a:chOff x="1200" y="194"/>
            <a:chExt cx="3121" cy="1439"/>
          </a:xfrm>
        </p:grpSpPr>
        <p:sp>
          <p:nvSpPr>
            <p:cNvPr id="11266" name="Freeform 6"/>
            <p:cNvSpPr/>
            <p:nvPr/>
          </p:nvSpPr>
          <p:spPr>
            <a:xfrm>
              <a:off x="2519" y="486"/>
              <a:ext cx="1802" cy="1141"/>
            </a:xfrm>
            <a:custGeom>
              <a:avLst/>
              <a:gdLst/>
              <a:ahLst/>
              <a:cxnLst>
                <a:cxn ang="0">
                  <a:pos x="22" y="88"/>
                </a:cxn>
                <a:cxn ang="0">
                  <a:pos x="0" y="119"/>
                </a:cxn>
                <a:cxn ang="0">
                  <a:pos x="25" y="176"/>
                </a:cxn>
                <a:cxn ang="0">
                  <a:pos x="45" y="384"/>
                </a:cxn>
                <a:cxn ang="0">
                  <a:pos x="45" y="537"/>
                </a:cxn>
                <a:cxn ang="0">
                  <a:pos x="40" y="734"/>
                </a:cxn>
                <a:cxn ang="0">
                  <a:pos x="22" y="975"/>
                </a:cxn>
                <a:cxn ang="0">
                  <a:pos x="0" y="1113"/>
                </a:cxn>
                <a:cxn ang="0">
                  <a:pos x="412" y="1133"/>
                </a:cxn>
                <a:cxn ang="0">
                  <a:pos x="616" y="1140"/>
                </a:cxn>
                <a:cxn ang="0">
                  <a:pos x="1063" y="1140"/>
                </a:cxn>
                <a:cxn ang="0">
                  <a:pos x="1403" y="1133"/>
                </a:cxn>
                <a:cxn ang="0">
                  <a:pos x="1680" y="1120"/>
                </a:cxn>
                <a:cxn ang="0">
                  <a:pos x="1801" y="1113"/>
                </a:cxn>
                <a:cxn ang="0">
                  <a:pos x="1758" y="941"/>
                </a:cxn>
                <a:cxn ang="0">
                  <a:pos x="1733" y="759"/>
                </a:cxn>
                <a:cxn ang="0">
                  <a:pos x="1718" y="530"/>
                </a:cxn>
                <a:cxn ang="0">
                  <a:pos x="1724" y="389"/>
                </a:cxn>
                <a:cxn ang="0">
                  <a:pos x="1751" y="276"/>
                </a:cxn>
                <a:cxn ang="0">
                  <a:pos x="1769" y="168"/>
                </a:cxn>
                <a:cxn ang="0">
                  <a:pos x="1769" y="131"/>
                </a:cxn>
                <a:cxn ang="0">
                  <a:pos x="1751" y="116"/>
                </a:cxn>
                <a:cxn ang="0">
                  <a:pos x="1421" y="46"/>
                </a:cxn>
                <a:cxn ang="0">
                  <a:pos x="1228" y="15"/>
                </a:cxn>
                <a:cxn ang="0">
                  <a:pos x="1126" y="3"/>
                </a:cxn>
                <a:cxn ang="0">
                  <a:pos x="1023" y="0"/>
                </a:cxn>
                <a:cxn ang="0">
                  <a:pos x="702" y="3"/>
                </a:cxn>
                <a:cxn ang="0">
                  <a:pos x="522" y="23"/>
                </a:cxn>
                <a:cxn ang="0">
                  <a:pos x="328" y="42"/>
                </a:cxn>
                <a:cxn ang="0">
                  <a:pos x="97" y="77"/>
                </a:cxn>
                <a:cxn ang="0">
                  <a:pos x="22" y="88"/>
                </a:cxn>
              </a:cxnLst>
              <a:rect l="0" t="0" r="0" b="0"/>
              <a:pathLst>
                <a:path w="1802" h="1141">
                  <a:moveTo>
                    <a:pt x="22" y="88"/>
                  </a:moveTo>
                  <a:lnTo>
                    <a:pt x="0" y="119"/>
                  </a:lnTo>
                  <a:lnTo>
                    <a:pt x="25" y="176"/>
                  </a:lnTo>
                  <a:lnTo>
                    <a:pt x="45" y="384"/>
                  </a:lnTo>
                  <a:lnTo>
                    <a:pt x="45" y="537"/>
                  </a:lnTo>
                  <a:lnTo>
                    <a:pt x="40" y="734"/>
                  </a:lnTo>
                  <a:lnTo>
                    <a:pt x="22" y="975"/>
                  </a:lnTo>
                  <a:lnTo>
                    <a:pt x="0" y="1113"/>
                  </a:lnTo>
                  <a:lnTo>
                    <a:pt x="412" y="1133"/>
                  </a:lnTo>
                  <a:lnTo>
                    <a:pt x="616" y="1140"/>
                  </a:lnTo>
                  <a:lnTo>
                    <a:pt x="1063" y="1140"/>
                  </a:lnTo>
                  <a:lnTo>
                    <a:pt x="1403" y="1133"/>
                  </a:lnTo>
                  <a:lnTo>
                    <a:pt x="1680" y="1120"/>
                  </a:lnTo>
                  <a:lnTo>
                    <a:pt x="1801" y="1113"/>
                  </a:lnTo>
                  <a:lnTo>
                    <a:pt x="1758" y="941"/>
                  </a:lnTo>
                  <a:lnTo>
                    <a:pt x="1733" y="759"/>
                  </a:lnTo>
                  <a:lnTo>
                    <a:pt x="1718" y="530"/>
                  </a:lnTo>
                  <a:lnTo>
                    <a:pt x="1724" y="389"/>
                  </a:lnTo>
                  <a:lnTo>
                    <a:pt x="1751" y="276"/>
                  </a:lnTo>
                  <a:lnTo>
                    <a:pt x="1769" y="168"/>
                  </a:lnTo>
                  <a:lnTo>
                    <a:pt x="1769" y="131"/>
                  </a:lnTo>
                  <a:lnTo>
                    <a:pt x="1751" y="116"/>
                  </a:lnTo>
                  <a:lnTo>
                    <a:pt x="1421" y="46"/>
                  </a:lnTo>
                  <a:lnTo>
                    <a:pt x="1228" y="15"/>
                  </a:lnTo>
                  <a:lnTo>
                    <a:pt x="1126" y="3"/>
                  </a:lnTo>
                  <a:lnTo>
                    <a:pt x="1023" y="0"/>
                  </a:lnTo>
                  <a:lnTo>
                    <a:pt x="702" y="3"/>
                  </a:lnTo>
                  <a:lnTo>
                    <a:pt x="522" y="23"/>
                  </a:lnTo>
                  <a:lnTo>
                    <a:pt x="328" y="42"/>
                  </a:lnTo>
                  <a:lnTo>
                    <a:pt x="97" y="77"/>
                  </a:lnTo>
                  <a:lnTo>
                    <a:pt x="22" y="88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7" name="Freeform 7"/>
            <p:cNvSpPr/>
            <p:nvPr/>
          </p:nvSpPr>
          <p:spPr>
            <a:xfrm>
              <a:off x="1216" y="598"/>
              <a:ext cx="1797" cy="1032"/>
            </a:xfrm>
            <a:custGeom>
              <a:avLst/>
              <a:gdLst/>
              <a:ahLst/>
              <a:cxnLst>
                <a:cxn ang="0">
                  <a:pos x="1256" y="0"/>
                </a:cxn>
                <a:cxn ang="0">
                  <a:pos x="1308" y="4"/>
                </a:cxn>
                <a:cxn ang="0">
                  <a:pos x="1338" y="55"/>
                </a:cxn>
                <a:cxn ang="0">
                  <a:pos x="1349" y="195"/>
                </a:cxn>
                <a:cxn ang="0">
                  <a:pos x="1356" y="397"/>
                </a:cxn>
                <a:cxn ang="0">
                  <a:pos x="1344" y="581"/>
                </a:cxn>
                <a:cxn ang="0">
                  <a:pos x="1338" y="811"/>
                </a:cxn>
                <a:cxn ang="0">
                  <a:pos x="1315" y="943"/>
                </a:cxn>
                <a:cxn ang="0">
                  <a:pos x="1308" y="1008"/>
                </a:cxn>
                <a:cxn ang="0">
                  <a:pos x="1796" y="1031"/>
                </a:cxn>
                <a:cxn ang="0">
                  <a:pos x="647" y="1031"/>
                </a:cxn>
                <a:cxn ang="0">
                  <a:pos x="670" y="984"/>
                </a:cxn>
                <a:cxn ang="0">
                  <a:pos x="681" y="923"/>
                </a:cxn>
                <a:cxn ang="0">
                  <a:pos x="495" y="908"/>
                </a:cxn>
                <a:cxn ang="0">
                  <a:pos x="434" y="864"/>
                </a:cxn>
                <a:cxn ang="0">
                  <a:pos x="495" y="793"/>
                </a:cxn>
                <a:cxn ang="0">
                  <a:pos x="499" y="722"/>
                </a:cxn>
                <a:cxn ang="0">
                  <a:pos x="121" y="674"/>
                </a:cxn>
                <a:cxn ang="0">
                  <a:pos x="0" y="573"/>
                </a:cxn>
                <a:cxn ang="0">
                  <a:pos x="0" y="516"/>
                </a:cxn>
                <a:cxn ang="0">
                  <a:pos x="49" y="491"/>
                </a:cxn>
                <a:cxn ang="0">
                  <a:pos x="29" y="473"/>
                </a:cxn>
                <a:cxn ang="0">
                  <a:pos x="128" y="375"/>
                </a:cxn>
                <a:cxn ang="0">
                  <a:pos x="72" y="277"/>
                </a:cxn>
                <a:cxn ang="0">
                  <a:pos x="113" y="205"/>
                </a:cxn>
                <a:cxn ang="0">
                  <a:pos x="168" y="192"/>
                </a:cxn>
                <a:cxn ang="0">
                  <a:pos x="193" y="156"/>
                </a:cxn>
                <a:cxn ang="0">
                  <a:pos x="308" y="138"/>
                </a:cxn>
                <a:cxn ang="0">
                  <a:pos x="488" y="68"/>
                </a:cxn>
                <a:cxn ang="0">
                  <a:pos x="712" y="30"/>
                </a:cxn>
                <a:cxn ang="0">
                  <a:pos x="1256" y="0"/>
                </a:cxn>
              </a:cxnLst>
              <a:rect l="0" t="0" r="0" b="0"/>
              <a:pathLst>
                <a:path w="1797" h="1032">
                  <a:moveTo>
                    <a:pt x="1256" y="0"/>
                  </a:moveTo>
                  <a:lnTo>
                    <a:pt x="1308" y="4"/>
                  </a:lnTo>
                  <a:lnTo>
                    <a:pt x="1338" y="55"/>
                  </a:lnTo>
                  <a:lnTo>
                    <a:pt x="1349" y="195"/>
                  </a:lnTo>
                  <a:lnTo>
                    <a:pt x="1356" y="397"/>
                  </a:lnTo>
                  <a:lnTo>
                    <a:pt x="1344" y="581"/>
                  </a:lnTo>
                  <a:lnTo>
                    <a:pt x="1338" y="811"/>
                  </a:lnTo>
                  <a:lnTo>
                    <a:pt x="1315" y="943"/>
                  </a:lnTo>
                  <a:lnTo>
                    <a:pt x="1308" y="1008"/>
                  </a:lnTo>
                  <a:lnTo>
                    <a:pt x="1796" y="1031"/>
                  </a:lnTo>
                  <a:lnTo>
                    <a:pt x="647" y="1031"/>
                  </a:lnTo>
                  <a:lnTo>
                    <a:pt x="670" y="984"/>
                  </a:lnTo>
                  <a:lnTo>
                    <a:pt x="681" y="923"/>
                  </a:lnTo>
                  <a:lnTo>
                    <a:pt x="495" y="908"/>
                  </a:lnTo>
                  <a:lnTo>
                    <a:pt x="434" y="864"/>
                  </a:lnTo>
                  <a:lnTo>
                    <a:pt x="495" y="793"/>
                  </a:lnTo>
                  <a:lnTo>
                    <a:pt x="499" y="722"/>
                  </a:lnTo>
                  <a:lnTo>
                    <a:pt x="121" y="674"/>
                  </a:lnTo>
                  <a:lnTo>
                    <a:pt x="0" y="573"/>
                  </a:lnTo>
                  <a:lnTo>
                    <a:pt x="0" y="516"/>
                  </a:lnTo>
                  <a:lnTo>
                    <a:pt x="49" y="491"/>
                  </a:lnTo>
                  <a:lnTo>
                    <a:pt x="29" y="473"/>
                  </a:lnTo>
                  <a:lnTo>
                    <a:pt x="128" y="375"/>
                  </a:lnTo>
                  <a:lnTo>
                    <a:pt x="72" y="277"/>
                  </a:lnTo>
                  <a:lnTo>
                    <a:pt x="113" y="205"/>
                  </a:lnTo>
                  <a:lnTo>
                    <a:pt x="168" y="192"/>
                  </a:lnTo>
                  <a:lnTo>
                    <a:pt x="193" y="156"/>
                  </a:lnTo>
                  <a:lnTo>
                    <a:pt x="308" y="138"/>
                  </a:lnTo>
                  <a:lnTo>
                    <a:pt x="488" y="68"/>
                  </a:lnTo>
                  <a:lnTo>
                    <a:pt x="712" y="30"/>
                  </a:lnTo>
                  <a:lnTo>
                    <a:pt x="1256" y="0"/>
                  </a:lnTo>
                </a:path>
              </a:pathLst>
            </a:custGeom>
            <a:solidFill>
              <a:srgbClr val="4C4C4C"/>
            </a:solidFill>
            <a:ln w="12700" cap="rnd" cmpd="sng">
              <a:solidFill>
                <a:srgbClr val="4C4C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8" name="Freeform 8"/>
            <p:cNvSpPr/>
            <p:nvPr/>
          </p:nvSpPr>
          <p:spPr>
            <a:xfrm>
              <a:off x="1953" y="665"/>
              <a:ext cx="607" cy="364"/>
            </a:xfrm>
            <a:custGeom>
              <a:avLst/>
              <a:gdLst/>
              <a:ahLst/>
              <a:cxnLst>
                <a:cxn ang="0">
                  <a:pos x="523" y="0"/>
                </a:cxn>
                <a:cxn ang="0">
                  <a:pos x="563" y="32"/>
                </a:cxn>
                <a:cxn ang="0">
                  <a:pos x="599" y="87"/>
                </a:cxn>
                <a:cxn ang="0">
                  <a:pos x="606" y="243"/>
                </a:cxn>
                <a:cxn ang="0">
                  <a:pos x="577" y="281"/>
                </a:cxn>
                <a:cxn ang="0">
                  <a:pos x="478" y="363"/>
                </a:cxn>
                <a:cxn ang="0">
                  <a:pos x="310" y="320"/>
                </a:cxn>
                <a:cxn ang="0">
                  <a:pos x="195" y="271"/>
                </a:cxn>
                <a:cxn ang="0">
                  <a:pos x="105" y="197"/>
                </a:cxn>
                <a:cxn ang="0">
                  <a:pos x="52" y="146"/>
                </a:cxn>
                <a:cxn ang="0">
                  <a:pos x="11" y="77"/>
                </a:cxn>
                <a:cxn ang="0">
                  <a:pos x="0" y="37"/>
                </a:cxn>
                <a:cxn ang="0">
                  <a:pos x="523" y="0"/>
                </a:cxn>
              </a:cxnLst>
              <a:rect l="0" t="0" r="0" b="0"/>
              <a:pathLst>
                <a:path w="607" h="364">
                  <a:moveTo>
                    <a:pt x="523" y="0"/>
                  </a:moveTo>
                  <a:lnTo>
                    <a:pt x="563" y="32"/>
                  </a:lnTo>
                  <a:lnTo>
                    <a:pt x="599" y="87"/>
                  </a:lnTo>
                  <a:lnTo>
                    <a:pt x="606" y="243"/>
                  </a:lnTo>
                  <a:lnTo>
                    <a:pt x="577" y="281"/>
                  </a:lnTo>
                  <a:lnTo>
                    <a:pt x="478" y="363"/>
                  </a:lnTo>
                  <a:lnTo>
                    <a:pt x="310" y="320"/>
                  </a:lnTo>
                  <a:lnTo>
                    <a:pt x="195" y="271"/>
                  </a:lnTo>
                  <a:lnTo>
                    <a:pt x="105" y="197"/>
                  </a:lnTo>
                  <a:lnTo>
                    <a:pt x="52" y="146"/>
                  </a:lnTo>
                  <a:lnTo>
                    <a:pt x="11" y="77"/>
                  </a:lnTo>
                  <a:lnTo>
                    <a:pt x="0" y="37"/>
                  </a:lnTo>
                  <a:lnTo>
                    <a:pt x="523" y="0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69" name="Freeform 9"/>
            <p:cNvSpPr/>
            <p:nvPr/>
          </p:nvSpPr>
          <p:spPr>
            <a:xfrm>
              <a:off x="2195" y="750"/>
              <a:ext cx="303" cy="284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67" y="0"/>
                </a:cxn>
                <a:cxn ang="0">
                  <a:pos x="153" y="5"/>
                </a:cxn>
                <a:cxn ang="0">
                  <a:pos x="144" y="81"/>
                </a:cxn>
                <a:cxn ang="0">
                  <a:pos x="302" y="233"/>
                </a:cxn>
                <a:cxn ang="0">
                  <a:pos x="230" y="283"/>
                </a:cxn>
                <a:cxn ang="0">
                  <a:pos x="124" y="238"/>
                </a:cxn>
                <a:cxn ang="0">
                  <a:pos x="108" y="80"/>
                </a:cxn>
                <a:cxn ang="0">
                  <a:pos x="83" y="80"/>
                </a:cxn>
                <a:cxn ang="0">
                  <a:pos x="16" y="30"/>
                </a:cxn>
                <a:cxn ang="0">
                  <a:pos x="0" y="16"/>
                </a:cxn>
              </a:cxnLst>
              <a:rect l="0" t="0" r="0" b="0"/>
              <a:pathLst>
                <a:path w="303" h="284">
                  <a:moveTo>
                    <a:pt x="0" y="16"/>
                  </a:moveTo>
                  <a:lnTo>
                    <a:pt x="67" y="0"/>
                  </a:lnTo>
                  <a:lnTo>
                    <a:pt x="153" y="5"/>
                  </a:lnTo>
                  <a:lnTo>
                    <a:pt x="144" y="81"/>
                  </a:lnTo>
                  <a:lnTo>
                    <a:pt x="302" y="233"/>
                  </a:lnTo>
                  <a:lnTo>
                    <a:pt x="230" y="283"/>
                  </a:lnTo>
                  <a:lnTo>
                    <a:pt x="124" y="238"/>
                  </a:lnTo>
                  <a:lnTo>
                    <a:pt x="108" y="80"/>
                  </a:lnTo>
                  <a:lnTo>
                    <a:pt x="83" y="80"/>
                  </a:lnTo>
                  <a:lnTo>
                    <a:pt x="16" y="30"/>
                  </a:lnTo>
                  <a:lnTo>
                    <a:pt x="0" y="16"/>
                  </a:lnTo>
                </a:path>
              </a:pathLst>
            </a:custGeom>
            <a:solidFill>
              <a:srgbClr val="FFFF00"/>
            </a:solidFill>
            <a:ln w="12700" cap="rnd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0" name="Freeform 10"/>
            <p:cNvSpPr/>
            <p:nvPr/>
          </p:nvSpPr>
          <p:spPr>
            <a:xfrm>
              <a:off x="1833" y="962"/>
              <a:ext cx="700" cy="344"/>
            </a:xfrm>
            <a:custGeom>
              <a:avLst/>
              <a:gdLst/>
              <a:ahLst/>
              <a:cxnLst>
                <a:cxn ang="0">
                  <a:pos x="213" y="0"/>
                </a:cxn>
                <a:cxn ang="0">
                  <a:pos x="247" y="0"/>
                </a:cxn>
                <a:cxn ang="0">
                  <a:pos x="304" y="26"/>
                </a:cxn>
                <a:cxn ang="0">
                  <a:pos x="315" y="68"/>
                </a:cxn>
                <a:cxn ang="0">
                  <a:pos x="286" y="113"/>
                </a:cxn>
                <a:cxn ang="0">
                  <a:pos x="286" y="130"/>
                </a:cxn>
                <a:cxn ang="0">
                  <a:pos x="315" y="139"/>
                </a:cxn>
                <a:cxn ang="0">
                  <a:pos x="636" y="130"/>
                </a:cxn>
                <a:cxn ang="0">
                  <a:pos x="699" y="144"/>
                </a:cxn>
                <a:cxn ang="0">
                  <a:pos x="699" y="180"/>
                </a:cxn>
                <a:cxn ang="0">
                  <a:pos x="670" y="193"/>
                </a:cxn>
                <a:cxn ang="0">
                  <a:pos x="490" y="196"/>
                </a:cxn>
                <a:cxn ang="0">
                  <a:pos x="382" y="211"/>
                </a:cxn>
                <a:cxn ang="0">
                  <a:pos x="359" y="300"/>
                </a:cxn>
                <a:cxn ang="0">
                  <a:pos x="312" y="318"/>
                </a:cxn>
                <a:cxn ang="0">
                  <a:pos x="301" y="334"/>
                </a:cxn>
                <a:cxn ang="0">
                  <a:pos x="256" y="343"/>
                </a:cxn>
                <a:cxn ang="0">
                  <a:pos x="139" y="343"/>
                </a:cxn>
                <a:cxn ang="0">
                  <a:pos x="20" y="327"/>
                </a:cxn>
                <a:cxn ang="0">
                  <a:pos x="0" y="276"/>
                </a:cxn>
                <a:cxn ang="0">
                  <a:pos x="16" y="213"/>
                </a:cxn>
                <a:cxn ang="0">
                  <a:pos x="68" y="153"/>
                </a:cxn>
                <a:cxn ang="0">
                  <a:pos x="121" y="114"/>
                </a:cxn>
                <a:cxn ang="0">
                  <a:pos x="198" y="79"/>
                </a:cxn>
                <a:cxn ang="0">
                  <a:pos x="213" y="0"/>
                </a:cxn>
              </a:cxnLst>
              <a:rect l="0" t="0" r="0" b="0"/>
              <a:pathLst>
                <a:path w="700" h="344">
                  <a:moveTo>
                    <a:pt x="213" y="0"/>
                  </a:moveTo>
                  <a:lnTo>
                    <a:pt x="247" y="0"/>
                  </a:lnTo>
                  <a:lnTo>
                    <a:pt x="304" y="26"/>
                  </a:lnTo>
                  <a:lnTo>
                    <a:pt x="315" y="68"/>
                  </a:lnTo>
                  <a:lnTo>
                    <a:pt x="286" y="113"/>
                  </a:lnTo>
                  <a:lnTo>
                    <a:pt x="286" y="130"/>
                  </a:lnTo>
                  <a:lnTo>
                    <a:pt x="315" y="139"/>
                  </a:lnTo>
                  <a:lnTo>
                    <a:pt x="636" y="130"/>
                  </a:lnTo>
                  <a:lnTo>
                    <a:pt x="699" y="144"/>
                  </a:lnTo>
                  <a:lnTo>
                    <a:pt x="699" y="180"/>
                  </a:lnTo>
                  <a:lnTo>
                    <a:pt x="670" y="193"/>
                  </a:lnTo>
                  <a:lnTo>
                    <a:pt x="490" y="196"/>
                  </a:lnTo>
                  <a:lnTo>
                    <a:pt x="382" y="211"/>
                  </a:lnTo>
                  <a:lnTo>
                    <a:pt x="359" y="300"/>
                  </a:lnTo>
                  <a:lnTo>
                    <a:pt x="312" y="318"/>
                  </a:lnTo>
                  <a:lnTo>
                    <a:pt x="301" y="334"/>
                  </a:lnTo>
                  <a:lnTo>
                    <a:pt x="256" y="343"/>
                  </a:lnTo>
                  <a:lnTo>
                    <a:pt x="139" y="343"/>
                  </a:lnTo>
                  <a:lnTo>
                    <a:pt x="20" y="327"/>
                  </a:lnTo>
                  <a:lnTo>
                    <a:pt x="0" y="276"/>
                  </a:lnTo>
                  <a:lnTo>
                    <a:pt x="16" y="213"/>
                  </a:lnTo>
                  <a:lnTo>
                    <a:pt x="68" y="153"/>
                  </a:lnTo>
                  <a:lnTo>
                    <a:pt x="121" y="114"/>
                  </a:lnTo>
                  <a:lnTo>
                    <a:pt x="198" y="79"/>
                  </a:lnTo>
                  <a:lnTo>
                    <a:pt x="213" y="0"/>
                  </a:lnTo>
                </a:path>
              </a:pathLst>
            </a:custGeom>
            <a:solidFill>
              <a:srgbClr val="FFC17F"/>
            </a:solidFill>
            <a:ln w="12700" cap="rnd" cmpd="sng">
              <a:solidFill>
                <a:srgbClr val="FFC1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1" name="Freeform 11"/>
            <p:cNvSpPr/>
            <p:nvPr/>
          </p:nvSpPr>
          <p:spPr>
            <a:xfrm>
              <a:off x="3053" y="446"/>
              <a:ext cx="520" cy="151"/>
            </a:xfrm>
            <a:custGeom>
              <a:avLst/>
              <a:gdLst/>
              <a:ahLst/>
              <a:cxnLst>
                <a:cxn ang="0">
                  <a:pos x="16" y="57"/>
                </a:cxn>
                <a:cxn ang="0">
                  <a:pos x="101" y="47"/>
                </a:cxn>
                <a:cxn ang="0">
                  <a:pos x="193" y="43"/>
                </a:cxn>
                <a:cxn ang="0">
                  <a:pos x="187" y="66"/>
                </a:cxn>
                <a:cxn ang="0">
                  <a:pos x="171" y="113"/>
                </a:cxn>
                <a:cxn ang="0">
                  <a:pos x="200" y="141"/>
                </a:cxn>
                <a:cxn ang="0">
                  <a:pos x="252" y="150"/>
                </a:cxn>
                <a:cxn ang="0">
                  <a:pos x="317" y="133"/>
                </a:cxn>
                <a:cxn ang="0">
                  <a:pos x="342" y="120"/>
                </a:cxn>
                <a:cxn ang="0">
                  <a:pos x="405" y="124"/>
                </a:cxn>
                <a:cxn ang="0">
                  <a:pos x="434" y="115"/>
                </a:cxn>
                <a:cxn ang="0">
                  <a:pos x="452" y="93"/>
                </a:cxn>
                <a:cxn ang="0">
                  <a:pos x="463" y="86"/>
                </a:cxn>
                <a:cxn ang="0">
                  <a:pos x="519" y="61"/>
                </a:cxn>
                <a:cxn ang="0">
                  <a:pos x="478" y="12"/>
                </a:cxn>
                <a:cxn ang="0">
                  <a:pos x="335" y="0"/>
                </a:cxn>
                <a:cxn ang="0">
                  <a:pos x="269" y="7"/>
                </a:cxn>
                <a:cxn ang="0">
                  <a:pos x="245" y="0"/>
                </a:cxn>
                <a:cxn ang="0">
                  <a:pos x="175" y="7"/>
                </a:cxn>
                <a:cxn ang="0">
                  <a:pos x="139" y="26"/>
                </a:cxn>
                <a:cxn ang="0">
                  <a:pos x="88" y="7"/>
                </a:cxn>
                <a:cxn ang="0">
                  <a:pos x="25" y="6"/>
                </a:cxn>
                <a:cxn ang="0">
                  <a:pos x="0" y="13"/>
                </a:cxn>
                <a:cxn ang="0">
                  <a:pos x="16" y="57"/>
                </a:cxn>
              </a:cxnLst>
              <a:rect l="0" t="0" r="0" b="0"/>
              <a:pathLst>
                <a:path w="520" h="151">
                  <a:moveTo>
                    <a:pt x="16" y="57"/>
                  </a:moveTo>
                  <a:lnTo>
                    <a:pt x="101" y="47"/>
                  </a:lnTo>
                  <a:lnTo>
                    <a:pt x="193" y="43"/>
                  </a:lnTo>
                  <a:lnTo>
                    <a:pt x="187" y="66"/>
                  </a:lnTo>
                  <a:lnTo>
                    <a:pt x="171" y="113"/>
                  </a:lnTo>
                  <a:lnTo>
                    <a:pt x="200" y="141"/>
                  </a:lnTo>
                  <a:lnTo>
                    <a:pt x="252" y="150"/>
                  </a:lnTo>
                  <a:lnTo>
                    <a:pt x="317" y="133"/>
                  </a:lnTo>
                  <a:lnTo>
                    <a:pt x="342" y="120"/>
                  </a:lnTo>
                  <a:lnTo>
                    <a:pt x="405" y="124"/>
                  </a:lnTo>
                  <a:lnTo>
                    <a:pt x="434" y="115"/>
                  </a:lnTo>
                  <a:lnTo>
                    <a:pt x="452" y="93"/>
                  </a:lnTo>
                  <a:lnTo>
                    <a:pt x="463" y="86"/>
                  </a:lnTo>
                  <a:lnTo>
                    <a:pt x="519" y="61"/>
                  </a:lnTo>
                  <a:lnTo>
                    <a:pt x="478" y="12"/>
                  </a:lnTo>
                  <a:lnTo>
                    <a:pt x="335" y="0"/>
                  </a:lnTo>
                  <a:lnTo>
                    <a:pt x="269" y="7"/>
                  </a:lnTo>
                  <a:lnTo>
                    <a:pt x="245" y="0"/>
                  </a:lnTo>
                  <a:lnTo>
                    <a:pt x="175" y="7"/>
                  </a:lnTo>
                  <a:lnTo>
                    <a:pt x="139" y="26"/>
                  </a:lnTo>
                  <a:lnTo>
                    <a:pt x="88" y="7"/>
                  </a:lnTo>
                  <a:lnTo>
                    <a:pt x="25" y="6"/>
                  </a:lnTo>
                  <a:lnTo>
                    <a:pt x="0" y="13"/>
                  </a:lnTo>
                  <a:lnTo>
                    <a:pt x="16" y="57"/>
                  </a:lnTo>
                </a:path>
              </a:pathLst>
            </a:custGeom>
            <a:solidFill>
              <a:srgbClr val="FFC17F"/>
            </a:solidFill>
            <a:ln w="12700" cap="rnd" cmpd="sng">
              <a:solidFill>
                <a:srgbClr val="FFC1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2" name="Freeform 12"/>
            <p:cNvSpPr/>
            <p:nvPr/>
          </p:nvSpPr>
          <p:spPr>
            <a:xfrm>
              <a:off x="1699" y="249"/>
              <a:ext cx="856" cy="508"/>
            </a:xfrm>
            <a:custGeom>
              <a:avLst/>
              <a:gdLst/>
              <a:ahLst/>
              <a:cxnLst>
                <a:cxn ang="0">
                  <a:pos x="7" y="183"/>
                </a:cxn>
                <a:cxn ang="0">
                  <a:pos x="49" y="167"/>
                </a:cxn>
                <a:cxn ang="0">
                  <a:pos x="95" y="52"/>
                </a:cxn>
                <a:cxn ang="0">
                  <a:pos x="128" y="32"/>
                </a:cxn>
                <a:cxn ang="0">
                  <a:pos x="583" y="0"/>
                </a:cxn>
                <a:cxn ang="0">
                  <a:pos x="722" y="127"/>
                </a:cxn>
                <a:cxn ang="0">
                  <a:pos x="733" y="159"/>
                </a:cxn>
                <a:cxn ang="0">
                  <a:pos x="810" y="162"/>
                </a:cxn>
                <a:cxn ang="0">
                  <a:pos x="850" y="187"/>
                </a:cxn>
                <a:cxn ang="0">
                  <a:pos x="855" y="223"/>
                </a:cxn>
                <a:cxn ang="0">
                  <a:pos x="774" y="264"/>
                </a:cxn>
                <a:cxn ang="0">
                  <a:pos x="778" y="384"/>
                </a:cxn>
                <a:cxn ang="0">
                  <a:pos x="736" y="446"/>
                </a:cxn>
                <a:cxn ang="0">
                  <a:pos x="626" y="480"/>
                </a:cxn>
                <a:cxn ang="0">
                  <a:pos x="592" y="499"/>
                </a:cxn>
                <a:cxn ang="0">
                  <a:pos x="520" y="507"/>
                </a:cxn>
                <a:cxn ang="0">
                  <a:pos x="499" y="499"/>
                </a:cxn>
                <a:cxn ang="0">
                  <a:pos x="473" y="507"/>
                </a:cxn>
                <a:cxn ang="0">
                  <a:pos x="412" y="493"/>
                </a:cxn>
                <a:cxn ang="0">
                  <a:pos x="376" y="480"/>
                </a:cxn>
                <a:cxn ang="0">
                  <a:pos x="320" y="474"/>
                </a:cxn>
                <a:cxn ang="0">
                  <a:pos x="243" y="447"/>
                </a:cxn>
                <a:cxn ang="0">
                  <a:pos x="207" y="426"/>
                </a:cxn>
                <a:cxn ang="0">
                  <a:pos x="175" y="370"/>
                </a:cxn>
                <a:cxn ang="0">
                  <a:pos x="144" y="266"/>
                </a:cxn>
                <a:cxn ang="0">
                  <a:pos x="86" y="276"/>
                </a:cxn>
                <a:cxn ang="0">
                  <a:pos x="43" y="264"/>
                </a:cxn>
                <a:cxn ang="0">
                  <a:pos x="0" y="210"/>
                </a:cxn>
                <a:cxn ang="0">
                  <a:pos x="7" y="183"/>
                </a:cxn>
              </a:cxnLst>
              <a:rect l="0" t="0" r="0" b="0"/>
              <a:pathLst>
                <a:path w="856" h="508">
                  <a:moveTo>
                    <a:pt x="7" y="183"/>
                  </a:moveTo>
                  <a:lnTo>
                    <a:pt x="49" y="167"/>
                  </a:lnTo>
                  <a:lnTo>
                    <a:pt x="95" y="52"/>
                  </a:lnTo>
                  <a:lnTo>
                    <a:pt x="128" y="32"/>
                  </a:lnTo>
                  <a:lnTo>
                    <a:pt x="583" y="0"/>
                  </a:lnTo>
                  <a:lnTo>
                    <a:pt x="722" y="127"/>
                  </a:lnTo>
                  <a:lnTo>
                    <a:pt x="733" y="159"/>
                  </a:lnTo>
                  <a:lnTo>
                    <a:pt x="810" y="162"/>
                  </a:lnTo>
                  <a:lnTo>
                    <a:pt x="850" y="187"/>
                  </a:lnTo>
                  <a:lnTo>
                    <a:pt x="855" y="223"/>
                  </a:lnTo>
                  <a:lnTo>
                    <a:pt x="774" y="264"/>
                  </a:lnTo>
                  <a:lnTo>
                    <a:pt x="778" y="384"/>
                  </a:lnTo>
                  <a:lnTo>
                    <a:pt x="736" y="446"/>
                  </a:lnTo>
                  <a:lnTo>
                    <a:pt x="626" y="480"/>
                  </a:lnTo>
                  <a:lnTo>
                    <a:pt x="592" y="499"/>
                  </a:lnTo>
                  <a:lnTo>
                    <a:pt x="520" y="507"/>
                  </a:lnTo>
                  <a:lnTo>
                    <a:pt x="499" y="499"/>
                  </a:lnTo>
                  <a:lnTo>
                    <a:pt x="473" y="507"/>
                  </a:lnTo>
                  <a:lnTo>
                    <a:pt x="412" y="493"/>
                  </a:lnTo>
                  <a:lnTo>
                    <a:pt x="376" y="480"/>
                  </a:lnTo>
                  <a:lnTo>
                    <a:pt x="320" y="474"/>
                  </a:lnTo>
                  <a:lnTo>
                    <a:pt x="243" y="447"/>
                  </a:lnTo>
                  <a:lnTo>
                    <a:pt x="207" y="426"/>
                  </a:lnTo>
                  <a:lnTo>
                    <a:pt x="175" y="370"/>
                  </a:lnTo>
                  <a:lnTo>
                    <a:pt x="144" y="266"/>
                  </a:lnTo>
                  <a:lnTo>
                    <a:pt x="86" y="276"/>
                  </a:lnTo>
                  <a:lnTo>
                    <a:pt x="43" y="264"/>
                  </a:lnTo>
                  <a:lnTo>
                    <a:pt x="0" y="210"/>
                  </a:lnTo>
                  <a:lnTo>
                    <a:pt x="7" y="183"/>
                  </a:lnTo>
                </a:path>
              </a:pathLst>
            </a:custGeom>
            <a:solidFill>
              <a:srgbClr val="FFC17F"/>
            </a:solidFill>
            <a:ln w="12700" cap="rnd" cmpd="sng">
              <a:solidFill>
                <a:srgbClr val="FFC1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3" name="Freeform 13"/>
            <p:cNvSpPr/>
            <p:nvPr/>
          </p:nvSpPr>
          <p:spPr>
            <a:xfrm>
              <a:off x="2281" y="255"/>
              <a:ext cx="156" cy="12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43"/>
                </a:cxn>
                <a:cxn ang="0">
                  <a:pos x="16" y="78"/>
                </a:cxn>
                <a:cxn ang="0">
                  <a:pos x="155" y="121"/>
                </a:cxn>
                <a:cxn ang="0">
                  <a:pos x="133" y="49"/>
                </a:cxn>
                <a:cxn ang="0">
                  <a:pos x="96" y="20"/>
                </a:cxn>
                <a:cxn ang="0">
                  <a:pos x="7" y="0"/>
                </a:cxn>
              </a:cxnLst>
              <a:rect l="0" t="0" r="0" b="0"/>
              <a:pathLst>
                <a:path w="156" h="122">
                  <a:moveTo>
                    <a:pt x="7" y="0"/>
                  </a:moveTo>
                  <a:lnTo>
                    <a:pt x="0" y="43"/>
                  </a:lnTo>
                  <a:lnTo>
                    <a:pt x="16" y="78"/>
                  </a:lnTo>
                  <a:lnTo>
                    <a:pt x="155" y="121"/>
                  </a:lnTo>
                  <a:lnTo>
                    <a:pt x="133" y="49"/>
                  </a:lnTo>
                  <a:lnTo>
                    <a:pt x="96" y="20"/>
                  </a:lnTo>
                  <a:lnTo>
                    <a:pt x="7" y="0"/>
                  </a:lnTo>
                </a:path>
              </a:pathLst>
            </a:custGeom>
            <a:solidFill>
              <a:srgbClr val="601E00"/>
            </a:solidFill>
            <a:ln w="12700" cap="rnd" cmpd="sng">
              <a:solidFill>
                <a:srgbClr val="601E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4" name="Freeform 14"/>
            <p:cNvSpPr/>
            <p:nvPr/>
          </p:nvSpPr>
          <p:spPr>
            <a:xfrm>
              <a:off x="1830" y="199"/>
              <a:ext cx="454" cy="80"/>
            </a:xfrm>
            <a:custGeom>
              <a:avLst/>
              <a:gdLst/>
              <a:ahLst/>
              <a:cxnLst>
                <a:cxn ang="0">
                  <a:pos x="0" y="79"/>
                </a:cxn>
                <a:cxn ang="0">
                  <a:pos x="70" y="13"/>
                </a:cxn>
                <a:cxn ang="0">
                  <a:pos x="146" y="0"/>
                </a:cxn>
                <a:cxn ang="0">
                  <a:pos x="325" y="0"/>
                </a:cxn>
                <a:cxn ang="0">
                  <a:pos x="408" y="10"/>
                </a:cxn>
                <a:cxn ang="0">
                  <a:pos x="453" y="35"/>
                </a:cxn>
                <a:cxn ang="0">
                  <a:pos x="101" y="79"/>
                </a:cxn>
                <a:cxn ang="0">
                  <a:pos x="0" y="79"/>
                </a:cxn>
              </a:cxnLst>
              <a:rect l="0" t="0" r="0" b="0"/>
              <a:pathLst>
                <a:path w="454" h="80">
                  <a:moveTo>
                    <a:pt x="0" y="79"/>
                  </a:moveTo>
                  <a:lnTo>
                    <a:pt x="70" y="13"/>
                  </a:lnTo>
                  <a:lnTo>
                    <a:pt x="146" y="0"/>
                  </a:lnTo>
                  <a:lnTo>
                    <a:pt x="325" y="0"/>
                  </a:lnTo>
                  <a:lnTo>
                    <a:pt x="408" y="10"/>
                  </a:lnTo>
                  <a:lnTo>
                    <a:pt x="453" y="35"/>
                  </a:lnTo>
                  <a:lnTo>
                    <a:pt x="101" y="79"/>
                  </a:lnTo>
                  <a:lnTo>
                    <a:pt x="0" y="79"/>
                  </a:lnTo>
                </a:path>
              </a:pathLst>
            </a:custGeom>
            <a:solidFill>
              <a:srgbClr val="601E00"/>
            </a:solidFill>
            <a:ln w="12700" cap="rnd" cmpd="sng">
              <a:solidFill>
                <a:srgbClr val="601E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5" name="Freeform 15"/>
            <p:cNvSpPr/>
            <p:nvPr/>
          </p:nvSpPr>
          <p:spPr>
            <a:xfrm>
              <a:off x="2031" y="566"/>
              <a:ext cx="253" cy="5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3" y="22"/>
                </a:cxn>
                <a:cxn ang="0">
                  <a:pos x="49" y="49"/>
                </a:cxn>
                <a:cxn ang="0">
                  <a:pos x="85" y="56"/>
                </a:cxn>
                <a:cxn ang="0">
                  <a:pos x="173" y="56"/>
                </a:cxn>
                <a:cxn ang="0">
                  <a:pos x="189" y="49"/>
                </a:cxn>
                <a:cxn ang="0">
                  <a:pos x="252" y="0"/>
                </a:cxn>
                <a:cxn ang="0">
                  <a:pos x="119" y="17"/>
                </a:cxn>
                <a:cxn ang="0">
                  <a:pos x="58" y="17"/>
                </a:cxn>
                <a:cxn ang="0">
                  <a:pos x="23" y="8"/>
                </a:cxn>
                <a:cxn ang="0">
                  <a:pos x="0" y="2"/>
                </a:cxn>
              </a:cxnLst>
              <a:rect l="0" t="0" r="0" b="0"/>
              <a:pathLst>
                <a:path w="253" h="57">
                  <a:moveTo>
                    <a:pt x="0" y="2"/>
                  </a:moveTo>
                  <a:lnTo>
                    <a:pt x="23" y="22"/>
                  </a:lnTo>
                  <a:lnTo>
                    <a:pt x="49" y="49"/>
                  </a:lnTo>
                  <a:lnTo>
                    <a:pt x="85" y="56"/>
                  </a:lnTo>
                  <a:lnTo>
                    <a:pt x="173" y="56"/>
                  </a:lnTo>
                  <a:lnTo>
                    <a:pt x="189" y="49"/>
                  </a:lnTo>
                  <a:lnTo>
                    <a:pt x="252" y="0"/>
                  </a:lnTo>
                  <a:lnTo>
                    <a:pt x="119" y="17"/>
                  </a:lnTo>
                  <a:lnTo>
                    <a:pt x="58" y="17"/>
                  </a:lnTo>
                  <a:lnTo>
                    <a:pt x="23" y="8"/>
                  </a:lnTo>
                  <a:lnTo>
                    <a:pt x="0" y="2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6" name="Freeform 16"/>
            <p:cNvSpPr/>
            <p:nvPr/>
          </p:nvSpPr>
          <p:spPr>
            <a:xfrm>
              <a:off x="1698" y="194"/>
              <a:ext cx="744" cy="276"/>
            </a:xfrm>
            <a:custGeom>
              <a:avLst/>
              <a:gdLst/>
              <a:ahLst/>
              <a:cxnLst>
                <a:cxn ang="0">
                  <a:pos x="131" y="92"/>
                </a:cxn>
                <a:cxn ang="0">
                  <a:pos x="252" y="95"/>
                </a:cxn>
                <a:cxn ang="0">
                  <a:pos x="392" y="89"/>
                </a:cxn>
                <a:cxn ang="0">
                  <a:pos x="498" y="78"/>
                </a:cxn>
                <a:cxn ang="0">
                  <a:pos x="572" y="63"/>
                </a:cxn>
                <a:cxn ang="0">
                  <a:pos x="565" y="98"/>
                </a:cxn>
                <a:cxn ang="0">
                  <a:pos x="576" y="128"/>
                </a:cxn>
                <a:cxn ang="0">
                  <a:pos x="608" y="148"/>
                </a:cxn>
                <a:cxn ang="0">
                  <a:pos x="662" y="162"/>
                </a:cxn>
                <a:cxn ang="0">
                  <a:pos x="702" y="188"/>
                </a:cxn>
                <a:cxn ang="0">
                  <a:pos x="716" y="232"/>
                </a:cxn>
                <a:cxn ang="0">
                  <a:pos x="743" y="232"/>
                </a:cxn>
                <a:cxn ang="0">
                  <a:pos x="736" y="208"/>
                </a:cxn>
                <a:cxn ang="0">
                  <a:pos x="729" y="162"/>
                </a:cxn>
                <a:cxn ang="0">
                  <a:pos x="707" y="112"/>
                </a:cxn>
                <a:cxn ang="0">
                  <a:pos x="716" y="167"/>
                </a:cxn>
                <a:cxn ang="0">
                  <a:pos x="644" y="147"/>
                </a:cxn>
                <a:cxn ang="0">
                  <a:pos x="599" y="127"/>
                </a:cxn>
                <a:cxn ang="0">
                  <a:pos x="585" y="107"/>
                </a:cxn>
                <a:cxn ang="0">
                  <a:pos x="579" y="88"/>
                </a:cxn>
                <a:cxn ang="0">
                  <a:pos x="624" y="112"/>
                </a:cxn>
                <a:cxn ang="0">
                  <a:pos x="579" y="68"/>
                </a:cxn>
                <a:cxn ang="0">
                  <a:pos x="613" y="72"/>
                </a:cxn>
                <a:cxn ang="0">
                  <a:pos x="673" y="84"/>
                </a:cxn>
                <a:cxn ang="0">
                  <a:pos x="702" y="102"/>
                </a:cxn>
                <a:cxn ang="0">
                  <a:pos x="673" y="75"/>
                </a:cxn>
                <a:cxn ang="0">
                  <a:pos x="594" y="41"/>
                </a:cxn>
                <a:cxn ang="0">
                  <a:pos x="549" y="13"/>
                </a:cxn>
                <a:cxn ang="0">
                  <a:pos x="446" y="0"/>
                </a:cxn>
                <a:cxn ang="0">
                  <a:pos x="335" y="3"/>
                </a:cxn>
                <a:cxn ang="0">
                  <a:pos x="419" y="4"/>
                </a:cxn>
                <a:cxn ang="0">
                  <a:pos x="507" y="13"/>
                </a:cxn>
                <a:cxn ang="0">
                  <a:pos x="552" y="27"/>
                </a:cxn>
                <a:cxn ang="0">
                  <a:pos x="461" y="23"/>
                </a:cxn>
                <a:cxn ang="0">
                  <a:pos x="353" y="33"/>
                </a:cxn>
                <a:cxn ang="0">
                  <a:pos x="255" y="53"/>
                </a:cxn>
                <a:cxn ang="0">
                  <a:pos x="270" y="33"/>
                </a:cxn>
                <a:cxn ang="0">
                  <a:pos x="219" y="43"/>
                </a:cxn>
                <a:cxn ang="0">
                  <a:pos x="178" y="65"/>
                </a:cxn>
                <a:cxn ang="0">
                  <a:pos x="184" y="43"/>
                </a:cxn>
                <a:cxn ang="0">
                  <a:pos x="203" y="18"/>
                </a:cxn>
                <a:cxn ang="0">
                  <a:pos x="270" y="3"/>
                </a:cxn>
                <a:cxn ang="0">
                  <a:pos x="184" y="18"/>
                </a:cxn>
                <a:cxn ang="0">
                  <a:pos x="131" y="52"/>
                </a:cxn>
                <a:cxn ang="0">
                  <a:pos x="104" y="89"/>
                </a:cxn>
                <a:cxn ang="0">
                  <a:pos x="22" y="124"/>
                </a:cxn>
                <a:cxn ang="0">
                  <a:pos x="0" y="155"/>
                </a:cxn>
                <a:cxn ang="0">
                  <a:pos x="2" y="198"/>
                </a:cxn>
                <a:cxn ang="0">
                  <a:pos x="32" y="226"/>
                </a:cxn>
                <a:cxn ang="0">
                  <a:pos x="77" y="237"/>
                </a:cxn>
                <a:cxn ang="0">
                  <a:pos x="117" y="275"/>
                </a:cxn>
                <a:cxn ang="0">
                  <a:pos x="117" y="256"/>
                </a:cxn>
                <a:cxn ang="0">
                  <a:pos x="108" y="209"/>
                </a:cxn>
                <a:cxn ang="0">
                  <a:pos x="101" y="112"/>
                </a:cxn>
                <a:cxn ang="0">
                  <a:pos x="117" y="94"/>
                </a:cxn>
                <a:cxn ang="0">
                  <a:pos x="131" y="92"/>
                </a:cxn>
              </a:cxnLst>
              <a:rect l="0" t="0" r="0" b="0"/>
              <a:pathLst>
                <a:path w="744" h="276">
                  <a:moveTo>
                    <a:pt x="131" y="92"/>
                  </a:moveTo>
                  <a:lnTo>
                    <a:pt x="252" y="95"/>
                  </a:lnTo>
                  <a:lnTo>
                    <a:pt x="392" y="89"/>
                  </a:lnTo>
                  <a:lnTo>
                    <a:pt x="498" y="78"/>
                  </a:lnTo>
                  <a:lnTo>
                    <a:pt x="572" y="63"/>
                  </a:lnTo>
                  <a:lnTo>
                    <a:pt x="565" y="98"/>
                  </a:lnTo>
                  <a:lnTo>
                    <a:pt x="576" y="128"/>
                  </a:lnTo>
                  <a:lnTo>
                    <a:pt x="608" y="148"/>
                  </a:lnTo>
                  <a:lnTo>
                    <a:pt x="662" y="162"/>
                  </a:lnTo>
                  <a:lnTo>
                    <a:pt x="702" y="188"/>
                  </a:lnTo>
                  <a:lnTo>
                    <a:pt x="716" y="232"/>
                  </a:lnTo>
                  <a:lnTo>
                    <a:pt x="743" y="232"/>
                  </a:lnTo>
                  <a:lnTo>
                    <a:pt x="736" y="208"/>
                  </a:lnTo>
                  <a:lnTo>
                    <a:pt x="729" y="162"/>
                  </a:lnTo>
                  <a:lnTo>
                    <a:pt x="707" y="112"/>
                  </a:lnTo>
                  <a:lnTo>
                    <a:pt x="716" y="167"/>
                  </a:lnTo>
                  <a:lnTo>
                    <a:pt x="644" y="147"/>
                  </a:lnTo>
                  <a:lnTo>
                    <a:pt x="599" y="127"/>
                  </a:lnTo>
                  <a:lnTo>
                    <a:pt x="585" y="107"/>
                  </a:lnTo>
                  <a:lnTo>
                    <a:pt x="579" y="88"/>
                  </a:lnTo>
                  <a:lnTo>
                    <a:pt x="624" y="112"/>
                  </a:lnTo>
                  <a:lnTo>
                    <a:pt x="579" y="68"/>
                  </a:lnTo>
                  <a:lnTo>
                    <a:pt x="613" y="72"/>
                  </a:lnTo>
                  <a:lnTo>
                    <a:pt x="673" y="84"/>
                  </a:lnTo>
                  <a:lnTo>
                    <a:pt x="702" y="102"/>
                  </a:lnTo>
                  <a:lnTo>
                    <a:pt x="673" y="75"/>
                  </a:lnTo>
                  <a:lnTo>
                    <a:pt x="594" y="41"/>
                  </a:lnTo>
                  <a:lnTo>
                    <a:pt x="549" y="13"/>
                  </a:lnTo>
                  <a:lnTo>
                    <a:pt x="446" y="0"/>
                  </a:lnTo>
                  <a:lnTo>
                    <a:pt x="335" y="3"/>
                  </a:lnTo>
                  <a:lnTo>
                    <a:pt x="419" y="4"/>
                  </a:lnTo>
                  <a:lnTo>
                    <a:pt x="507" y="13"/>
                  </a:lnTo>
                  <a:lnTo>
                    <a:pt x="552" y="27"/>
                  </a:lnTo>
                  <a:lnTo>
                    <a:pt x="461" y="23"/>
                  </a:lnTo>
                  <a:lnTo>
                    <a:pt x="353" y="33"/>
                  </a:lnTo>
                  <a:lnTo>
                    <a:pt x="255" y="53"/>
                  </a:lnTo>
                  <a:lnTo>
                    <a:pt x="270" y="33"/>
                  </a:lnTo>
                  <a:lnTo>
                    <a:pt x="219" y="43"/>
                  </a:lnTo>
                  <a:lnTo>
                    <a:pt x="178" y="65"/>
                  </a:lnTo>
                  <a:lnTo>
                    <a:pt x="184" y="43"/>
                  </a:lnTo>
                  <a:lnTo>
                    <a:pt x="203" y="18"/>
                  </a:lnTo>
                  <a:lnTo>
                    <a:pt x="270" y="3"/>
                  </a:lnTo>
                  <a:lnTo>
                    <a:pt x="184" y="18"/>
                  </a:lnTo>
                  <a:lnTo>
                    <a:pt x="131" y="52"/>
                  </a:lnTo>
                  <a:lnTo>
                    <a:pt x="104" y="89"/>
                  </a:lnTo>
                  <a:lnTo>
                    <a:pt x="22" y="124"/>
                  </a:lnTo>
                  <a:lnTo>
                    <a:pt x="0" y="155"/>
                  </a:lnTo>
                  <a:lnTo>
                    <a:pt x="2" y="198"/>
                  </a:lnTo>
                  <a:lnTo>
                    <a:pt x="32" y="226"/>
                  </a:lnTo>
                  <a:lnTo>
                    <a:pt x="77" y="237"/>
                  </a:lnTo>
                  <a:lnTo>
                    <a:pt x="117" y="275"/>
                  </a:lnTo>
                  <a:lnTo>
                    <a:pt x="117" y="256"/>
                  </a:lnTo>
                  <a:lnTo>
                    <a:pt x="108" y="209"/>
                  </a:lnTo>
                  <a:lnTo>
                    <a:pt x="101" y="112"/>
                  </a:lnTo>
                  <a:lnTo>
                    <a:pt x="117" y="94"/>
                  </a:lnTo>
                  <a:lnTo>
                    <a:pt x="131" y="92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7" name="Freeform 17"/>
            <p:cNvSpPr/>
            <p:nvPr/>
          </p:nvSpPr>
          <p:spPr>
            <a:xfrm>
              <a:off x="1920" y="335"/>
              <a:ext cx="125" cy="42"/>
            </a:xfrm>
            <a:custGeom>
              <a:avLst/>
              <a:gdLst/>
              <a:ahLst/>
              <a:cxnLst>
                <a:cxn ang="0">
                  <a:pos x="15" y="41"/>
                </a:cxn>
                <a:cxn ang="0">
                  <a:pos x="73" y="32"/>
                </a:cxn>
                <a:cxn ang="0">
                  <a:pos x="119" y="21"/>
                </a:cxn>
                <a:cxn ang="0">
                  <a:pos x="124" y="6"/>
                </a:cxn>
                <a:cxn ang="0">
                  <a:pos x="106" y="0"/>
                </a:cxn>
                <a:cxn ang="0">
                  <a:pos x="84" y="3"/>
                </a:cxn>
                <a:cxn ang="0">
                  <a:pos x="55" y="21"/>
                </a:cxn>
                <a:cxn ang="0">
                  <a:pos x="4" y="32"/>
                </a:cxn>
                <a:cxn ang="0">
                  <a:pos x="0" y="41"/>
                </a:cxn>
                <a:cxn ang="0">
                  <a:pos x="15" y="41"/>
                </a:cxn>
              </a:cxnLst>
              <a:rect l="0" t="0" r="0" b="0"/>
              <a:pathLst>
                <a:path w="125" h="42">
                  <a:moveTo>
                    <a:pt x="15" y="41"/>
                  </a:moveTo>
                  <a:lnTo>
                    <a:pt x="73" y="32"/>
                  </a:lnTo>
                  <a:lnTo>
                    <a:pt x="119" y="21"/>
                  </a:lnTo>
                  <a:lnTo>
                    <a:pt x="124" y="6"/>
                  </a:lnTo>
                  <a:lnTo>
                    <a:pt x="106" y="0"/>
                  </a:lnTo>
                  <a:lnTo>
                    <a:pt x="84" y="3"/>
                  </a:lnTo>
                  <a:lnTo>
                    <a:pt x="55" y="21"/>
                  </a:lnTo>
                  <a:lnTo>
                    <a:pt x="4" y="32"/>
                  </a:lnTo>
                  <a:lnTo>
                    <a:pt x="0" y="41"/>
                  </a:lnTo>
                  <a:lnTo>
                    <a:pt x="15" y="41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8" name="Freeform 18"/>
            <p:cNvSpPr/>
            <p:nvPr/>
          </p:nvSpPr>
          <p:spPr>
            <a:xfrm>
              <a:off x="2085" y="326"/>
              <a:ext cx="119" cy="39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0" y="3"/>
                </a:cxn>
                <a:cxn ang="0">
                  <a:pos x="0" y="16"/>
                </a:cxn>
                <a:cxn ang="0">
                  <a:pos x="30" y="24"/>
                </a:cxn>
                <a:cxn ang="0">
                  <a:pos x="77" y="30"/>
                </a:cxn>
                <a:cxn ang="0">
                  <a:pos x="107" y="38"/>
                </a:cxn>
                <a:cxn ang="0">
                  <a:pos x="118" y="32"/>
                </a:cxn>
                <a:cxn ang="0">
                  <a:pos x="113" y="26"/>
                </a:cxn>
                <a:cxn ang="0">
                  <a:pos x="89" y="12"/>
                </a:cxn>
                <a:cxn ang="0">
                  <a:pos x="52" y="9"/>
                </a:cxn>
                <a:cxn ang="0">
                  <a:pos x="36" y="4"/>
                </a:cxn>
                <a:cxn ang="0">
                  <a:pos x="20" y="0"/>
                </a:cxn>
              </a:cxnLst>
              <a:rect l="0" t="0" r="0" b="0"/>
              <a:pathLst>
                <a:path w="119" h="39">
                  <a:moveTo>
                    <a:pt x="20" y="0"/>
                  </a:moveTo>
                  <a:lnTo>
                    <a:pt x="0" y="3"/>
                  </a:lnTo>
                  <a:lnTo>
                    <a:pt x="0" y="16"/>
                  </a:lnTo>
                  <a:lnTo>
                    <a:pt x="30" y="24"/>
                  </a:lnTo>
                  <a:lnTo>
                    <a:pt x="77" y="30"/>
                  </a:lnTo>
                  <a:lnTo>
                    <a:pt x="107" y="38"/>
                  </a:lnTo>
                  <a:lnTo>
                    <a:pt x="118" y="32"/>
                  </a:lnTo>
                  <a:lnTo>
                    <a:pt x="113" y="26"/>
                  </a:lnTo>
                  <a:lnTo>
                    <a:pt x="89" y="12"/>
                  </a:lnTo>
                  <a:lnTo>
                    <a:pt x="52" y="9"/>
                  </a:lnTo>
                  <a:lnTo>
                    <a:pt x="36" y="4"/>
                  </a:lnTo>
                  <a:lnTo>
                    <a:pt x="20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79" name="Freeform 19"/>
            <p:cNvSpPr/>
            <p:nvPr/>
          </p:nvSpPr>
          <p:spPr>
            <a:xfrm>
              <a:off x="2005" y="385"/>
              <a:ext cx="28" cy="16"/>
            </a:xfrm>
            <a:custGeom>
              <a:avLst/>
              <a:gdLst/>
              <a:ahLst/>
              <a:cxnLst>
                <a:cxn ang="0">
                  <a:pos x="27" y="4"/>
                </a:cxn>
                <a:cxn ang="0">
                  <a:pos x="13" y="0"/>
                </a:cxn>
                <a:cxn ang="0">
                  <a:pos x="0" y="8"/>
                </a:cxn>
                <a:cxn ang="0">
                  <a:pos x="11" y="15"/>
                </a:cxn>
                <a:cxn ang="0">
                  <a:pos x="25" y="15"/>
                </a:cxn>
                <a:cxn ang="0">
                  <a:pos x="27" y="4"/>
                </a:cxn>
              </a:cxnLst>
              <a:rect l="0" t="0" r="0" b="0"/>
              <a:pathLst>
                <a:path w="28" h="16">
                  <a:moveTo>
                    <a:pt x="27" y="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11" y="15"/>
                  </a:lnTo>
                  <a:lnTo>
                    <a:pt x="25" y="15"/>
                  </a:lnTo>
                  <a:lnTo>
                    <a:pt x="27" y="4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0" name="Freeform 20"/>
            <p:cNvSpPr/>
            <p:nvPr/>
          </p:nvSpPr>
          <p:spPr>
            <a:xfrm>
              <a:off x="2107" y="380"/>
              <a:ext cx="2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0" y="7"/>
                </a:cxn>
                <a:cxn ang="0">
                  <a:pos x="9" y="12"/>
                </a:cxn>
                <a:cxn ang="0">
                  <a:pos x="25" y="12"/>
                </a:cxn>
                <a:cxn ang="0">
                  <a:pos x="25" y="2"/>
                </a:cxn>
                <a:cxn ang="0">
                  <a:pos x="13" y="0"/>
                </a:cxn>
              </a:cxnLst>
              <a:rect l="0" t="0" r="0" b="0"/>
              <a:pathLst>
                <a:path w="26" h="13">
                  <a:moveTo>
                    <a:pt x="13" y="0"/>
                  </a:moveTo>
                  <a:lnTo>
                    <a:pt x="0" y="7"/>
                  </a:lnTo>
                  <a:lnTo>
                    <a:pt x="9" y="12"/>
                  </a:lnTo>
                  <a:lnTo>
                    <a:pt x="25" y="12"/>
                  </a:lnTo>
                  <a:lnTo>
                    <a:pt x="25" y="2"/>
                  </a:lnTo>
                  <a:lnTo>
                    <a:pt x="13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1" name="Freeform 21"/>
            <p:cNvSpPr/>
            <p:nvPr/>
          </p:nvSpPr>
          <p:spPr>
            <a:xfrm>
              <a:off x="2032" y="410"/>
              <a:ext cx="166" cy="147"/>
            </a:xfrm>
            <a:custGeom>
              <a:avLst/>
              <a:gdLst/>
              <a:ahLst/>
              <a:cxnLst>
                <a:cxn ang="0">
                  <a:pos x="22" y="3"/>
                </a:cxn>
                <a:cxn ang="0">
                  <a:pos x="5" y="49"/>
                </a:cxn>
                <a:cxn ang="0">
                  <a:pos x="0" y="92"/>
                </a:cxn>
                <a:cxn ang="0">
                  <a:pos x="18" y="120"/>
                </a:cxn>
                <a:cxn ang="0">
                  <a:pos x="48" y="140"/>
                </a:cxn>
                <a:cxn ang="0">
                  <a:pos x="95" y="146"/>
                </a:cxn>
                <a:cxn ang="0">
                  <a:pos x="145" y="136"/>
                </a:cxn>
                <a:cxn ang="0">
                  <a:pos x="163" y="113"/>
                </a:cxn>
                <a:cxn ang="0">
                  <a:pos x="165" y="84"/>
                </a:cxn>
                <a:cxn ang="0">
                  <a:pos x="151" y="55"/>
                </a:cxn>
                <a:cxn ang="0">
                  <a:pos x="83" y="0"/>
                </a:cxn>
                <a:cxn ang="0">
                  <a:pos x="140" y="53"/>
                </a:cxn>
                <a:cxn ang="0">
                  <a:pos x="152" y="92"/>
                </a:cxn>
                <a:cxn ang="0">
                  <a:pos x="151" y="113"/>
                </a:cxn>
                <a:cxn ang="0">
                  <a:pos x="133" y="132"/>
                </a:cxn>
                <a:cxn ang="0">
                  <a:pos x="95" y="136"/>
                </a:cxn>
                <a:cxn ang="0">
                  <a:pos x="52" y="132"/>
                </a:cxn>
                <a:cxn ang="0">
                  <a:pos x="25" y="113"/>
                </a:cxn>
                <a:cxn ang="0">
                  <a:pos x="11" y="93"/>
                </a:cxn>
                <a:cxn ang="0">
                  <a:pos x="11" y="55"/>
                </a:cxn>
                <a:cxn ang="0">
                  <a:pos x="18" y="26"/>
                </a:cxn>
                <a:cxn ang="0">
                  <a:pos x="22" y="3"/>
                </a:cxn>
              </a:cxnLst>
              <a:rect l="0" t="0" r="0" b="0"/>
              <a:pathLst>
                <a:path w="166" h="147">
                  <a:moveTo>
                    <a:pt x="22" y="3"/>
                  </a:moveTo>
                  <a:lnTo>
                    <a:pt x="5" y="49"/>
                  </a:lnTo>
                  <a:lnTo>
                    <a:pt x="0" y="92"/>
                  </a:lnTo>
                  <a:lnTo>
                    <a:pt x="18" y="120"/>
                  </a:lnTo>
                  <a:lnTo>
                    <a:pt x="48" y="140"/>
                  </a:lnTo>
                  <a:lnTo>
                    <a:pt x="95" y="146"/>
                  </a:lnTo>
                  <a:lnTo>
                    <a:pt x="145" y="136"/>
                  </a:lnTo>
                  <a:lnTo>
                    <a:pt x="163" y="113"/>
                  </a:lnTo>
                  <a:lnTo>
                    <a:pt x="165" y="84"/>
                  </a:lnTo>
                  <a:lnTo>
                    <a:pt x="151" y="55"/>
                  </a:lnTo>
                  <a:lnTo>
                    <a:pt x="83" y="0"/>
                  </a:lnTo>
                  <a:lnTo>
                    <a:pt x="140" y="53"/>
                  </a:lnTo>
                  <a:lnTo>
                    <a:pt x="152" y="92"/>
                  </a:lnTo>
                  <a:lnTo>
                    <a:pt x="151" y="113"/>
                  </a:lnTo>
                  <a:lnTo>
                    <a:pt x="133" y="132"/>
                  </a:lnTo>
                  <a:lnTo>
                    <a:pt x="95" y="136"/>
                  </a:lnTo>
                  <a:lnTo>
                    <a:pt x="52" y="132"/>
                  </a:lnTo>
                  <a:lnTo>
                    <a:pt x="25" y="113"/>
                  </a:lnTo>
                  <a:lnTo>
                    <a:pt x="11" y="93"/>
                  </a:lnTo>
                  <a:lnTo>
                    <a:pt x="11" y="55"/>
                  </a:lnTo>
                  <a:lnTo>
                    <a:pt x="18" y="26"/>
                  </a:lnTo>
                  <a:lnTo>
                    <a:pt x="22" y="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2" name="Freeform 22"/>
            <p:cNvSpPr/>
            <p:nvPr/>
          </p:nvSpPr>
          <p:spPr>
            <a:xfrm>
              <a:off x="1981" y="543"/>
              <a:ext cx="331" cy="44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3" y="0"/>
                </a:cxn>
                <a:cxn ang="0">
                  <a:pos x="41" y="5"/>
                </a:cxn>
                <a:cxn ang="0">
                  <a:pos x="27" y="17"/>
                </a:cxn>
                <a:cxn ang="0">
                  <a:pos x="69" y="27"/>
                </a:cxn>
                <a:cxn ang="0">
                  <a:pos x="108" y="40"/>
                </a:cxn>
                <a:cxn ang="0">
                  <a:pos x="151" y="40"/>
                </a:cxn>
                <a:cxn ang="0">
                  <a:pos x="206" y="31"/>
                </a:cxn>
                <a:cxn ang="0">
                  <a:pos x="303" y="17"/>
                </a:cxn>
                <a:cxn ang="0">
                  <a:pos x="303" y="5"/>
                </a:cxn>
                <a:cxn ang="0">
                  <a:pos x="330" y="7"/>
                </a:cxn>
                <a:cxn ang="0">
                  <a:pos x="330" y="25"/>
                </a:cxn>
                <a:cxn ang="0">
                  <a:pos x="310" y="27"/>
                </a:cxn>
                <a:cxn ang="0">
                  <a:pos x="296" y="23"/>
                </a:cxn>
                <a:cxn ang="0">
                  <a:pos x="162" y="43"/>
                </a:cxn>
                <a:cxn ang="0">
                  <a:pos x="105" y="43"/>
                </a:cxn>
                <a:cxn ang="0">
                  <a:pos x="41" y="25"/>
                </a:cxn>
                <a:cxn ang="0">
                  <a:pos x="27" y="23"/>
                </a:cxn>
                <a:cxn ang="0">
                  <a:pos x="13" y="27"/>
                </a:cxn>
                <a:cxn ang="0">
                  <a:pos x="0" y="23"/>
                </a:cxn>
                <a:cxn ang="0">
                  <a:pos x="0" y="11"/>
                </a:cxn>
              </a:cxnLst>
              <a:rect l="0" t="0" r="0" b="0"/>
              <a:pathLst>
                <a:path w="331" h="44">
                  <a:moveTo>
                    <a:pt x="0" y="11"/>
                  </a:moveTo>
                  <a:lnTo>
                    <a:pt x="23" y="0"/>
                  </a:lnTo>
                  <a:lnTo>
                    <a:pt x="41" y="5"/>
                  </a:lnTo>
                  <a:lnTo>
                    <a:pt x="27" y="17"/>
                  </a:lnTo>
                  <a:lnTo>
                    <a:pt x="69" y="27"/>
                  </a:lnTo>
                  <a:lnTo>
                    <a:pt x="108" y="40"/>
                  </a:lnTo>
                  <a:lnTo>
                    <a:pt x="151" y="40"/>
                  </a:lnTo>
                  <a:lnTo>
                    <a:pt x="206" y="31"/>
                  </a:lnTo>
                  <a:lnTo>
                    <a:pt x="303" y="17"/>
                  </a:lnTo>
                  <a:lnTo>
                    <a:pt x="303" y="5"/>
                  </a:lnTo>
                  <a:lnTo>
                    <a:pt x="330" y="7"/>
                  </a:lnTo>
                  <a:lnTo>
                    <a:pt x="330" y="25"/>
                  </a:lnTo>
                  <a:lnTo>
                    <a:pt x="310" y="27"/>
                  </a:lnTo>
                  <a:lnTo>
                    <a:pt x="296" y="23"/>
                  </a:lnTo>
                  <a:lnTo>
                    <a:pt x="162" y="43"/>
                  </a:lnTo>
                  <a:lnTo>
                    <a:pt x="105" y="43"/>
                  </a:lnTo>
                  <a:lnTo>
                    <a:pt x="41" y="25"/>
                  </a:lnTo>
                  <a:lnTo>
                    <a:pt x="27" y="23"/>
                  </a:lnTo>
                  <a:lnTo>
                    <a:pt x="13" y="27"/>
                  </a:lnTo>
                  <a:lnTo>
                    <a:pt x="0" y="23"/>
                  </a:lnTo>
                  <a:lnTo>
                    <a:pt x="0" y="11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3" name="Freeform 23"/>
            <p:cNvSpPr/>
            <p:nvPr/>
          </p:nvSpPr>
          <p:spPr>
            <a:xfrm>
              <a:off x="2031" y="566"/>
              <a:ext cx="253" cy="60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16" y="22"/>
                </a:cxn>
                <a:cxn ang="0">
                  <a:pos x="34" y="49"/>
                </a:cxn>
                <a:cxn ang="0">
                  <a:pos x="70" y="59"/>
                </a:cxn>
                <a:cxn ang="0">
                  <a:pos x="157" y="59"/>
                </a:cxn>
                <a:cxn ang="0">
                  <a:pos x="180" y="53"/>
                </a:cxn>
                <a:cxn ang="0">
                  <a:pos x="252" y="0"/>
                </a:cxn>
                <a:cxn ang="0">
                  <a:pos x="232" y="2"/>
                </a:cxn>
                <a:cxn ang="0">
                  <a:pos x="167" y="49"/>
                </a:cxn>
                <a:cxn ang="0">
                  <a:pos x="148" y="51"/>
                </a:cxn>
                <a:cxn ang="0">
                  <a:pos x="81" y="53"/>
                </a:cxn>
                <a:cxn ang="0">
                  <a:pos x="49" y="47"/>
                </a:cxn>
                <a:cxn ang="0">
                  <a:pos x="36" y="39"/>
                </a:cxn>
                <a:cxn ang="0">
                  <a:pos x="23" y="20"/>
                </a:cxn>
                <a:cxn ang="0">
                  <a:pos x="0" y="8"/>
                </a:cxn>
              </a:cxnLst>
              <a:rect l="0" t="0" r="0" b="0"/>
              <a:pathLst>
                <a:path w="253" h="60">
                  <a:moveTo>
                    <a:pt x="0" y="8"/>
                  </a:moveTo>
                  <a:lnTo>
                    <a:pt x="16" y="22"/>
                  </a:lnTo>
                  <a:lnTo>
                    <a:pt x="34" y="49"/>
                  </a:lnTo>
                  <a:lnTo>
                    <a:pt x="70" y="59"/>
                  </a:lnTo>
                  <a:lnTo>
                    <a:pt x="157" y="59"/>
                  </a:lnTo>
                  <a:lnTo>
                    <a:pt x="180" y="53"/>
                  </a:lnTo>
                  <a:lnTo>
                    <a:pt x="252" y="0"/>
                  </a:lnTo>
                  <a:lnTo>
                    <a:pt x="232" y="2"/>
                  </a:lnTo>
                  <a:lnTo>
                    <a:pt x="167" y="49"/>
                  </a:lnTo>
                  <a:lnTo>
                    <a:pt x="148" y="51"/>
                  </a:lnTo>
                  <a:lnTo>
                    <a:pt x="81" y="53"/>
                  </a:lnTo>
                  <a:lnTo>
                    <a:pt x="49" y="47"/>
                  </a:lnTo>
                  <a:lnTo>
                    <a:pt x="36" y="39"/>
                  </a:lnTo>
                  <a:lnTo>
                    <a:pt x="23" y="20"/>
                  </a:lnTo>
                  <a:lnTo>
                    <a:pt x="0" y="8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4" name="Freeform 24"/>
            <p:cNvSpPr/>
            <p:nvPr/>
          </p:nvSpPr>
          <p:spPr>
            <a:xfrm>
              <a:off x="1679" y="401"/>
              <a:ext cx="879" cy="366"/>
            </a:xfrm>
            <a:custGeom>
              <a:avLst/>
              <a:gdLst/>
              <a:ahLst/>
              <a:cxnLst>
                <a:cxn ang="0">
                  <a:pos x="150" y="84"/>
                </a:cxn>
                <a:cxn ang="0">
                  <a:pos x="169" y="130"/>
                </a:cxn>
                <a:cxn ang="0">
                  <a:pos x="197" y="218"/>
                </a:cxn>
                <a:cxn ang="0">
                  <a:pos x="224" y="269"/>
                </a:cxn>
                <a:cxn ang="0">
                  <a:pos x="261" y="289"/>
                </a:cxn>
                <a:cxn ang="0">
                  <a:pos x="346" y="314"/>
                </a:cxn>
                <a:cxn ang="0">
                  <a:pos x="406" y="324"/>
                </a:cxn>
                <a:cxn ang="0">
                  <a:pos x="438" y="341"/>
                </a:cxn>
                <a:cxn ang="0">
                  <a:pos x="487" y="347"/>
                </a:cxn>
                <a:cxn ang="0">
                  <a:pos x="508" y="330"/>
                </a:cxn>
                <a:cxn ang="0">
                  <a:pos x="546" y="341"/>
                </a:cxn>
                <a:cxn ang="0">
                  <a:pos x="604" y="338"/>
                </a:cxn>
                <a:cxn ang="0">
                  <a:pos x="624" y="324"/>
                </a:cxn>
                <a:cxn ang="0">
                  <a:pos x="669" y="307"/>
                </a:cxn>
                <a:cxn ang="0">
                  <a:pos x="736" y="285"/>
                </a:cxn>
                <a:cxn ang="0">
                  <a:pos x="770" y="257"/>
                </a:cxn>
                <a:cxn ang="0">
                  <a:pos x="782" y="222"/>
                </a:cxn>
                <a:cxn ang="0">
                  <a:pos x="775" y="54"/>
                </a:cxn>
                <a:cxn ang="0">
                  <a:pos x="800" y="80"/>
                </a:cxn>
                <a:cxn ang="0">
                  <a:pos x="865" y="68"/>
                </a:cxn>
                <a:cxn ang="0">
                  <a:pos x="826" y="11"/>
                </a:cxn>
                <a:cxn ang="0">
                  <a:pos x="755" y="4"/>
                </a:cxn>
                <a:cxn ang="0">
                  <a:pos x="833" y="0"/>
                </a:cxn>
                <a:cxn ang="0">
                  <a:pos x="878" y="34"/>
                </a:cxn>
                <a:cxn ang="0">
                  <a:pos x="876" y="74"/>
                </a:cxn>
                <a:cxn ang="0">
                  <a:pos x="800" y="113"/>
                </a:cxn>
                <a:cxn ang="0">
                  <a:pos x="793" y="252"/>
                </a:cxn>
                <a:cxn ang="0">
                  <a:pos x="748" y="306"/>
                </a:cxn>
                <a:cxn ang="0">
                  <a:pos x="613" y="347"/>
                </a:cxn>
                <a:cxn ang="0">
                  <a:pos x="508" y="365"/>
                </a:cxn>
                <a:cxn ang="0">
                  <a:pos x="425" y="341"/>
                </a:cxn>
                <a:cxn ang="0">
                  <a:pos x="344" y="334"/>
                </a:cxn>
                <a:cxn ang="0">
                  <a:pos x="265" y="307"/>
                </a:cxn>
                <a:cxn ang="0">
                  <a:pos x="224" y="279"/>
                </a:cxn>
                <a:cxn ang="0">
                  <a:pos x="182" y="222"/>
                </a:cxn>
                <a:cxn ang="0">
                  <a:pos x="150" y="116"/>
                </a:cxn>
                <a:cxn ang="0">
                  <a:pos x="101" y="129"/>
                </a:cxn>
                <a:cxn ang="0">
                  <a:pos x="47" y="110"/>
                </a:cxn>
                <a:cxn ang="0">
                  <a:pos x="0" y="58"/>
                </a:cxn>
                <a:cxn ang="0">
                  <a:pos x="13" y="27"/>
                </a:cxn>
                <a:cxn ang="0">
                  <a:pos x="47" y="14"/>
                </a:cxn>
                <a:cxn ang="0">
                  <a:pos x="52" y="20"/>
                </a:cxn>
                <a:cxn ang="0">
                  <a:pos x="22" y="31"/>
                </a:cxn>
                <a:cxn ang="0">
                  <a:pos x="13" y="54"/>
                </a:cxn>
                <a:cxn ang="0">
                  <a:pos x="61" y="108"/>
                </a:cxn>
                <a:cxn ang="0">
                  <a:pos x="144" y="108"/>
                </a:cxn>
                <a:cxn ang="0">
                  <a:pos x="130" y="54"/>
                </a:cxn>
                <a:cxn ang="0">
                  <a:pos x="150" y="84"/>
                </a:cxn>
              </a:cxnLst>
              <a:rect l="0" t="0" r="0" b="0"/>
              <a:pathLst>
                <a:path w="879" h="366">
                  <a:moveTo>
                    <a:pt x="150" y="84"/>
                  </a:moveTo>
                  <a:lnTo>
                    <a:pt x="169" y="130"/>
                  </a:lnTo>
                  <a:lnTo>
                    <a:pt x="197" y="218"/>
                  </a:lnTo>
                  <a:lnTo>
                    <a:pt x="224" y="269"/>
                  </a:lnTo>
                  <a:lnTo>
                    <a:pt x="261" y="289"/>
                  </a:lnTo>
                  <a:lnTo>
                    <a:pt x="346" y="314"/>
                  </a:lnTo>
                  <a:lnTo>
                    <a:pt x="406" y="324"/>
                  </a:lnTo>
                  <a:lnTo>
                    <a:pt x="438" y="341"/>
                  </a:lnTo>
                  <a:lnTo>
                    <a:pt x="487" y="347"/>
                  </a:lnTo>
                  <a:lnTo>
                    <a:pt x="508" y="330"/>
                  </a:lnTo>
                  <a:lnTo>
                    <a:pt x="546" y="341"/>
                  </a:lnTo>
                  <a:lnTo>
                    <a:pt x="604" y="338"/>
                  </a:lnTo>
                  <a:lnTo>
                    <a:pt x="624" y="324"/>
                  </a:lnTo>
                  <a:lnTo>
                    <a:pt x="669" y="307"/>
                  </a:lnTo>
                  <a:lnTo>
                    <a:pt x="736" y="285"/>
                  </a:lnTo>
                  <a:lnTo>
                    <a:pt x="770" y="257"/>
                  </a:lnTo>
                  <a:lnTo>
                    <a:pt x="782" y="222"/>
                  </a:lnTo>
                  <a:lnTo>
                    <a:pt x="775" y="54"/>
                  </a:lnTo>
                  <a:lnTo>
                    <a:pt x="800" y="80"/>
                  </a:lnTo>
                  <a:lnTo>
                    <a:pt x="865" y="68"/>
                  </a:lnTo>
                  <a:lnTo>
                    <a:pt x="826" y="11"/>
                  </a:lnTo>
                  <a:lnTo>
                    <a:pt x="755" y="4"/>
                  </a:lnTo>
                  <a:lnTo>
                    <a:pt x="833" y="0"/>
                  </a:lnTo>
                  <a:lnTo>
                    <a:pt x="878" y="34"/>
                  </a:lnTo>
                  <a:lnTo>
                    <a:pt x="876" y="74"/>
                  </a:lnTo>
                  <a:lnTo>
                    <a:pt x="800" y="113"/>
                  </a:lnTo>
                  <a:lnTo>
                    <a:pt x="793" y="252"/>
                  </a:lnTo>
                  <a:lnTo>
                    <a:pt x="748" y="306"/>
                  </a:lnTo>
                  <a:lnTo>
                    <a:pt x="613" y="347"/>
                  </a:lnTo>
                  <a:lnTo>
                    <a:pt x="508" y="365"/>
                  </a:lnTo>
                  <a:lnTo>
                    <a:pt x="425" y="341"/>
                  </a:lnTo>
                  <a:lnTo>
                    <a:pt x="344" y="334"/>
                  </a:lnTo>
                  <a:lnTo>
                    <a:pt x="265" y="307"/>
                  </a:lnTo>
                  <a:lnTo>
                    <a:pt x="224" y="279"/>
                  </a:lnTo>
                  <a:lnTo>
                    <a:pt x="182" y="222"/>
                  </a:lnTo>
                  <a:lnTo>
                    <a:pt x="150" y="116"/>
                  </a:lnTo>
                  <a:lnTo>
                    <a:pt x="101" y="129"/>
                  </a:lnTo>
                  <a:lnTo>
                    <a:pt x="47" y="110"/>
                  </a:lnTo>
                  <a:lnTo>
                    <a:pt x="0" y="58"/>
                  </a:lnTo>
                  <a:lnTo>
                    <a:pt x="13" y="27"/>
                  </a:lnTo>
                  <a:lnTo>
                    <a:pt x="47" y="14"/>
                  </a:lnTo>
                  <a:lnTo>
                    <a:pt x="52" y="20"/>
                  </a:lnTo>
                  <a:lnTo>
                    <a:pt x="22" y="31"/>
                  </a:lnTo>
                  <a:lnTo>
                    <a:pt x="13" y="54"/>
                  </a:lnTo>
                  <a:lnTo>
                    <a:pt x="61" y="108"/>
                  </a:lnTo>
                  <a:lnTo>
                    <a:pt x="144" y="108"/>
                  </a:lnTo>
                  <a:lnTo>
                    <a:pt x="130" y="54"/>
                  </a:lnTo>
                  <a:lnTo>
                    <a:pt x="150" y="84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5" name="Freeform 25"/>
            <p:cNvSpPr/>
            <p:nvPr/>
          </p:nvSpPr>
          <p:spPr>
            <a:xfrm>
              <a:off x="2066" y="651"/>
              <a:ext cx="147" cy="1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29" y="7"/>
                </a:cxn>
                <a:cxn ang="0">
                  <a:pos x="67" y="10"/>
                </a:cxn>
                <a:cxn ang="0">
                  <a:pos x="99" y="10"/>
                </a:cxn>
                <a:cxn ang="0">
                  <a:pos x="139" y="7"/>
                </a:cxn>
                <a:cxn ang="0">
                  <a:pos x="146" y="14"/>
                </a:cxn>
                <a:cxn ang="0">
                  <a:pos x="119" y="17"/>
                </a:cxn>
                <a:cxn ang="0">
                  <a:pos x="67" y="17"/>
                </a:cxn>
                <a:cxn ang="0">
                  <a:pos x="29" y="14"/>
                </a:cxn>
                <a:cxn ang="0">
                  <a:pos x="0" y="3"/>
                </a:cxn>
                <a:cxn ang="0">
                  <a:pos x="9" y="0"/>
                </a:cxn>
              </a:cxnLst>
              <a:rect l="0" t="0" r="0" b="0"/>
              <a:pathLst>
                <a:path w="147" h="18">
                  <a:moveTo>
                    <a:pt x="9" y="0"/>
                  </a:moveTo>
                  <a:lnTo>
                    <a:pt x="29" y="7"/>
                  </a:lnTo>
                  <a:lnTo>
                    <a:pt x="67" y="10"/>
                  </a:lnTo>
                  <a:lnTo>
                    <a:pt x="99" y="10"/>
                  </a:lnTo>
                  <a:lnTo>
                    <a:pt x="139" y="7"/>
                  </a:lnTo>
                  <a:lnTo>
                    <a:pt x="146" y="14"/>
                  </a:lnTo>
                  <a:lnTo>
                    <a:pt x="119" y="17"/>
                  </a:lnTo>
                  <a:lnTo>
                    <a:pt x="67" y="17"/>
                  </a:lnTo>
                  <a:lnTo>
                    <a:pt x="29" y="14"/>
                  </a:lnTo>
                  <a:lnTo>
                    <a:pt x="0" y="3"/>
                  </a:lnTo>
                  <a:lnTo>
                    <a:pt x="9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6" name="Freeform 26"/>
            <p:cNvSpPr/>
            <p:nvPr/>
          </p:nvSpPr>
          <p:spPr>
            <a:xfrm>
              <a:off x="1690" y="447"/>
              <a:ext cx="126" cy="26"/>
            </a:xfrm>
            <a:custGeom>
              <a:avLst/>
              <a:gdLst/>
              <a:ahLst/>
              <a:cxnLst>
                <a:cxn ang="0">
                  <a:pos x="123" y="15"/>
                </a:cxn>
                <a:cxn ang="0">
                  <a:pos x="84" y="3"/>
                </a:cxn>
                <a:cxn ang="0">
                  <a:pos x="39" y="0"/>
                </a:cxn>
                <a:cxn ang="0">
                  <a:pos x="2" y="0"/>
                </a:cxn>
                <a:cxn ang="0">
                  <a:pos x="0" y="8"/>
                </a:cxn>
                <a:cxn ang="0">
                  <a:pos x="46" y="8"/>
                </a:cxn>
                <a:cxn ang="0">
                  <a:pos x="89" y="13"/>
                </a:cxn>
                <a:cxn ang="0">
                  <a:pos x="125" y="25"/>
                </a:cxn>
                <a:cxn ang="0">
                  <a:pos x="123" y="15"/>
                </a:cxn>
              </a:cxnLst>
              <a:rect l="0" t="0" r="0" b="0"/>
              <a:pathLst>
                <a:path w="126" h="26">
                  <a:moveTo>
                    <a:pt x="123" y="15"/>
                  </a:moveTo>
                  <a:lnTo>
                    <a:pt x="84" y="3"/>
                  </a:lnTo>
                  <a:lnTo>
                    <a:pt x="39" y="0"/>
                  </a:lnTo>
                  <a:lnTo>
                    <a:pt x="2" y="0"/>
                  </a:lnTo>
                  <a:lnTo>
                    <a:pt x="0" y="8"/>
                  </a:lnTo>
                  <a:lnTo>
                    <a:pt x="46" y="8"/>
                  </a:lnTo>
                  <a:lnTo>
                    <a:pt x="89" y="13"/>
                  </a:lnTo>
                  <a:lnTo>
                    <a:pt x="125" y="25"/>
                  </a:lnTo>
                  <a:lnTo>
                    <a:pt x="123" y="15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7" name="Freeform 27"/>
            <p:cNvSpPr/>
            <p:nvPr/>
          </p:nvSpPr>
          <p:spPr>
            <a:xfrm>
              <a:off x="2454" y="416"/>
              <a:ext cx="66" cy="44"/>
            </a:xfrm>
            <a:custGeom>
              <a:avLst/>
              <a:gdLst/>
              <a:ahLst/>
              <a:cxnLst>
                <a:cxn ang="0">
                  <a:pos x="0" y="33"/>
                </a:cxn>
                <a:cxn ang="0">
                  <a:pos x="22" y="17"/>
                </a:cxn>
                <a:cxn ang="0">
                  <a:pos x="61" y="0"/>
                </a:cxn>
                <a:cxn ang="0">
                  <a:pos x="65" y="8"/>
                </a:cxn>
                <a:cxn ang="0">
                  <a:pos x="33" y="20"/>
                </a:cxn>
                <a:cxn ang="0">
                  <a:pos x="0" y="43"/>
                </a:cxn>
                <a:cxn ang="0">
                  <a:pos x="0" y="33"/>
                </a:cxn>
              </a:cxnLst>
              <a:rect l="0" t="0" r="0" b="0"/>
              <a:pathLst>
                <a:path w="66" h="44">
                  <a:moveTo>
                    <a:pt x="0" y="33"/>
                  </a:moveTo>
                  <a:lnTo>
                    <a:pt x="22" y="17"/>
                  </a:lnTo>
                  <a:lnTo>
                    <a:pt x="61" y="0"/>
                  </a:lnTo>
                  <a:lnTo>
                    <a:pt x="65" y="8"/>
                  </a:lnTo>
                  <a:lnTo>
                    <a:pt x="33" y="20"/>
                  </a:lnTo>
                  <a:lnTo>
                    <a:pt x="0" y="43"/>
                  </a:lnTo>
                  <a:lnTo>
                    <a:pt x="0" y="3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8" name="Freeform 28"/>
            <p:cNvSpPr/>
            <p:nvPr/>
          </p:nvSpPr>
          <p:spPr>
            <a:xfrm>
              <a:off x="1221" y="633"/>
              <a:ext cx="660" cy="477"/>
            </a:xfrm>
            <a:custGeom>
              <a:avLst/>
              <a:gdLst/>
              <a:ahLst/>
              <a:cxnLst>
                <a:cxn ang="0">
                  <a:pos x="645" y="0"/>
                </a:cxn>
                <a:cxn ang="0">
                  <a:pos x="468" y="32"/>
                </a:cxn>
                <a:cxn ang="0">
                  <a:pos x="274" y="101"/>
                </a:cxn>
                <a:cxn ang="0">
                  <a:pos x="158" y="119"/>
                </a:cxn>
                <a:cxn ang="0">
                  <a:pos x="139" y="158"/>
                </a:cxn>
                <a:cxn ang="0">
                  <a:pos x="97" y="166"/>
                </a:cxn>
                <a:cxn ang="0">
                  <a:pos x="47" y="239"/>
                </a:cxn>
                <a:cxn ang="0">
                  <a:pos x="81" y="303"/>
                </a:cxn>
                <a:cxn ang="0">
                  <a:pos x="50" y="342"/>
                </a:cxn>
                <a:cxn ang="0">
                  <a:pos x="74" y="366"/>
                </a:cxn>
                <a:cxn ang="0">
                  <a:pos x="0" y="443"/>
                </a:cxn>
                <a:cxn ang="0">
                  <a:pos x="18" y="457"/>
                </a:cxn>
                <a:cxn ang="0">
                  <a:pos x="43" y="450"/>
                </a:cxn>
                <a:cxn ang="0">
                  <a:pos x="31" y="438"/>
                </a:cxn>
                <a:cxn ang="0">
                  <a:pos x="104" y="358"/>
                </a:cxn>
                <a:cxn ang="0">
                  <a:pos x="277" y="362"/>
                </a:cxn>
                <a:cxn ang="0">
                  <a:pos x="463" y="453"/>
                </a:cxn>
                <a:cxn ang="0">
                  <a:pos x="202" y="445"/>
                </a:cxn>
                <a:cxn ang="0">
                  <a:pos x="279" y="450"/>
                </a:cxn>
                <a:cxn ang="0">
                  <a:pos x="355" y="476"/>
                </a:cxn>
                <a:cxn ang="0">
                  <a:pos x="547" y="466"/>
                </a:cxn>
                <a:cxn ang="0">
                  <a:pos x="659" y="466"/>
                </a:cxn>
                <a:cxn ang="0">
                  <a:pos x="544" y="457"/>
                </a:cxn>
                <a:cxn ang="0">
                  <a:pos x="544" y="406"/>
                </a:cxn>
                <a:cxn ang="0">
                  <a:pos x="412" y="261"/>
                </a:cxn>
                <a:cxn ang="0">
                  <a:pos x="297" y="209"/>
                </a:cxn>
                <a:cxn ang="0">
                  <a:pos x="407" y="270"/>
                </a:cxn>
                <a:cxn ang="0">
                  <a:pos x="477" y="371"/>
                </a:cxn>
                <a:cxn ang="0">
                  <a:pos x="477" y="443"/>
                </a:cxn>
                <a:cxn ang="0">
                  <a:pos x="277" y="350"/>
                </a:cxn>
                <a:cxn ang="0">
                  <a:pos x="191" y="335"/>
                </a:cxn>
                <a:cxn ang="0">
                  <a:pos x="94" y="298"/>
                </a:cxn>
                <a:cxn ang="0">
                  <a:pos x="67" y="247"/>
                </a:cxn>
                <a:cxn ang="0">
                  <a:pos x="97" y="218"/>
                </a:cxn>
                <a:cxn ang="0">
                  <a:pos x="97" y="178"/>
                </a:cxn>
                <a:cxn ang="0">
                  <a:pos x="144" y="164"/>
                </a:cxn>
                <a:cxn ang="0">
                  <a:pos x="202" y="178"/>
                </a:cxn>
                <a:cxn ang="0">
                  <a:pos x="171" y="145"/>
                </a:cxn>
                <a:cxn ang="0">
                  <a:pos x="191" y="118"/>
                </a:cxn>
                <a:cxn ang="0">
                  <a:pos x="279" y="106"/>
                </a:cxn>
                <a:cxn ang="0">
                  <a:pos x="479" y="32"/>
                </a:cxn>
                <a:cxn ang="0">
                  <a:pos x="645" y="0"/>
                </a:cxn>
              </a:cxnLst>
              <a:rect l="0" t="0" r="0" b="0"/>
              <a:pathLst>
                <a:path w="660" h="477">
                  <a:moveTo>
                    <a:pt x="645" y="0"/>
                  </a:moveTo>
                  <a:lnTo>
                    <a:pt x="468" y="32"/>
                  </a:lnTo>
                  <a:lnTo>
                    <a:pt x="274" y="101"/>
                  </a:lnTo>
                  <a:lnTo>
                    <a:pt x="158" y="119"/>
                  </a:lnTo>
                  <a:lnTo>
                    <a:pt x="139" y="158"/>
                  </a:lnTo>
                  <a:lnTo>
                    <a:pt x="97" y="166"/>
                  </a:lnTo>
                  <a:lnTo>
                    <a:pt x="47" y="239"/>
                  </a:lnTo>
                  <a:lnTo>
                    <a:pt x="81" y="303"/>
                  </a:lnTo>
                  <a:lnTo>
                    <a:pt x="50" y="342"/>
                  </a:lnTo>
                  <a:lnTo>
                    <a:pt x="74" y="366"/>
                  </a:lnTo>
                  <a:lnTo>
                    <a:pt x="0" y="443"/>
                  </a:lnTo>
                  <a:lnTo>
                    <a:pt x="18" y="457"/>
                  </a:lnTo>
                  <a:lnTo>
                    <a:pt x="43" y="450"/>
                  </a:lnTo>
                  <a:lnTo>
                    <a:pt x="31" y="438"/>
                  </a:lnTo>
                  <a:lnTo>
                    <a:pt x="104" y="358"/>
                  </a:lnTo>
                  <a:lnTo>
                    <a:pt x="277" y="362"/>
                  </a:lnTo>
                  <a:lnTo>
                    <a:pt x="463" y="453"/>
                  </a:lnTo>
                  <a:lnTo>
                    <a:pt x="202" y="445"/>
                  </a:lnTo>
                  <a:lnTo>
                    <a:pt x="279" y="450"/>
                  </a:lnTo>
                  <a:lnTo>
                    <a:pt x="355" y="476"/>
                  </a:lnTo>
                  <a:lnTo>
                    <a:pt x="547" y="466"/>
                  </a:lnTo>
                  <a:lnTo>
                    <a:pt x="659" y="466"/>
                  </a:lnTo>
                  <a:lnTo>
                    <a:pt x="544" y="457"/>
                  </a:lnTo>
                  <a:lnTo>
                    <a:pt x="544" y="406"/>
                  </a:lnTo>
                  <a:lnTo>
                    <a:pt x="412" y="261"/>
                  </a:lnTo>
                  <a:lnTo>
                    <a:pt x="297" y="209"/>
                  </a:lnTo>
                  <a:lnTo>
                    <a:pt x="407" y="270"/>
                  </a:lnTo>
                  <a:lnTo>
                    <a:pt x="477" y="371"/>
                  </a:lnTo>
                  <a:lnTo>
                    <a:pt x="477" y="443"/>
                  </a:lnTo>
                  <a:lnTo>
                    <a:pt x="277" y="350"/>
                  </a:lnTo>
                  <a:lnTo>
                    <a:pt x="191" y="335"/>
                  </a:lnTo>
                  <a:lnTo>
                    <a:pt x="94" y="298"/>
                  </a:lnTo>
                  <a:lnTo>
                    <a:pt x="67" y="247"/>
                  </a:lnTo>
                  <a:lnTo>
                    <a:pt x="97" y="218"/>
                  </a:lnTo>
                  <a:lnTo>
                    <a:pt x="97" y="178"/>
                  </a:lnTo>
                  <a:lnTo>
                    <a:pt x="144" y="164"/>
                  </a:lnTo>
                  <a:lnTo>
                    <a:pt x="202" y="178"/>
                  </a:lnTo>
                  <a:lnTo>
                    <a:pt x="171" y="145"/>
                  </a:lnTo>
                  <a:lnTo>
                    <a:pt x="191" y="118"/>
                  </a:lnTo>
                  <a:lnTo>
                    <a:pt x="279" y="106"/>
                  </a:lnTo>
                  <a:lnTo>
                    <a:pt x="479" y="32"/>
                  </a:lnTo>
                  <a:lnTo>
                    <a:pt x="645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89" name="Freeform 29"/>
            <p:cNvSpPr/>
            <p:nvPr/>
          </p:nvSpPr>
          <p:spPr>
            <a:xfrm>
              <a:off x="1200" y="1071"/>
              <a:ext cx="696" cy="259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22" y="43"/>
                </a:cxn>
                <a:cxn ang="0">
                  <a:pos x="22" y="99"/>
                </a:cxn>
                <a:cxn ang="0">
                  <a:pos x="140" y="192"/>
                </a:cxn>
                <a:cxn ang="0">
                  <a:pos x="393" y="175"/>
                </a:cxn>
                <a:cxn ang="0">
                  <a:pos x="506" y="223"/>
                </a:cxn>
                <a:cxn ang="0">
                  <a:pos x="598" y="220"/>
                </a:cxn>
                <a:cxn ang="0">
                  <a:pos x="609" y="127"/>
                </a:cxn>
                <a:cxn ang="0">
                  <a:pos x="695" y="35"/>
                </a:cxn>
                <a:cxn ang="0">
                  <a:pos x="643" y="114"/>
                </a:cxn>
                <a:cxn ang="0">
                  <a:pos x="643" y="192"/>
                </a:cxn>
                <a:cxn ang="0">
                  <a:pos x="672" y="258"/>
                </a:cxn>
                <a:cxn ang="0">
                  <a:pos x="499" y="251"/>
                </a:cxn>
                <a:cxn ang="0">
                  <a:pos x="337" y="233"/>
                </a:cxn>
                <a:cxn ang="0">
                  <a:pos x="158" y="233"/>
                </a:cxn>
                <a:cxn ang="0">
                  <a:pos x="79" y="183"/>
                </a:cxn>
                <a:cxn ang="0">
                  <a:pos x="0" y="94"/>
                </a:cxn>
                <a:cxn ang="0">
                  <a:pos x="4" y="28"/>
                </a:cxn>
                <a:cxn ang="0">
                  <a:pos x="115" y="0"/>
                </a:cxn>
              </a:cxnLst>
              <a:rect l="0" t="0" r="0" b="0"/>
              <a:pathLst>
                <a:path w="696" h="259">
                  <a:moveTo>
                    <a:pt x="115" y="0"/>
                  </a:moveTo>
                  <a:lnTo>
                    <a:pt x="22" y="43"/>
                  </a:lnTo>
                  <a:lnTo>
                    <a:pt x="22" y="99"/>
                  </a:lnTo>
                  <a:lnTo>
                    <a:pt x="140" y="192"/>
                  </a:lnTo>
                  <a:lnTo>
                    <a:pt x="393" y="175"/>
                  </a:lnTo>
                  <a:lnTo>
                    <a:pt x="506" y="223"/>
                  </a:lnTo>
                  <a:lnTo>
                    <a:pt x="598" y="220"/>
                  </a:lnTo>
                  <a:lnTo>
                    <a:pt x="609" y="127"/>
                  </a:lnTo>
                  <a:lnTo>
                    <a:pt x="695" y="35"/>
                  </a:lnTo>
                  <a:lnTo>
                    <a:pt x="643" y="114"/>
                  </a:lnTo>
                  <a:lnTo>
                    <a:pt x="643" y="192"/>
                  </a:lnTo>
                  <a:lnTo>
                    <a:pt x="672" y="258"/>
                  </a:lnTo>
                  <a:lnTo>
                    <a:pt x="499" y="251"/>
                  </a:lnTo>
                  <a:lnTo>
                    <a:pt x="337" y="233"/>
                  </a:lnTo>
                  <a:lnTo>
                    <a:pt x="158" y="233"/>
                  </a:lnTo>
                  <a:lnTo>
                    <a:pt x="79" y="183"/>
                  </a:lnTo>
                  <a:lnTo>
                    <a:pt x="0" y="94"/>
                  </a:lnTo>
                  <a:lnTo>
                    <a:pt x="4" y="28"/>
                  </a:lnTo>
                  <a:lnTo>
                    <a:pt x="115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0" name="Freeform 30"/>
            <p:cNvSpPr/>
            <p:nvPr/>
          </p:nvSpPr>
          <p:spPr>
            <a:xfrm>
              <a:off x="2414" y="905"/>
              <a:ext cx="131" cy="132"/>
            </a:xfrm>
            <a:custGeom>
              <a:avLst/>
              <a:gdLst/>
              <a:ahLst/>
              <a:cxnLst>
                <a:cxn ang="0">
                  <a:pos x="0" y="122"/>
                </a:cxn>
                <a:cxn ang="0">
                  <a:pos x="58" y="75"/>
                </a:cxn>
                <a:cxn ang="0">
                  <a:pos x="121" y="0"/>
                </a:cxn>
                <a:cxn ang="0">
                  <a:pos x="130" y="23"/>
                </a:cxn>
                <a:cxn ang="0">
                  <a:pos x="72" y="85"/>
                </a:cxn>
                <a:cxn ang="0">
                  <a:pos x="20" y="131"/>
                </a:cxn>
                <a:cxn ang="0">
                  <a:pos x="0" y="122"/>
                </a:cxn>
              </a:cxnLst>
              <a:rect l="0" t="0" r="0" b="0"/>
              <a:pathLst>
                <a:path w="131" h="132">
                  <a:moveTo>
                    <a:pt x="0" y="122"/>
                  </a:moveTo>
                  <a:lnTo>
                    <a:pt x="58" y="75"/>
                  </a:lnTo>
                  <a:lnTo>
                    <a:pt x="121" y="0"/>
                  </a:lnTo>
                  <a:lnTo>
                    <a:pt x="130" y="23"/>
                  </a:lnTo>
                  <a:lnTo>
                    <a:pt x="72" y="85"/>
                  </a:lnTo>
                  <a:lnTo>
                    <a:pt x="20" y="131"/>
                  </a:lnTo>
                  <a:lnTo>
                    <a:pt x="0" y="122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1" name="Freeform 31"/>
            <p:cNvSpPr/>
            <p:nvPr/>
          </p:nvSpPr>
          <p:spPr>
            <a:xfrm>
              <a:off x="1959" y="741"/>
              <a:ext cx="534" cy="348"/>
            </a:xfrm>
            <a:custGeom>
              <a:avLst/>
              <a:gdLst/>
              <a:ahLst/>
              <a:cxnLst>
                <a:cxn ang="0">
                  <a:pos x="533" y="347"/>
                </a:cxn>
                <a:cxn ang="0">
                  <a:pos x="477" y="279"/>
                </a:cxn>
                <a:cxn ang="0">
                  <a:pos x="261" y="215"/>
                </a:cxn>
                <a:cxn ang="0">
                  <a:pos x="142" y="150"/>
                </a:cxn>
                <a:cxn ang="0">
                  <a:pos x="38" y="61"/>
                </a:cxn>
                <a:cxn ang="0">
                  <a:pos x="0" y="0"/>
                </a:cxn>
                <a:cxn ang="0">
                  <a:pos x="47" y="93"/>
                </a:cxn>
                <a:cxn ang="0">
                  <a:pos x="180" y="199"/>
                </a:cxn>
                <a:cxn ang="0">
                  <a:pos x="353" y="272"/>
                </a:cxn>
                <a:cxn ang="0">
                  <a:pos x="470" y="312"/>
                </a:cxn>
                <a:cxn ang="0">
                  <a:pos x="499" y="342"/>
                </a:cxn>
                <a:cxn ang="0">
                  <a:pos x="533" y="347"/>
                </a:cxn>
              </a:cxnLst>
              <a:rect l="0" t="0" r="0" b="0"/>
              <a:pathLst>
                <a:path w="534" h="348">
                  <a:moveTo>
                    <a:pt x="533" y="347"/>
                  </a:moveTo>
                  <a:lnTo>
                    <a:pt x="477" y="279"/>
                  </a:lnTo>
                  <a:lnTo>
                    <a:pt x="261" y="215"/>
                  </a:lnTo>
                  <a:lnTo>
                    <a:pt x="142" y="150"/>
                  </a:lnTo>
                  <a:lnTo>
                    <a:pt x="38" y="61"/>
                  </a:lnTo>
                  <a:lnTo>
                    <a:pt x="0" y="0"/>
                  </a:lnTo>
                  <a:lnTo>
                    <a:pt x="47" y="93"/>
                  </a:lnTo>
                  <a:lnTo>
                    <a:pt x="180" y="199"/>
                  </a:lnTo>
                  <a:lnTo>
                    <a:pt x="353" y="272"/>
                  </a:lnTo>
                  <a:lnTo>
                    <a:pt x="470" y="312"/>
                  </a:lnTo>
                  <a:lnTo>
                    <a:pt x="499" y="342"/>
                  </a:lnTo>
                  <a:lnTo>
                    <a:pt x="533" y="347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2" name="Freeform 32"/>
            <p:cNvSpPr/>
            <p:nvPr/>
          </p:nvSpPr>
          <p:spPr>
            <a:xfrm>
              <a:off x="1888" y="961"/>
              <a:ext cx="169" cy="156"/>
            </a:xfrm>
            <a:custGeom>
              <a:avLst/>
              <a:gdLst/>
              <a:ahLst/>
              <a:cxnLst>
                <a:cxn ang="0">
                  <a:pos x="7" y="140"/>
                </a:cxn>
                <a:cxn ang="0">
                  <a:pos x="43" y="103"/>
                </a:cxn>
                <a:cxn ang="0">
                  <a:pos x="121" y="78"/>
                </a:cxn>
                <a:cxn ang="0">
                  <a:pos x="150" y="0"/>
                </a:cxn>
                <a:cxn ang="0">
                  <a:pos x="168" y="26"/>
                </a:cxn>
                <a:cxn ang="0">
                  <a:pos x="159" y="66"/>
                </a:cxn>
                <a:cxn ang="0">
                  <a:pos x="126" y="103"/>
                </a:cxn>
                <a:cxn ang="0">
                  <a:pos x="58" y="117"/>
                </a:cxn>
                <a:cxn ang="0">
                  <a:pos x="0" y="155"/>
                </a:cxn>
                <a:cxn ang="0">
                  <a:pos x="7" y="140"/>
                </a:cxn>
              </a:cxnLst>
              <a:rect l="0" t="0" r="0" b="0"/>
              <a:pathLst>
                <a:path w="169" h="156">
                  <a:moveTo>
                    <a:pt x="7" y="140"/>
                  </a:moveTo>
                  <a:lnTo>
                    <a:pt x="43" y="103"/>
                  </a:lnTo>
                  <a:lnTo>
                    <a:pt x="121" y="78"/>
                  </a:lnTo>
                  <a:lnTo>
                    <a:pt x="150" y="0"/>
                  </a:lnTo>
                  <a:lnTo>
                    <a:pt x="168" y="26"/>
                  </a:lnTo>
                  <a:lnTo>
                    <a:pt x="159" y="66"/>
                  </a:lnTo>
                  <a:lnTo>
                    <a:pt x="126" y="103"/>
                  </a:lnTo>
                  <a:lnTo>
                    <a:pt x="58" y="117"/>
                  </a:lnTo>
                  <a:lnTo>
                    <a:pt x="0" y="155"/>
                  </a:lnTo>
                  <a:lnTo>
                    <a:pt x="7" y="14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3" name="Freeform 33"/>
            <p:cNvSpPr/>
            <p:nvPr/>
          </p:nvSpPr>
          <p:spPr>
            <a:xfrm>
              <a:off x="1838" y="961"/>
              <a:ext cx="703" cy="348"/>
            </a:xfrm>
            <a:custGeom>
              <a:avLst/>
              <a:gdLst/>
              <a:ahLst/>
              <a:cxnLst>
                <a:cxn ang="0">
                  <a:pos x="234" y="0"/>
                </a:cxn>
                <a:cxn ang="0">
                  <a:pos x="301" y="23"/>
                </a:cxn>
                <a:cxn ang="0">
                  <a:pos x="311" y="58"/>
                </a:cxn>
                <a:cxn ang="0">
                  <a:pos x="304" y="82"/>
                </a:cxn>
                <a:cxn ang="0">
                  <a:pos x="277" y="108"/>
                </a:cxn>
                <a:cxn ang="0">
                  <a:pos x="277" y="127"/>
                </a:cxn>
                <a:cxn ang="0">
                  <a:pos x="311" y="133"/>
                </a:cxn>
                <a:cxn ang="0">
                  <a:pos x="396" y="133"/>
                </a:cxn>
                <a:cxn ang="0">
                  <a:pos x="596" y="124"/>
                </a:cxn>
                <a:cxn ang="0">
                  <a:pos x="625" y="122"/>
                </a:cxn>
                <a:cxn ang="0">
                  <a:pos x="680" y="131"/>
                </a:cxn>
                <a:cxn ang="0">
                  <a:pos x="702" y="153"/>
                </a:cxn>
                <a:cxn ang="0">
                  <a:pos x="702" y="185"/>
                </a:cxn>
                <a:cxn ang="0">
                  <a:pos x="659" y="199"/>
                </a:cxn>
                <a:cxn ang="0">
                  <a:pos x="500" y="199"/>
                </a:cxn>
                <a:cxn ang="0">
                  <a:pos x="396" y="209"/>
                </a:cxn>
                <a:cxn ang="0">
                  <a:pos x="410" y="232"/>
                </a:cxn>
                <a:cxn ang="0">
                  <a:pos x="396" y="258"/>
                </a:cxn>
                <a:cxn ang="0">
                  <a:pos x="382" y="267"/>
                </a:cxn>
                <a:cxn ang="0">
                  <a:pos x="382" y="297"/>
                </a:cxn>
                <a:cxn ang="0">
                  <a:pos x="335" y="312"/>
                </a:cxn>
                <a:cxn ang="0">
                  <a:pos x="324" y="330"/>
                </a:cxn>
                <a:cxn ang="0">
                  <a:pos x="247" y="344"/>
                </a:cxn>
                <a:cxn ang="0">
                  <a:pos x="115" y="347"/>
                </a:cxn>
                <a:cxn ang="0">
                  <a:pos x="0" y="324"/>
                </a:cxn>
                <a:cxn ang="0">
                  <a:pos x="133" y="335"/>
                </a:cxn>
                <a:cxn ang="0">
                  <a:pos x="243" y="335"/>
                </a:cxn>
                <a:cxn ang="0">
                  <a:pos x="284" y="324"/>
                </a:cxn>
                <a:cxn ang="0">
                  <a:pos x="293" y="302"/>
                </a:cxn>
                <a:cxn ang="0">
                  <a:pos x="328" y="293"/>
                </a:cxn>
                <a:cxn ang="0">
                  <a:pos x="331" y="258"/>
                </a:cxn>
                <a:cxn ang="0">
                  <a:pos x="346" y="234"/>
                </a:cxn>
                <a:cxn ang="0">
                  <a:pos x="338" y="209"/>
                </a:cxn>
                <a:cxn ang="0">
                  <a:pos x="475" y="192"/>
                </a:cxn>
                <a:cxn ang="0">
                  <a:pos x="648" y="190"/>
                </a:cxn>
                <a:cxn ang="0">
                  <a:pos x="673" y="176"/>
                </a:cxn>
                <a:cxn ang="0">
                  <a:pos x="670" y="142"/>
                </a:cxn>
                <a:cxn ang="0">
                  <a:pos x="634" y="135"/>
                </a:cxn>
                <a:cxn ang="0">
                  <a:pos x="576" y="133"/>
                </a:cxn>
                <a:cxn ang="0">
                  <a:pos x="396" y="140"/>
                </a:cxn>
                <a:cxn ang="0">
                  <a:pos x="301" y="140"/>
                </a:cxn>
                <a:cxn ang="0">
                  <a:pos x="248" y="131"/>
                </a:cxn>
                <a:cxn ang="0">
                  <a:pos x="274" y="103"/>
                </a:cxn>
                <a:cxn ang="0">
                  <a:pos x="293" y="58"/>
                </a:cxn>
                <a:cxn ang="0">
                  <a:pos x="284" y="26"/>
                </a:cxn>
                <a:cxn ang="0">
                  <a:pos x="234" y="0"/>
                </a:cxn>
              </a:cxnLst>
              <a:rect l="0" t="0" r="0" b="0"/>
              <a:pathLst>
                <a:path w="703" h="348">
                  <a:moveTo>
                    <a:pt x="234" y="0"/>
                  </a:moveTo>
                  <a:lnTo>
                    <a:pt x="301" y="23"/>
                  </a:lnTo>
                  <a:lnTo>
                    <a:pt x="311" y="58"/>
                  </a:lnTo>
                  <a:lnTo>
                    <a:pt x="304" y="82"/>
                  </a:lnTo>
                  <a:lnTo>
                    <a:pt x="277" y="108"/>
                  </a:lnTo>
                  <a:lnTo>
                    <a:pt x="277" y="127"/>
                  </a:lnTo>
                  <a:lnTo>
                    <a:pt x="311" y="133"/>
                  </a:lnTo>
                  <a:lnTo>
                    <a:pt x="396" y="133"/>
                  </a:lnTo>
                  <a:lnTo>
                    <a:pt x="596" y="124"/>
                  </a:lnTo>
                  <a:lnTo>
                    <a:pt x="625" y="122"/>
                  </a:lnTo>
                  <a:lnTo>
                    <a:pt x="680" y="131"/>
                  </a:lnTo>
                  <a:lnTo>
                    <a:pt x="702" y="153"/>
                  </a:lnTo>
                  <a:lnTo>
                    <a:pt x="702" y="185"/>
                  </a:lnTo>
                  <a:lnTo>
                    <a:pt x="659" y="199"/>
                  </a:lnTo>
                  <a:lnTo>
                    <a:pt x="500" y="199"/>
                  </a:lnTo>
                  <a:lnTo>
                    <a:pt x="396" y="209"/>
                  </a:lnTo>
                  <a:lnTo>
                    <a:pt x="410" y="232"/>
                  </a:lnTo>
                  <a:lnTo>
                    <a:pt x="396" y="258"/>
                  </a:lnTo>
                  <a:lnTo>
                    <a:pt x="382" y="267"/>
                  </a:lnTo>
                  <a:lnTo>
                    <a:pt x="382" y="297"/>
                  </a:lnTo>
                  <a:lnTo>
                    <a:pt x="335" y="312"/>
                  </a:lnTo>
                  <a:lnTo>
                    <a:pt x="324" y="330"/>
                  </a:lnTo>
                  <a:lnTo>
                    <a:pt x="247" y="344"/>
                  </a:lnTo>
                  <a:lnTo>
                    <a:pt x="115" y="347"/>
                  </a:lnTo>
                  <a:lnTo>
                    <a:pt x="0" y="324"/>
                  </a:lnTo>
                  <a:lnTo>
                    <a:pt x="133" y="335"/>
                  </a:lnTo>
                  <a:lnTo>
                    <a:pt x="243" y="335"/>
                  </a:lnTo>
                  <a:lnTo>
                    <a:pt x="284" y="324"/>
                  </a:lnTo>
                  <a:lnTo>
                    <a:pt x="293" y="302"/>
                  </a:lnTo>
                  <a:lnTo>
                    <a:pt x="328" y="293"/>
                  </a:lnTo>
                  <a:lnTo>
                    <a:pt x="331" y="258"/>
                  </a:lnTo>
                  <a:lnTo>
                    <a:pt x="346" y="234"/>
                  </a:lnTo>
                  <a:lnTo>
                    <a:pt x="338" y="209"/>
                  </a:lnTo>
                  <a:lnTo>
                    <a:pt x="475" y="192"/>
                  </a:lnTo>
                  <a:lnTo>
                    <a:pt x="648" y="190"/>
                  </a:lnTo>
                  <a:lnTo>
                    <a:pt x="673" y="176"/>
                  </a:lnTo>
                  <a:lnTo>
                    <a:pt x="670" y="142"/>
                  </a:lnTo>
                  <a:lnTo>
                    <a:pt x="634" y="135"/>
                  </a:lnTo>
                  <a:lnTo>
                    <a:pt x="576" y="133"/>
                  </a:lnTo>
                  <a:lnTo>
                    <a:pt x="396" y="140"/>
                  </a:lnTo>
                  <a:lnTo>
                    <a:pt x="301" y="140"/>
                  </a:lnTo>
                  <a:lnTo>
                    <a:pt x="248" y="131"/>
                  </a:lnTo>
                  <a:lnTo>
                    <a:pt x="274" y="103"/>
                  </a:lnTo>
                  <a:lnTo>
                    <a:pt x="293" y="58"/>
                  </a:lnTo>
                  <a:lnTo>
                    <a:pt x="284" y="26"/>
                  </a:lnTo>
                  <a:lnTo>
                    <a:pt x="234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4" name="Freeform 34"/>
            <p:cNvSpPr/>
            <p:nvPr/>
          </p:nvSpPr>
          <p:spPr>
            <a:xfrm>
              <a:off x="1849" y="713"/>
              <a:ext cx="97" cy="106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58"/>
                </a:cxn>
                <a:cxn ang="0">
                  <a:pos x="14" y="92"/>
                </a:cxn>
                <a:cxn ang="0">
                  <a:pos x="39" y="89"/>
                </a:cxn>
                <a:cxn ang="0">
                  <a:pos x="41" y="105"/>
                </a:cxn>
                <a:cxn ang="0">
                  <a:pos x="96" y="83"/>
                </a:cxn>
                <a:cxn ang="0">
                  <a:pos x="46" y="83"/>
                </a:cxn>
                <a:cxn ang="0">
                  <a:pos x="18" y="84"/>
                </a:cxn>
                <a:cxn ang="0">
                  <a:pos x="9" y="63"/>
                </a:cxn>
                <a:cxn ang="0">
                  <a:pos x="9" y="35"/>
                </a:cxn>
                <a:cxn ang="0">
                  <a:pos x="4" y="0"/>
                </a:cxn>
              </a:cxnLst>
              <a:rect l="0" t="0" r="0" b="0"/>
              <a:pathLst>
                <a:path w="97" h="106">
                  <a:moveTo>
                    <a:pt x="4" y="0"/>
                  </a:moveTo>
                  <a:lnTo>
                    <a:pt x="0" y="58"/>
                  </a:lnTo>
                  <a:lnTo>
                    <a:pt x="14" y="92"/>
                  </a:lnTo>
                  <a:lnTo>
                    <a:pt x="39" y="89"/>
                  </a:lnTo>
                  <a:lnTo>
                    <a:pt x="41" y="105"/>
                  </a:lnTo>
                  <a:lnTo>
                    <a:pt x="96" y="83"/>
                  </a:lnTo>
                  <a:lnTo>
                    <a:pt x="46" y="83"/>
                  </a:lnTo>
                  <a:lnTo>
                    <a:pt x="18" y="84"/>
                  </a:lnTo>
                  <a:lnTo>
                    <a:pt x="9" y="63"/>
                  </a:lnTo>
                  <a:lnTo>
                    <a:pt x="9" y="35"/>
                  </a:lnTo>
                  <a:lnTo>
                    <a:pt x="4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5" name="Freeform 35"/>
            <p:cNvSpPr/>
            <p:nvPr/>
          </p:nvSpPr>
          <p:spPr>
            <a:xfrm>
              <a:off x="1924" y="854"/>
              <a:ext cx="540" cy="23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8"/>
                </a:cxn>
                <a:cxn ang="0">
                  <a:pos x="63" y="61"/>
                </a:cxn>
                <a:cxn ang="0">
                  <a:pos x="148" y="101"/>
                </a:cxn>
                <a:cxn ang="0">
                  <a:pos x="252" y="152"/>
                </a:cxn>
                <a:cxn ang="0">
                  <a:pos x="442" y="197"/>
                </a:cxn>
                <a:cxn ang="0">
                  <a:pos x="505" y="211"/>
                </a:cxn>
                <a:cxn ang="0">
                  <a:pos x="539" y="229"/>
                </a:cxn>
                <a:cxn ang="0">
                  <a:pos x="512" y="206"/>
                </a:cxn>
                <a:cxn ang="0">
                  <a:pos x="310" y="157"/>
                </a:cxn>
                <a:cxn ang="0">
                  <a:pos x="209" y="117"/>
                </a:cxn>
                <a:cxn ang="0">
                  <a:pos x="90" y="54"/>
                </a:cxn>
                <a:cxn ang="0">
                  <a:pos x="27" y="8"/>
                </a:cxn>
                <a:cxn ang="0">
                  <a:pos x="11" y="0"/>
                </a:cxn>
              </a:cxnLst>
              <a:rect l="0" t="0" r="0" b="0"/>
              <a:pathLst>
                <a:path w="540" h="230">
                  <a:moveTo>
                    <a:pt x="11" y="0"/>
                  </a:moveTo>
                  <a:lnTo>
                    <a:pt x="0" y="8"/>
                  </a:lnTo>
                  <a:lnTo>
                    <a:pt x="63" y="61"/>
                  </a:lnTo>
                  <a:lnTo>
                    <a:pt x="148" y="101"/>
                  </a:lnTo>
                  <a:lnTo>
                    <a:pt x="252" y="152"/>
                  </a:lnTo>
                  <a:lnTo>
                    <a:pt x="442" y="197"/>
                  </a:lnTo>
                  <a:lnTo>
                    <a:pt x="505" y="211"/>
                  </a:lnTo>
                  <a:lnTo>
                    <a:pt x="539" y="229"/>
                  </a:lnTo>
                  <a:lnTo>
                    <a:pt x="512" y="206"/>
                  </a:lnTo>
                  <a:lnTo>
                    <a:pt x="310" y="157"/>
                  </a:lnTo>
                  <a:lnTo>
                    <a:pt x="209" y="117"/>
                  </a:lnTo>
                  <a:lnTo>
                    <a:pt x="90" y="54"/>
                  </a:lnTo>
                  <a:lnTo>
                    <a:pt x="27" y="8"/>
                  </a:lnTo>
                  <a:lnTo>
                    <a:pt x="11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6" name="Freeform 36"/>
            <p:cNvSpPr/>
            <p:nvPr/>
          </p:nvSpPr>
          <p:spPr>
            <a:xfrm>
              <a:off x="2111" y="741"/>
              <a:ext cx="369" cy="108"/>
            </a:xfrm>
            <a:custGeom>
              <a:avLst/>
              <a:gdLst/>
              <a:ahLst/>
              <a:cxnLst>
                <a:cxn ang="0">
                  <a:pos x="0" y="107"/>
                </a:cxn>
                <a:cxn ang="0">
                  <a:pos x="54" y="13"/>
                </a:cxn>
                <a:cxn ang="0">
                  <a:pos x="188" y="0"/>
                </a:cxn>
                <a:cxn ang="0">
                  <a:pos x="303" y="23"/>
                </a:cxn>
                <a:cxn ang="0">
                  <a:pos x="368" y="68"/>
                </a:cxn>
                <a:cxn ang="0">
                  <a:pos x="260" y="23"/>
                </a:cxn>
                <a:cxn ang="0">
                  <a:pos x="220" y="87"/>
                </a:cxn>
                <a:cxn ang="0">
                  <a:pos x="220" y="13"/>
                </a:cxn>
                <a:cxn ang="0">
                  <a:pos x="162" y="11"/>
                </a:cxn>
                <a:cxn ang="0">
                  <a:pos x="90" y="20"/>
                </a:cxn>
                <a:cxn ang="0">
                  <a:pos x="157" y="87"/>
                </a:cxn>
                <a:cxn ang="0">
                  <a:pos x="61" y="33"/>
                </a:cxn>
                <a:cxn ang="0">
                  <a:pos x="0" y="107"/>
                </a:cxn>
              </a:cxnLst>
              <a:rect l="0" t="0" r="0" b="0"/>
              <a:pathLst>
                <a:path w="369" h="108">
                  <a:moveTo>
                    <a:pt x="0" y="107"/>
                  </a:moveTo>
                  <a:lnTo>
                    <a:pt x="54" y="13"/>
                  </a:lnTo>
                  <a:lnTo>
                    <a:pt x="188" y="0"/>
                  </a:lnTo>
                  <a:lnTo>
                    <a:pt x="303" y="23"/>
                  </a:lnTo>
                  <a:lnTo>
                    <a:pt x="368" y="68"/>
                  </a:lnTo>
                  <a:lnTo>
                    <a:pt x="260" y="23"/>
                  </a:lnTo>
                  <a:lnTo>
                    <a:pt x="220" y="87"/>
                  </a:lnTo>
                  <a:lnTo>
                    <a:pt x="220" y="13"/>
                  </a:lnTo>
                  <a:lnTo>
                    <a:pt x="162" y="11"/>
                  </a:lnTo>
                  <a:lnTo>
                    <a:pt x="90" y="20"/>
                  </a:lnTo>
                  <a:lnTo>
                    <a:pt x="157" y="87"/>
                  </a:lnTo>
                  <a:lnTo>
                    <a:pt x="61" y="33"/>
                  </a:lnTo>
                  <a:lnTo>
                    <a:pt x="0" y="107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7" name="Freeform 37"/>
            <p:cNvSpPr/>
            <p:nvPr/>
          </p:nvSpPr>
          <p:spPr>
            <a:xfrm>
              <a:off x="2292" y="828"/>
              <a:ext cx="196" cy="172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0" y="0"/>
                </a:cxn>
                <a:cxn ang="0">
                  <a:pos x="0" y="153"/>
                </a:cxn>
                <a:cxn ang="0">
                  <a:pos x="47" y="171"/>
                </a:cxn>
                <a:cxn ang="0">
                  <a:pos x="43" y="138"/>
                </a:cxn>
                <a:cxn ang="0">
                  <a:pos x="16" y="84"/>
                </a:cxn>
                <a:cxn ang="0">
                  <a:pos x="40" y="11"/>
                </a:cxn>
                <a:cxn ang="0">
                  <a:pos x="188" y="155"/>
                </a:cxn>
                <a:cxn ang="0">
                  <a:pos x="195" y="140"/>
                </a:cxn>
                <a:cxn ang="0">
                  <a:pos x="51" y="4"/>
                </a:cxn>
                <a:cxn ang="0">
                  <a:pos x="40" y="0"/>
                </a:cxn>
              </a:cxnLst>
              <a:rect l="0" t="0" r="0" b="0"/>
              <a:pathLst>
                <a:path w="196" h="172">
                  <a:moveTo>
                    <a:pt x="40" y="0"/>
                  </a:moveTo>
                  <a:lnTo>
                    <a:pt x="0" y="0"/>
                  </a:lnTo>
                  <a:lnTo>
                    <a:pt x="0" y="153"/>
                  </a:lnTo>
                  <a:lnTo>
                    <a:pt x="47" y="171"/>
                  </a:lnTo>
                  <a:lnTo>
                    <a:pt x="43" y="138"/>
                  </a:lnTo>
                  <a:lnTo>
                    <a:pt x="16" y="84"/>
                  </a:lnTo>
                  <a:lnTo>
                    <a:pt x="40" y="11"/>
                  </a:lnTo>
                  <a:lnTo>
                    <a:pt x="188" y="155"/>
                  </a:lnTo>
                  <a:lnTo>
                    <a:pt x="195" y="140"/>
                  </a:lnTo>
                  <a:lnTo>
                    <a:pt x="51" y="4"/>
                  </a:lnTo>
                  <a:lnTo>
                    <a:pt x="40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8" name="Freeform 38"/>
            <p:cNvSpPr/>
            <p:nvPr/>
          </p:nvSpPr>
          <p:spPr>
            <a:xfrm>
              <a:off x="2492" y="1152"/>
              <a:ext cx="53" cy="107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52" y="64"/>
                </a:cxn>
                <a:cxn ang="0">
                  <a:pos x="52" y="106"/>
                </a:cxn>
                <a:cxn ang="0">
                  <a:pos x="0" y="6"/>
                </a:cxn>
                <a:cxn ang="0">
                  <a:pos x="18" y="0"/>
                </a:cxn>
              </a:cxnLst>
              <a:rect l="0" t="0" r="0" b="0"/>
              <a:pathLst>
                <a:path w="53" h="107">
                  <a:moveTo>
                    <a:pt x="18" y="0"/>
                  </a:moveTo>
                  <a:lnTo>
                    <a:pt x="52" y="64"/>
                  </a:lnTo>
                  <a:lnTo>
                    <a:pt x="52" y="106"/>
                  </a:lnTo>
                  <a:lnTo>
                    <a:pt x="0" y="6"/>
                  </a:lnTo>
                  <a:lnTo>
                    <a:pt x="18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99" name="Freeform 39"/>
            <p:cNvSpPr/>
            <p:nvPr/>
          </p:nvSpPr>
          <p:spPr>
            <a:xfrm>
              <a:off x="1625" y="1307"/>
              <a:ext cx="848" cy="290"/>
            </a:xfrm>
            <a:custGeom>
              <a:avLst/>
              <a:gdLst/>
              <a:ahLst/>
              <a:cxnLst>
                <a:cxn ang="0">
                  <a:pos x="74" y="12"/>
                </a:cxn>
                <a:cxn ang="0">
                  <a:pos x="65" y="82"/>
                </a:cxn>
                <a:cxn ang="0">
                  <a:pos x="0" y="157"/>
                </a:cxn>
                <a:cxn ang="0">
                  <a:pos x="74" y="198"/>
                </a:cxn>
                <a:cxn ang="0">
                  <a:pos x="254" y="219"/>
                </a:cxn>
                <a:cxn ang="0">
                  <a:pos x="249" y="289"/>
                </a:cxn>
                <a:cxn ang="0">
                  <a:pos x="278" y="248"/>
                </a:cxn>
                <a:cxn ang="0">
                  <a:pos x="283" y="216"/>
                </a:cxn>
                <a:cxn ang="0">
                  <a:pos x="732" y="164"/>
                </a:cxn>
                <a:cxn ang="0">
                  <a:pos x="847" y="108"/>
                </a:cxn>
                <a:cxn ang="0">
                  <a:pos x="710" y="161"/>
                </a:cxn>
                <a:cxn ang="0">
                  <a:pos x="371" y="189"/>
                </a:cxn>
                <a:cxn ang="0">
                  <a:pos x="97" y="189"/>
                </a:cxn>
                <a:cxn ang="0">
                  <a:pos x="25" y="155"/>
                </a:cxn>
                <a:cxn ang="0">
                  <a:pos x="81" y="82"/>
                </a:cxn>
                <a:cxn ang="0">
                  <a:pos x="92" y="0"/>
                </a:cxn>
                <a:cxn ang="0">
                  <a:pos x="74" y="12"/>
                </a:cxn>
              </a:cxnLst>
              <a:rect l="0" t="0" r="0" b="0"/>
              <a:pathLst>
                <a:path w="848" h="290">
                  <a:moveTo>
                    <a:pt x="74" y="12"/>
                  </a:moveTo>
                  <a:lnTo>
                    <a:pt x="65" y="82"/>
                  </a:lnTo>
                  <a:lnTo>
                    <a:pt x="0" y="157"/>
                  </a:lnTo>
                  <a:lnTo>
                    <a:pt x="74" y="198"/>
                  </a:lnTo>
                  <a:lnTo>
                    <a:pt x="254" y="219"/>
                  </a:lnTo>
                  <a:lnTo>
                    <a:pt x="249" y="289"/>
                  </a:lnTo>
                  <a:lnTo>
                    <a:pt x="278" y="248"/>
                  </a:lnTo>
                  <a:lnTo>
                    <a:pt x="283" y="216"/>
                  </a:lnTo>
                  <a:lnTo>
                    <a:pt x="732" y="164"/>
                  </a:lnTo>
                  <a:lnTo>
                    <a:pt x="847" y="108"/>
                  </a:lnTo>
                  <a:lnTo>
                    <a:pt x="710" y="161"/>
                  </a:lnTo>
                  <a:lnTo>
                    <a:pt x="371" y="189"/>
                  </a:lnTo>
                  <a:lnTo>
                    <a:pt x="97" y="189"/>
                  </a:lnTo>
                  <a:lnTo>
                    <a:pt x="25" y="155"/>
                  </a:lnTo>
                  <a:lnTo>
                    <a:pt x="81" y="82"/>
                  </a:lnTo>
                  <a:lnTo>
                    <a:pt x="92" y="0"/>
                  </a:lnTo>
                  <a:lnTo>
                    <a:pt x="74" y="12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0" name="Freeform 40"/>
            <p:cNvSpPr/>
            <p:nvPr/>
          </p:nvSpPr>
          <p:spPr>
            <a:xfrm>
              <a:off x="2508" y="441"/>
              <a:ext cx="900" cy="198"/>
            </a:xfrm>
            <a:custGeom>
              <a:avLst/>
              <a:gdLst/>
              <a:ahLst/>
              <a:cxnLst>
                <a:cxn ang="0">
                  <a:pos x="731" y="47"/>
                </a:cxn>
                <a:cxn ang="0">
                  <a:pos x="584" y="53"/>
                </a:cxn>
                <a:cxn ang="0">
                  <a:pos x="344" y="82"/>
                </a:cxn>
                <a:cxn ang="0">
                  <a:pos x="159" y="109"/>
                </a:cxn>
                <a:cxn ang="0">
                  <a:pos x="72" y="121"/>
                </a:cxn>
                <a:cxn ang="0">
                  <a:pos x="20" y="126"/>
                </a:cxn>
                <a:cxn ang="0">
                  <a:pos x="0" y="149"/>
                </a:cxn>
                <a:cxn ang="0">
                  <a:pos x="4" y="179"/>
                </a:cxn>
                <a:cxn ang="0">
                  <a:pos x="34" y="197"/>
                </a:cxn>
                <a:cxn ang="0">
                  <a:pos x="11" y="174"/>
                </a:cxn>
                <a:cxn ang="0">
                  <a:pos x="20" y="144"/>
                </a:cxn>
                <a:cxn ang="0">
                  <a:pos x="67" y="129"/>
                </a:cxn>
                <a:cxn ang="0">
                  <a:pos x="108" y="140"/>
                </a:cxn>
                <a:cxn ang="0">
                  <a:pos x="128" y="165"/>
                </a:cxn>
                <a:cxn ang="0">
                  <a:pos x="108" y="185"/>
                </a:cxn>
                <a:cxn ang="0">
                  <a:pos x="72" y="182"/>
                </a:cxn>
                <a:cxn ang="0">
                  <a:pos x="49" y="168"/>
                </a:cxn>
                <a:cxn ang="0">
                  <a:pos x="56" y="190"/>
                </a:cxn>
                <a:cxn ang="0">
                  <a:pos x="90" y="197"/>
                </a:cxn>
                <a:cxn ang="0">
                  <a:pos x="148" y="197"/>
                </a:cxn>
                <a:cxn ang="0">
                  <a:pos x="209" y="194"/>
                </a:cxn>
                <a:cxn ang="0">
                  <a:pos x="313" y="162"/>
                </a:cxn>
                <a:cxn ang="0">
                  <a:pos x="447" y="129"/>
                </a:cxn>
                <a:cxn ang="0">
                  <a:pos x="569" y="105"/>
                </a:cxn>
                <a:cxn ang="0">
                  <a:pos x="710" y="87"/>
                </a:cxn>
                <a:cxn ang="0">
                  <a:pos x="699" y="118"/>
                </a:cxn>
                <a:cxn ang="0">
                  <a:pos x="735" y="147"/>
                </a:cxn>
                <a:cxn ang="0">
                  <a:pos x="798" y="157"/>
                </a:cxn>
                <a:cxn ang="0">
                  <a:pos x="872" y="135"/>
                </a:cxn>
                <a:cxn ang="0">
                  <a:pos x="899" y="80"/>
                </a:cxn>
                <a:cxn ang="0">
                  <a:pos x="881" y="37"/>
                </a:cxn>
                <a:cxn ang="0">
                  <a:pos x="791" y="0"/>
                </a:cxn>
                <a:cxn ang="0">
                  <a:pos x="721" y="5"/>
                </a:cxn>
                <a:cxn ang="0">
                  <a:pos x="670" y="31"/>
                </a:cxn>
                <a:cxn ang="0">
                  <a:pos x="731" y="12"/>
                </a:cxn>
                <a:cxn ang="0">
                  <a:pos x="784" y="7"/>
                </a:cxn>
                <a:cxn ang="0">
                  <a:pos x="868" y="45"/>
                </a:cxn>
                <a:cxn ang="0">
                  <a:pos x="885" y="77"/>
                </a:cxn>
                <a:cxn ang="0">
                  <a:pos x="850" y="133"/>
                </a:cxn>
                <a:cxn ang="0">
                  <a:pos x="787" y="149"/>
                </a:cxn>
                <a:cxn ang="0">
                  <a:pos x="739" y="140"/>
                </a:cxn>
                <a:cxn ang="0">
                  <a:pos x="713" y="116"/>
                </a:cxn>
                <a:cxn ang="0">
                  <a:pos x="728" y="60"/>
                </a:cxn>
                <a:cxn ang="0">
                  <a:pos x="704" y="82"/>
                </a:cxn>
                <a:cxn ang="0">
                  <a:pos x="504" y="107"/>
                </a:cxn>
                <a:cxn ang="0">
                  <a:pos x="294" y="157"/>
                </a:cxn>
                <a:cxn ang="0">
                  <a:pos x="180" y="189"/>
                </a:cxn>
                <a:cxn ang="0">
                  <a:pos x="123" y="189"/>
                </a:cxn>
                <a:cxn ang="0">
                  <a:pos x="144" y="167"/>
                </a:cxn>
                <a:cxn ang="0">
                  <a:pos x="137" y="137"/>
                </a:cxn>
                <a:cxn ang="0">
                  <a:pos x="101" y="125"/>
                </a:cxn>
                <a:cxn ang="0">
                  <a:pos x="393" y="82"/>
                </a:cxn>
                <a:cxn ang="0">
                  <a:pos x="613" y="55"/>
                </a:cxn>
                <a:cxn ang="0">
                  <a:pos x="731" y="47"/>
                </a:cxn>
              </a:cxnLst>
              <a:rect l="0" t="0" r="0" b="0"/>
              <a:pathLst>
                <a:path w="900" h="198">
                  <a:moveTo>
                    <a:pt x="731" y="47"/>
                  </a:moveTo>
                  <a:lnTo>
                    <a:pt x="584" y="53"/>
                  </a:lnTo>
                  <a:lnTo>
                    <a:pt x="344" y="82"/>
                  </a:lnTo>
                  <a:lnTo>
                    <a:pt x="159" y="109"/>
                  </a:lnTo>
                  <a:lnTo>
                    <a:pt x="72" y="121"/>
                  </a:lnTo>
                  <a:lnTo>
                    <a:pt x="20" y="126"/>
                  </a:lnTo>
                  <a:lnTo>
                    <a:pt x="0" y="149"/>
                  </a:lnTo>
                  <a:lnTo>
                    <a:pt x="4" y="179"/>
                  </a:lnTo>
                  <a:lnTo>
                    <a:pt x="34" y="197"/>
                  </a:lnTo>
                  <a:lnTo>
                    <a:pt x="11" y="174"/>
                  </a:lnTo>
                  <a:lnTo>
                    <a:pt x="20" y="144"/>
                  </a:lnTo>
                  <a:lnTo>
                    <a:pt x="67" y="129"/>
                  </a:lnTo>
                  <a:lnTo>
                    <a:pt x="108" y="140"/>
                  </a:lnTo>
                  <a:lnTo>
                    <a:pt x="128" y="165"/>
                  </a:lnTo>
                  <a:lnTo>
                    <a:pt x="108" y="185"/>
                  </a:lnTo>
                  <a:lnTo>
                    <a:pt x="72" y="182"/>
                  </a:lnTo>
                  <a:lnTo>
                    <a:pt x="49" y="168"/>
                  </a:lnTo>
                  <a:lnTo>
                    <a:pt x="56" y="190"/>
                  </a:lnTo>
                  <a:lnTo>
                    <a:pt x="90" y="197"/>
                  </a:lnTo>
                  <a:lnTo>
                    <a:pt x="148" y="197"/>
                  </a:lnTo>
                  <a:lnTo>
                    <a:pt x="209" y="194"/>
                  </a:lnTo>
                  <a:lnTo>
                    <a:pt x="313" y="162"/>
                  </a:lnTo>
                  <a:lnTo>
                    <a:pt x="447" y="129"/>
                  </a:lnTo>
                  <a:lnTo>
                    <a:pt x="569" y="105"/>
                  </a:lnTo>
                  <a:lnTo>
                    <a:pt x="710" y="87"/>
                  </a:lnTo>
                  <a:lnTo>
                    <a:pt x="699" y="118"/>
                  </a:lnTo>
                  <a:lnTo>
                    <a:pt x="735" y="147"/>
                  </a:lnTo>
                  <a:lnTo>
                    <a:pt x="798" y="157"/>
                  </a:lnTo>
                  <a:lnTo>
                    <a:pt x="872" y="135"/>
                  </a:lnTo>
                  <a:lnTo>
                    <a:pt x="899" y="80"/>
                  </a:lnTo>
                  <a:lnTo>
                    <a:pt x="881" y="37"/>
                  </a:lnTo>
                  <a:lnTo>
                    <a:pt x="791" y="0"/>
                  </a:lnTo>
                  <a:lnTo>
                    <a:pt x="721" y="5"/>
                  </a:lnTo>
                  <a:lnTo>
                    <a:pt x="670" y="31"/>
                  </a:lnTo>
                  <a:lnTo>
                    <a:pt x="731" y="12"/>
                  </a:lnTo>
                  <a:lnTo>
                    <a:pt x="784" y="7"/>
                  </a:lnTo>
                  <a:lnTo>
                    <a:pt x="868" y="45"/>
                  </a:lnTo>
                  <a:lnTo>
                    <a:pt x="885" y="77"/>
                  </a:lnTo>
                  <a:lnTo>
                    <a:pt x="850" y="133"/>
                  </a:lnTo>
                  <a:lnTo>
                    <a:pt x="787" y="149"/>
                  </a:lnTo>
                  <a:lnTo>
                    <a:pt x="739" y="140"/>
                  </a:lnTo>
                  <a:lnTo>
                    <a:pt x="713" y="116"/>
                  </a:lnTo>
                  <a:lnTo>
                    <a:pt x="728" y="60"/>
                  </a:lnTo>
                  <a:lnTo>
                    <a:pt x="704" y="82"/>
                  </a:lnTo>
                  <a:lnTo>
                    <a:pt x="504" y="107"/>
                  </a:lnTo>
                  <a:lnTo>
                    <a:pt x="294" y="157"/>
                  </a:lnTo>
                  <a:lnTo>
                    <a:pt x="180" y="189"/>
                  </a:lnTo>
                  <a:lnTo>
                    <a:pt x="123" y="189"/>
                  </a:lnTo>
                  <a:lnTo>
                    <a:pt x="144" y="167"/>
                  </a:lnTo>
                  <a:lnTo>
                    <a:pt x="137" y="137"/>
                  </a:lnTo>
                  <a:lnTo>
                    <a:pt x="101" y="125"/>
                  </a:lnTo>
                  <a:lnTo>
                    <a:pt x="393" y="82"/>
                  </a:lnTo>
                  <a:lnTo>
                    <a:pt x="613" y="55"/>
                  </a:lnTo>
                  <a:lnTo>
                    <a:pt x="731" y="47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1" name="Freeform 41"/>
            <p:cNvSpPr/>
            <p:nvPr/>
          </p:nvSpPr>
          <p:spPr>
            <a:xfrm>
              <a:off x="3323" y="441"/>
              <a:ext cx="253" cy="9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63" y="0"/>
                </a:cxn>
                <a:cxn ang="0">
                  <a:pos x="137" y="7"/>
                </a:cxn>
                <a:cxn ang="0">
                  <a:pos x="209" y="8"/>
                </a:cxn>
                <a:cxn ang="0">
                  <a:pos x="252" y="65"/>
                </a:cxn>
                <a:cxn ang="0">
                  <a:pos x="178" y="94"/>
                </a:cxn>
                <a:cxn ang="0">
                  <a:pos x="238" y="62"/>
                </a:cxn>
                <a:cxn ang="0">
                  <a:pos x="194" y="18"/>
                </a:cxn>
                <a:cxn ang="0">
                  <a:pos x="151" y="18"/>
                </a:cxn>
                <a:cxn ang="0">
                  <a:pos x="173" y="51"/>
                </a:cxn>
                <a:cxn ang="0">
                  <a:pos x="99" y="8"/>
                </a:cxn>
                <a:cxn ang="0">
                  <a:pos x="0" y="8"/>
                </a:cxn>
              </a:cxnLst>
              <a:rect l="0" t="0" r="0" b="0"/>
              <a:pathLst>
                <a:path w="253" h="95">
                  <a:moveTo>
                    <a:pt x="0" y="8"/>
                  </a:moveTo>
                  <a:lnTo>
                    <a:pt x="63" y="0"/>
                  </a:lnTo>
                  <a:lnTo>
                    <a:pt x="137" y="7"/>
                  </a:lnTo>
                  <a:lnTo>
                    <a:pt x="209" y="8"/>
                  </a:lnTo>
                  <a:lnTo>
                    <a:pt x="252" y="65"/>
                  </a:lnTo>
                  <a:lnTo>
                    <a:pt x="178" y="94"/>
                  </a:lnTo>
                  <a:lnTo>
                    <a:pt x="238" y="62"/>
                  </a:lnTo>
                  <a:lnTo>
                    <a:pt x="194" y="18"/>
                  </a:lnTo>
                  <a:lnTo>
                    <a:pt x="151" y="18"/>
                  </a:lnTo>
                  <a:lnTo>
                    <a:pt x="173" y="51"/>
                  </a:lnTo>
                  <a:lnTo>
                    <a:pt x="99" y="8"/>
                  </a:lnTo>
                  <a:lnTo>
                    <a:pt x="0" y="8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2" name="Freeform 42"/>
            <p:cNvSpPr/>
            <p:nvPr/>
          </p:nvSpPr>
          <p:spPr>
            <a:xfrm>
              <a:off x="3380" y="506"/>
              <a:ext cx="116" cy="69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79" y="57"/>
                </a:cxn>
                <a:cxn ang="0">
                  <a:pos x="5" y="53"/>
                </a:cxn>
                <a:cxn ang="0">
                  <a:pos x="0" y="61"/>
                </a:cxn>
                <a:cxn ang="0">
                  <a:pos x="65" y="68"/>
                </a:cxn>
                <a:cxn ang="0">
                  <a:pos x="115" y="51"/>
                </a:cxn>
                <a:cxn ang="0">
                  <a:pos x="115" y="0"/>
                </a:cxn>
              </a:cxnLst>
              <a:rect l="0" t="0" r="0" b="0"/>
              <a:pathLst>
                <a:path w="116" h="69">
                  <a:moveTo>
                    <a:pt x="115" y="0"/>
                  </a:moveTo>
                  <a:lnTo>
                    <a:pt x="79" y="57"/>
                  </a:lnTo>
                  <a:lnTo>
                    <a:pt x="5" y="53"/>
                  </a:lnTo>
                  <a:lnTo>
                    <a:pt x="0" y="61"/>
                  </a:lnTo>
                  <a:lnTo>
                    <a:pt x="65" y="68"/>
                  </a:lnTo>
                  <a:lnTo>
                    <a:pt x="115" y="51"/>
                  </a:lnTo>
                  <a:lnTo>
                    <a:pt x="115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3" name="Freeform 43"/>
            <p:cNvSpPr/>
            <p:nvPr/>
          </p:nvSpPr>
          <p:spPr>
            <a:xfrm>
              <a:off x="3041" y="446"/>
              <a:ext cx="158" cy="54"/>
            </a:xfrm>
            <a:custGeom>
              <a:avLst/>
              <a:gdLst/>
              <a:ahLst/>
              <a:cxnLst>
                <a:cxn ang="0">
                  <a:pos x="13" y="53"/>
                </a:cxn>
                <a:cxn ang="0">
                  <a:pos x="0" y="7"/>
                </a:cxn>
                <a:cxn ang="0">
                  <a:pos x="42" y="0"/>
                </a:cxn>
                <a:cxn ang="0">
                  <a:pos x="112" y="2"/>
                </a:cxn>
                <a:cxn ang="0">
                  <a:pos x="150" y="25"/>
                </a:cxn>
                <a:cxn ang="0">
                  <a:pos x="157" y="46"/>
                </a:cxn>
                <a:cxn ang="0">
                  <a:pos x="128" y="46"/>
                </a:cxn>
                <a:cxn ang="0">
                  <a:pos x="115" y="20"/>
                </a:cxn>
                <a:cxn ang="0">
                  <a:pos x="79" y="8"/>
                </a:cxn>
                <a:cxn ang="0">
                  <a:pos x="32" y="7"/>
                </a:cxn>
                <a:cxn ang="0">
                  <a:pos x="7" y="10"/>
                </a:cxn>
                <a:cxn ang="0">
                  <a:pos x="25" y="53"/>
                </a:cxn>
                <a:cxn ang="0">
                  <a:pos x="13" y="53"/>
                </a:cxn>
              </a:cxnLst>
              <a:rect l="0" t="0" r="0" b="0"/>
              <a:pathLst>
                <a:path w="158" h="54">
                  <a:moveTo>
                    <a:pt x="13" y="53"/>
                  </a:moveTo>
                  <a:lnTo>
                    <a:pt x="0" y="7"/>
                  </a:lnTo>
                  <a:lnTo>
                    <a:pt x="42" y="0"/>
                  </a:lnTo>
                  <a:lnTo>
                    <a:pt x="112" y="2"/>
                  </a:lnTo>
                  <a:lnTo>
                    <a:pt x="150" y="25"/>
                  </a:lnTo>
                  <a:lnTo>
                    <a:pt x="157" y="46"/>
                  </a:lnTo>
                  <a:lnTo>
                    <a:pt x="128" y="46"/>
                  </a:lnTo>
                  <a:lnTo>
                    <a:pt x="115" y="20"/>
                  </a:lnTo>
                  <a:lnTo>
                    <a:pt x="79" y="8"/>
                  </a:lnTo>
                  <a:lnTo>
                    <a:pt x="32" y="7"/>
                  </a:lnTo>
                  <a:lnTo>
                    <a:pt x="7" y="10"/>
                  </a:lnTo>
                  <a:lnTo>
                    <a:pt x="25" y="53"/>
                  </a:lnTo>
                  <a:lnTo>
                    <a:pt x="13" y="5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4" name="Freeform 44"/>
            <p:cNvSpPr/>
            <p:nvPr/>
          </p:nvSpPr>
          <p:spPr>
            <a:xfrm>
              <a:off x="3531" y="486"/>
              <a:ext cx="761" cy="291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69" y="6"/>
                </a:cxn>
                <a:cxn ang="0">
                  <a:pos x="324" y="28"/>
                </a:cxn>
                <a:cxn ang="0">
                  <a:pos x="582" y="80"/>
                </a:cxn>
                <a:cxn ang="0">
                  <a:pos x="753" y="120"/>
                </a:cxn>
                <a:cxn ang="0">
                  <a:pos x="760" y="140"/>
                </a:cxn>
                <a:cxn ang="0">
                  <a:pos x="747" y="209"/>
                </a:cxn>
                <a:cxn ang="0">
                  <a:pos x="724" y="290"/>
                </a:cxn>
                <a:cxn ang="0">
                  <a:pos x="747" y="145"/>
                </a:cxn>
                <a:cxn ang="0">
                  <a:pos x="735" y="123"/>
                </a:cxn>
                <a:cxn ang="0">
                  <a:pos x="692" y="112"/>
                </a:cxn>
                <a:cxn ang="0">
                  <a:pos x="654" y="125"/>
                </a:cxn>
                <a:cxn ang="0">
                  <a:pos x="638" y="150"/>
                </a:cxn>
                <a:cxn ang="0">
                  <a:pos x="648" y="170"/>
                </a:cxn>
                <a:cxn ang="0">
                  <a:pos x="670" y="170"/>
                </a:cxn>
                <a:cxn ang="0">
                  <a:pos x="708" y="161"/>
                </a:cxn>
                <a:cxn ang="0">
                  <a:pos x="713" y="142"/>
                </a:cxn>
                <a:cxn ang="0">
                  <a:pos x="719" y="161"/>
                </a:cxn>
                <a:cxn ang="0">
                  <a:pos x="677" y="182"/>
                </a:cxn>
                <a:cxn ang="0">
                  <a:pos x="625" y="182"/>
                </a:cxn>
                <a:cxn ang="0">
                  <a:pos x="580" y="170"/>
                </a:cxn>
                <a:cxn ang="0">
                  <a:pos x="317" y="99"/>
                </a:cxn>
                <a:cxn ang="0">
                  <a:pos x="137" y="55"/>
                </a:cxn>
                <a:cxn ang="0">
                  <a:pos x="32" y="37"/>
                </a:cxn>
                <a:cxn ang="0">
                  <a:pos x="0" y="35"/>
                </a:cxn>
                <a:cxn ang="0">
                  <a:pos x="22" y="27"/>
                </a:cxn>
                <a:cxn ang="0">
                  <a:pos x="117" y="39"/>
                </a:cxn>
                <a:cxn ang="0">
                  <a:pos x="281" y="77"/>
                </a:cxn>
                <a:cxn ang="0">
                  <a:pos x="463" y="125"/>
                </a:cxn>
                <a:cxn ang="0">
                  <a:pos x="630" y="172"/>
                </a:cxn>
                <a:cxn ang="0">
                  <a:pos x="618" y="150"/>
                </a:cxn>
                <a:cxn ang="0">
                  <a:pos x="627" y="125"/>
                </a:cxn>
                <a:cxn ang="0">
                  <a:pos x="670" y="108"/>
                </a:cxn>
                <a:cxn ang="0">
                  <a:pos x="475" y="64"/>
                </a:cxn>
                <a:cxn ang="0">
                  <a:pos x="288" y="28"/>
                </a:cxn>
                <a:cxn ang="0">
                  <a:pos x="166" y="10"/>
                </a:cxn>
                <a:cxn ang="0">
                  <a:pos x="25" y="2"/>
                </a:cxn>
                <a:cxn ang="0">
                  <a:pos x="29" y="0"/>
                </a:cxn>
              </a:cxnLst>
              <a:rect l="0" t="0" r="0" b="0"/>
              <a:pathLst>
                <a:path w="761" h="291">
                  <a:moveTo>
                    <a:pt x="29" y="0"/>
                  </a:moveTo>
                  <a:lnTo>
                    <a:pt x="169" y="6"/>
                  </a:lnTo>
                  <a:lnTo>
                    <a:pt x="324" y="28"/>
                  </a:lnTo>
                  <a:lnTo>
                    <a:pt x="582" y="80"/>
                  </a:lnTo>
                  <a:lnTo>
                    <a:pt x="753" y="120"/>
                  </a:lnTo>
                  <a:lnTo>
                    <a:pt x="760" y="140"/>
                  </a:lnTo>
                  <a:lnTo>
                    <a:pt x="747" y="209"/>
                  </a:lnTo>
                  <a:lnTo>
                    <a:pt x="724" y="290"/>
                  </a:lnTo>
                  <a:lnTo>
                    <a:pt x="747" y="145"/>
                  </a:lnTo>
                  <a:lnTo>
                    <a:pt x="735" y="123"/>
                  </a:lnTo>
                  <a:lnTo>
                    <a:pt x="692" y="112"/>
                  </a:lnTo>
                  <a:lnTo>
                    <a:pt x="654" y="125"/>
                  </a:lnTo>
                  <a:lnTo>
                    <a:pt x="638" y="150"/>
                  </a:lnTo>
                  <a:lnTo>
                    <a:pt x="648" y="170"/>
                  </a:lnTo>
                  <a:lnTo>
                    <a:pt x="670" y="170"/>
                  </a:lnTo>
                  <a:lnTo>
                    <a:pt x="708" y="161"/>
                  </a:lnTo>
                  <a:lnTo>
                    <a:pt x="713" y="142"/>
                  </a:lnTo>
                  <a:lnTo>
                    <a:pt x="719" y="161"/>
                  </a:lnTo>
                  <a:lnTo>
                    <a:pt x="677" y="182"/>
                  </a:lnTo>
                  <a:lnTo>
                    <a:pt x="625" y="182"/>
                  </a:lnTo>
                  <a:lnTo>
                    <a:pt x="580" y="170"/>
                  </a:lnTo>
                  <a:lnTo>
                    <a:pt x="317" y="99"/>
                  </a:lnTo>
                  <a:lnTo>
                    <a:pt x="137" y="55"/>
                  </a:lnTo>
                  <a:lnTo>
                    <a:pt x="32" y="37"/>
                  </a:lnTo>
                  <a:lnTo>
                    <a:pt x="0" y="35"/>
                  </a:lnTo>
                  <a:lnTo>
                    <a:pt x="22" y="27"/>
                  </a:lnTo>
                  <a:lnTo>
                    <a:pt x="117" y="39"/>
                  </a:lnTo>
                  <a:lnTo>
                    <a:pt x="281" y="77"/>
                  </a:lnTo>
                  <a:lnTo>
                    <a:pt x="463" y="125"/>
                  </a:lnTo>
                  <a:lnTo>
                    <a:pt x="630" y="172"/>
                  </a:lnTo>
                  <a:lnTo>
                    <a:pt x="618" y="150"/>
                  </a:lnTo>
                  <a:lnTo>
                    <a:pt x="627" y="125"/>
                  </a:lnTo>
                  <a:lnTo>
                    <a:pt x="670" y="108"/>
                  </a:lnTo>
                  <a:lnTo>
                    <a:pt x="475" y="64"/>
                  </a:lnTo>
                  <a:lnTo>
                    <a:pt x="288" y="28"/>
                  </a:lnTo>
                  <a:lnTo>
                    <a:pt x="166" y="10"/>
                  </a:lnTo>
                  <a:lnTo>
                    <a:pt x="25" y="2"/>
                  </a:lnTo>
                  <a:lnTo>
                    <a:pt x="29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5" name="Freeform 45"/>
            <p:cNvSpPr/>
            <p:nvPr/>
          </p:nvSpPr>
          <p:spPr>
            <a:xfrm>
              <a:off x="2508" y="603"/>
              <a:ext cx="1807" cy="1030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43" y="45"/>
                </a:cxn>
                <a:cxn ang="0">
                  <a:pos x="56" y="149"/>
                </a:cxn>
                <a:cxn ang="0">
                  <a:pos x="61" y="307"/>
                </a:cxn>
                <a:cxn ang="0">
                  <a:pos x="56" y="520"/>
                </a:cxn>
                <a:cxn ang="0">
                  <a:pos x="50" y="688"/>
                </a:cxn>
                <a:cxn ang="0">
                  <a:pos x="36" y="887"/>
                </a:cxn>
                <a:cxn ang="0">
                  <a:pos x="20" y="995"/>
                </a:cxn>
                <a:cxn ang="0">
                  <a:pos x="433" y="1012"/>
                </a:cxn>
                <a:cxn ang="0">
                  <a:pos x="685" y="1015"/>
                </a:cxn>
                <a:cxn ang="0">
                  <a:pos x="1179" y="1012"/>
                </a:cxn>
                <a:cxn ang="0">
                  <a:pos x="1431" y="1007"/>
                </a:cxn>
                <a:cxn ang="0">
                  <a:pos x="1806" y="992"/>
                </a:cxn>
                <a:cxn ang="0">
                  <a:pos x="1467" y="1022"/>
                </a:cxn>
                <a:cxn ang="0">
                  <a:pos x="1161" y="1026"/>
                </a:cxn>
                <a:cxn ang="0">
                  <a:pos x="744" y="1029"/>
                </a:cxn>
                <a:cxn ang="0">
                  <a:pos x="362" y="1018"/>
                </a:cxn>
                <a:cxn ang="0">
                  <a:pos x="0" y="1003"/>
                </a:cxn>
                <a:cxn ang="0">
                  <a:pos x="20" y="850"/>
                </a:cxn>
                <a:cxn ang="0">
                  <a:pos x="32" y="614"/>
                </a:cxn>
                <a:cxn ang="0">
                  <a:pos x="36" y="397"/>
                </a:cxn>
                <a:cxn ang="0">
                  <a:pos x="36" y="202"/>
                </a:cxn>
                <a:cxn ang="0">
                  <a:pos x="20" y="63"/>
                </a:cxn>
                <a:cxn ang="0">
                  <a:pos x="0" y="0"/>
                </a:cxn>
                <a:cxn ang="0">
                  <a:pos x="11" y="3"/>
                </a:cxn>
              </a:cxnLst>
              <a:rect l="0" t="0" r="0" b="0"/>
              <a:pathLst>
                <a:path w="1807" h="1030">
                  <a:moveTo>
                    <a:pt x="11" y="3"/>
                  </a:moveTo>
                  <a:lnTo>
                    <a:pt x="43" y="45"/>
                  </a:lnTo>
                  <a:lnTo>
                    <a:pt x="56" y="149"/>
                  </a:lnTo>
                  <a:lnTo>
                    <a:pt x="61" y="307"/>
                  </a:lnTo>
                  <a:lnTo>
                    <a:pt x="56" y="520"/>
                  </a:lnTo>
                  <a:lnTo>
                    <a:pt x="50" y="688"/>
                  </a:lnTo>
                  <a:lnTo>
                    <a:pt x="36" y="887"/>
                  </a:lnTo>
                  <a:lnTo>
                    <a:pt x="20" y="995"/>
                  </a:lnTo>
                  <a:lnTo>
                    <a:pt x="433" y="1012"/>
                  </a:lnTo>
                  <a:lnTo>
                    <a:pt x="685" y="1015"/>
                  </a:lnTo>
                  <a:lnTo>
                    <a:pt x="1179" y="1012"/>
                  </a:lnTo>
                  <a:lnTo>
                    <a:pt x="1431" y="1007"/>
                  </a:lnTo>
                  <a:lnTo>
                    <a:pt x="1806" y="992"/>
                  </a:lnTo>
                  <a:lnTo>
                    <a:pt x="1467" y="1022"/>
                  </a:lnTo>
                  <a:lnTo>
                    <a:pt x="1161" y="1026"/>
                  </a:lnTo>
                  <a:lnTo>
                    <a:pt x="744" y="1029"/>
                  </a:lnTo>
                  <a:lnTo>
                    <a:pt x="362" y="1018"/>
                  </a:lnTo>
                  <a:lnTo>
                    <a:pt x="0" y="1003"/>
                  </a:lnTo>
                  <a:lnTo>
                    <a:pt x="20" y="850"/>
                  </a:lnTo>
                  <a:lnTo>
                    <a:pt x="32" y="614"/>
                  </a:lnTo>
                  <a:lnTo>
                    <a:pt x="36" y="397"/>
                  </a:lnTo>
                  <a:lnTo>
                    <a:pt x="36" y="202"/>
                  </a:lnTo>
                  <a:lnTo>
                    <a:pt x="20" y="63"/>
                  </a:lnTo>
                  <a:lnTo>
                    <a:pt x="0" y="0"/>
                  </a:lnTo>
                  <a:lnTo>
                    <a:pt x="11" y="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06" name="Freeform 46"/>
            <p:cNvSpPr/>
            <p:nvPr/>
          </p:nvSpPr>
          <p:spPr>
            <a:xfrm>
              <a:off x="4226" y="768"/>
              <a:ext cx="89" cy="831"/>
            </a:xfrm>
            <a:custGeom>
              <a:avLst/>
              <a:gdLst/>
              <a:ahLst/>
              <a:cxnLst>
                <a:cxn ang="0">
                  <a:pos x="26" y="41"/>
                </a:cxn>
                <a:cxn ang="0">
                  <a:pos x="18" y="158"/>
                </a:cxn>
                <a:cxn ang="0">
                  <a:pos x="26" y="393"/>
                </a:cxn>
                <a:cxn ang="0">
                  <a:pos x="51" y="655"/>
                </a:cxn>
                <a:cxn ang="0">
                  <a:pos x="88" y="830"/>
                </a:cxn>
                <a:cxn ang="0">
                  <a:pos x="51" y="715"/>
                </a:cxn>
                <a:cxn ang="0">
                  <a:pos x="18" y="550"/>
                </a:cxn>
                <a:cxn ang="0">
                  <a:pos x="13" y="348"/>
                </a:cxn>
                <a:cxn ang="0">
                  <a:pos x="0" y="142"/>
                </a:cxn>
                <a:cxn ang="0">
                  <a:pos x="26" y="0"/>
                </a:cxn>
                <a:cxn ang="0">
                  <a:pos x="26" y="41"/>
                </a:cxn>
              </a:cxnLst>
              <a:rect l="0" t="0" r="0" b="0"/>
              <a:pathLst>
                <a:path w="89" h="831">
                  <a:moveTo>
                    <a:pt x="26" y="41"/>
                  </a:moveTo>
                  <a:lnTo>
                    <a:pt x="18" y="158"/>
                  </a:lnTo>
                  <a:lnTo>
                    <a:pt x="26" y="393"/>
                  </a:lnTo>
                  <a:lnTo>
                    <a:pt x="51" y="655"/>
                  </a:lnTo>
                  <a:lnTo>
                    <a:pt x="88" y="830"/>
                  </a:lnTo>
                  <a:lnTo>
                    <a:pt x="51" y="715"/>
                  </a:lnTo>
                  <a:lnTo>
                    <a:pt x="18" y="550"/>
                  </a:lnTo>
                  <a:lnTo>
                    <a:pt x="13" y="348"/>
                  </a:lnTo>
                  <a:lnTo>
                    <a:pt x="0" y="142"/>
                  </a:lnTo>
                  <a:lnTo>
                    <a:pt x="26" y="0"/>
                  </a:lnTo>
                  <a:lnTo>
                    <a:pt x="26" y="41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307" name="Rectangle 47"/>
          <p:cNvSpPr/>
          <p:nvPr/>
        </p:nvSpPr>
        <p:spPr>
          <a:xfrm>
            <a:off x="4932363" y="3789363"/>
            <a:ext cx="2635250" cy="83502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t" anchorCtr="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课程介绍</a:t>
            </a:r>
            <a:endParaRPr lang="en-US" altLang="zh-CN" sz="44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308" name="Rectangle 47"/>
          <p:cNvSpPr/>
          <p:nvPr/>
        </p:nvSpPr>
        <p:spPr>
          <a:xfrm>
            <a:off x="4735513" y="3025775"/>
            <a:ext cx="3024187" cy="83502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t" anchorCtr="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教师介绍</a:t>
            </a:r>
            <a:endParaRPr lang="en-US" altLang="zh-CN" sz="44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11309" name="Rectangle 47"/>
          <p:cNvSpPr/>
          <p:nvPr/>
        </p:nvSpPr>
        <p:spPr>
          <a:xfrm>
            <a:off x="4716463" y="4581525"/>
            <a:ext cx="3024187" cy="833438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t" anchorCtr="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考核介绍</a:t>
            </a:r>
            <a:endParaRPr lang="en-US" altLang="zh-CN" sz="44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13" name="Group 5"/>
          <p:cNvGrpSpPr/>
          <p:nvPr/>
        </p:nvGrpSpPr>
        <p:grpSpPr>
          <a:xfrm>
            <a:off x="1692275" y="1700213"/>
            <a:ext cx="6429375" cy="4451350"/>
            <a:chOff x="1200" y="194"/>
            <a:chExt cx="3121" cy="1439"/>
          </a:xfrm>
        </p:grpSpPr>
        <p:sp>
          <p:nvSpPr>
            <p:cNvPr id="13314" name="Freeform 6"/>
            <p:cNvSpPr/>
            <p:nvPr/>
          </p:nvSpPr>
          <p:spPr>
            <a:xfrm>
              <a:off x="2519" y="486"/>
              <a:ext cx="1802" cy="1141"/>
            </a:xfrm>
            <a:custGeom>
              <a:avLst/>
              <a:gdLst/>
              <a:ahLst/>
              <a:cxnLst>
                <a:cxn ang="0">
                  <a:pos x="22" y="88"/>
                </a:cxn>
                <a:cxn ang="0">
                  <a:pos x="0" y="119"/>
                </a:cxn>
                <a:cxn ang="0">
                  <a:pos x="25" y="176"/>
                </a:cxn>
                <a:cxn ang="0">
                  <a:pos x="45" y="384"/>
                </a:cxn>
                <a:cxn ang="0">
                  <a:pos x="45" y="537"/>
                </a:cxn>
                <a:cxn ang="0">
                  <a:pos x="40" y="734"/>
                </a:cxn>
                <a:cxn ang="0">
                  <a:pos x="22" y="975"/>
                </a:cxn>
                <a:cxn ang="0">
                  <a:pos x="0" y="1113"/>
                </a:cxn>
                <a:cxn ang="0">
                  <a:pos x="412" y="1133"/>
                </a:cxn>
                <a:cxn ang="0">
                  <a:pos x="616" y="1140"/>
                </a:cxn>
                <a:cxn ang="0">
                  <a:pos x="1063" y="1140"/>
                </a:cxn>
                <a:cxn ang="0">
                  <a:pos x="1403" y="1133"/>
                </a:cxn>
                <a:cxn ang="0">
                  <a:pos x="1680" y="1120"/>
                </a:cxn>
                <a:cxn ang="0">
                  <a:pos x="1801" y="1113"/>
                </a:cxn>
                <a:cxn ang="0">
                  <a:pos x="1758" y="941"/>
                </a:cxn>
                <a:cxn ang="0">
                  <a:pos x="1733" y="759"/>
                </a:cxn>
                <a:cxn ang="0">
                  <a:pos x="1718" y="530"/>
                </a:cxn>
                <a:cxn ang="0">
                  <a:pos x="1724" y="389"/>
                </a:cxn>
                <a:cxn ang="0">
                  <a:pos x="1751" y="276"/>
                </a:cxn>
                <a:cxn ang="0">
                  <a:pos x="1769" y="168"/>
                </a:cxn>
                <a:cxn ang="0">
                  <a:pos x="1769" y="131"/>
                </a:cxn>
                <a:cxn ang="0">
                  <a:pos x="1751" y="116"/>
                </a:cxn>
                <a:cxn ang="0">
                  <a:pos x="1421" y="46"/>
                </a:cxn>
                <a:cxn ang="0">
                  <a:pos x="1228" y="15"/>
                </a:cxn>
                <a:cxn ang="0">
                  <a:pos x="1126" y="3"/>
                </a:cxn>
                <a:cxn ang="0">
                  <a:pos x="1023" y="0"/>
                </a:cxn>
                <a:cxn ang="0">
                  <a:pos x="702" y="3"/>
                </a:cxn>
                <a:cxn ang="0">
                  <a:pos x="522" y="23"/>
                </a:cxn>
                <a:cxn ang="0">
                  <a:pos x="328" y="42"/>
                </a:cxn>
                <a:cxn ang="0">
                  <a:pos x="97" y="77"/>
                </a:cxn>
                <a:cxn ang="0">
                  <a:pos x="22" y="88"/>
                </a:cxn>
              </a:cxnLst>
              <a:rect l="0" t="0" r="0" b="0"/>
              <a:pathLst>
                <a:path w="1802" h="1141">
                  <a:moveTo>
                    <a:pt x="22" y="88"/>
                  </a:moveTo>
                  <a:lnTo>
                    <a:pt x="0" y="119"/>
                  </a:lnTo>
                  <a:lnTo>
                    <a:pt x="25" y="176"/>
                  </a:lnTo>
                  <a:lnTo>
                    <a:pt x="45" y="384"/>
                  </a:lnTo>
                  <a:lnTo>
                    <a:pt x="45" y="537"/>
                  </a:lnTo>
                  <a:lnTo>
                    <a:pt x="40" y="734"/>
                  </a:lnTo>
                  <a:lnTo>
                    <a:pt x="22" y="975"/>
                  </a:lnTo>
                  <a:lnTo>
                    <a:pt x="0" y="1113"/>
                  </a:lnTo>
                  <a:lnTo>
                    <a:pt x="412" y="1133"/>
                  </a:lnTo>
                  <a:lnTo>
                    <a:pt x="616" y="1140"/>
                  </a:lnTo>
                  <a:lnTo>
                    <a:pt x="1063" y="1140"/>
                  </a:lnTo>
                  <a:lnTo>
                    <a:pt x="1403" y="1133"/>
                  </a:lnTo>
                  <a:lnTo>
                    <a:pt x="1680" y="1120"/>
                  </a:lnTo>
                  <a:lnTo>
                    <a:pt x="1801" y="1113"/>
                  </a:lnTo>
                  <a:lnTo>
                    <a:pt x="1758" y="941"/>
                  </a:lnTo>
                  <a:lnTo>
                    <a:pt x="1733" y="759"/>
                  </a:lnTo>
                  <a:lnTo>
                    <a:pt x="1718" y="530"/>
                  </a:lnTo>
                  <a:lnTo>
                    <a:pt x="1724" y="389"/>
                  </a:lnTo>
                  <a:lnTo>
                    <a:pt x="1751" y="276"/>
                  </a:lnTo>
                  <a:lnTo>
                    <a:pt x="1769" y="168"/>
                  </a:lnTo>
                  <a:lnTo>
                    <a:pt x="1769" y="131"/>
                  </a:lnTo>
                  <a:lnTo>
                    <a:pt x="1751" y="116"/>
                  </a:lnTo>
                  <a:lnTo>
                    <a:pt x="1421" y="46"/>
                  </a:lnTo>
                  <a:lnTo>
                    <a:pt x="1228" y="15"/>
                  </a:lnTo>
                  <a:lnTo>
                    <a:pt x="1126" y="3"/>
                  </a:lnTo>
                  <a:lnTo>
                    <a:pt x="1023" y="0"/>
                  </a:lnTo>
                  <a:lnTo>
                    <a:pt x="702" y="3"/>
                  </a:lnTo>
                  <a:lnTo>
                    <a:pt x="522" y="23"/>
                  </a:lnTo>
                  <a:lnTo>
                    <a:pt x="328" y="42"/>
                  </a:lnTo>
                  <a:lnTo>
                    <a:pt x="97" y="77"/>
                  </a:lnTo>
                  <a:lnTo>
                    <a:pt x="22" y="88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5" name="Freeform 7"/>
            <p:cNvSpPr/>
            <p:nvPr/>
          </p:nvSpPr>
          <p:spPr>
            <a:xfrm>
              <a:off x="1216" y="598"/>
              <a:ext cx="1797" cy="1032"/>
            </a:xfrm>
            <a:custGeom>
              <a:avLst/>
              <a:gdLst/>
              <a:ahLst/>
              <a:cxnLst>
                <a:cxn ang="0">
                  <a:pos x="1256" y="0"/>
                </a:cxn>
                <a:cxn ang="0">
                  <a:pos x="1308" y="4"/>
                </a:cxn>
                <a:cxn ang="0">
                  <a:pos x="1338" y="55"/>
                </a:cxn>
                <a:cxn ang="0">
                  <a:pos x="1349" y="195"/>
                </a:cxn>
                <a:cxn ang="0">
                  <a:pos x="1356" y="397"/>
                </a:cxn>
                <a:cxn ang="0">
                  <a:pos x="1344" y="581"/>
                </a:cxn>
                <a:cxn ang="0">
                  <a:pos x="1338" y="811"/>
                </a:cxn>
                <a:cxn ang="0">
                  <a:pos x="1315" y="943"/>
                </a:cxn>
                <a:cxn ang="0">
                  <a:pos x="1308" y="1008"/>
                </a:cxn>
                <a:cxn ang="0">
                  <a:pos x="1796" y="1031"/>
                </a:cxn>
                <a:cxn ang="0">
                  <a:pos x="647" y="1031"/>
                </a:cxn>
                <a:cxn ang="0">
                  <a:pos x="670" y="984"/>
                </a:cxn>
                <a:cxn ang="0">
                  <a:pos x="681" y="923"/>
                </a:cxn>
                <a:cxn ang="0">
                  <a:pos x="495" y="908"/>
                </a:cxn>
                <a:cxn ang="0">
                  <a:pos x="434" y="864"/>
                </a:cxn>
                <a:cxn ang="0">
                  <a:pos x="495" y="793"/>
                </a:cxn>
                <a:cxn ang="0">
                  <a:pos x="499" y="722"/>
                </a:cxn>
                <a:cxn ang="0">
                  <a:pos x="121" y="674"/>
                </a:cxn>
                <a:cxn ang="0">
                  <a:pos x="0" y="573"/>
                </a:cxn>
                <a:cxn ang="0">
                  <a:pos x="0" y="516"/>
                </a:cxn>
                <a:cxn ang="0">
                  <a:pos x="49" y="491"/>
                </a:cxn>
                <a:cxn ang="0">
                  <a:pos x="29" y="473"/>
                </a:cxn>
                <a:cxn ang="0">
                  <a:pos x="128" y="375"/>
                </a:cxn>
                <a:cxn ang="0">
                  <a:pos x="72" y="277"/>
                </a:cxn>
                <a:cxn ang="0">
                  <a:pos x="113" y="205"/>
                </a:cxn>
                <a:cxn ang="0">
                  <a:pos x="168" y="192"/>
                </a:cxn>
                <a:cxn ang="0">
                  <a:pos x="193" y="156"/>
                </a:cxn>
                <a:cxn ang="0">
                  <a:pos x="308" y="138"/>
                </a:cxn>
                <a:cxn ang="0">
                  <a:pos x="488" y="68"/>
                </a:cxn>
                <a:cxn ang="0">
                  <a:pos x="712" y="30"/>
                </a:cxn>
                <a:cxn ang="0">
                  <a:pos x="1256" y="0"/>
                </a:cxn>
              </a:cxnLst>
              <a:rect l="0" t="0" r="0" b="0"/>
              <a:pathLst>
                <a:path w="1797" h="1032">
                  <a:moveTo>
                    <a:pt x="1256" y="0"/>
                  </a:moveTo>
                  <a:lnTo>
                    <a:pt x="1308" y="4"/>
                  </a:lnTo>
                  <a:lnTo>
                    <a:pt x="1338" y="55"/>
                  </a:lnTo>
                  <a:lnTo>
                    <a:pt x="1349" y="195"/>
                  </a:lnTo>
                  <a:lnTo>
                    <a:pt x="1356" y="397"/>
                  </a:lnTo>
                  <a:lnTo>
                    <a:pt x="1344" y="581"/>
                  </a:lnTo>
                  <a:lnTo>
                    <a:pt x="1338" y="811"/>
                  </a:lnTo>
                  <a:lnTo>
                    <a:pt x="1315" y="943"/>
                  </a:lnTo>
                  <a:lnTo>
                    <a:pt x="1308" y="1008"/>
                  </a:lnTo>
                  <a:lnTo>
                    <a:pt x="1796" y="1031"/>
                  </a:lnTo>
                  <a:lnTo>
                    <a:pt x="647" y="1031"/>
                  </a:lnTo>
                  <a:lnTo>
                    <a:pt x="670" y="984"/>
                  </a:lnTo>
                  <a:lnTo>
                    <a:pt x="681" y="923"/>
                  </a:lnTo>
                  <a:lnTo>
                    <a:pt x="495" y="908"/>
                  </a:lnTo>
                  <a:lnTo>
                    <a:pt x="434" y="864"/>
                  </a:lnTo>
                  <a:lnTo>
                    <a:pt x="495" y="793"/>
                  </a:lnTo>
                  <a:lnTo>
                    <a:pt x="499" y="722"/>
                  </a:lnTo>
                  <a:lnTo>
                    <a:pt x="121" y="674"/>
                  </a:lnTo>
                  <a:lnTo>
                    <a:pt x="0" y="573"/>
                  </a:lnTo>
                  <a:lnTo>
                    <a:pt x="0" y="516"/>
                  </a:lnTo>
                  <a:lnTo>
                    <a:pt x="49" y="491"/>
                  </a:lnTo>
                  <a:lnTo>
                    <a:pt x="29" y="473"/>
                  </a:lnTo>
                  <a:lnTo>
                    <a:pt x="128" y="375"/>
                  </a:lnTo>
                  <a:lnTo>
                    <a:pt x="72" y="277"/>
                  </a:lnTo>
                  <a:lnTo>
                    <a:pt x="113" y="205"/>
                  </a:lnTo>
                  <a:lnTo>
                    <a:pt x="168" y="192"/>
                  </a:lnTo>
                  <a:lnTo>
                    <a:pt x="193" y="156"/>
                  </a:lnTo>
                  <a:lnTo>
                    <a:pt x="308" y="138"/>
                  </a:lnTo>
                  <a:lnTo>
                    <a:pt x="488" y="68"/>
                  </a:lnTo>
                  <a:lnTo>
                    <a:pt x="712" y="30"/>
                  </a:lnTo>
                  <a:lnTo>
                    <a:pt x="1256" y="0"/>
                  </a:lnTo>
                </a:path>
              </a:pathLst>
            </a:custGeom>
            <a:solidFill>
              <a:srgbClr val="4C4C4C"/>
            </a:solidFill>
            <a:ln w="12700" cap="rnd" cmpd="sng">
              <a:solidFill>
                <a:srgbClr val="4C4C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6" name="Freeform 8"/>
            <p:cNvSpPr/>
            <p:nvPr/>
          </p:nvSpPr>
          <p:spPr>
            <a:xfrm>
              <a:off x="1953" y="665"/>
              <a:ext cx="607" cy="364"/>
            </a:xfrm>
            <a:custGeom>
              <a:avLst/>
              <a:gdLst/>
              <a:ahLst/>
              <a:cxnLst>
                <a:cxn ang="0">
                  <a:pos x="523" y="0"/>
                </a:cxn>
                <a:cxn ang="0">
                  <a:pos x="563" y="32"/>
                </a:cxn>
                <a:cxn ang="0">
                  <a:pos x="599" y="87"/>
                </a:cxn>
                <a:cxn ang="0">
                  <a:pos x="606" y="243"/>
                </a:cxn>
                <a:cxn ang="0">
                  <a:pos x="577" y="281"/>
                </a:cxn>
                <a:cxn ang="0">
                  <a:pos x="478" y="363"/>
                </a:cxn>
                <a:cxn ang="0">
                  <a:pos x="310" y="320"/>
                </a:cxn>
                <a:cxn ang="0">
                  <a:pos x="195" y="271"/>
                </a:cxn>
                <a:cxn ang="0">
                  <a:pos x="105" y="197"/>
                </a:cxn>
                <a:cxn ang="0">
                  <a:pos x="52" y="146"/>
                </a:cxn>
                <a:cxn ang="0">
                  <a:pos x="11" y="77"/>
                </a:cxn>
                <a:cxn ang="0">
                  <a:pos x="0" y="37"/>
                </a:cxn>
                <a:cxn ang="0">
                  <a:pos x="523" y="0"/>
                </a:cxn>
              </a:cxnLst>
              <a:rect l="0" t="0" r="0" b="0"/>
              <a:pathLst>
                <a:path w="607" h="364">
                  <a:moveTo>
                    <a:pt x="523" y="0"/>
                  </a:moveTo>
                  <a:lnTo>
                    <a:pt x="563" y="32"/>
                  </a:lnTo>
                  <a:lnTo>
                    <a:pt x="599" y="87"/>
                  </a:lnTo>
                  <a:lnTo>
                    <a:pt x="606" y="243"/>
                  </a:lnTo>
                  <a:lnTo>
                    <a:pt x="577" y="281"/>
                  </a:lnTo>
                  <a:lnTo>
                    <a:pt x="478" y="363"/>
                  </a:lnTo>
                  <a:lnTo>
                    <a:pt x="310" y="320"/>
                  </a:lnTo>
                  <a:lnTo>
                    <a:pt x="195" y="271"/>
                  </a:lnTo>
                  <a:lnTo>
                    <a:pt x="105" y="197"/>
                  </a:lnTo>
                  <a:lnTo>
                    <a:pt x="52" y="146"/>
                  </a:lnTo>
                  <a:lnTo>
                    <a:pt x="11" y="77"/>
                  </a:lnTo>
                  <a:lnTo>
                    <a:pt x="0" y="37"/>
                  </a:lnTo>
                  <a:lnTo>
                    <a:pt x="523" y="0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7" name="Freeform 9"/>
            <p:cNvSpPr/>
            <p:nvPr/>
          </p:nvSpPr>
          <p:spPr>
            <a:xfrm>
              <a:off x="2195" y="750"/>
              <a:ext cx="303" cy="284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67" y="0"/>
                </a:cxn>
                <a:cxn ang="0">
                  <a:pos x="153" y="5"/>
                </a:cxn>
                <a:cxn ang="0">
                  <a:pos x="144" y="81"/>
                </a:cxn>
                <a:cxn ang="0">
                  <a:pos x="302" y="233"/>
                </a:cxn>
                <a:cxn ang="0">
                  <a:pos x="230" y="283"/>
                </a:cxn>
                <a:cxn ang="0">
                  <a:pos x="124" y="238"/>
                </a:cxn>
                <a:cxn ang="0">
                  <a:pos x="108" y="80"/>
                </a:cxn>
                <a:cxn ang="0">
                  <a:pos x="83" y="80"/>
                </a:cxn>
                <a:cxn ang="0">
                  <a:pos x="16" y="30"/>
                </a:cxn>
                <a:cxn ang="0">
                  <a:pos x="0" y="16"/>
                </a:cxn>
              </a:cxnLst>
              <a:rect l="0" t="0" r="0" b="0"/>
              <a:pathLst>
                <a:path w="303" h="284">
                  <a:moveTo>
                    <a:pt x="0" y="16"/>
                  </a:moveTo>
                  <a:lnTo>
                    <a:pt x="67" y="0"/>
                  </a:lnTo>
                  <a:lnTo>
                    <a:pt x="153" y="5"/>
                  </a:lnTo>
                  <a:lnTo>
                    <a:pt x="144" y="81"/>
                  </a:lnTo>
                  <a:lnTo>
                    <a:pt x="302" y="233"/>
                  </a:lnTo>
                  <a:lnTo>
                    <a:pt x="230" y="283"/>
                  </a:lnTo>
                  <a:lnTo>
                    <a:pt x="124" y="238"/>
                  </a:lnTo>
                  <a:lnTo>
                    <a:pt x="108" y="80"/>
                  </a:lnTo>
                  <a:lnTo>
                    <a:pt x="83" y="80"/>
                  </a:lnTo>
                  <a:lnTo>
                    <a:pt x="16" y="30"/>
                  </a:lnTo>
                  <a:lnTo>
                    <a:pt x="0" y="16"/>
                  </a:lnTo>
                </a:path>
              </a:pathLst>
            </a:custGeom>
            <a:solidFill>
              <a:srgbClr val="FFFF00"/>
            </a:solidFill>
            <a:ln w="12700" cap="rnd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8" name="Freeform 10"/>
            <p:cNvSpPr/>
            <p:nvPr/>
          </p:nvSpPr>
          <p:spPr>
            <a:xfrm>
              <a:off x="1833" y="962"/>
              <a:ext cx="700" cy="344"/>
            </a:xfrm>
            <a:custGeom>
              <a:avLst/>
              <a:gdLst/>
              <a:ahLst/>
              <a:cxnLst>
                <a:cxn ang="0">
                  <a:pos x="213" y="0"/>
                </a:cxn>
                <a:cxn ang="0">
                  <a:pos x="247" y="0"/>
                </a:cxn>
                <a:cxn ang="0">
                  <a:pos x="304" y="26"/>
                </a:cxn>
                <a:cxn ang="0">
                  <a:pos x="315" y="68"/>
                </a:cxn>
                <a:cxn ang="0">
                  <a:pos x="286" y="113"/>
                </a:cxn>
                <a:cxn ang="0">
                  <a:pos x="286" y="130"/>
                </a:cxn>
                <a:cxn ang="0">
                  <a:pos x="315" y="139"/>
                </a:cxn>
                <a:cxn ang="0">
                  <a:pos x="636" y="130"/>
                </a:cxn>
                <a:cxn ang="0">
                  <a:pos x="699" y="144"/>
                </a:cxn>
                <a:cxn ang="0">
                  <a:pos x="699" y="180"/>
                </a:cxn>
                <a:cxn ang="0">
                  <a:pos x="670" y="193"/>
                </a:cxn>
                <a:cxn ang="0">
                  <a:pos x="490" y="196"/>
                </a:cxn>
                <a:cxn ang="0">
                  <a:pos x="382" y="211"/>
                </a:cxn>
                <a:cxn ang="0">
                  <a:pos x="359" y="300"/>
                </a:cxn>
                <a:cxn ang="0">
                  <a:pos x="312" y="318"/>
                </a:cxn>
                <a:cxn ang="0">
                  <a:pos x="301" y="334"/>
                </a:cxn>
                <a:cxn ang="0">
                  <a:pos x="256" y="343"/>
                </a:cxn>
                <a:cxn ang="0">
                  <a:pos x="139" y="343"/>
                </a:cxn>
                <a:cxn ang="0">
                  <a:pos x="20" y="327"/>
                </a:cxn>
                <a:cxn ang="0">
                  <a:pos x="0" y="276"/>
                </a:cxn>
                <a:cxn ang="0">
                  <a:pos x="16" y="213"/>
                </a:cxn>
                <a:cxn ang="0">
                  <a:pos x="68" y="153"/>
                </a:cxn>
                <a:cxn ang="0">
                  <a:pos x="121" y="114"/>
                </a:cxn>
                <a:cxn ang="0">
                  <a:pos x="198" y="79"/>
                </a:cxn>
                <a:cxn ang="0">
                  <a:pos x="213" y="0"/>
                </a:cxn>
              </a:cxnLst>
              <a:rect l="0" t="0" r="0" b="0"/>
              <a:pathLst>
                <a:path w="700" h="344">
                  <a:moveTo>
                    <a:pt x="213" y="0"/>
                  </a:moveTo>
                  <a:lnTo>
                    <a:pt x="247" y="0"/>
                  </a:lnTo>
                  <a:lnTo>
                    <a:pt x="304" y="26"/>
                  </a:lnTo>
                  <a:lnTo>
                    <a:pt x="315" y="68"/>
                  </a:lnTo>
                  <a:lnTo>
                    <a:pt x="286" y="113"/>
                  </a:lnTo>
                  <a:lnTo>
                    <a:pt x="286" y="130"/>
                  </a:lnTo>
                  <a:lnTo>
                    <a:pt x="315" y="139"/>
                  </a:lnTo>
                  <a:lnTo>
                    <a:pt x="636" y="130"/>
                  </a:lnTo>
                  <a:lnTo>
                    <a:pt x="699" y="144"/>
                  </a:lnTo>
                  <a:lnTo>
                    <a:pt x="699" y="180"/>
                  </a:lnTo>
                  <a:lnTo>
                    <a:pt x="670" y="193"/>
                  </a:lnTo>
                  <a:lnTo>
                    <a:pt x="490" y="196"/>
                  </a:lnTo>
                  <a:lnTo>
                    <a:pt x="382" y="211"/>
                  </a:lnTo>
                  <a:lnTo>
                    <a:pt x="359" y="300"/>
                  </a:lnTo>
                  <a:lnTo>
                    <a:pt x="312" y="318"/>
                  </a:lnTo>
                  <a:lnTo>
                    <a:pt x="301" y="334"/>
                  </a:lnTo>
                  <a:lnTo>
                    <a:pt x="256" y="343"/>
                  </a:lnTo>
                  <a:lnTo>
                    <a:pt x="139" y="343"/>
                  </a:lnTo>
                  <a:lnTo>
                    <a:pt x="20" y="327"/>
                  </a:lnTo>
                  <a:lnTo>
                    <a:pt x="0" y="276"/>
                  </a:lnTo>
                  <a:lnTo>
                    <a:pt x="16" y="213"/>
                  </a:lnTo>
                  <a:lnTo>
                    <a:pt x="68" y="153"/>
                  </a:lnTo>
                  <a:lnTo>
                    <a:pt x="121" y="114"/>
                  </a:lnTo>
                  <a:lnTo>
                    <a:pt x="198" y="79"/>
                  </a:lnTo>
                  <a:lnTo>
                    <a:pt x="213" y="0"/>
                  </a:lnTo>
                </a:path>
              </a:pathLst>
            </a:custGeom>
            <a:solidFill>
              <a:srgbClr val="FFC17F"/>
            </a:solidFill>
            <a:ln w="12700" cap="rnd" cmpd="sng">
              <a:solidFill>
                <a:srgbClr val="FFC1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19" name="Freeform 11"/>
            <p:cNvSpPr/>
            <p:nvPr/>
          </p:nvSpPr>
          <p:spPr>
            <a:xfrm>
              <a:off x="3053" y="446"/>
              <a:ext cx="520" cy="151"/>
            </a:xfrm>
            <a:custGeom>
              <a:avLst/>
              <a:gdLst/>
              <a:ahLst/>
              <a:cxnLst>
                <a:cxn ang="0">
                  <a:pos x="16" y="57"/>
                </a:cxn>
                <a:cxn ang="0">
                  <a:pos x="101" y="47"/>
                </a:cxn>
                <a:cxn ang="0">
                  <a:pos x="193" y="43"/>
                </a:cxn>
                <a:cxn ang="0">
                  <a:pos x="187" y="66"/>
                </a:cxn>
                <a:cxn ang="0">
                  <a:pos x="171" y="113"/>
                </a:cxn>
                <a:cxn ang="0">
                  <a:pos x="200" y="141"/>
                </a:cxn>
                <a:cxn ang="0">
                  <a:pos x="252" y="150"/>
                </a:cxn>
                <a:cxn ang="0">
                  <a:pos x="317" y="133"/>
                </a:cxn>
                <a:cxn ang="0">
                  <a:pos x="342" y="120"/>
                </a:cxn>
                <a:cxn ang="0">
                  <a:pos x="405" y="124"/>
                </a:cxn>
                <a:cxn ang="0">
                  <a:pos x="434" y="115"/>
                </a:cxn>
                <a:cxn ang="0">
                  <a:pos x="452" y="93"/>
                </a:cxn>
                <a:cxn ang="0">
                  <a:pos x="463" y="86"/>
                </a:cxn>
                <a:cxn ang="0">
                  <a:pos x="519" y="61"/>
                </a:cxn>
                <a:cxn ang="0">
                  <a:pos x="478" y="12"/>
                </a:cxn>
                <a:cxn ang="0">
                  <a:pos x="335" y="0"/>
                </a:cxn>
                <a:cxn ang="0">
                  <a:pos x="269" y="7"/>
                </a:cxn>
                <a:cxn ang="0">
                  <a:pos x="245" y="0"/>
                </a:cxn>
                <a:cxn ang="0">
                  <a:pos x="175" y="7"/>
                </a:cxn>
                <a:cxn ang="0">
                  <a:pos x="139" y="26"/>
                </a:cxn>
                <a:cxn ang="0">
                  <a:pos x="88" y="7"/>
                </a:cxn>
                <a:cxn ang="0">
                  <a:pos x="25" y="6"/>
                </a:cxn>
                <a:cxn ang="0">
                  <a:pos x="0" y="13"/>
                </a:cxn>
                <a:cxn ang="0">
                  <a:pos x="16" y="57"/>
                </a:cxn>
              </a:cxnLst>
              <a:rect l="0" t="0" r="0" b="0"/>
              <a:pathLst>
                <a:path w="520" h="151">
                  <a:moveTo>
                    <a:pt x="16" y="57"/>
                  </a:moveTo>
                  <a:lnTo>
                    <a:pt x="101" y="47"/>
                  </a:lnTo>
                  <a:lnTo>
                    <a:pt x="193" y="43"/>
                  </a:lnTo>
                  <a:lnTo>
                    <a:pt x="187" y="66"/>
                  </a:lnTo>
                  <a:lnTo>
                    <a:pt x="171" y="113"/>
                  </a:lnTo>
                  <a:lnTo>
                    <a:pt x="200" y="141"/>
                  </a:lnTo>
                  <a:lnTo>
                    <a:pt x="252" y="150"/>
                  </a:lnTo>
                  <a:lnTo>
                    <a:pt x="317" y="133"/>
                  </a:lnTo>
                  <a:lnTo>
                    <a:pt x="342" y="120"/>
                  </a:lnTo>
                  <a:lnTo>
                    <a:pt x="405" y="124"/>
                  </a:lnTo>
                  <a:lnTo>
                    <a:pt x="434" y="115"/>
                  </a:lnTo>
                  <a:lnTo>
                    <a:pt x="452" y="93"/>
                  </a:lnTo>
                  <a:lnTo>
                    <a:pt x="463" y="86"/>
                  </a:lnTo>
                  <a:lnTo>
                    <a:pt x="519" y="61"/>
                  </a:lnTo>
                  <a:lnTo>
                    <a:pt x="478" y="12"/>
                  </a:lnTo>
                  <a:lnTo>
                    <a:pt x="335" y="0"/>
                  </a:lnTo>
                  <a:lnTo>
                    <a:pt x="269" y="7"/>
                  </a:lnTo>
                  <a:lnTo>
                    <a:pt x="245" y="0"/>
                  </a:lnTo>
                  <a:lnTo>
                    <a:pt x="175" y="7"/>
                  </a:lnTo>
                  <a:lnTo>
                    <a:pt x="139" y="26"/>
                  </a:lnTo>
                  <a:lnTo>
                    <a:pt x="88" y="7"/>
                  </a:lnTo>
                  <a:lnTo>
                    <a:pt x="25" y="6"/>
                  </a:lnTo>
                  <a:lnTo>
                    <a:pt x="0" y="13"/>
                  </a:lnTo>
                  <a:lnTo>
                    <a:pt x="16" y="57"/>
                  </a:lnTo>
                </a:path>
              </a:pathLst>
            </a:custGeom>
            <a:solidFill>
              <a:srgbClr val="FFC17F"/>
            </a:solidFill>
            <a:ln w="12700" cap="rnd" cmpd="sng">
              <a:solidFill>
                <a:srgbClr val="FFC1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0" name="Freeform 12"/>
            <p:cNvSpPr/>
            <p:nvPr/>
          </p:nvSpPr>
          <p:spPr>
            <a:xfrm>
              <a:off x="1699" y="249"/>
              <a:ext cx="856" cy="508"/>
            </a:xfrm>
            <a:custGeom>
              <a:avLst/>
              <a:gdLst/>
              <a:ahLst/>
              <a:cxnLst>
                <a:cxn ang="0">
                  <a:pos x="7" y="183"/>
                </a:cxn>
                <a:cxn ang="0">
                  <a:pos x="49" y="167"/>
                </a:cxn>
                <a:cxn ang="0">
                  <a:pos x="95" y="52"/>
                </a:cxn>
                <a:cxn ang="0">
                  <a:pos x="128" y="32"/>
                </a:cxn>
                <a:cxn ang="0">
                  <a:pos x="583" y="0"/>
                </a:cxn>
                <a:cxn ang="0">
                  <a:pos x="722" y="127"/>
                </a:cxn>
                <a:cxn ang="0">
                  <a:pos x="733" y="159"/>
                </a:cxn>
                <a:cxn ang="0">
                  <a:pos x="810" y="162"/>
                </a:cxn>
                <a:cxn ang="0">
                  <a:pos x="850" y="187"/>
                </a:cxn>
                <a:cxn ang="0">
                  <a:pos x="855" y="223"/>
                </a:cxn>
                <a:cxn ang="0">
                  <a:pos x="774" y="264"/>
                </a:cxn>
                <a:cxn ang="0">
                  <a:pos x="778" y="384"/>
                </a:cxn>
                <a:cxn ang="0">
                  <a:pos x="736" y="446"/>
                </a:cxn>
                <a:cxn ang="0">
                  <a:pos x="626" y="480"/>
                </a:cxn>
                <a:cxn ang="0">
                  <a:pos x="592" y="499"/>
                </a:cxn>
                <a:cxn ang="0">
                  <a:pos x="520" y="507"/>
                </a:cxn>
                <a:cxn ang="0">
                  <a:pos x="499" y="499"/>
                </a:cxn>
                <a:cxn ang="0">
                  <a:pos x="473" y="507"/>
                </a:cxn>
                <a:cxn ang="0">
                  <a:pos x="412" y="493"/>
                </a:cxn>
                <a:cxn ang="0">
                  <a:pos x="376" y="480"/>
                </a:cxn>
                <a:cxn ang="0">
                  <a:pos x="320" y="474"/>
                </a:cxn>
                <a:cxn ang="0">
                  <a:pos x="243" y="447"/>
                </a:cxn>
                <a:cxn ang="0">
                  <a:pos x="207" y="426"/>
                </a:cxn>
                <a:cxn ang="0">
                  <a:pos x="175" y="370"/>
                </a:cxn>
                <a:cxn ang="0">
                  <a:pos x="144" y="266"/>
                </a:cxn>
                <a:cxn ang="0">
                  <a:pos x="86" y="276"/>
                </a:cxn>
                <a:cxn ang="0">
                  <a:pos x="43" y="264"/>
                </a:cxn>
                <a:cxn ang="0">
                  <a:pos x="0" y="210"/>
                </a:cxn>
                <a:cxn ang="0">
                  <a:pos x="7" y="183"/>
                </a:cxn>
              </a:cxnLst>
              <a:rect l="0" t="0" r="0" b="0"/>
              <a:pathLst>
                <a:path w="856" h="508">
                  <a:moveTo>
                    <a:pt x="7" y="183"/>
                  </a:moveTo>
                  <a:lnTo>
                    <a:pt x="49" y="167"/>
                  </a:lnTo>
                  <a:lnTo>
                    <a:pt x="95" y="52"/>
                  </a:lnTo>
                  <a:lnTo>
                    <a:pt x="128" y="32"/>
                  </a:lnTo>
                  <a:lnTo>
                    <a:pt x="583" y="0"/>
                  </a:lnTo>
                  <a:lnTo>
                    <a:pt x="722" y="127"/>
                  </a:lnTo>
                  <a:lnTo>
                    <a:pt x="733" y="159"/>
                  </a:lnTo>
                  <a:lnTo>
                    <a:pt x="810" y="162"/>
                  </a:lnTo>
                  <a:lnTo>
                    <a:pt x="850" y="187"/>
                  </a:lnTo>
                  <a:lnTo>
                    <a:pt x="855" y="223"/>
                  </a:lnTo>
                  <a:lnTo>
                    <a:pt x="774" y="264"/>
                  </a:lnTo>
                  <a:lnTo>
                    <a:pt x="778" y="384"/>
                  </a:lnTo>
                  <a:lnTo>
                    <a:pt x="736" y="446"/>
                  </a:lnTo>
                  <a:lnTo>
                    <a:pt x="626" y="480"/>
                  </a:lnTo>
                  <a:lnTo>
                    <a:pt x="592" y="499"/>
                  </a:lnTo>
                  <a:lnTo>
                    <a:pt x="520" y="507"/>
                  </a:lnTo>
                  <a:lnTo>
                    <a:pt x="499" y="499"/>
                  </a:lnTo>
                  <a:lnTo>
                    <a:pt x="473" y="507"/>
                  </a:lnTo>
                  <a:lnTo>
                    <a:pt x="412" y="493"/>
                  </a:lnTo>
                  <a:lnTo>
                    <a:pt x="376" y="480"/>
                  </a:lnTo>
                  <a:lnTo>
                    <a:pt x="320" y="474"/>
                  </a:lnTo>
                  <a:lnTo>
                    <a:pt x="243" y="447"/>
                  </a:lnTo>
                  <a:lnTo>
                    <a:pt x="207" y="426"/>
                  </a:lnTo>
                  <a:lnTo>
                    <a:pt x="175" y="370"/>
                  </a:lnTo>
                  <a:lnTo>
                    <a:pt x="144" y="266"/>
                  </a:lnTo>
                  <a:lnTo>
                    <a:pt x="86" y="276"/>
                  </a:lnTo>
                  <a:lnTo>
                    <a:pt x="43" y="264"/>
                  </a:lnTo>
                  <a:lnTo>
                    <a:pt x="0" y="210"/>
                  </a:lnTo>
                  <a:lnTo>
                    <a:pt x="7" y="183"/>
                  </a:lnTo>
                </a:path>
              </a:pathLst>
            </a:custGeom>
            <a:solidFill>
              <a:srgbClr val="FFC17F"/>
            </a:solidFill>
            <a:ln w="12700" cap="rnd" cmpd="sng">
              <a:solidFill>
                <a:srgbClr val="FFC1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1" name="Freeform 13"/>
            <p:cNvSpPr/>
            <p:nvPr/>
          </p:nvSpPr>
          <p:spPr>
            <a:xfrm>
              <a:off x="2281" y="255"/>
              <a:ext cx="156" cy="12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43"/>
                </a:cxn>
                <a:cxn ang="0">
                  <a:pos x="16" y="78"/>
                </a:cxn>
                <a:cxn ang="0">
                  <a:pos x="155" y="121"/>
                </a:cxn>
                <a:cxn ang="0">
                  <a:pos x="133" y="49"/>
                </a:cxn>
                <a:cxn ang="0">
                  <a:pos x="96" y="20"/>
                </a:cxn>
                <a:cxn ang="0">
                  <a:pos x="7" y="0"/>
                </a:cxn>
              </a:cxnLst>
              <a:rect l="0" t="0" r="0" b="0"/>
              <a:pathLst>
                <a:path w="156" h="122">
                  <a:moveTo>
                    <a:pt x="7" y="0"/>
                  </a:moveTo>
                  <a:lnTo>
                    <a:pt x="0" y="43"/>
                  </a:lnTo>
                  <a:lnTo>
                    <a:pt x="16" y="78"/>
                  </a:lnTo>
                  <a:lnTo>
                    <a:pt x="155" y="121"/>
                  </a:lnTo>
                  <a:lnTo>
                    <a:pt x="133" y="49"/>
                  </a:lnTo>
                  <a:lnTo>
                    <a:pt x="96" y="20"/>
                  </a:lnTo>
                  <a:lnTo>
                    <a:pt x="7" y="0"/>
                  </a:lnTo>
                </a:path>
              </a:pathLst>
            </a:custGeom>
            <a:solidFill>
              <a:srgbClr val="601E00"/>
            </a:solidFill>
            <a:ln w="12700" cap="rnd" cmpd="sng">
              <a:solidFill>
                <a:srgbClr val="601E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2" name="Freeform 14"/>
            <p:cNvSpPr/>
            <p:nvPr/>
          </p:nvSpPr>
          <p:spPr>
            <a:xfrm>
              <a:off x="1830" y="199"/>
              <a:ext cx="454" cy="80"/>
            </a:xfrm>
            <a:custGeom>
              <a:avLst/>
              <a:gdLst/>
              <a:ahLst/>
              <a:cxnLst>
                <a:cxn ang="0">
                  <a:pos x="0" y="79"/>
                </a:cxn>
                <a:cxn ang="0">
                  <a:pos x="70" y="13"/>
                </a:cxn>
                <a:cxn ang="0">
                  <a:pos x="146" y="0"/>
                </a:cxn>
                <a:cxn ang="0">
                  <a:pos x="325" y="0"/>
                </a:cxn>
                <a:cxn ang="0">
                  <a:pos x="408" y="10"/>
                </a:cxn>
                <a:cxn ang="0">
                  <a:pos x="453" y="35"/>
                </a:cxn>
                <a:cxn ang="0">
                  <a:pos x="101" y="79"/>
                </a:cxn>
                <a:cxn ang="0">
                  <a:pos x="0" y="79"/>
                </a:cxn>
              </a:cxnLst>
              <a:rect l="0" t="0" r="0" b="0"/>
              <a:pathLst>
                <a:path w="454" h="80">
                  <a:moveTo>
                    <a:pt x="0" y="79"/>
                  </a:moveTo>
                  <a:lnTo>
                    <a:pt x="70" y="13"/>
                  </a:lnTo>
                  <a:lnTo>
                    <a:pt x="146" y="0"/>
                  </a:lnTo>
                  <a:lnTo>
                    <a:pt x="325" y="0"/>
                  </a:lnTo>
                  <a:lnTo>
                    <a:pt x="408" y="10"/>
                  </a:lnTo>
                  <a:lnTo>
                    <a:pt x="453" y="35"/>
                  </a:lnTo>
                  <a:lnTo>
                    <a:pt x="101" y="79"/>
                  </a:lnTo>
                  <a:lnTo>
                    <a:pt x="0" y="79"/>
                  </a:lnTo>
                </a:path>
              </a:pathLst>
            </a:custGeom>
            <a:solidFill>
              <a:srgbClr val="601E00"/>
            </a:solidFill>
            <a:ln w="12700" cap="rnd" cmpd="sng">
              <a:solidFill>
                <a:srgbClr val="601E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3" name="Freeform 15"/>
            <p:cNvSpPr/>
            <p:nvPr/>
          </p:nvSpPr>
          <p:spPr>
            <a:xfrm>
              <a:off x="2031" y="566"/>
              <a:ext cx="253" cy="5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3" y="22"/>
                </a:cxn>
                <a:cxn ang="0">
                  <a:pos x="49" y="49"/>
                </a:cxn>
                <a:cxn ang="0">
                  <a:pos x="85" y="56"/>
                </a:cxn>
                <a:cxn ang="0">
                  <a:pos x="173" y="56"/>
                </a:cxn>
                <a:cxn ang="0">
                  <a:pos x="189" y="49"/>
                </a:cxn>
                <a:cxn ang="0">
                  <a:pos x="252" y="0"/>
                </a:cxn>
                <a:cxn ang="0">
                  <a:pos x="119" y="17"/>
                </a:cxn>
                <a:cxn ang="0">
                  <a:pos x="58" y="17"/>
                </a:cxn>
                <a:cxn ang="0">
                  <a:pos x="23" y="8"/>
                </a:cxn>
                <a:cxn ang="0">
                  <a:pos x="0" y="2"/>
                </a:cxn>
              </a:cxnLst>
              <a:rect l="0" t="0" r="0" b="0"/>
              <a:pathLst>
                <a:path w="253" h="57">
                  <a:moveTo>
                    <a:pt x="0" y="2"/>
                  </a:moveTo>
                  <a:lnTo>
                    <a:pt x="23" y="22"/>
                  </a:lnTo>
                  <a:lnTo>
                    <a:pt x="49" y="49"/>
                  </a:lnTo>
                  <a:lnTo>
                    <a:pt x="85" y="56"/>
                  </a:lnTo>
                  <a:lnTo>
                    <a:pt x="173" y="56"/>
                  </a:lnTo>
                  <a:lnTo>
                    <a:pt x="189" y="49"/>
                  </a:lnTo>
                  <a:lnTo>
                    <a:pt x="252" y="0"/>
                  </a:lnTo>
                  <a:lnTo>
                    <a:pt x="119" y="17"/>
                  </a:lnTo>
                  <a:lnTo>
                    <a:pt x="58" y="17"/>
                  </a:lnTo>
                  <a:lnTo>
                    <a:pt x="23" y="8"/>
                  </a:lnTo>
                  <a:lnTo>
                    <a:pt x="0" y="2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" name="Freeform 16"/>
            <p:cNvSpPr/>
            <p:nvPr/>
          </p:nvSpPr>
          <p:spPr>
            <a:xfrm>
              <a:off x="1698" y="194"/>
              <a:ext cx="744" cy="276"/>
            </a:xfrm>
            <a:custGeom>
              <a:avLst/>
              <a:gdLst/>
              <a:ahLst/>
              <a:cxnLst>
                <a:cxn ang="0">
                  <a:pos x="131" y="92"/>
                </a:cxn>
                <a:cxn ang="0">
                  <a:pos x="252" y="95"/>
                </a:cxn>
                <a:cxn ang="0">
                  <a:pos x="392" y="89"/>
                </a:cxn>
                <a:cxn ang="0">
                  <a:pos x="498" y="78"/>
                </a:cxn>
                <a:cxn ang="0">
                  <a:pos x="572" y="63"/>
                </a:cxn>
                <a:cxn ang="0">
                  <a:pos x="565" y="98"/>
                </a:cxn>
                <a:cxn ang="0">
                  <a:pos x="576" y="128"/>
                </a:cxn>
                <a:cxn ang="0">
                  <a:pos x="608" y="148"/>
                </a:cxn>
                <a:cxn ang="0">
                  <a:pos x="662" y="162"/>
                </a:cxn>
                <a:cxn ang="0">
                  <a:pos x="702" y="188"/>
                </a:cxn>
                <a:cxn ang="0">
                  <a:pos x="716" y="232"/>
                </a:cxn>
                <a:cxn ang="0">
                  <a:pos x="743" y="232"/>
                </a:cxn>
                <a:cxn ang="0">
                  <a:pos x="736" y="208"/>
                </a:cxn>
                <a:cxn ang="0">
                  <a:pos x="729" y="162"/>
                </a:cxn>
                <a:cxn ang="0">
                  <a:pos x="707" y="112"/>
                </a:cxn>
                <a:cxn ang="0">
                  <a:pos x="716" y="167"/>
                </a:cxn>
                <a:cxn ang="0">
                  <a:pos x="644" y="147"/>
                </a:cxn>
                <a:cxn ang="0">
                  <a:pos x="599" y="127"/>
                </a:cxn>
                <a:cxn ang="0">
                  <a:pos x="585" y="107"/>
                </a:cxn>
                <a:cxn ang="0">
                  <a:pos x="579" y="88"/>
                </a:cxn>
                <a:cxn ang="0">
                  <a:pos x="624" y="112"/>
                </a:cxn>
                <a:cxn ang="0">
                  <a:pos x="579" y="68"/>
                </a:cxn>
                <a:cxn ang="0">
                  <a:pos x="613" y="72"/>
                </a:cxn>
                <a:cxn ang="0">
                  <a:pos x="673" y="84"/>
                </a:cxn>
                <a:cxn ang="0">
                  <a:pos x="702" y="102"/>
                </a:cxn>
                <a:cxn ang="0">
                  <a:pos x="673" y="75"/>
                </a:cxn>
                <a:cxn ang="0">
                  <a:pos x="594" y="41"/>
                </a:cxn>
                <a:cxn ang="0">
                  <a:pos x="549" y="13"/>
                </a:cxn>
                <a:cxn ang="0">
                  <a:pos x="446" y="0"/>
                </a:cxn>
                <a:cxn ang="0">
                  <a:pos x="335" y="3"/>
                </a:cxn>
                <a:cxn ang="0">
                  <a:pos x="419" y="4"/>
                </a:cxn>
                <a:cxn ang="0">
                  <a:pos x="507" y="13"/>
                </a:cxn>
                <a:cxn ang="0">
                  <a:pos x="552" y="27"/>
                </a:cxn>
                <a:cxn ang="0">
                  <a:pos x="461" y="23"/>
                </a:cxn>
                <a:cxn ang="0">
                  <a:pos x="353" y="33"/>
                </a:cxn>
                <a:cxn ang="0">
                  <a:pos x="255" y="53"/>
                </a:cxn>
                <a:cxn ang="0">
                  <a:pos x="270" y="33"/>
                </a:cxn>
                <a:cxn ang="0">
                  <a:pos x="219" y="43"/>
                </a:cxn>
                <a:cxn ang="0">
                  <a:pos x="178" y="65"/>
                </a:cxn>
                <a:cxn ang="0">
                  <a:pos x="184" y="43"/>
                </a:cxn>
                <a:cxn ang="0">
                  <a:pos x="203" y="18"/>
                </a:cxn>
                <a:cxn ang="0">
                  <a:pos x="270" y="3"/>
                </a:cxn>
                <a:cxn ang="0">
                  <a:pos x="184" y="18"/>
                </a:cxn>
                <a:cxn ang="0">
                  <a:pos x="131" y="52"/>
                </a:cxn>
                <a:cxn ang="0">
                  <a:pos x="104" y="89"/>
                </a:cxn>
                <a:cxn ang="0">
                  <a:pos x="22" y="124"/>
                </a:cxn>
                <a:cxn ang="0">
                  <a:pos x="0" y="155"/>
                </a:cxn>
                <a:cxn ang="0">
                  <a:pos x="2" y="198"/>
                </a:cxn>
                <a:cxn ang="0">
                  <a:pos x="32" y="226"/>
                </a:cxn>
                <a:cxn ang="0">
                  <a:pos x="77" y="237"/>
                </a:cxn>
                <a:cxn ang="0">
                  <a:pos x="117" y="275"/>
                </a:cxn>
                <a:cxn ang="0">
                  <a:pos x="117" y="256"/>
                </a:cxn>
                <a:cxn ang="0">
                  <a:pos x="108" y="209"/>
                </a:cxn>
                <a:cxn ang="0">
                  <a:pos x="101" y="112"/>
                </a:cxn>
                <a:cxn ang="0">
                  <a:pos x="117" y="94"/>
                </a:cxn>
                <a:cxn ang="0">
                  <a:pos x="131" y="92"/>
                </a:cxn>
              </a:cxnLst>
              <a:rect l="0" t="0" r="0" b="0"/>
              <a:pathLst>
                <a:path w="744" h="276">
                  <a:moveTo>
                    <a:pt x="131" y="92"/>
                  </a:moveTo>
                  <a:lnTo>
                    <a:pt x="252" y="95"/>
                  </a:lnTo>
                  <a:lnTo>
                    <a:pt x="392" y="89"/>
                  </a:lnTo>
                  <a:lnTo>
                    <a:pt x="498" y="78"/>
                  </a:lnTo>
                  <a:lnTo>
                    <a:pt x="572" y="63"/>
                  </a:lnTo>
                  <a:lnTo>
                    <a:pt x="565" y="98"/>
                  </a:lnTo>
                  <a:lnTo>
                    <a:pt x="576" y="128"/>
                  </a:lnTo>
                  <a:lnTo>
                    <a:pt x="608" y="148"/>
                  </a:lnTo>
                  <a:lnTo>
                    <a:pt x="662" y="162"/>
                  </a:lnTo>
                  <a:lnTo>
                    <a:pt x="702" y="188"/>
                  </a:lnTo>
                  <a:lnTo>
                    <a:pt x="716" y="232"/>
                  </a:lnTo>
                  <a:lnTo>
                    <a:pt x="743" y="232"/>
                  </a:lnTo>
                  <a:lnTo>
                    <a:pt x="736" y="208"/>
                  </a:lnTo>
                  <a:lnTo>
                    <a:pt x="729" y="162"/>
                  </a:lnTo>
                  <a:lnTo>
                    <a:pt x="707" y="112"/>
                  </a:lnTo>
                  <a:lnTo>
                    <a:pt x="716" y="167"/>
                  </a:lnTo>
                  <a:lnTo>
                    <a:pt x="644" y="147"/>
                  </a:lnTo>
                  <a:lnTo>
                    <a:pt x="599" y="127"/>
                  </a:lnTo>
                  <a:lnTo>
                    <a:pt x="585" y="107"/>
                  </a:lnTo>
                  <a:lnTo>
                    <a:pt x="579" y="88"/>
                  </a:lnTo>
                  <a:lnTo>
                    <a:pt x="624" y="112"/>
                  </a:lnTo>
                  <a:lnTo>
                    <a:pt x="579" y="68"/>
                  </a:lnTo>
                  <a:lnTo>
                    <a:pt x="613" y="72"/>
                  </a:lnTo>
                  <a:lnTo>
                    <a:pt x="673" y="84"/>
                  </a:lnTo>
                  <a:lnTo>
                    <a:pt x="702" y="102"/>
                  </a:lnTo>
                  <a:lnTo>
                    <a:pt x="673" y="75"/>
                  </a:lnTo>
                  <a:lnTo>
                    <a:pt x="594" y="41"/>
                  </a:lnTo>
                  <a:lnTo>
                    <a:pt x="549" y="13"/>
                  </a:lnTo>
                  <a:lnTo>
                    <a:pt x="446" y="0"/>
                  </a:lnTo>
                  <a:lnTo>
                    <a:pt x="335" y="3"/>
                  </a:lnTo>
                  <a:lnTo>
                    <a:pt x="419" y="4"/>
                  </a:lnTo>
                  <a:lnTo>
                    <a:pt x="507" y="13"/>
                  </a:lnTo>
                  <a:lnTo>
                    <a:pt x="552" y="27"/>
                  </a:lnTo>
                  <a:lnTo>
                    <a:pt x="461" y="23"/>
                  </a:lnTo>
                  <a:lnTo>
                    <a:pt x="353" y="33"/>
                  </a:lnTo>
                  <a:lnTo>
                    <a:pt x="255" y="53"/>
                  </a:lnTo>
                  <a:lnTo>
                    <a:pt x="270" y="33"/>
                  </a:lnTo>
                  <a:lnTo>
                    <a:pt x="219" y="43"/>
                  </a:lnTo>
                  <a:lnTo>
                    <a:pt x="178" y="65"/>
                  </a:lnTo>
                  <a:lnTo>
                    <a:pt x="184" y="43"/>
                  </a:lnTo>
                  <a:lnTo>
                    <a:pt x="203" y="18"/>
                  </a:lnTo>
                  <a:lnTo>
                    <a:pt x="270" y="3"/>
                  </a:lnTo>
                  <a:lnTo>
                    <a:pt x="184" y="18"/>
                  </a:lnTo>
                  <a:lnTo>
                    <a:pt x="131" y="52"/>
                  </a:lnTo>
                  <a:lnTo>
                    <a:pt x="104" y="89"/>
                  </a:lnTo>
                  <a:lnTo>
                    <a:pt x="22" y="124"/>
                  </a:lnTo>
                  <a:lnTo>
                    <a:pt x="0" y="155"/>
                  </a:lnTo>
                  <a:lnTo>
                    <a:pt x="2" y="198"/>
                  </a:lnTo>
                  <a:lnTo>
                    <a:pt x="32" y="226"/>
                  </a:lnTo>
                  <a:lnTo>
                    <a:pt x="77" y="237"/>
                  </a:lnTo>
                  <a:lnTo>
                    <a:pt x="117" y="275"/>
                  </a:lnTo>
                  <a:lnTo>
                    <a:pt x="117" y="256"/>
                  </a:lnTo>
                  <a:lnTo>
                    <a:pt x="108" y="209"/>
                  </a:lnTo>
                  <a:lnTo>
                    <a:pt x="101" y="112"/>
                  </a:lnTo>
                  <a:lnTo>
                    <a:pt x="117" y="94"/>
                  </a:lnTo>
                  <a:lnTo>
                    <a:pt x="131" y="92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" name="Freeform 17"/>
            <p:cNvSpPr/>
            <p:nvPr/>
          </p:nvSpPr>
          <p:spPr>
            <a:xfrm>
              <a:off x="1920" y="335"/>
              <a:ext cx="125" cy="42"/>
            </a:xfrm>
            <a:custGeom>
              <a:avLst/>
              <a:gdLst/>
              <a:ahLst/>
              <a:cxnLst>
                <a:cxn ang="0">
                  <a:pos x="15" y="41"/>
                </a:cxn>
                <a:cxn ang="0">
                  <a:pos x="73" y="32"/>
                </a:cxn>
                <a:cxn ang="0">
                  <a:pos x="119" y="21"/>
                </a:cxn>
                <a:cxn ang="0">
                  <a:pos x="124" y="6"/>
                </a:cxn>
                <a:cxn ang="0">
                  <a:pos x="106" y="0"/>
                </a:cxn>
                <a:cxn ang="0">
                  <a:pos x="84" y="3"/>
                </a:cxn>
                <a:cxn ang="0">
                  <a:pos x="55" y="21"/>
                </a:cxn>
                <a:cxn ang="0">
                  <a:pos x="4" y="32"/>
                </a:cxn>
                <a:cxn ang="0">
                  <a:pos x="0" y="41"/>
                </a:cxn>
                <a:cxn ang="0">
                  <a:pos x="15" y="41"/>
                </a:cxn>
              </a:cxnLst>
              <a:rect l="0" t="0" r="0" b="0"/>
              <a:pathLst>
                <a:path w="125" h="42">
                  <a:moveTo>
                    <a:pt x="15" y="41"/>
                  </a:moveTo>
                  <a:lnTo>
                    <a:pt x="73" y="32"/>
                  </a:lnTo>
                  <a:lnTo>
                    <a:pt x="119" y="21"/>
                  </a:lnTo>
                  <a:lnTo>
                    <a:pt x="124" y="6"/>
                  </a:lnTo>
                  <a:lnTo>
                    <a:pt x="106" y="0"/>
                  </a:lnTo>
                  <a:lnTo>
                    <a:pt x="84" y="3"/>
                  </a:lnTo>
                  <a:lnTo>
                    <a:pt x="55" y="21"/>
                  </a:lnTo>
                  <a:lnTo>
                    <a:pt x="4" y="32"/>
                  </a:lnTo>
                  <a:lnTo>
                    <a:pt x="0" y="41"/>
                  </a:lnTo>
                  <a:lnTo>
                    <a:pt x="15" y="41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6" name="Freeform 18"/>
            <p:cNvSpPr/>
            <p:nvPr/>
          </p:nvSpPr>
          <p:spPr>
            <a:xfrm>
              <a:off x="2085" y="326"/>
              <a:ext cx="119" cy="39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0" y="3"/>
                </a:cxn>
                <a:cxn ang="0">
                  <a:pos x="0" y="16"/>
                </a:cxn>
                <a:cxn ang="0">
                  <a:pos x="30" y="24"/>
                </a:cxn>
                <a:cxn ang="0">
                  <a:pos x="77" y="30"/>
                </a:cxn>
                <a:cxn ang="0">
                  <a:pos x="107" y="38"/>
                </a:cxn>
                <a:cxn ang="0">
                  <a:pos x="118" y="32"/>
                </a:cxn>
                <a:cxn ang="0">
                  <a:pos x="113" y="26"/>
                </a:cxn>
                <a:cxn ang="0">
                  <a:pos x="89" y="12"/>
                </a:cxn>
                <a:cxn ang="0">
                  <a:pos x="52" y="9"/>
                </a:cxn>
                <a:cxn ang="0">
                  <a:pos x="36" y="4"/>
                </a:cxn>
                <a:cxn ang="0">
                  <a:pos x="20" y="0"/>
                </a:cxn>
              </a:cxnLst>
              <a:rect l="0" t="0" r="0" b="0"/>
              <a:pathLst>
                <a:path w="119" h="39">
                  <a:moveTo>
                    <a:pt x="20" y="0"/>
                  </a:moveTo>
                  <a:lnTo>
                    <a:pt x="0" y="3"/>
                  </a:lnTo>
                  <a:lnTo>
                    <a:pt x="0" y="16"/>
                  </a:lnTo>
                  <a:lnTo>
                    <a:pt x="30" y="24"/>
                  </a:lnTo>
                  <a:lnTo>
                    <a:pt x="77" y="30"/>
                  </a:lnTo>
                  <a:lnTo>
                    <a:pt x="107" y="38"/>
                  </a:lnTo>
                  <a:lnTo>
                    <a:pt x="118" y="32"/>
                  </a:lnTo>
                  <a:lnTo>
                    <a:pt x="113" y="26"/>
                  </a:lnTo>
                  <a:lnTo>
                    <a:pt x="89" y="12"/>
                  </a:lnTo>
                  <a:lnTo>
                    <a:pt x="52" y="9"/>
                  </a:lnTo>
                  <a:lnTo>
                    <a:pt x="36" y="4"/>
                  </a:lnTo>
                  <a:lnTo>
                    <a:pt x="20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7" name="Freeform 19"/>
            <p:cNvSpPr/>
            <p:nvPr/>
          </p:nvSpPr>
          <p:spPr>
            <a:xfrm>
              <a:off x="2005" y="385"/>
              <a:ext cx="28" cy="16"/>
            </a:xfrm>
            <a:custGeom>
              <a:avLst/>
              <a:gdLst/>
              <a:ahLst/>
              <a:cxnLst>
                <a:cxn ang="0">
                  <a:pos x="27" y="4"/>
                </a:cxn>
                <a:cxn ang="0">
                  <a:pos x="13" y="0"/>
                </a:cxn>
                <a:cxn ang="0">
                  <a:pos x="0" y="8"/>
                </a:cxn>
                <a:cxn ang="0">
                  <a:pos x="11" y="15"/>
                </a:cxn>
                <a:cxn ang="0">
                  <a:pos x="25" y="15"/>
                </a:cxn>
                <a:cxn ang="0">
                  <a:pos x="27" y="4"/>
                </a:cxn>
              </a:cxnLst>
              <a:rect l="0" t="0" r="0" b="0"/>
              <a:pathLst>
                <a:path w="28" h="16">
                  <a:moveTo>
                    <a:pt x="27" y="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11" y="15"/>
                  </a:lnTo>
                  <a:lnTo>
                    <a:pt x="25" y="15"/>
                  </a:lnTo>
                  <a:lnTo>
                    <a:pt x="27" y="4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8" name="Freeform 20"/>
            <p:cNvSpPr/>
            <p:nvPr/>
          </p:nvSpPr>
          <p:spPr>
            <a:xfrm>
              <a:off x="2107" y="380"/>
              <a:ext cx="2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0" y="7"/>
                </a:cxn>
                <a:cxn ang="0">
                  <a:pos x="9" y="12"/>
                </a:cxn>
                <a:cxn ang="0">
                  <a:pos x="25" y="12"/>
                </a:cxn>
                <a:cxn ang="0">
                  <a:pos x="25" y="2"/>
                </a:cxn>
                <a:cxn ang="0">
                  <a:pos x="13" y="0"/>
                </a:cxn>
              </a:cxnLst>
              <a:rect l="0" t="0" r="0" b="0"/>
              <a:pathLst>
                <a:path w="26" h="13">
                  <a:moveTo>
                    <a:pt x="13" y="0"/>
                  </a:moveTo>
                  <a:lnTo>
                    <a:pt x="0" y="7"/>
                  </a:lnTo>
                  <a:lnTo>
                    <a:pt x="9" y="12"/>
                  </a:lnTo>
                  <a:lnTo>
                    <a:pt x="25" y="12"/>
                  </a:lnTo>
                  <a:lnTo>
                    <a:pt x="25" y="2"/>
                  </a:lnTo>
                  <a:lnTo>
                    <a:pt x="13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9" name="Freeform 21"/>
            <p:cNvSpPr/>
            <p:nvPr/>
          </p:nvSpPr>
          <p:spPr>
            <a:xfrm>
              <a:off x="2032" y="410"/>
              <a:ext cx="166" cy="147"/>
            </a:xfrm>
            <a:custGeom>
              <a:avLst/>
              <a:gdLst/>
              <a:ahLst/>
              <a:cxnLst>
                <a:cxn ang="0">
                  <a:pos x="22" y="3"/>
                </a:cxn>
                <a:cxn ang="0">
                  <a:pos x="5" y="49"/>
                </a:cxn>
                <a:cxn ang="0">
                  <a:pos x="0" y="92"/>
                </a:cxn>
                <a:cxn ang="0">
                  <a:pos x="18" y="120"/>
                </a:cxn>
                <a:cxn ang="0">
                  <a:pos x="48" y="140"/>
                </a:cxn>
                <a:cxn ang="0">
                  <a:pos x="95" y="146"/>
                </a:cxn>
                <a:cxn ang="0">
                  <a:pos x="145" y="136"/>
                </a:cxn>
                <a:cxn ang="0">
                  <a:pos x="163" y="113"/>
                </a:cxn>
                <a:cxn ang="0">
                  <a:pos x="165" y="84"/>
                </a:cxn>
                <a:cxn ang="0">
                  <a:pos x="151" y="55"/>
                </a:cxn>
                <a:cxn ang="0">
                  <a:pos x="83" y="0"/>
                </a:cxn>
                <a:cxn ang="0">
                  <a:pos x="140" y="53"/>
                </a:cxn>
                <a:cxn ang="0">
                  <a:pos x="152" y="92"/>
                </a:cxn>
                <a:cxn ang="0">
                  <a:pos x="151" y="113"/>
                </a:cxn>
                <a:cxn ang="0">
                  <a:pos x="133" y="132"/>
                </a:cxn>
                <a:cxn ang="0">
                  <a:pos x="95" y="136"/>
                </a:cxn>
                <a:cxn ang="0">
                  <a:pos x="52" y="132"/>
                </a:cxn>
                <a:cxn ang="0">
                  <a:pos x="25" y="113"/>
                </a:cxn>
                <a:cxn ang="0">
                  <a:pos x="11" y="93"/>
                </a:cxn>
                <a:cxn ang="0">
                  <a:pos x="11" y="55"/>
                </a:cxn>
                <a:cxn ang="0">
                  <a:pos x="18" y="26"/>
                </a:cxn>
                <a:cxn ang="0">
                  <a:pos x="22" y="3"/>
                </a:cxn>
              </a:cxnLst>
              <a:rect l="0" t="0" r="0" b="0"/>
              <a:pathLst>
                <a:path w="166" h="147">
                  <a:moveTo>
                    <a:pt x="22" y="3"/>
                  </a:moveTo>
                  <a:lnTo>
                    <a:pt x="5" y="49"/>
                  </a:lnTo>
                  <a:lnTo>
                    <a:pt x="0" y="92"/>
                  </a:lnTo>
                  <a:lnTo>
                    <a:pt x="18" y="120"/>
                  </a:lnTo>
                  <a:lnTo>
                    <a:pt x="48" y="140"/>
                  </a:lnTo>
                  <a:lnTo>
                    <a:pt x="95" y="146"/>
                  </a:lnTo>
                  <a:lnTo>
                    <a:pt x="145" y="136"/>
                  </a:lnTo>
                  <a:lnTo>
                    <a:pt x="163" y="113"/>
                  </a:lnTo>
                  <a:lnTo>
                    <a:pt x="165" y="84"/>
                  </a:lnTo>
                  <a:lnTo>
                    <a:pt x="151" y="55"/>
                  </a:lnTo>
                  <a:lnTo>
                    <a:pt x="83" y="0"/>
                  </a:lnTo>
                  <a:lnTo>
                    <a:pt x="140" y="53"/>
                  </a:lnTo>
                  <a:lnTo>
                    <a:pt x="152" y="92"/>
                  </a:lnTo>
                  <a:lnTo>
                    <a:pt x="151" y="113"/>
                  </a:lnTo>
                  <a:lnTo>
                    <a:pt x="133" y="132"/>
                  </a:lnTo>
                  <a:lnTo>
                    <a:pt x="95" y="136"/>
                  </a:lnTo>
                  <a:lnTo>
                    <a:pt x="52" y="132"/>
                  </a:lnTo>
                  <a:lnTo>
                    <a:pt x="25" y="113"/>
                  </a:lnTo>
                  <a:lnTo>
                    <a:pt x="11" y="93"/>
                  </a:lnTo>
                  <a:lnTo>
                    <a:pt x="11" y="55"/>
                  </a:lnTo>
                  <a:lnTo>
                    <a:pt x="18" y="26"/>
                  </a:lnTo>
                  <a:lnTo>
                    <a:pt x="22" y="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0" name="Freeform 22"/>
            <p:cNvSpPr/>
            <p:nvPr/>
          </p:nvSpPr>
          <p:spPr>
            <a:xfrm>
              <a:off x="1981" y="543"/>
              <a:ext cx="331" cy="44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3" y="0"/>
                </a:cxn>
                <a:cxn ang="0">
                  <a:pos x="41" y="5"/>
                </a:cxn>
                <a:cxn ang="0">
                  <a:pos x="27" y="17"/>
                </a:cxn>
                <a:cxn ang="0">
                  <a:pos x="69" y="27"/>
                </a:cxn>
                <a:cxn ang="0">
                  <a:pos x="108" y="40"/>
                </a:cxn>
                <a:cxn ang="0">
                  <a:pos x="151" y="40"/>
                </a:cxn>
                <a:cxn ang="0">
                  <a:pos x="206" y="31"/>
                </a:cxn>
                <a:cxn ang="0">
                  <a:pos x="303" y="17"/>
                </a:cxn>
                <a:cxn ang="0">
                  <a:pos x="303" y="5"/>
                </a:cxn>
                <a:cxn ang="0">
                  <a:pos x="330" y="7"/>
                </a:cxn>
                <a:cxn ang="0">
                  <a:pos x="330" y="25"/>
                </a:cxn>
                <a:cxn ang="0">
                  <a:pos x="310" y="27"/>
                </a:cxn>
                <a:cxn ang="0">
                  <a:pos x="296" y="23"/>
                </a:cxn>
                <a:cxn ang="0">
                  <a:pos x="162" y="43"/>
                </a:cxn>
                <a:cxn ang="0">
                  <a:pos x="105" y="43"/>
                </a:cxn>
                <a:cxn ang="0">
                  <a:pos x="41" y="25"/>
                </a:cxn>
                <a:cxn ang="0">
                  <a:pos x="27" y="23"/>
                </a:cxn>
                <a:cxn ang="0">
                  <a:pos x="13" y="27"/>
                </a:cxn>
                <a:cxn ang="0">
                  <a:pos x="0" y="23"/>
                </a:cxn>
                <a:cxn ang="0">
                  <a:pos x="0" y="11"/>
                </a:cxn>
              </a:cxnLst>
              <a:rect l="0" t="0" r="0" b="0"/>
              <a:pathLst>
                <a:path w="331" h="44">
                  <a:moveTo>
                    <a:pt x="0" y="11"/>
                  </a:moveTo>
                  <a:lnTo>
                    <a:pt x="23" y="0"/>
                  </a:lnTo>
                  <a:lnTo>
                    <a:pt x="41" y="5"/>
                  </a:lnTo>
                  <a:lnTo>
                    <a:pt x="27" y="17"/>
                  </a:lnTo>
                  <a:lnTo>
                    <a:pt x="69" y="27"/>
                  </a:lnTo>
                  <a:lnTo>
                    <a:pt x="108" y="40"/>
                  </a:lnTo>
                  <a:lnTo>
                    <a:pt x="151" y="40"/>
                  </a:lnTo>
                  <a:lnTo>
                    <a:pt x="206" y="31"/>
                  </a:lnTo>
                  <a:lnTo>
                    <a:pt x="303" y="17"/>
                  </a:lnTo>
                  <a:lnTo>
                    <a:pt x="303" y="5"/>
                  </a:lnTo>
                  <a:lnTo>
                    <a:pt x="330" y="7"/>
                  </a:lnTo>
                  <a:lnTo>
                    <a:pt x="330" y="25"/>
                  </a:lnTo>
                  <a:lnTo>
                    <a:pt x="310" y="27"/>
                  </a:lnTo>
                  <a:lnTo>
                    <a:pt x="296" y="23"/>
                  </a:lnTo>
                  <a:lnTo>
                    <a:pt x="162" y="43"/>
                  </a:lnTo>
                  <a:lnTo>
                    <a:pt x="105" y="43"/>
                  </a:lnTo>
                  <a:lnTo>
                    <a:pt x="41" y="25"/>
                  </a:lnTo>
                  <a:lnTo>
                    <a:pt x="27" y="23"/>
                  </a:lnTo>
                  <a:lnTo>
                    <a:pt x="13" y="27"/>
                  </a:lnTo>
                  <a:lnTo>
                    <a:pt x="0" y="23"/>
                  </a:lnTo>
                  <a:lnTo>
                    <a:pt x="0" y="11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1" name="Freeform 23"/>
            <p:cNvSpPr/>
            <p:nvPr/>
          </p:nvSpPr>
          <p:spPr>
            <a:xfrm>
              <a:off x="2031" y="566"/>
              <a:ext cx="253" cy="60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16" y="22"/>
                </a:cxn>
                <a:cxn ang="0">
                  <a:pos x="34" y="49"/>
                </a:cxn>
                <a:cxn ang="0">
                  <a:pos x="70" y="59"/>
                </a:cxn>
                <a:cxn ang="0">
                  <a:pos x="157" y="59"/>
                </a:cxn>
                <a:cxn ang="0">
                  <a:pos x="180" y="53"/>
                </a:cxn>
                <a:cxn ang="0">
                  <a:pos x="252" y="0"/>
                </a:cxn>
                <a:cxn ang="0">
                  <a:pos x="232" y="2"/>
                </a:cxn>
                <a:cxn ang="0">
                  <a:pos x="167" y="49"/>
                </a:cxn>
                <a:cxn ang="0">
                  <a:pos x="148" y="51"/>
                </a:cxn>
                <a:cxn ang="0">
                  <a:pos x="81" y="53"/>
                </a:cxn>
                <a:cxn ang="0">
                  <a:pos x="49" y="47"/>
                </a:cxn>
                <a:cxn ang="0">
                  <a:pos x="36" y="39"/>
                </a:cxn>
                <a:cxn ang="0">
                  <a:pos x="23" y="20"/>
                </a:cxn>
                <a:cxn ang="0">
                  <a:pos x="0" y="8"/>
                </a:cxn>
              </a:cxnLst>
              <a:rect l="0" t="0" r="0" b="0"/>
              <a:pathLst>
                <a:path w="253" h="60">
                  <a:moveTo>
                    <a:pt x="0" y="8"/>
                  </a:moveTo>
                  <a:lnTo>
                    <a:pt x="16" y="22"/>
                  </a:lnTo>
                  <a:lnTo>
                    <a:pt x="34" y="49"/>
                  </a:lnTo>
                  <a:lnTo>
                    <a:pt x="70" y="59"/>
                  </a:lnTo>
                  <a:lnTo>
                    <a:pt x="157" y="59"/>
                  </a:lnTo>
                  <a:lnTo>
                    <a:pt x="180" y="53"/>
                  </a:lnTo>
                  <a:lnTo>
                    <a:pt x="252" y="0"/>
                  </a:lnTo>
                  <a:lnTo>
                    <a:pt x="232" y="2"/>
                  </a:lnTo>
                  <a:lnTo>
                    <a:pt x="167" y="49"/>
                  </a:lnTo>
                  <a:lnTo>
                    <a:pt x="148" y="51"/>
                  </a:lnTo>
                  <a:lnTo>
                    <a:pt x="81" y="53"/>
                  </a:lnTo>
                  <a:lnTo>
                    <a:pt x="49" y="47"/>
                  </a:lnTo>
                  <a:lnTo>
                    <a:pt x="36" y="39"/>
                  </a:lnTo>
                  <a:lnTo>
                    <a:pt x="23" y="20"/>
                  </a:lnTo>
                  <a:lnTo>
                    <a:pt x="0" y="8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2" name="Freeform 24"/>
            <p:cNvSpPr/>
            <p:nvPr/>
          </p:nvSpPr>
          <p:spPr>
            <a:xfrm>
              <a:off x="1679" y="401"/>
              <a:ext cx="879" cy="366"/>
            </a:xfrm>
            <a:custGeom>
              <a:avLst/>
              <a:gdLst/>
              <a:ahLst/>
              <a:cxnLst>
                <a:cxn ang="0">
                  <a:pos x="150" y="84"/>
                </a:cxn>
                <a:cxn ang="0">
                  <a:pos x="169" y="130"/>
                </a:cxn>
                <a:cxn ang="0">
                  <a:pos x="197" y="218"/>
                </a:cxn>
                <a:cxn ang="0">
                  <a:pos x="224" y="269"/>
                </a:cxn>
                <a:cxn ang="0">
                  <a:pos x="261" y="289"/>
                </a:cxn>
                <a:cxn ang="0">
                  <a:pos x="346" y="314"/>
                </a:cxn>
                <a:cxn ang="0">
                  <a:pos x="406" y="324"/>
                </a:cxn>
                <a:cxn ang="0">
                  <a:pos x="438" y="341"/>
                </a:cxn>
                <a:cxn ang="0">
                  <a:pos x="487" y="347"/>
                </a:cxn>
                <a:cxn ang="0">
                  <a:pos x="508" y="330"/>
                </a:cxn>
                <a:cxn ang="0">
                  <a:pos x="546" y="341"/>
                </a:cxn>
                <a:cxn ang="0">
                  <a:pos x="604" y="338"/>
                </a:cxn>
                <a:cxn ang="0">
                  <a:pos x="624" y="324"/>
                </a:cxn>
                <a:cxn ang="0">
                  <a:pos x="669" y="307"/>
                </a:cxn>
                <a:cxn ang="0">
                  <a:pos x="736" y="285"/>
                </a:cxn>
                <a:cxn ang="0">
                  <a:pos x="770" y="257"/>
                </a:cxn>
                <a:cxn ang="0">
                  <a:pos x="782" y="222"/>
                </a:cxn>
                <a:cxn ang="0">
                  <a:pos x="775" y="54"/>
                </a:cxn>
                <a:cxn ang="0">
                  <a:pos x="800" y="80"/>
                </a:cxn>
                <a:cxn ang="0">
                  <a:pos x="865" y="68"/>
                </a:cxn>
                <a:cxn ang="0">
                  <a:pos x="826" y="11"/>
                </a:cxn>
                <a:cxn ang="0">
                  <a:pos x="755" y="4"/>
                </a:cxn>
                <a:cxn ang="0">
                  <a:pos x="833" y="0"/>
                </a:cxn>
                <a:cxn ang="0">
                  <a:pos x="878" y="34"/>
                </a:cxn>
                <a:cxn ang="0">
                  <a:pos x="876" y="74"/>
                </a:cxn>
                <a:cxn ang="0">
                  <a:pos x="800" y="113"/>
                </a:cxn>
                <a:cxn ang="0">
                  <a:pos x="793" y="252"/>
                </a:cxn>
                <a:cxn ang="0">
                  <a:pos x="748" y="306"/>
                </a:cxn>
                <a:cxn ang="0">
                  <a:pos x="613" y="347"/>
                </a:cxn>
                <a:cxn ang="0">
                  <a:pos x="508" y="365"/>
                </a:cxn>
                <a:cxn ang="0">
                  <a:pos x="425" y="341"/>
                </a:cxn>
                <a:cxn ang="0">
                  <a:pos x="344" y="334"/>
                </a:cxn>
                <a:cxn ang="0">
                  <a:pos x="265" y="307"/>
                </a:cxn>
                <a:cxn ang="0">
                  <a:pos x="224" y="279"/>
                </a:cxn>
                <a:cxn ang="0">
                  <a:pos x="182" y="222"/>
                </a:cxn>
                <a:cxn ang="0">
                  <a:pos x="150" y="116"/>
                </a:cxn>
                <a:cxn ang="0">
                  <a:pos x="101" y="129"/>
                </a:cxn>
                <a:cxn ang="0">
                  <a:pos x="47" y="110"/>
                </a:cxn>
                <a:cxn ang="0">
                  <a:pos x="0" y="58"/>
                </a:cxn>
                <a:cxn ang="0">
                  <a:pos x="13" y="27"/>
                </a:cxn>
                <a:cxn ang="0">
                  <a:pos x="47" y="14"/>
                </a:cxn>
                <a:cxn ang="0">
                  <a:pos x="52" y="20"/>
                </a:cxn>
                <a:cxn ang="0">
                  <a:pos x="22" y="31"/>
                </a:cxn>
                <a:cxn ang="0">
                  <a:pos x="13" y="54"/>
                </a:cxn>
                <a:cxn ang="0">
                  <a:pos x="61" y="108"/>
                </a:cxn>
                <a:cxn ang="0">
                  <a:pos x="144" y="108"/>
                </a:cxn>
                <a:cxn ang="0">
                  <a:pos x="130" y="54"/>
                </a:cxn>
                <a:cxn ang="0">
                  <a:pos x="150" y="84"/>
                </a:cxn>
              </a:cxnLst>
              <a:rect l="0" t="0" r="0" b="0"/>
              <a:pathLst>
                <a:path w="879" h="366">
                  <a:moveTo>
                    <a:pt x="150" y="84"/>
                  </a:moveTo>
                  <a:lnTo>
                    <a:pt x="169" y="130"/>
                  </a:lnTo>
                  <a:lnTo>
                    <a:pt x="197" y="218"/>
                  </a:lnTo>
                  <a:lnTo>
                    <a:pt x="224" y="269"/>
                  </a:lnTo>
                  <a:lnTo>
                    <a:pt x="261" y="289"/>
                  </a:lnTo>
                  <a:lnTo>
                    <a:pt x="346" y="314"/>
                  </a:lnTo>
                  <a:lnTo>
                    <a:pt x="406" y="324"/>
                  </a:lnTo>
                  <a:lnTo>
                    <a:pt x="438" y="341"/>
                  </a:lnTo>
                  <a:lnTo>
                    <a:pt x="487" y="347"/>
                  </a:lnTo>
                  <a:lnTo>
                    <a:pt x="508" y="330"/>
                  </a:lnTo>
                  <a:lnTo>
                    <a:pt x="546" y="341"/>
                  </a:lnTo>
                  <a:lnTo>
                    <a:pt x="604" y="338"/>
                  </a:lnTo>
                  <a:lnTo>
                    <a:pt x="624" y="324"/>
                  </a:lnTo>
                  <a:lnTo>
                    <a:pt x="669" y="307"/>
                  </a:lnTo>
                  <a:lnTo>
                    <a:pt x="736" y="285"/>
                  </a:lnTo>
                  <a:lnTo>
                    <a:pt x="770" y="257"/>
                  </a:lnTo>
                  <a:lnTo>
                    <a:pt x="782" y="222"/>
                  </a:lnTo>
                  <a:lnTo>
                    <a:pt x="775" y="54"/>
                  </a:lnTo>
                  <a:lnTo>
                    <a:pt x="800" y="80"/>
                  </a:lnTo>
                  <a:lnTo>
                    <a:pt x="865" y="68"/>
                  </a:lnTo>
                  <a:lnTo>
                    <a:pt x="826" y="11"/>
                  </a:lnTo>
                  <a:lnTo>
                    <a:pt x="755" y="4"/>
                  </a:lnTo>
                  <a:lnTo>
                    <a:pt x="833" y="0"/>
                  </a:lnTo>
                  <a:lnTo>
                    <a:pt x="878" y="34"/>
                  </a:lnTo>
                  <a:lnTo>
                    <a:pt x="876" y="74"/>
                  </a:lnTo>
                  <a:lnTo>
                    <a:pt x="800" y="113"/>
                  </a:lnTo>
                  <a:lnTo>
                    <a:pt x="793" y="252"/>
                  </a:lnTo>
                  <a:lnTo>
                    <a:pt x="748" y="306"/>
                  </a:lnTo>
                  <a:lnTo>
                    <a:pt x="613" y="347"/>
                  </a:lnTo>
                  <a:lnTo>
                    <a:pt x="508" y="365"/>
                  </a:lnTo>
                  <a:lnTo>
                    <a:pt x="425" y="341"/>
                  </a:lnTo>
                  <a:lnTo>
                    <a:pt x="344" y="334"/>
                  </a:lnTo>
                  <a:lnTo>
                    <a:pt x="265" y="307"/>
                  </a:lnTo>
                  <a:lnTo>
                    <a:pt x="224" y="279"/>
                  </a:lnTo>
                  <a:lnTo>
                    <a:pt x="182" y="222"/>
                  </a:lnTo>
                  <a:lnTo>
                    <a:pt x="150" y="116"/>
                  </a:lnTo>
                  <a:lnTo>
                    <a:pt x="101" y="129"/>
                  </a:lnTo>
                  <a:lnTo>
                    <a:pt x="47" y="110"/>
                  </a:lnTo>
                  <a:lnTo>
                    <a:pt x="0" y="58"/>
                  </a:lnTo>
                  <a:lnTo>
                    <a:pt x="13" y="27"/>
                  </a:lnTo>
                  <a:lnTo>
                    <a:pt x="47" y="14"/>
                  </a:lnTo>
                  <a:lnTo>
                    <a:pt x="52" y="20"/>
                  </a:lnTo>
                  <a:lnTo>
                    <a:pt x="22" y="31"/>
                  </a:lnTo>
                  <a:lnTo>
                    <a:pt x="13" y="54"/>
                  </a:lnTo>
                  <a:lnTo>
                    <a:pt x="61" y="108"/>
                  </a:lnTo>
                  <a:lnTo>
                    <a:pt x="144" y="108"/>
                  </a:lnTo>
                  <a:lnTo>
                    <a:pt x="130" y="54"/>
                  </a:lnTo>
                  <a:lnTo>
                    <a:pt x="150" y="84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3" name="Freeform 25"/>
            <p:cNvSpPr/>
            <p:nvPr/>
          </p:nvSpPr>
          <p:spPr>
            <a:xfrm>
              <a:off x="2066" y="651"/>
              <a:ext cx="147" cy="1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29" y="7"/>
                </a:cxn>
                <a:cxn ang="0">
                  <a:pos x="67" y="10"/>
                </a:cxn>
                <a:cxn ang="0">
                  <a:pos x="99" y="10"/>
                </a:cxn>
                <a:cxn ang="0">
                  <a:pos x="139" y="7"/>
                </a:cxn>
                <a:cxn ang="0">
                  <a:pos x="146" y="14"/>
                </a:cxn>
                <a:cxn ang="0">
                  <a:pos x="119" y="17"/>
                </a:cxn>
                <a:cxn ang="0">
                  <a:pos x="67" y="17"/>
                </a:cxn>
                <a:cxn ang="0">
                  <a:pos x="29" y="14"/>
                </a:cxn>
                <a:cxn ang="0">
                  <a:pos x="0" y="3"/>
                </a:cxn>
                <a:cxn ang="0">
                  <a:pos x="9" y="0"/>
                </a:cxn>
              </a:cxnLst>
              <a:rect l="0" t="0" r="0" b="0"/>
              <a:pathLst>
                <a:path w="147" h="18">
                  <a:moveTo>
                    <a:pt x="9" y="0"/>
                  </a:moveTo>
                  <a:lnTo>
                    <a:pt x="29" y="7"/>
                  </a:lnTo>
                  <a:lnTo>
                    <a:pt x="67" y="10"/>
                  </a:lnTo>
                  <a:lnTo>
                    <a:pt x="99" y="10"/>
                  </a:lnTo>
                  <a:lnTo>
                    <a:pt x="139" y="7"/>
                  </a:lnTo>
                  <a:lnTo>
                    <a:pt x="146" y="14"/>
                  </a:lnTo>
                  <a:lnTo>
                    <a:pt x="119" y="17"/>
                  </a:lnTo>
                  <a:lnTo>
                    <a:pt x="67" y="17"/>
                  </a:lnTo>
                  <a:lnTo>
                    <a:pt x="29" y="14"/>
                  </a:lnTo>
                  <a:lnTo>
                    <a:pt x="0" y="3"/>
                  </a:lnTo>
                  <a:lnTo>
                    <a:pt x="9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4" name="Freeform 26"/>
            <p:cNvSpPr/>
            <p:nvPr/>
          </p:nvSpPr>
          <p:spPr>
            <a:xfrm>
              <a:off x="1690" y="447"/>
              <a:ext cx="126" cy="26"/>
            </a:xfrm>
            <a:custGeom>
              <a:avLst/>
              <a:gdLst/>
              <a:ahLst/>
              <a:cxnLst>
                <a:cxn ang="0">
                  <a:pos x="123" y="15"/>
                </a:cxn>
                <a:cxn ang="0">
                  <a:pos x="84" y="3"/>
                </a:cxn>
                <a:cxn ang="0">
                  <a:pos x="39" y="0"/>
                </a:cxn>
                <a:cxn ang="0">
                  <a:pos x="2" y="0"/>
                </a:cxn>
                <a:cxn ang="0">
                  <a:pos x="0" y="8"/>
                </a:cxn>
                <a:cxn ang="0">
                  <a:pos x="46" y="8"/>
                </a:cxn>
                <a:cxn ang="0">
                  <a:pos x="89" y="13"/>
                </a:cxn>
                <a:cxn ang="0">
                  <a:pos x="125" y="25"/>
                </a:cxn>
                <a:cxn ang="0">
                  <a:pos x="123" y="15"/>
                </a:cxn>
              </a:cxnLst>
              <a:rect l="0" t="0" r="0" b="0"/>
              <a:pathLst>
                <a:path w="126" h="26">
                  <a:moveTo>
                    <a:pt x="123" y="15"/>
                  </a:moveTo>
                  <a:lnTo>
                    <a:pt x="84" y="3"/>
                  </a:lnTo>
                  <a:lnTo>
                    <a:pt x="39" y="0"/>
                  </a:lnTo>
                  <a:lnTo>
                    <a:pt x="2" y="0"/>
                  </a:lnTo>
                  <a:lnTo>
                    <a:pt x="0" y="8"/>
                  </a:lnTo>
                  <a:lnTo>
                    <a:pt x="46" y="8"/>
                  </a:lnTo>
                  <a:lnTo>
                    <a:pt x="89" y="13"/>
                  </a:lnTo>
                  <a:lnTo>
                    <a:pt x="125" y="25"/>
                  </a:lnTo>
                  <a:lnTo>
                    <a:pt x="123" y="15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5" name="Freeform 27"/>
            <p:cNvSpPr/>
            <p:nvPr/>
          </p:nvSpPr>
          <p:spPr>
            <a:xfrm>
              <a:off x="2454" y="416"/>
              <a:ext cx="66" cy="44"/>
            </a:xfrm>
            <a:custGeom>
              <a:avLst/>
              <a:gdLst/>
              <a:ahLst/>
              <a:cxnLst>
                <a:cxn ang="0">
                  <a:pos x="0" y="33"/>
                </a:cxn>
                <a:cxn ang="0">
                  <a:pos x="22" y="17"/>
                </a:cxn>
                <a:cxn ang="0">
                  <a:pos x="61" y="0"/>
                </a:cxn>
                <a:cxn ang="0">
                  <a:pos x="65" y="8"/>
                </a:cxn>
                <a:cxn ang="0">
                  <a:pos x="33" y="20"/>
                </a:cxn>
                <a:cxn ang="0">
                  <a:pos x="0" y="43"/>
                </a:cxn>
                <a:cxn ang="0">
                  <a:pos x="0" y="33"/>
                </a:cxn>
              </a:cxnLst>
              <a:rect l="0" t="0" r="0" b="0"/>
              <a:pathLst>
                <a:path w="66" h="44">
                  <a:moveTo>
                    <a:pt x="0" y="33"/>
                  </a:moveTo>
                  <a:lnTo>
                    <a:pt x="22" y="17"/>
                  </a:lnTo>
                  <a:lnTo>
                    <a:pt x="61" y="0"/>
                  </a:lnTo>
                  <a:lnTo>
                    <a:pt x="65" y="8"/>
                  </a:lnTo>
                  <a:lnTo>
                    <a:pt x="33" y="20"/>
                  </a:lnTo>
                  <a:lnTo>
                    <a:pt x="0" y="43"/>
                  </a:lnTo>
                  <a:lnTo>
                    <a:pt x="0" y="3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6" name="Freeform 28"/>
            <p:cNvSpPr/>
            <p:nvPr/>
          </p:nvSpPr>
          <p:spPr>
            <a:xfrm>
              <a:off x="1221" y="633"/>
              <a:ext cx="660" cy="477"/>
            </a:xfrm>
            <a:custGeom>
              <a:avLst/>
              <a:gdLst/>
              <a:ahLst/>
              <a:cxnLst>
                <a:cxn ang="0">
                  <a:pos x="645" y="0"/>
                </a:cxn>
                <a:cxn ang="0">
                  <a:pos x="468" y="32"/>
                </a:cxn>
                <a:cxn ang="0">
                  <a:pos x="274" y="101"/>
                </a:cxn>
                <a:cxn ang="0">
                  <a:pos x="158" y="119"/>
                </a:cxn>
                <a:cxn ang="0">
                  <a:pos x="139" y="158"/>
                </a:cxn>
                <a:cxn ang="0">
                  <a:pos x="97" y="166"/>
                </a:cxn>
                <a:cxn ang="0">
                  <a:pos x="47" y="239"/>
                </a:cxn>
                <a:cxn ang="0">
                  <a:pos x="81" y="303"/>
                </a:cxn>
                <a:cxn ang="0">
                  <a:pos x="50" y="342"/>
                </a:cxn>
                <a:cxn ang="0">
                  <a:pos x="74" y="366"/>
                </a:cxn>
                <a:cxn ang="0">
                  <a:pos x="0" y="443"/>
                </a:cxn>
                <a:cxn ang="0">
                  <a:pos x="18" y="457"/>
                </a:cxn>
                <a:cxn ang="0">
                  <a:pos x="43" y="450"/>
                </a:cxn>
                <a:cxn ang="0">
                  <a:pos x="31" y="438"/>
                </a:cxn>
                <a:cxn ang="0">
                  <a:pos x="104" y="358"/>
                </a:cxn>
                <a:cxn ang="0">
                  <a:pos x="277" y="362"/>
                </a:cxn>
                <a:cxn ang="0">
                  <a:pos x="463" y="453"/>
                </a:cxn>
                <a:cxn ang="0">
                  <a:pos x="202" y="445"/>
                </a:cxn>
                <a:cxn ang="0">
                  <a:pos x="279" y="450"/>
                </a:cxn>
                <a:cxn ang="0">
                  <a:pos x="355" y="476"/>
                </a:cxn>
                <a:cxn ang="0">
                  <a:pos x="547" y="466"/>
                </a:cxn>
                <a:cxn ang="0">
                  <a:pos x="659" y="466"/>
                </a:cxn>
                <a:cxn ang="0">
                  <a:pos x="544" y="457"/>
                </a:cxn>
                <a:cxn ang="0">
                  <a:pos x="544" y="406"/>
                </a:cxn>
                <a:cxn ang="0">
                  <a:pos x="412" y="261"/>
                </a:cxn>
                <a:cxn ang="0">
                  <a:pos x="297" y="209"/>
                </a:cxn>
                <a:cxn ang="0">
                  <a:pos x="407" y="270"/>
                </a:cxn>
                <a:cxn ang="0">
                  <a:pos x="477" y="371"/>
                </a:cxn>
                <a:cxn ang="0">
                  <a:pos x="477" y="443"/>
                </a:cxn>
                <a:cxn ang="0">
                  <a:pos x="277" y="350"/>
                </a:cxn>
                <a:cxn ang="0">
                  <a:pos x="191" y="335"/>
                </a:cxn>
                <a:cxn ang="0">
                  <a:pos x="94" y="298"/>
                </a:cxn>
                <a:cxn ang="0">
                  <a:pos x="67" y="247"/>
                </a:cxn>
                <a:cxn ang="0">
                  <a:pos x="97" y="218"/>
                </a:cxn>
                <a:cxn ang="0">
                  <a:pos x="97" y="178"/>
                </a:cxn>
                <a:cxn ang="0">
                  <a:pos x="144" y="164"/>
                </a:cxn>
                <a:cxn ang="0">
                  <a:pos x="202" y="178"/>
                </a:cxn>
                <a:cxn ang="0">
                  <a:pos x="171" y="145"/>
                </a:cxn>
                <a:cxn ang="0">
                  <a:pos x="191" y="118"/>
                </a:cxn>
                <a:cxn ang="0">
                  <a:pos x="279" y="106"/>
                </a:cxn>
                <a:cxn ang="0">
                  <a:pos x="479" y="32"/>
                </a:cxn>
                <a:cxn ang="0">
                  <a:pos x="645" y="0"/>
                </a:cxn>
              </a:cxnLst>
              <a:rect l="0" t="0" r="0" b="0"/>
              <a:pathLst>
                <a:path w="660" h="477">
                  <a:moveTo>
                    <a:pt x="645" y="0"/>
                  </a:moveTo>
                  <a:lnTo>
                    <a:pt x="468" y="32"/>
                  </a:lnTo>
                  <a:lnTo>
                    <a:pt x="274" y="101"/>
                  </a:lnTo>
                  <a:lnTo>
                    <a:pt x="158" y="119"/>
                  </a:lnTo>
                  <a:lnTo>
                    <a:pt x="139" y="158"/>
                  </a:lnTo>
                  <a:lnTo>
                    <a:pt x="97" y="166"/>
                  </a:lnTo>
                  <a:lnTo>
                    <a:pt x="47" y="239"/>
                  </a:lnTo>
                  <a:lnTo>
                    <a:pt x="81" y="303"/>
                  </a:lnTo>
                  <a:lnTo>
                    <a:pt x="50" y="342"/>
                  </a:lnTo>
                  <a:lnTo>
                    <a:pt x="74" y="366"/>
                  </a:lnTo>
                  <a:lnTo>
                    <a:pt x="0" y="443"/>
                  </a:lnTo>
                  <a:lnTo>
                    <a:pt x="18" y="457"/>
                  </a:lnTo>
                  <a:lnTo>
                    <a:pt x="43" y="450"/>
                  </a:lnTo>
                  <a:lnTo>
                    <a:pt x="31" y="438"/>
                  </a:lnTo>
                  <a:lnTo>
                    <a:pt x="104" y="358"/>
                  </a:lnTo>
                  <a:lnTo>
                    <a:pt x="277" y="362"/>
                  </a:lnTo>
                  <a:lnTo>
                    <a:pt x="463" y="453"/>
                  </a:lnTo>
                  <a:lnTo>
                    <a:pt x="202" y="445"/>
                  </a:lnTo>
                  <a:lnTo>
                    <a:pt x="279" y="450"/>
                  </a:lnTo>
                  <a:lnTo>
                    <a:pt x="355" y="476"/>
                  </a:lnTo>
                  <a:lnTo>
                    <a:pt x="547" y="466"/>
                  </a:lnTo>
                  <a:lnTo>
                    <a:pt x="659" y="466"/>
                  </a:lnTo>
                  <a:lnTo>
                    <a:pt x="544" y="457"/>
                  </a:lnTo>
                  <a:lnTo>
                    <a:pt x="544" y="406"/>
                  </a:lnTo>
                  <a:lnTo>
                    <a:pt x="412" y="261"/>
                  </a:lnTo>
                  <a:lnTo>
                    <a:pt x="297" y="209"/>
                  </a:lnTo>
                  <a:lnTo>
                    <a:pt x="407" y="270"/>
                  </a:lnTo>
                  <a:lnTo>
                    <a:pt x="477" y="371"/>
                  </a:lnTo>
                  <a:lnTo>
                    <a:pt x="477" y="443"/>
                  </a:lnTo>
                  <a:lnTo>
                    <a:pt x="277" y="350"/>
                  </a:lnTo>
                  <a:lnTo>
                    <a:pt x="191" y="335"/>
                  </a:lnTo>
                  <a:lnTo>
                    <a:pt x="94" y="298"/>
                  </a:lnTo>
                  <a:lnTo>
                    <a:pt x="67" y="247"/>
                  </a:lnTo>
                  <a:lnTo>
                    <a:pt x="97" y="218"/>
                  </a:lnTo>
                  <a:lnTo>
                    <a:pt x="97" y="178"/>
                  </a:lnTo>
                  <a:lnTo>
                    <a:pt x="144" y="164"/>
                  </a:lnTo>
                  <a:lnTo>
                    <a:pt x="202" y="178"/>
                  </a:lnTo>
                  <a:lnTo>
                    <a:pt x="171" y="145"/>
                  </a:lnTo>
                  <a:lnTo>
                    <a:pt x="191" y="118"/>
                  </a:lnTo>
                  <a:lnTo>
                    <a:pt x="279" y="106"/>
                  </a:lnTo>
                  <a:lnTo>
                    <a:pt x="479" y="32"/>
                  </a:lnTo>
                  <a:lnTo>
                    <a:pt x="645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7" name="Freeform 29"/>
            <p:cNvSpPr/>
            <p:nvPr/>
          </p:nvSpPr>
          <p:spPr>
            <a:xfrm>
              <a:off x="1200" y="1071"/>
              <a:ext cx="696" cy="259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22" y="43"/>
                </a:cxn>
                <a:cxn ang="0">
                  <a:pos x="22" y="99"/>
                </a:cxn>
                <a:cxn ang="0">
                  <a:pos x="140" y="192"/>
                </a:cxn>
                <a:cxn ang="0">
                  <a:pos x="393" y="175"/>
                </a:cxn>
                <a:cxn ang="0">
                  <a:pos x="506" y="223"/>
                </a:cxn>
                <a:cxn ang="0">
                  <a:pos x="598" y="220"/>
                </a:cxn>
                <a:cxn ang="0">
                  <a:pos x="609" y="127"/>
                </a:cxn>
                <a:cxn ang="0">
                  <a:pos x="695" y="35"/>
                </a:cxn>
                <a:cxn ang="0">
                  <a:pos x="643" y="114"/>
                </a:cxn>
                <a:cxn ang="0">
                  <a:pos x="643" y="192"/>
                </a:cxn>
                <a:cxn ang="0">
                  <a:pos x="672" y="258"/>
                </a:cxn>
                <a:cxn ang="0">
                  <a:pos x="499" y="251"/>
                </a:cxn>
                <a:cxn ang="0">
                  <a:pos x="337" y="233"/>
                </a:cxn>
                <a:cxn ang="0">
                  <a:pos x="158" y="233"/>
                </a:cxn>
                <a:cxn ang="0">
                  <a:pos x="79" y="183"/>
                </a:cxn>
                <a:cxn ang="0">
                  <a:pos x="0" y="94"/>
                </a:cxn>
                <a:cxn ang="0">
                  <a:pos x="4" y="28"/>
                </a:cxn>
                <a:cxn ang="0">
                  <a:pos x="115" y="0"/>
                </a:cxn>
              </a:cxnLst>
              <a:rect l="0" t="0" r="0" b="0"/>
              <a:pathLst>
                <a:path w="696" h="259">
                  <a:moveTo>
                    <a:pt x="115" y="0"/>
                  </a:moveTo>
                  <a:lnTo>
                    <a:pt x="22" y="43"/>
                  </a:lnTo>
                  <a:lnTo>
                    <a:pt x="22" y="99"/>
                  </a:lnTo>
                  <a:lnTo>
                    <a:pt x="140" y="192"/>
                  </a:lnTo>
                  <a:lnTo>
                    <a:pt x="393" y="175"/>
                  </a:lnTo>
                  <a:lnTo>
                    <a:pt x="506" y="223"/>
                  </a:lnTo>
                  <a:lnTo>
                    <a:pt x="598" y="220"/>
                  </a:lnTo>
                  <a:lnTo>
                    <a:pt x="609" y="127"/>
                  </a:lnTo>
                  <a:lnTo>
                    <a:pt x="695" y="35"/>
                  </a:lnTo>
                  <a:lnTo>
                    <a:pt x="643" y="114"/>
                  </a:lnTo>
                  <a:lnTo>
                    <a:pt x="643" y="192"/>
                  </a:lnTo>
                  <a:lnTo>
                    <a:pt x="672" y="258"/>
                  </a:lnTo>
                  <a:lnTo>
                    <a:pt x="499" y="251"/>
                  </a:lnTo>
                  <a:lnTo>
                    <a:pt x="337" y="233"/>
                  </a:lnTo>
                  <a:lnTo>
                    <a:pt x="158" y="233"/>
                  </a:lnTo>
                  <a:lnTo>
                    <a:pt x="79" y="183"/>
                  </a:lnTo>
                  <a:lnTo>
                    <a:pt x="0" y="94"/>
                  </a:lnTo>
                  <a:lnTo>
                    <a:pt x="4" y="28"/>
                  </a:lnTo>
                  <a:lnTo>
                    <a:pt x="115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8" name="Freeform 30"/>
            <p:cNvSpPr/>
            <p:nvPr/>
          </p:nvSpPr>
          <p:spPr>
            <a:xfrm>
              <a:off x="2414" y="905"/>
              <a:ext cx="131" cy="132"/>
            </a:xfrm>
            <a:custGeom>
              <a:avLst/>
              <a:gdLst/>
              <a:ahLst/>
              <a:cxnLst>
                <a:cxn ang="0">
                  <a:pos x="0" y="122"/>
                </a:cxn>
                <a:cxn ang="0">
                  <a:pos x="58" y="75"/>
                </a:cxn>
                <a:cxn ang="0">
                  <a:pos x="121" y="0"/>
                </a:cxn>
                <a:cxn ang="0">
                  <a:pos x="130" y="23"/>
                </a:cxn>
                <a:cxn ang="0">
                  <a:pos x="72" y="85"/>
                </a:cxn>
                <a:cxn ang="0">
                  <a:pos x="20" y="131"/>
                </a:cxn>
                <a:cxn ang="0">
                  <a:pos x="0" y="122"/>
                </a:cxn>
              </a:cxnLst>
              <a:rect l="0" t="0" r="0" b="0"/>
              <a:pathLst>
                <a:path w="131" h="132">
                  <a:moveTo>
                    <a:pt x="0" y="122"/>
                  </a:moveTo>
                  <a:lnTo>
                    <a:pt x="58" y="75"/>
                  </a:lnTo>
                  <a:lnTo>
                    <a:pt x="121" y="0"/>
                  </a:lnTo>
                  <a:lnTo>
                    <a:pt x="130" y="23"/>
                  </a:lnTo>
                  <a:lnTo>
                    <a:pt x="72" y="85"/>
                  </a:lnTo>
                  <a:lnTo>
                    <a:pt x="20" y="131"/>
                  </a:lnTo>
                  <a:lnTo>
                    <a:pt x="0" y="122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39" name="Freeform 31"/>
            <p:cNvSpPr/>
            <p:nvPr/>
          </p:nvSpPr>
          <p:spPr>
            <a:xfrm>
              <a:off x="1959" y="741"/>
              <a:ext cx="534" cy="348"/>
            </a:xfrm>
            <a:custGeom>
              <a:avLst/>
              <a:gdLst/>
              <a:ahLst/>
              <a:cxnLst>
                <a:cxn ang="0">
                  <a:pos x="533" y="347"/>
                </a:cxn>
                <a:cxn ang="0">
                  <a:pos x="477" y="279"/>
                </a:cxn>
                <a:cxn ang="0">
                  <a:pos x="261" y="215"/>
                </a:cxn>
                <a:cxn ang="0">
                  <a:pos x="142" y="150"/>
                </a:cxn>
                <a:cxn ang="0">
                  <a:pos x="38" y="61"/>
                </a:cxn>
                <a:cxn ang="0">
                  <a:pos x="0" y="0"/>
                </a:cxn>
                <a:cxn ang="0">
                  <a:pos x="47" y="93"/>
                </a:cxn>
                <a:cxn ang="0">
                  <a:pos x="180" y="199"/>
                </a:cxn>
                <a:cxn ang="0">
                  <a:pos x="353" y="272"/>
                </a:cxn>
                <a:cxn ang="0">
                  <a:pos x="470" y="312"/>
                </a:cxn>
                <a:cxn ang="0">
                  <a:pos x="499" y="342"/>
                </a:cxn>
                <a:cxn ang="0">
                  <a:pos x="533" y="347"/>
                </a:cxn>
              </a:cxnLst>
              <a:rect l="0" t="0" r="0" b="0"/>
              <a:pathLst>
                <a:path w="534" h="348">
                  <a:moveTo>
                    <a:pt x="533" y="347"/>
                  </a:moveTo>
                  <a:lnTo>
                    <a:pt x="477" y="279"/>
                  </a:lnTo>
                  <a:lnTo>
                    <a:pt x="261" y="215"/>
                  </a:lnTo>
                  <a:lnTo>
                    <a:pt x="142" y="150"/>
                  </a:lnTo>
                  <a:lnTo>
                    <a:pt x="38" y="61"/>
                  </a:lnTo>
                  <a:lnTo>
                    <a:pt x="0" y="0"/>
                  </a:lnTo>
                  <a:lnTo>
                    <a:pt x="47" y="93"/>
                  </a:lnTo>
                  <a:lnTo>
                    <a:pt x="180" y="199"/>
                  </a:lnTo>
                  <a:lnTo>
                    <a:pt x="353" y="272"/>
                  </a:lnTo>
                  <a:lnTo>
                    <a:pt x="470" y="312"/>
                  </a:lnTo>
                  <a:lnTo>
                    <a:pt x="499" y="342"/>
                  </a:lnTo>
                  <a:lnTo>
                    <a:pt x="533" y="347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0" name="Freeform 32"/>
            <p:cNvSpPr/>
            <p:nvPr/>
          </p:nvSpPr>
          <p:spPr>
            <a:xfrm>
              <a:off x="1888" y="961"/>
              <a:ext cx="169" cy="156"/>
            </a:xfrm>
            <a:custGeom>
              <a:avLst/>
              <a:gdLst/>
              <a:ahLst/>
              <a:cxnLst>
                <a:cxn ang="0">
                  <a:pos x="7" y="140"/>
                </a:cxn>
                <a:cxn ang="0">
                  <a:pos x="43" y="103"/>
                </a:cxn>
                <a:cxn ang="0">
                  <a:pos x="121" y="78"/>
                </a:cxn>
                <a:cxn ang="0">
                  <a:pos x="150" y="0"/>
                </a:cxn>
                <a:cxn ang="0">
                  <a:pos x="168" y="26"/>
                </a:cxn>
                <a:cxn ang="0">
                  <a:pos x="159" y="66"/>
                </a:cxn>
                <a:cxn ang="0">
                  <a:pos x="126" y="103"/>
                </a:cxn>
                <a:cxn ang="0">
                  <a:pos x="58" y="117"/>
                </a:cxn>
                <a:cxn ang="0">
                  <a:pos x="0" y="155"/>
                </a:cxn>
                <a:cxn ang="0">
                  <a:pos x="7" y="140"/>
                </a:cxn>
              </a:cxnLst>
              <a:rect l="0" t="0" r="0" b="0"/>
              <a:pathLst>
                <a:path w="169" h="156">
                  <a:moveTo>
                    <a:pt x="7" y="140"/>
                  </a:moveTo>
                  <a:lnTo>
                    <a:pt x="43" y="103"/>
                  </a:lnTo>
                  <a:lnTo>
                    <a:pt x="121" y="78"/>
                  </a:lnTo>
                  <a:lnTo>
                    <a:pt x="150" y="0"/>
                  </a:lnTo>
                  <a:lnTo>
                    <a:pt x="168" y="26"/>
                  </a:lnTo>
                  <a:lnTo>
                    <a:pt x="159" y="66"/>
                  </a:lnTo>
                  <a:lnTo>
                    <a:pt x="126" y="103"/>
                  </a:lnTo>
                  <a:lnTo>
                    <a:pt x="58" y="117"/>
                  </a:lnTo>
                  <a:lnTo>
                    <a:pt x="0" y="155"/>
                  </a:lnTo>
                  <a:lnTo>
                    <a:pt x="7" y="14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1" name="Freeform 33"/>
            <p:cNvSpPr/>
            <p:nvPr/>
          </p:nvSpPr>
          <p:spPr>
            <a:xfrm>
              <a:off x="1838" y="961"/>
              <a:ext cx="703" cy="348"/>
            </a:xfrm>
            <a:custGeom>
              <a:avLst/>
              <a:gdLst/>
              <a:ahLst/>
              <a:cxnLst>
                <a:cxn ang="0">
                  <a:pos x="234" y="0"/>
                </a:cxn>
                <a:cxn ang="0">
                  <a:pos x="301" y="23"/>
                </a:cxn>
                <a:cxn ang="0">
                  <a:pos x="311" y="58"/>
                </a:cxn>
                <a:cxn ang="0">
                  <a:pos x="304" y="82"/>
                </a:cxn>
                <a:cxn ang="0">
                  <a:pos x="277" y="108"/>
                </a:cxn>
                <a:cxn ang="0">
                  <a:pos x="277" y="127"/>
                </a:cxn>
                <a:cxn ang="0">
                  <a:pos x="311" y="133"/>
                </a:cxn>
                <a:cxn ang="0">
                  <a:pos x="396" y="133"/>
                </a:cxn>
                <a:cxn ang="0">
                  <a:pos x="596" y="124"/>
                </a:cxn>
                <a:cxn ang="0">
                  <a:pos x="625" y="122"/>
                </a:cxn>
                <a:cxn ang="0">
                  <a:pos x="680" y="131"/>
                </a:cxn>
                <a:cxn ang="0">
                  <a:pos x="702" y="153"/>
                </a:cxn>
                <a:cxn ang="0">
                  <a:pos x="702" y="185"/>
                </a:cxn>
                <a:cxn ang="0">
                  <a:pos x="659" y="199"/>
                </a:cxn>
                <a:cxn ang="0">
                  <a:pos x="500" y="199"/>
                </a:cxn>
                <a:cxn ang="0">
                  <a:pos x="396" y="209"/>
                </a:cxn>
                <a:cxn ang="0">
                  <a:pos x="410" y="232"/>
                </a:cxn>
                <a:cxn ang="0">
                  <a:pos x="396" y="258"/>
                </a:cxn>
                <a:cxn ang="0">
                  <a:pos x="382" y="267"/>
                </a:cxn>
                <a:cxn ang="0">
                  <a:pos x="382" y="297"/>
                </a:cxn>
                <a:cxn ang="0">
                  <a:pos x="335" y="312"/>
                </a:cxn>
                <a:cxn ang="0">
                  <a:pos x="324" y="330"/>
                </a:cxn>
                <a:cxn ang="0">
                  <a:pos x="247" y="344"/>
                </a:cxn>
                <a:cxn ang="0">
                  <a:pos x="115" y="347"/>
                </a:cxn>
                <a:cxn ang="0">
                  <a:pos x="0" y="324"/>
                </a:cxn>
                <a:cxn ang="0">
                  <a:pos x="133" y="335"/>
                </a:cxn>
                <a:cxn ang="0">
                  <a:pos x="243" y="335"/>
                </a:cxn>
                <a:cxn ang="0">
                  <a:pos x="284" y="324"/>
                </a:cxn>
                <a:cxn ang="0">
                  <a:pos x="293" y="302"/>
                </a:cxn>
                <a:cxn ang="0">
                  <a:pos x="328" y="293"/>
                </a:cxn>
                <a:cxn ang="0">
                  <a:pos x="331" y="258"/>
                </a:cxn>
                <a:cxn ang="0">
                  <a:pos x="346" y="234"/>
                </a:cxn>
                <a:cxn ang="0">
                  <a:pos x="338" y="209"/>
                </a:cxn>
                <a:cxn ang="0">
                  <a:pos x="475" y="192"/>
                </a:cxn>
                <a:cxn ang="0">
                  <a:pos x="648" y="190"/>
                </a:cxn>
                <a:cxn ang="0">
                  <a:pos x="673" y="176"/>
                </a:cxn>
                <a:cxn ang="0">
                  <a:pos x="670" y="142"/>
                </a:cxn>
                <a:cxn ang="0">
                  <a:pos x="634" y="135"/>
                </a:cxn>
                <a:cxn ang="0">
                  <a:pos x="576" y="133"/>
                </a:cxn>
                <a:cxn ang="0">
                  <a:pos x="396" y="140"/>
                </a:cxn>
                <a:cxn ang="0">
                  <a:pos x="301" y="140"/>
                </a:cxn>
                <a:cxn ang="0">
                  <a:pos x="248" y="131"/>
                </a:cxn>
                <a:cxn ang="0">
                  <a:pos x="274" y="103"/>
                </a:cxn>
                <a:cxn ang="0">
                  <a:pos x="293" y="58"/>
                </a:cxn>
                <a:cxn ang="0">
                  <a:pos x="284" y="26"/>
                </a:cxn>
                <a:cxn ang="0">
                  <a:pos x="234" y="0"/>
                </a:cxn>
              </a:cxnLst>
              <a:rect l="0" t="0" r="0" b="0"/>
              <a:pathLst>
                <a:path w="703" h="348">
                  <a:moveTo>
                    <a:pt x="234" y="0"/>
                  </a:moveTo>
                  <a:lnTo>
                    <a:pt x="301" y="23"/>
                  </a:lnTo>
                  <a:lnTo>
                    <a:pt x="311" y="58"/>
                  </a:lnTo>
                  <a:lnTo>
                    <a:pt x="304" y="82"/>
                  </a:lnTo>
                  <a:lnTo>
                    <a:pt x="277" y="108"/>
                  </a:lnTo>
                  <a:lnTo>
                    <a:pt x="277" y="127"/>
                  </a:lnTo>
                  <a:lnTo>
                    <a:pt x="311" y="133"/>
                  </a:lnTo>
                  <a:lnTo>
                    <a:pt x="396" y="133"/>
                  </a:lnTo>
                  <a:lnTo>
                    <a:pt x="596" y="124"/>
                  </a:lnTo>
                  <a:lnTo>
                    <a:pt x="625" y="122"/>
                  </a:lnTo>
                  <a:lnTo>
                    <a:pt x="680" y="131"/>
                  </a:lnTo>
                  <a:lnTo>
                    <a:pt x="702" y="153"/>
                  </a:lnTo>
                  <a:lnTo>
                    <a:pt x="702" y="185"/>
                  </a:lnTo>
                  <a:lnTo>
                    <a:pt x="659" y="199"/>
                  </a:lnTo>
                  <a:lnTo>
                    <a:pt x="500" y="199"/>
                  </a:lnTo>
                  <a:lnTo>
                    <a:pt x="396" y="209"/>
                  </a:lnTo>
                  <a:lnTo>
                    <a:pt x="410" y="232"/>
                  </a:lnTo>
                  <a:lnTo>
                    <a:pt x="396" y="258"/>
                  </a:lnTo>
                  <a:lnTo>
                    <a:pt x="382" y="267"/>
                  </a:lnTo>
                  <a:lnTo>
                    <a:pt x="382" y="297"/>
                  </a:lnTo>
                  <a:lnTo>
                    <a:pt x="335" y="312"/>
                  </a:lnTo>
                  <a:lnTo>
                    <a:pt x="324" y="330"/>
                  </a:lnTo>
                  <a:lnTo>
                    <a:pt x="247" y="344"/>
                  </a:lnTo>
                  <a:lnTo>
                    <a:pt x="115" y="347"/>
                  </a:lnTo>
                  <a:lnTo>
                    <a:pt x="0" y="324"/>
                  </a:lnTo>
                  <a:lnTo>
                    <a:pt x="133" y="335"/>
                  </a:lnTo>
                  <a:lnTo>
                    <a:pt x="243" y="335"/>
                  </a:lnTo>
                  <a:lnTo>
                    <a:pt x="284" y="324"/>
                  </a:lnTo>
                  <a:lnTo>
                    <a:pt x="293" y="302"/>
                  </a:lnTo>
                  <a:lnTo>
                    <a:pt x="328" y="293"/>
                  </a:lnTo>
                  <a:lnTo>
                    <a:pt x="331" y="258"/>
                  </a:lnTo>
                  <a:lnTo>
                    <a:pt x="346" y="234"/>
                  </a:lnTo>
                  <a:lnTo>
                    <a:pt x="338" y="209"/>
                  </a:lnTo>
                  <a:lnTo>
                    <a:pt x="475" y="192"/>
                  </a:lnTo>
                  <a:lnTo>
                    <a:pt x="648" y="190"/>
                  </a:lnTo>
                  <a:lnTo>
                    <a:pt x="673" y="176"/>
                  </a:lnTo>
                  <a:lnTo>
                    <a:pt x="670" y="142"/>
                  </a:lnTo>
                  <a:lnTo>
                    <a:pt x="634" y="135"/>
                  </a:lnTo>
                  <a:lnTo>
                    <a:pt x="576" y="133"/>
                  </a:lnTo>
                  <a:lnTo>
                    <a:pt x="396" y="140"/>
                  </a:lnTo>
                  <a:lnTo>
                    <a:pt x="301" y="140"/>
                  </a:lnTo>
                  <a:lnTo>
                    <a:pt x="248" y="131"/>
                  </a:lnTo>
                  <a:lnTo>
                    <a:pt x="274" y="103"/>
                  </a:lnTo>
                  <a:lnTo>
                    <a:pt x="293" y="58"/>
                  </a:lnTo>
                  <a:lnTo>
                    <a:pt x="284" y="26"/>
                  </a:lnTo>
                  <a:lnTo>
                    <a:pt x="234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2" name="Freeform 34"/>
            <p:cNvSpPr/>
            <p:nvPr/>
          </p:nvSpPr>
          <p:spPr>
            <a:xfrm>
              <a:off x="1849" y="713"/>
              <a:ext cx="97" cy="106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58"/>
                </a:cxn>
                <a:cxn ang="0">
                  <a:pos x="14" y="92"/>
                </a:cxn>
                <a:cxn ang="0">
                  <a:pos x="39" y="89"/>
                </a:cxn>
                <a:cxn ang="0">
                  <a:pos x="41" y="105"/>
                </a:cxn>
                <a:cxn ang="0">
                  <a:pos x="96" y="83"/>
                </a:cxn>
                <a:cxn ang="0">
                  <a:pos x="46" y="83"/>
                </a:cxn>
                <a:cxn ang="0">
                  <a:pos x="18" y="84"/>
                </a:cxn>
                <a:cxn ang="0">
                  <a:pos x="9" y="63"/>
                </a:cxn>
                <a:cxn ang="0">
                  <a:pos x="9" y="35"/>
                </a:cxn>
                <a:cxn ang="0">
                  <a:pos x="4" y="0"/>
                </a:cxn>
              </a:cxnLst>
              <a:rect l="0" t="0" r="0" b="0"/>
              <a:pathLst>
                <a:path w="97" h="106">
                  <a:moveTo>
                    <a:pt x="4" y="0"/>
                  </a:moveTo>
                  <a:lnTo>
                    <a:pt x="0" y="58"/>
                  </a:lnTo>
                  <a:lnTo>
                    <a:pt x="14" y="92"/>
                  </a:lnTo>
                  <a:lnTo>
                    <a:pt x="39" y="89"/>
                  </a:lnTo>
                  <a:lnTo>
                    <a:pt x="41" y="105"/>
                  </a:lnTo>
                  <a:lnTo>
                    <a:pt x="96" y="83"/>
                  </a:lnTo>
                  <a:lnTo>
                    <a:pt x="46" y="83"/>
                  </a:lnTo>
                  <a:lnTo>
                    <a:pt x="18" y="84"/>
                  </a:lnTo>
                  <a:lnTo>
                    <a:pt x="9" y="63"/>
                  </a:lnTo>
                  <a:lnTo>
                    <a:pt x="9" y="35"/>
                  </a:lnTo>
                  <a:lnTo>
                    <a:pt x="4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3" name="Freeform 35"/>
            <p:cNvSpPr/>
            <p:nvPr/>
          </p:nvSpPr>
          <p:spPr>
            <a:xfrm>
              <a:off x="1924" y="854"/>
              <a:ext cx="540" cy="23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8"/>
                </a:cxn>
                <a:cxn ang="0">
                  <a:pos x="63" y="61"/>
                </a:cxn>
                <a:cxn ang="0">
                  <a:pos x="148" y="101"/>
                </a:cxn>
                <a:cxn ang="0">
                  <a:pos x="252" y="152"/>
                </a:cxn>
                <a:cxn ang="0">
                  <a:pos x="442" y="197"/>
                </a:cxn>
                <a:cxn ang="0">
                  <a:pos x="505" y="211"/>
                </a:cxn>
                <a:cxn ang="0">
                  <a:pos x="539" y="229"/>
                </a:cxn>
                <a:cxn ang="0">
                  <a:pos x="512" y="206"/>
                </a:cxn>
                <a:cxn ang="0">
                  <a:pos x="310" y="157"/>
                </a:cxn>
                <a:cxn ang="0">
                  <a:pos x="209" y="117"/>
                </a:cxn>
                <a:cxn ang="0">
                  <a:pos x="90" y="54"/>
                </a:cxn>
                <a:cxn ang="0">
                  <a:pos x="27" y="8"/>
                </a:cxn>
                <a:cxn ang="0">
                  <a:pos x="11" y="0"/>
                </a:cxn>
              </a:cxnLst>
              <a:rect l="0" t="0" r="0" b="0"/>
              <a:pathLst>
                <a:path w="540" h="230">
                  <a:moveTo>
                    <a:pt x="11" y="0"/>
                  </a:moveTo>
                  <a:lnTo>
                    <a:pt x="0" y="8"/>
                  </a:lnTo>
                  <a:lnTo>
                    <a:pt x="63" y="61"/>
                  </a:lnTo>
                  <a:lnTo>
                    <a:pt x="148" y="101"/>
                  </a:lnTo>
                  <a:lnTo>
                    <a:pt x="252" y="152"/>
                  </a:lnTo>
                  <a:lnTo>
                    <a:pt x="442" y="197"/>
                  </a:lnTo>
                  <a:lnTo>
                    <a:pt x="505" y="211"/>
                  </a:lnTo>
                  <a:lnTo>
                    <a:pt x="539" y="229"/>
                  </a:lnTo>
                  <a:lnTo>
                    <a:pt x="512" y="206"/>
                  </a:lnTo>
                  <a:lnTo>
                    <a:pt x="310" y="157"/>
                  </a:lnTo>
                  <a:lnTo>
                    <a:pt x="209" y="117"/>
                  </a:lnTo>
                  <a:lnTo>
                    <a:pt x="90" y="54"/>
                  </a:lnTo>
                  <a:lnTo>
                    <a:pt x="27" y="8"/>
                  </a:lnTo>
                  <a:lnTo>
                    <a:pt x="11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Freeform 36"/>
            <p:cNvSpPr/>
            <p:nvPr/>
          </p:nvSpPr>
          <p:spPr>
            <a:xfrm>
              <a:off x="2111" y="741"/>
              <a:ext cx="369" cy="108"/>
            </a:xfrm>
            <a:custGeom>
              <a:avLst/>
              <a:gdLst/>
              <a:ahLst/>
              <a:cxnLst>
                <a:cxn ang="0">
                  <a:pos x="0" y="107"/>
                </a:cxn>
                <a:cxn ang="0">
                  <a:pos x="54" y="13"/>
                </a:cxn>
                <a:cxn ang="0">
                  <a:pos x="188" y="0"/>
                </a:cxn>
                <a:cxn ang="0">
                  <a:pos x="303" y="23"/>
                </a:cxn>
                <a:cxn ang="0">
                  <a:pos x="368" y="68"/>
                </a:cxn>
                <a:cxn ang="0">
                  <a:pos x="260" y="23"/>
                </a:cxn>
                <a:cxn ang="0">
                  <a:pos x="220" y="87"/>
                </a:cxn>
                <a:cxn ang="0">
                  <a:pos x="220" y="13"/>
                </a:cxn>
                <a:cxn ang="0">
                  <a:pos x="162" y="11"/>
                </a:cxn>
                <a:cxn ang="0">
                  <a:pos x="90" y="20"/>
                </a:cxn>
                <a:cxn ang="0">
                  <a:pos x="157" y="87"/>
                </a:cxn>
                <a:cxn ang="0">
                  <a:pos x="61" y="33"/>
                </a:cxn>
                <a:cxn ang="0">
                  <a:pos x="0" y="107"/>
                </a:cxn>
              </a:cxnLst>
              <a:rect l="0" t="0" r="0" b="0"/>
              <a:pathLst>
                <a:path w="369" h="108">
                  <a:moveTo>
                    <a:pt x="0" y="107"/>
                  </a:moveTo>
                  <a:lnTo>
                    <a:pt x="54" y="13"/>
                  </a:lnTo>
                  <a:lnTo>
                    <a:pt x="188" y="0"/>
                  </a:lnTo>
                  <a:lnTo>
                    <a:pt x="303" y="23"/>
                  </a:lnTo>
                  <a:lnTo>
                    <a:pt x="368" y="68"/>
                  </a:lnTo>
                  <a:lnTo>
                    <a:pt x="260" y="23"/>
                  </a:lnTo>
                  <a:lnTo>
                    <a:pt x="220" y="87"/>
                  </a:lnTo>
                  <a:lnTo>
                    <a:pt x="220" y="13"/>
                  </a:lnTo>
                  <a:lnTo>
                    <a:pt x="162" y="11"/>
                  </a:lnTo>
                  <a:lnTo>
                    <a:pt x="90" y="20"/>
                  </a:lnTo>
                  <a:lnTo>
                    <a:pt x="157" y="87"/>
                  </a:lnTo>
                  <a:lnTo>
                    <a:pt x="61" y="33"/>
                  </a:lnTo>
                  <a:lnTo>
                    <a:pt x="0" y="107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5" name="Freeform 37"/>
            <p:cNvSpPr/>
            <p:nvPr/>
          </p:nvSpPr>
          <p:spPr>
            <a:xfrm>
              <a:off x="2292" y="828"/>
              <a:ext cx="196" cy="172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0" y="0"/>
                </a:cxn>
                <a:cxn ang="0">
                  <a:pos x="0" y="153"/>
                </a:cxn>
                <a:cxn ang="0">
                  <a:pos x="47" y="171"/>
                </a:cxn>
                <a:cxn ang="0">
                  <a:pos x="43" y="138"/>
                </a:cxn>
                <a:cxn ang="0">
                  <a:pos x="16" y="84"/>
                </a:cxn>
                <a:cxn ang="0">
                  <a:pos x="40" y="11"/>
                </a:cxn>
                <a:cxn ang="0">
                  <a:pos x="188" y="155"/>
                </a:cxn>
                <a:cxn ang="0">
                  <a:pos x="195" y="140"/>
                </a:cxn>
                <a:cxn ang="0">
                  <a:pos x="51" y="4"/>
                </a:cxn>
                <a:cxn ang="0">
                  <a:pos x="40" y="0"/>
                </a:cxn>
              </a:cxnLst>
              <a:rect l="0" t="0" r="0" b="0"/>
              <a:pathLst>
                <a:path w="196" h="172">
                  <a:moveTo>
                    <a:pt x="40" y="0"/>
                  </a:moveTo>
                  <a:lnTo>
                    <a:pt x="0" y="0"/>
                  </a:lnTo>
                  <a:lnTo>
                    <a:pt x="0" y="153"/>
                  </a:lnTo>
                  <a:lnTo>
                    <a:pt x="47" y="171"/>
                  </a:lnTo>
                  <a:lnTo>
                    <a:pt x="43" y="138"/>
                  </a:lnTo>
                  <a:lnTo>
                    <a:pt x="16" y="84"/>
                  </a:lnTo>
                  <a:lnTo>
                    <a:pt x="40" y="11"/>
                  </a:lnTo>
                  <a:lnTo>
                    <a:pt x="188" y="155"/>
                  </a:lnTo>
                  <a:lnTo>
                    <a:pt x="195" y="140"/>
                  </a:lnTo>
                  <a:lnTo>
                    <a:pt x="51" y="4"/>
                  </a:lnTo>
                  <a:lnTo>
                    <a:pt x="40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6" name="Freeform 38"/>
            <p:cNvSpPr/>
            <p:nvPr/>
          </p:nvSpPr>
          <p:spPr>
            <a:xfrm>
              <a:off x="2492" y="1152"/>
              <a:ext cx="53" cy="107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52" y="64"/>
                </a:cxn>
                <a:cxn ang="0">
                  <a:pos x="52" y="106"/>
                </a:cxn>
                <a:cxn ang="0">
                  <a:pos x="0" y="6"/>
                </a:cxn>
                <a:cxn ang="0">
                  <a:pos x="18" y="0"/>
                </a:cxn>
              </a:cxnLst>
              <a:rect l="0" t="0" r="0" b="0"/>
              <a:pathLst>
                <a:path w="53" h="107">
                  <a:moveTo>
                    <a:pt x="18" y="0"/>
                  </a:moveTo>
                  <a:lnTo>
                    <a:pt x="52" y="64"/>
                  </a:lnTo>
                  <a:lnTo>
                    <a:pt x="52" y="106"/>
                  </a:lnTo>
                  <a:lnTo>
                    <a:pt x="0" y="6"/>
                  </a:lnTo>
                  <a:lnTo>
                    <a:pt x="18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7" name="Freeform 39"/>
            <p:cNvSpPr/>
            <p:nvPr/>
          </p:nvSpPr>
          <p:spPr>
            <a:xfrm>
              <a:off x="1625" y="1307"/>
              <a:ext cx="848" cy="290"/>
            </a:xfrm>
            <a:custGeom>
              <a:avLst/>
              <a:gdLst/>
              <a:ahLst/>
              <a:cxnLst>
                <a:cxn ang="0">
                  <a:pos x="74" y="12"/>
                </a:cxn>
                <a:cxn ang="0">
                  <a:pos x="65" y="82"/>
                </a:cxn>
                <a:cxn ang="0">
                  <a:pos x="0" y="157"/>
                </a:cxn>
                <a:cxn ang="0">
                  <a:pos x="74" y="198"/>
                </a:cxn>
                <a:cxn ang="0">
                  <a:pos x="254" y="219"/>
                </a:cxn>
                <a:cxn ang="0">
                  <a:pos x="249" y="289"/>
                </a:cxn>
                <a:cxn ang="0">
                  <a:pos x="278" y="248"/>
                </a:cxn>
                <a:cxn ang="0">
                  <a:pos x="283" y="216"/>
                </a:cxn>
                <a:cxn ang="0">
                  <a:pos x="732" y="164"/>
                </a:cxn>
                <a:cxn ang="0">
                  <a:pos x="847" y="108"/>
                </a:cxn>
                <a:cxn ang="0">
                  <a:pos x="710" y="161"/>
                </a:cxn>
                <a:cxn ang="0">
                  <a:pos x="371" y="189"/>
                </a:cxn>
                <a:cxn ang="0">
                  <a:pos x="97" y="189"/>
                </a:cxn>
                <a:cxn ang="0">
                  <a:pos x="25" y="155"/>
                </a:cxn>
                <a:cxn ang="0">
                  <a:pos x="81" y="82"/>
                </a:cxn>
                <a:cxn ang="0">
                  <a:pos x="92" y="0"/>
                </a:cxn>
                <a:cxn ang="0">
                  <a:pos x="74" y="12"/>
                </a:cxn>
              </a:cxnLst>
              <a:rect l="0" t="0" r="0" b="0"/>
              <a:pathLst>
                <a:path w="848" h="290">
                  <a:moveTo>
                    <a:pt x="74" y="12"/>
                  </a:moveTo>
                  <a:lnTo>
                    <a:pt x="65" y="82"/>
                  </a:lnTo>
                  <a:lnTo>
                    <a:pt x="0" y="157"/>
                  </a:lnTo>
                  <a:lnTo>
                    <a:pt x="74" y="198"/>
                  </a:lnTo>
                  <a:lnTo>
                    <a:pt x="254" y="219"/>
                  </a:lnTo>
                  <a:lnTo>
                    <a:pt x="249" y="289"/>
                  </a:lnTo>
                  <a:lnTo>
                    <a:pt x="278" y="248"/>
                  </a:lnTo>
                  <a:lnTo>
                    <a:pt x="283" y="216"/>
                  </a:lnTo>
                  <a:lnTo>
                    <a:pt x="732" y="164"/>
                  </a:lnTo>
                  <a:lnTo>
                    <a:pt x="847" y="108"/>
                  </a:lnTo>
                  <a:lnTo>
                    <a:pt x="710" y="161"/>
                  </a:lnTo>
                  <a:lnTo>
                    <a:pt x="371" y="189"/>
                  </a:lnTo>
                  <a:lnTo>
                    <a:pt x="97" y="189"/>
                  </a:lnTo>
                  <a:lnTo>
                    <a:pt x="25" y="155"/>
                  </a:lnTo>
                  <a:lnTo>
                    <a:pt x="81" y="82"/>
                  </a:lnTo>
                  <a:lnTo>
                    <a:pt x="92" y="0"/>
                  </a:lnTo>
                  <a:lnTo>
                    <a:pt x="74" y="12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8" name="Freeform 40"/>
            <p:cNvSpPr/>
            <p:nvPr/>
          </p:nvSpPr>
          <p:spPr>
            <a:xfrm>
              <a:off x="2508" y="441"/>
              <a:ext cx="900" cy="198"/>
            </a:xfrm>
            <a:custGeom>
              <a:avLst/>
              <a:gdLst/>
              <a:ahLst/>
              <a:cxnLst>
                <a:cxn ang="0">
                  <a:pos x="731" y="47"/>
                </a:cxn>
                <a:cxn ang="0">
                  <a:pos x="584" y="53"/>
                </a:cxn>
                <a:cxn ang="0">
                  <a:pos x="344" y="82"/>
                </a:cxn>
                <a:cxn ang="0">
                  <a:pos x="159" y="109"/>
                </a:cxn>
                <a:cxn ang="0">
                  <a:pos x="72" y="121"/>
                </a:cxn>
                <a:cxn ang="0">
                  <a:pos x="20" y="126"/>
                </a:cxn>
                <a:cxn ang="0">
                  <a:pos x="0" y="149"/>
                </a:cxn>
                <a:cxn ang="0">
                  <a:pos x="4" y="179"/>
                </a:cxn>
                <a:cxn ang="0">
                  <a:pos x="34" y="197"/>
                </a:cxn>
                <a:cxn ang="0">
                  <a:pos x="11" y="174"/>
                </a:cxn>
                <a:cxn ang="0">
                  <a:pos x="20" y="144"/>
                </a:cxn>
                <a:cxn ang="0">
                  <a:pos x="67" y="129"/>
                </a:cxn>
                <a:cxn ang="0">
                  <a:pos x="108" y="140"/>
                </a:cxn>
                <a:cxn ang="0">
                  <a:pos x="128" y="165"/>
                </a:cxn>
                <a:cxn ang="0">
                  <a:pos x="108" y="185"/>
                </a:cxn>
                <a:cxn ang="0">
                  <a:pos x="72" y="182"/>
                </a:cxn>
                <a:cxn ang="0">
                  <a:pos x="49" y="168"/>
                </a:cxn>
                <a:cxn ang="0">
                  <a:pos x="56" y="190"/>
                </a:cxn>
                <a:cxn ang="0">
                  <a:pos x="90" y="197"/>
                </a:cxn>
                <a:cxn ang="0">
                  <a:pos x="148" y="197"/>
                </a:cxn>
                <a:cxn ang="0">
                  <a:pos x="209" y="194"/>
                </a:cxn>
                <a:cxn ang="0">
                  <a:pos x="313" y="162"/>
                </a:cxn>
                <a:cxn ang="0">
                  <a:pos x="447" y="129"/>
                </a:cxn>
                <a:cxn ang="0">
                  <a:pos x="569" y="105"/>
                </a:cxn>
                <a:cxn ang="0">
                  <a:pos x="710" y="87"/>
                </a:cxn>
                <a:cxn ang="0">
                  <a:pos x="699" y="118"/>
                </a:cxn>
                <a:cxn ang="0">
                  <a:pos x="735" y="147"/>
                </a:cxn>
                <a:cxn ang="0">
                  <a:pos x="798" y="157"/>
                </a:cxn>
                <a:cxn ang="0">
                  <a:pos x="872" y="135"/>
                </a:cxn>
                <a:cxn ang="0">
                  <a:pos x="899" y="80"/>
                </a:cxn>
                <a:cxn ang="0">
                  <a:pos x="881" y="37"/>
                </a:cxn>
                <a:cxn ang="0">
                  <a:pos x="791" y="0"/>
                </a:cxn>
                <a:cxn ang="0">
                  <a:pos x="721" y="5"/>
                </a:cxn>
                <a:cxn ang="0">
                  <a:pos x="670" y="31"/>
                </a:cxn>
                <a:cxn ang="0">
                  <a:pos x="731" y="12"/>
                </a:cxn>
                <a:cxn ang="0">
                  <a:pos x="784" y="7"/>
                </a:cxn>
                <a:cxn ang="0">
                  <a:pos x="868" y="45"/>
                </a:cxn>
                <a:cxn ang="0">
                  <a:pos x="885" y="77"/>
                </a:cxn>
                <a:cxn ang="0">
                  <a:pos x="850" y="133"/>
                </a:cxn>
                <a:cxn ang="0">
                  <a:pos x="787" y="149"/>
                </a:cxn>
                <a:cxn ang="0">
                  <a:pos x="739" y="140"/>
                </a:cxn>
                <a:cxn ang="0">
                  <a:pos x="713" y="116"/>
                </a:cxn>
                <a:cxn ang="0">
                  <a:pos x="728" y="60"/>
                </a:cxn>
                <a:cxn ang="0">
                  <a:pos x="704" y="82"/>
                </a:cxn>
                <a:cxn ang="0">
                  <a:pos x="504" y="107"/>
                </a:cxn>
                <a:cxn ang="0">
                  <a:pos x="294" y="157"/>
                </a:cxn>
                <a:cxn ang="0">
                  <a:pos x="180" y="189"/>
                </a:cxn>
                <a:cxn ang="0">
                  <a:pos x="123" y="189"/>
                </a:cxn>
                <a:cxn ang="0">
                  <a:pos x="144" y="167"/>
                </a:cxn>
                <a:cxn ang="0">
                  <a:pos x="137" y="137"/>
                </a:cxn>
                <a:cxn ang="0">
                  <a:pos x="101" y="125"/>
                </a:cxn>
                <a:cxn ang="0">
                  <a:pos x="393" y="82"/>
                </a:cxn>
                <a:cxn ang="0">
                  <a:pos x="613" y="55"/>
                </a:cxn>
                <a:cxn ang="0">
                  <a:pos x="731" y="47"/>
                </a:cxn>
              </a:cxnLst>
              <a:rect l="0" t="0" r="0" b="0"/>
              <a:pathLst>
                <a:path w="900" h="198">
                  <a:moveTo>
                    <a:pt x="731" y="47"/>
                  </a:moveTo>
                  <a:lnTo>
                    <a:pt x="584" y="53"/>
                  </a:lnTo>
                  <a:lnTo>
                    <a:pt x="344" y="82"/>
                  </a:lnTo>
                  <a:lnTo>
                    <a:pt x="159" y="109"/>
                  </a:lnTo>
                  <a:lnTo>
                    <a:pt x="72" y="121"/>
                  </a:lnTo>
                  <a:lnTo>
                    <a:pt x="20" y="126"/>
                  </a:lnTo>
                  <a:lnTo>
                    <a:pt x="0" y="149"/>
                  </a:lnTo>
                  <a:lnTo>
                    <a:pt x="4" y="179"/>
                  </a:lnTo>
                  <a:lnTo>
                    <a:pt x="34" y="197"/>
                  </a:lnTo>
                  <a:lnTo>
                    <a:pt x="11" y="174"/>
                  </a:lnTo>
                  <a:lnTo>
                    <a:pt x="20" y="144"/>
                  </a:lnTo>
                  <a:lnTo>
                    <a:pt x="67" y="129"/>
                  </a:lnTo>
                  <a:lnTo>
                    <a:pt x="108" y="140"/>
                  </a:lnTo>
                  <a:lnTo>
                    <a:pt x="128" y="165"/>
                  </a:lnTo>
                  <a:lnTo>
                    <a:pt x="108" y="185"/>
                  </a:lnTo>
                  <a:lnTo>
                    <a:pt x="72" y="182"/>
                  </a:lnTo>
                  <a:lnTo>
                    <a:pt x="49" y="168"/>
                  </a:lnTo>
                  <a:lnTo>
                    <a:pt x="56" y="190"/>
                  </a:lnTo>
                  <a:lnTo>
                    <a:pt x="90" y="197"/>
                  </a:lnTo>
                  <a:lnTo>
                    <a:pt x="148" y="197"/>
                  </a:lnTo>
                  <a:lnTo>
                    <a:pt x="209" y="194"/>
                  </a:lnTo>
                  <a:lnTo>
                    <a:pt x="313" y="162"/>
                  </a:lnTo>
                  <a:lnTo>
                    <a:pt x="447" y="129"/>
                  </a:lnTo>
                  <a:lnTo>
                    <a:pt x="569" y="105"/>
                  </a:lnTo>
                  <a:lnTo>
                    <a:pt x="710" y="87"/>
                  </a:lnTo>
                  <a:lnTo>
                    <a:pt x="699" y="118"/>
                  </a:lnTo>
                  <a:lnTo>
                    <a:pt x="735" y="147"/>
                  </a:lnTo>
                  <a:lnTo>
                    <a:pt x="798" y="157"/>
                  </a:lnTo>
                  <a:lnTo>
                    <a:pt x="872" y="135"/>
                  </a:lnTo>
                  <a:lnTo>
                    <a:pt x="899" y="80"/>
                  </a:lnTo>
                  <a:lnTo>
                    <a:pt x="881" y="37"/>
                  </a:lnTo>
                  <a:lnTo>
                    <a:pt x="791" y="0"/>
                  </a:lnTo>
                  <a:lnTo>
                    <a:pt x="721" y="5"/>
                  </a:lnTo>
                  <a:lnTo>
                    <a:pt x="670" y="31"/>
                  </a:lnTo>
                  <a:lnTo>
                    <a:pt x="731" y="12"/>
                  </a:lnTo>
                  <a:lnTo>
                    <a:pt x="784" y="7"/>
                  </a:lnTo>
                  <a:lnTo>
                    <a:pt x="868" y="45"/>
                  </a:lnTo>
                  <a:lnTo>
                    <a:pt x="885" y="77"/>
                  </a:lnTo>
                  <a:lnTo>
                    <a:pt x="850" y="133"/>
                  </a:lnTo>
                  <a:lnTo>
                    <a:pt x="787" y="149"/>
                  </a:lnTo>
                  <a:lnTo>
                    <a:pt x="739" y="140"/>
                  </a:lnTo>
                  <a:lnTo>
                    <a:pt x="713" y="116"/>
                  </a:lnTo>
                  <a:lnTo>
                    <a:pt x="728" y="60"/>
                  </a:lnTo>
                  <a:lnTo>
                    <a:pt x="704" y="82"/>
                  </a:lnTo>
                  <a:lnTo>
                    <a:pt x="504" y="107"/>
                  </a:lnTo>
                  <a:lnTo>
                    <a:pt x="294" y="157"/>
                  </a:lnTo>
                  <a:lnTo>
                    <a:pt x="180" y="189"/>
                  </a:lnTo>
                  <a:lnTo>
                    <a:pt x="123" y="189"/>
                  </a:lnTo>
                  <a:lnTo>
                    <a:pt x="144" y="167"/>
                  </a:lnTo>
                  <a:lnTo>
                    <a:pt x="137" y="137"/>
                  </a:lnTo>
                  <a:lnTo>
                    <a:pt x="101" y="125"/>
                  </a:lnTo>
                  <a:lnTo>
                    <a:pt x="393" y="82"/>
                  </a:lnTo>
                  <a:lnTo>
                    <a:pt x="613" y="55"/>
                  </a:lnTo>
                  <a:lnTo>
                    <a:pt x="731" y="47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9" name="Freeform 41"/>
            <p:cNvSpPr/>
            <p:nvPr/>
          </p:nvSpPr>
          <p:spPr>
            <a:xfrm>
              <a:off x="3323" y="441"/>
              <a:ext cx="253" cy="9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63" y="0"/>
                </a:cxn>
                <a:cxn ang="0">
                  <a:pos x="137" y="7"/>
                </a:cxn>
                <a:cxn ang="0">
                  <a:pos x="209" y="8"/>
                </a:cxn>
                <a:cxn ang="0">
                  <a:pos x="252" y="65"/>
                </a:cxn>
                <a:cxn ang="0">
                  <a:pos x="178" y="94"/>
                </a:cxn>
                <a:cxn ang="0">
                  <a:pos x="238" y="62"/>
                </a:cxn>
                <a:cxn ang="0">
                  <a:pos x="194" y="18"/>
                </a:cxn>
                <a:cxn ang="0">
                  <a:pos x="151" y="18"/>
                </a:cxn>
                <a:cxn ang="0">
                  <a:pos x="173" y="51"/>
                </a:cxn>
                <a:cxn ang="0">
                  <a:pos x="99" y="8"/>
                </a:cxn>
                <a:cxn ang="0">
                  <a:pos x="0" y="8"/>
                </a:cxn>
              </a:cxnLst>
              <a:rect l="0" t="0" r="0" b="0"/>
              <a:pathLst>
                <a:path w="253" h="95">
                  <a:moveTo>
                    <a:pt x="0" y="8"/>
                  </a:moveTo>
                  <a:lnTo>
                    <a:pt x="63" y="0"/>
                  </a:lnTo>
                  <a:lnTo>
                    <a:pt x="137" y="7"/>
                  </a:lnTo>
                  <a:lnTo>
                    <a:pt x="209" y="8"/>
                  </a:lnTo>
                  <a:lnTo>
                    <a:pt x="252" y="65"/>
                  </a:lnTo>
                  <a:lnTo>
                    <a:pt x="178" y="94"/>
                  </a:lnTo>
                  <a:lnTo>
                    <a:pt x="238" y="62"/>
                  </a:lnTo>
                  <a:lnTo>
                    <a:pt x="194" y="18"/>
                  </a:lnTo>
                  <a:lnTo>
                    <a:pt x="151" y="18"/>
                  </a:lnTo>
                  <a:lnTo>
                    <a:pt x="173" y="51"/>
                  </a:lnTo>
                  <a:lnTo>
                    <a:pt x="99" y="8"/>
                  </a:lnTo>
                  <a:lnTo>
                    <a:pt x="0" y="8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0" name="Freeform 42"/>
            <p:cNvSpPr/>
            <p:nvPr/>
          </p:nvSpPr>
          <p:spPr>
            <a:xfrm>
              <a:off x="3380" y="506"/>
              <a:ext cx="116" cy="69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79" y="57"/>
                </a:cxn>
                <a:cxn ang="0">
                  <a:pos x="5" y="53"/>
                </a:cxn>
                <a:cxn ang="0">
                  <a:pos x="0" y="61"/>
                </a:cxn>
                <a:cxn ang="0">
                  <a:pos x="65" y="68"/>
                </a:cxn>
                <a:cxn ang="0">
                  <a:pos x="115" y="51"/>
                </a:cxn>
                <a:cxn ang="0">
                  <a:pos x="115" y="0"/>
                </a:cxn>
              </a:cxnLst>
              <a:rect l="0" t="0" r="0" b="0"/>
              <a:pathLst>
                <a:path w="116" h="69">
                  <a:moveTo>
                    <a:pt x="115" y="0"/>
                  </a:moveTo>
                  <a:lnTo>
                    <a:pt x="79" y="57"/>
                  </a:lnTo>
                  <a:lnTo>
                    <a:pt x="5" y="53"/>
                  </a:lnTo>
                  <a:lnTo>
                    <a:pt x="0" y="61"/>
                  </a:lnTo>
                  <a:lnTo>
                    <a:pt x="65" y="68"/>
                  </a:lnTo>
                  <a:lnTo>
                    <a:pt x="115" y="51"/>
                  </a:lnTo>
                  <a:lnTo>
                    <a:pt x="115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1" name="Freeform 43"/>
            <p:cNvSpPr/>
            <p:nvPr/>
          </p:nvSpPr>
          <p:spPr>
            <a:xfrm>
              <a:off x="3041" y="446"/>
              <a:ext cx="158" cy="54"/>
            </a:xfrm>
            <a:custGeom>
              <a:avLst/>
              <a:gdLst/>
              <a:ahLst/>
              <a:cxnLst>
                <a:cxn ang="0">
                  <a:pos x="13" y="53"/>
                </a:cxn>
                <a:cxn ang="0">
                  <a:pos x="0" y="7"/>
                </a:cxn>
                <a:cxn ang="0">
                  <a:pos x="42" y="0"/>
                </a:cxn>
                <a:cxn ang="0">
                  <a:pos x="112" y="2"/>
                </a:cxn>
                <a:cxn ang="0">
                  <a:pos x="150" y="25"/>
                </a:cxn>
                <a:cxn ang="0">
                  <a:pos x="157" y="46"/>
                </a:cxn>
                <a:cxn ang="0">
                  <a:pos x="128" y="46"/>
                </a:cxn>
                <a:cxn ang="0">
                  <a:pos x="115" y="20"/>
                </a:cxn>
                <a:cxn ang="0">
                  <a:pos x="79" y="8"/>
                </a:cxn>
                <a:cxn ang="0">
                  <a:pos x="32" y="7"/>
                </a:cxn>
                <a:cxn ang="0">
                  <a:pos x="7" y="10"/>
                </a:cxn>
                <a:cxn ang="0">
                  <a:pos x="25" y="53"/>
                </a:cxn>
                <a:cxn ang="0">
                  <a:pos x="13" y="53"/>
                </a:cxn>
              </a:cxnLst>
              <a:rect l="0" t="0" r="0" b="0"/>
              <a:pathLst>
                <a:path w="158" h="54">
                  <a:moveTo>
                    <a:pt x="13" y="53"/>
                  </a:moveTo>
                  <a:lnTo>
                    <a:pt x="0" y="7"/>
                  </a:lnTo>
                  <a:lnTo>
                    <a:pt x="42" y="0"/>
                  </a:lnTo>
                  <a:lnTo>
                    <a:pt x="112" y="2"/>
                  </a:lnTo>
                  <a:lnTo>
                    <a:pt x="150" y="25"/>
                  </a:lnTo>
                  <a:lnTo>
                    <a:pt x="157" y="46"/>
                  </a:lnTo>
                  <a:lnTo>
                    <a:pt x="128" y="46"/>
                  </a:lnTo>
                  <a:lnTo>
                    <a:pt x="115" y="20"/>
                  </a:lnTo>
                  <a:lnTo>
                    <a:pt x="79" y="8"/>
                  </a:lnTo>
                  <a:lnTo>
                    <a:pt x="32" y="7"/>
                  </a:lnTo>
                  <a:lnTo>
                    <a:pt x="7" y="10"/>
                  </a:lnTo>
                  <a:lnTo>
                    <a:pt x="25" y="53"/>
                  </a:lnTo>
                  <a:lnTo>
                    <a:pt x="13" y="5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2" name="Freeform 44"/>
            <p:cNvSpPr/>
            <p:nvPr/>
          </p:nvSpPr>
          <p:spPr>
            <a:xfrm>
              <a:off x="3531" y="486"/>
              <a:ext cx="761" cy="291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69" y="6"/>
                </a:cxn>
                <a:cxn ang="0">
                  <a:pos x="324" y="28"/>
                </a:cxn>
                <a:cxn ang="0">
                  <a:pos x="582" y="80"/>
                </a:cxn>
                <a:cxn ang="0">
                  <a:pos x="753" y="120"/>
                </a:cxn>
                <a:cxn ang="0">
                  <a:pos x="760" y="140"/>
                </a:cxn>
                <a:cxn ang="0">
                  <a:pos x="747" y="209"/>
                </a:cxn>
                <a:cxn ang="0">
                  <a:pos x="724" y="290"/>
                </a:cxn>
                <a:cxn ang="0">
                  <a:pos x="747" y="145"/>
                </a:cxn>
                <a:cxn ang="0">
                  <a:pos x="735" y="123"/>
                </a:cxn>
                <a:cxn ang="0">
                  <a:pos x="692" y="112"/>
                </a:cxn>
                <a:cxn ang="0">
                  <a:pos x="654" y="125"/>
                </a:cxn>
                <a:cxn ang="0">
                  <a:pos x="638" y="150"/>
                </a:cxn>
                <a:cxn ang="0">
                  <a:pos x="648" y="170"/>
                </a:cxn>
                <a:cxn ang="0">
                  <a:pos x="670" y="170"/>
                </a:cxn>
                <a:cxn ang="0">
                  <a:pos x="708" y="161"/>
                </a:cxn>
                <a:cxn ang="0">
                  <a:pos x="713" y="142"/>
                </a:cxn>
                <a:cxn ang="0">
                  <a:pos x="719" y="161"/>
                </a:cxn>
                <a:cxn ang="0">
                  <a:pos x="677" y="182"/>
                </a:cxn>
                <a:cxn ang="0">
                  <a:pos x="625" y="182"/>
                </a:cxn>
                <a:cxn ang="0">
                  <a:pos x="580" y="170"/>
                </a:cxn>
                <a:cxn ang="0">
                  <a:pos x="317" y="99"/>
                </a:cxn>
                <a:cxn ang="0">
                  <a:pos x="137" y="55"/>
                </a:cxn>
                <a:cxn ang="0">
                  <a:pos x="32" y="37"/>
                </a:cxn>
                <a:cxn ang="0">
                  <a:pos x="0" y="35"/>
                </a:cxn>
                <a:cxn ang="0">
                  <a:pos x="22" y="27"/>
                </a:cxn>
                <a:cxn ang="0">
                  <a:pos x="117" y="39"/>
                </a:cxn>
                <a:cxn ang="0">
                  <a:pos x="281" y="77"/>
                </a:cxn>
                <a:cxn ang="0">
                  <a:pos x="463" y="125"/>
                </a:cxn>
                <a:cxn ang="0">
                  <a:pos x="630" y="172"/>
                </a:cxn>
                <a:cxn ang="0">
                  <a:pos x="618" y="150"/>
                </a:cxn>
                <a:cxn ang="0">
                  <a:pos x="627" y="125"/>
                </a:cxn>
                <a:cxn ang="0">
                  <a:pos x="670" y="108"/>
                </a:cxn>
                <a:cxn ang="0">
                  <a:pos x="475" y="64"/>
                </a:cxn>
                <a:cxn ang="0">
                  <a:pos x="288" y="28"/>
                </a:cxn>
                <a:cxn ang="0">
                  <a:pos x="166" y="10"/>
                </a:cxn>
                <a:cxn ang="0">
                  <a:pos x="25" y="2"/>
                </a:cxn>
                <a:cxn ang="0">
                  <a:pos x="29" y="0"/>
                </a:cxn>
              </a:cxnLst>
              <a:rect l="0" t="0" r="0" b="0"/>
              <a:pathLst>
                <a:path w="761" h="291">
                  <a:moveTo>
                    <a:pt x="29" y="0"/>
                  </a:moveTo>
                  <a:lnTo>
                    <a:pt x="169" y="6"/>
                  </a:lnTo>
                  <a:lnTo>
                    <a:pt x="324" y="28"/>
                  </a:lnTo>
                  <a:lnTo>
                    <a:pt x="582" y="80"/>
                  </a:lnTo>
                  <a:lnTo>
                    <a:pt x="753" y="120"/>
                  </a:lnTo>
                  <a:lnTo>
                    <a:pt x="760" y="140"/>
                  </a:lnTo>
                  <a:lnTo>
                    <a:pt x="747" y="209"/>
                  </a:lnTo>
                  <a:lnTo>
                    <a:pt x="724" y="290"/>
                  </a:lnTo>
                  <a:lnTo>
                    <a:pt x="747" y="145"/>
                  </a:lnTo>
                  <a:lnTo>
                    <a:pt x="735" y="123"/>
                  </a:lnTo>
                  <a:lnTo>
                    <a:pt x="692" y="112"/>
                  </a:lnTo>
                  <a:lnTo>
                    <a:pt x="654" y="125"/>
                  </a:lnTo>
                  <a:lnTo>
                    <a:pt x="638" y="150"/>
                  </a:lnTo>
                  <a:lnTo>
                    <a:pt x="648" y="170"/>
                  </a:lnTo>
                  <a:lnTo>
                    <a:pt x="670" y="170"/>
                  </a:lnTo>
                  <a:lnTo>
                    <a:pt x="708" y="161"/>
                  </a:lnTo>
                  <a:lnTo>
                    <a:pt x="713" y="142"/>
                  </a:lnTo>
                  <a:lnTo>
                    <a:pt x="719" y="161"/>
                  </a:lnTo>
                  <a:lnTo>
                    <a:pt x="677" y="182"/>
                  </a:lnTo>
                  <a:lnTo>
                    <a:pt x="625" y="182"/>
                  </a:lnTo>
                  <a:lnTo>
                    <a:pt x="580" y="170"/>
                  </a:lnTo>
                  <a:lnTo>
                    <a:pt x="317" y="99"/>
                  </a:lnTo>
                  <a:lnTo>
                    <a:pt x="137" y="55"/>
                  </a:lnTo>
                  <a:lnTo>
                    <a:pt x="32" y="37"/>
                  </a:lnTo>
                  <a:lnTo>
                    <a:pt x="0" y="35"/>
                  </a:lnTo>
                  <a:lnTo>
                    <a:pt x="22" y="27"/>
                  </a:lnTo>
                  <a:lnTo>
                    <a:pt x="117" y="39"/>
                  </a:lnTo>
                  <a:lnTo>
                    <a:pt x="281" y="77"/>
                  </a:lnTo>
                  <a:lnTo>
                    <a:pt x="463" y="125"/>
                  </a:lnTo>
                  <a:lnTo>
                    <a:pt x="630" y="172"/>
                  </a:lnTo>
                  <a:lnTo>
                    <a:pt x="618" y="150"/>
                  </a:lnTo>
                  <a:lnTo>
                    <a:pt x="627" y="125"/>
                  </a:lnTo>
                  <a:lnTo>
                    <a:pt x="670" y="108"/>
                  </a:lnTo>
                  <a:lnTo>
                    <a:pt x="475" y="64"/>
                  </a:lnTo>
                  <a:lnTo>
                    <a:pt x="288" y="28"/>
                  </a:lnTo>
                  <a:lnTo>
                    <a:pt x="166" y="10"/>
                  </a:lnTo>
                  <a:lnTo>
                    <a:pt x="25" y="2"/>
                  </a:lnTo>
                  <a:lnTo>
                    <a:pt x="29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3" name="Freeform 45"/>
            <p:cNvSpPr/>
            <p:nvPr/>
          </p:nvSpPr>
          <p:spPr>
            <a:xfrm>
              <a:off x="2508" y="603"/>
              <a:ext cx="1807" cy="1030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43" y="45"/>
                </a:cxn>
                <a:cxn ang="0">
                  <a:pos x="56" y="149"/>
                </a:cxn>
                <a:cxn ang="0">
                  <a:pos x="61" y="307"/>
                </a:cxn>
                <a:cxn ang="0">
                  <a:pos x="56" y="520"/>
                </a:cxn>
                <a:cxn ang="0">
                  <a:pos x="50" y="688"/>
                </a:cxn>
                <a:cxn ang="0">
                  <a:pos x="36" y="887"/>
                </a:cxn>
                <a:cxn ang="0">
                  <a:pos x="20" y="995"/>
                </a:cxn>
                <a:cxn ang="0">
                  <a:pos x="433" y="1012"/>
                </a:cxn>
                <a:cxn ang="0">
                  <a:pos x="685" y="1015"/>
                </a:cxn>
                <a:cxn ang="0">
                  <a:pos x="1179" y="1012"/>
                </a:cxn>
                <a:cxn ang="0">
                  <a:pos x="1431" y="1007"/>
                </a:cxn>
                <a:cxn ang="0">
                  <a:pos x="1806" y="992"/>
                </a:cxn>
                <a:cxn ang="0">
                  <a:pos x="1467" y="1022"/>
                </a:cxn>
                <a:cxn ang="0">
                  <a:pos x="1161" y="1026"/>
                </a:cxn>
                <a:cxn ang="0">
                  <a:pos x="744" y="1029"/>
                </a:cxn>
                <a:cxn ang="0">
                  <a:pos x="362" y="1018"/>
                </a:cxn>
                <a:cxn ang="0">
                  <a:pos x="0" y="1003"/>
                </a:cxn>
                <a:cxn ang="0">
                  <a:pos x="20" y="850"/>
                </a:cxn>
                <a:cxn ang="0">
                  <a:pos x="32" y="614"/>
                </a:cxn>
                <a:cxn ang="0">
                  <a:pos x="36" y="397"/>
                </a:cxn>
                <a:cxn ang="0">
                  <a:pos x="36" y="202"/>
                </a:cxn>
                <a:cxn ang="0">
                  <a:pos x="20" y="63"/>
                </a:cxn>
                <a:cxn ang="0">
                  <a:pos x="0" y="0"/>
                </a:cxn>
                <a:cxn ang="0">
                  <a:pos x="11" y="3"/>
                </a:cxn>
              </a:cxnLst>
              <a:rect l="0" t="0" r="0" b="0"/>
              <a:pathLst>
                <a:path w="1807" h="1030">
                  <a:moveTo>
                    <a:pt x="11" y="3"/>
                  </a:moveTo>
                  <a:lnTo>
                    <a:pt x="43" y="45"/>
                  </a:lnTo>
                  <a:lnTo>
                    <a:pt x="56" y="149"/>
                  </a:lnTo>
                  <a:lnTo>
                    <a:pt x="61" y="307"/>
                  </a:lnTo>
                  <a:lnTo>
                    <a:pt x="56" y="520"/>
                  </a:lnTo>
                  <a:lnTo>
                    <a:pt x="50" y="688"/>
                  </a:lnTo>
                  <a:lnTo>
                    <a:pt x="36" y="887"/>
                  </a:lnTo>
                  <a:lnTo>
                    <a:pt x="20" y="995"/>
                  </a:lnTo>
                  <a:lnTo>
                    <a:pt x="433" y="1012"/>
                  </a:lnTo>
                  <a:lnTo>
                    <a:pt x="685" y="1015"/>
                  </a:lnTo>
                  <a:lnTo>
                    <a:pt x="1179" y="1012"/>
                  </a:lnTo>
                  <a:lnTo>
                    <a:pt x="1431" y="1007"/>
                  </a:lnTo>
                  <a:lnTo>
                    <a:pt x="1806" y="992"/>
                  </a:lnTo>
                  <a:lnTo>
                    <a:pt x="1467" y="1022"/>
                  </a:lnTo>
                  <a:lnTo>
                    <a:pt x="1161" y="1026"/>
                  </a:lnTo>
                  <a:lnTo>
                    <a:pt x="744" y="1029"/>
                  </a:lnTo>
                  <a:lnTo>
                    <a:pt x="362" y="1018"/>
                  </a:lnTo>
                  <a:lnTo>
                    <a:pt x="0" y="1003"/>
                  </a:lnTo>
                  <a:lnTo>
                    <a:pt x="20" y="850"/>
                  </a:lnTo>
                  <a:lnTo>
                    <a:pt x="32" y="614"/>
                  </a:lnTo>
                  <a:lnTo>
                    <a:pt x="36" y="397"/>
                  </a:lnTo>
                  <a:lnTo>
                    <a:pt x="36" y="202"/>
                  </a:lnTo>
                  <a:lnTo>
                    <a:pt x="20" y="63"/>
                  </a:lnTo>
                  <a:lnTo>
                    <a:pt x="0" y="0"/>
                  </a:lnTo>
                  <a:lnTo>
                    <a:pt x="11" y="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4" name="Freeform 46"/>
            <p:cNvSpPr/>
            <p:nvPr/>
          </p:nvSpPr>
          <p:spPr>
            <a:xfrm>
              <a:off x="4226" y="768"/>
              <a:ext cx="89" cy="831"/>
            </a:xfrm>
            <a:custGeom>
              <a:avLst/>
              <a:gdLst/>
              <a:ahLst/>
              <a:cxnLst>
                <a:cxn ang="0">
                  <a:pos x="26" y="41"/>
                </a:cxn>
                <a:cxn ang="0">
                  <a:pos x="18" y="158"/>
                </a:cxn>
                <a:cxn ang="0">
                  <a:pos x="26" y="393"/>
                </a:cxn>
                <a:cxn ang="0">
                  <a:pos x="51" y="655"/>
                </a:cxn>
                <a:cxn ang="0">
                  <a:pos x="88" y="830"/>
                </a:cxn>
                <a:cxn ang="0">
                  <a:pos x="51" y="715"/>
                </a:cxn>
                <a:cxn ang="0">
                  <a:pos x="18" y="550"/>
                </a:cxn>
                <a:cxn ang="0">
                  <a:pos x="13" y="348"/>
                </a:cxn>
                <a:cxn ang="0">
                  <a:pos x="0" y="142"/>
                </a:cxn>
                <a:cxn ang="0">
                  <a:pos x="26" y="0"/>
                </a:cxn>
                <a:cxn ang="0">
                  <a:pos x="26" y="41"/>
                </a:cxn>
              </a:cxnLst>
              <a:rect l="0" t="0" r="0" b="0"/>
              <a:pathLst>
                <a:path w="89" h="831">
                  <a:moveTo>
                    <a:pt x="26" y="41"/>
                  </a:moveTo>
                  <a:lnTo>
                    <a:pt x="18" y="158"/>
                  </a:lnTo>
                  <a:lnTo>
                    <a:pt x="26" y="393"/>
                  </a:lnTo>
                  <a:lnTo>
                    <a:pt x="51" y="655"/>
                  </a:lnTo>
                  <a:lnTo>
                    <a:pt x="88" y="830"/>
                  </a:lnTo>
                  <a:lnTo>
                    <a:pt x="51" y="715"/>
                  </a:lnTo>
                  <a:lnTo>
                    <a:pt x="18" y="550"/>
                  </a:lnTo>
                  <a:lnTo>
                    <a:pt x="13" y="348"/>
                  </a:lnTo>
                  <a:lnTo>
                    <a:pt x="0" y="142"/>
                  </a:lnTo>
                  <a:lnTo>
                    <a:pt x="26" y="0"/>
                  </a:lnTo>
                  <a:lnTo>
                    <a:pt x="26" y="41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99" name="Rectangle 47"/>
          <p:cNvSpPr>
            <a:spLocks noChangeArrowheads="1"/>
          </p:cNvSpPr>
          <p:nvPr/>
        </p:nvSpPr>
        <p:spPr bwMode="auto">
          <a:xfrm>
            <a:off x="4937125" y="3795713"/>
            <a:ext cx="2635250" cy="835025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课程介绍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356" name="Rectangle 47"/>
          <p:cNvSpPr/>
          <p:nvPr/>
        </p:nvSpPr>
        <p:spPr>
          <a:xfrm>
            <a:off x="4743450" y="3051175"/>
            <a:ext cx="3024188" cy="83502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t" anchorCtr="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教师介绍</a:t>
            </a:r>
            <a:endParaRPr lang="en-US" altLang="zh-CN" sz="44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6" name="Rectangle 47"/>
          <p:cNvSpPr>
            <a:spLocks noChangeArrowheads="1"/>
          </p:cNvSpPr>
          <p:nvPr/>
        </p:nvSpPr>
        <p:spPr bwMode="auto">
          <a:xfrm>
            <a:off x="4716463" y="4581525"/>
            <a:ext cx="3024188" cy="833438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考核介绍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3"/>
          <p:cNvSpPr/>
          <p:nvPr/>
        </p:nvSpPr>
        <p:spPr>
          <a:xfrm>
            <a:off x="250825" y="1506538"/>
            <a:ext cx="4319588" cy="7207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algn="just">
              <a:buClr>
                <a:schemeClr val="hlink"/>
              </a:buClr>
              <a:buSzPct val="60000"/>
            </a:pPr>
            <a:r>
              <a:rPr lang="en-US" altLang="zh-CN" sz="3200" dirty="0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 </a:t>
            </a:r>
            <a:r>
              <a:rPr lang="zh-CN" altLang="en-US" sz="4000" dirty="0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程思瑶 教授 </a:t>
            </a:r>
          </a:p>
        </p:txBody>
      </p:sp>
      <p:sp>
        <p:nvSpPr>
          <p:cNvPr id="15362" name="Text Box 18"/>
          <p:cNvSpPr txBox="1"/>
          <p:nvPr/>
        </p:nvSpPr>
        <p:spPr>
          <a:xfrm>
            <a:off x="4643438" y="620713"/>
            <a:ext cx="4429125" cy="7762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r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4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</a:rPr>
              <a:t>主讲教师</a:t>
            </a:r>
            <a:endParaRPr lang="en-US" altLang="zh-CN" sz="4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68313" y="2227263"/>
            <a:ext cx="8737600" cy="32918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marR="0" indent="-457200" defTabSz="914400" eaLnBrk="0" hangingPunct="0">
              <a:buClr>
                <a:srgbClr val="333333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000" kern="1200" cap="none" spc="0" normalizeH="0" baseline="0" noProof="0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联系方式</a:t>
            </a:r>
            <a:endParaRPr kumimoji="1" lang="en-US" altLang="zh-CN" sz="3000" kern="1200" cap="none" spc="0" normalizeH="0" baseline="0" noProof="0" dirty="0"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办公室：科创大厦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1416</a:t>
            </a: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E-mail: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  <a:hlinkClick r:id="rId2"/>
              </a:rPr>
              <a:t>csy@hit.edu.cn</a:t>
            </a:r>
            <a:endParaRPr kumimoji="1" lang="en-US" altLang="zh-CN" sz="3000" b="0" i="0" u="none" strike="noStrike" kern="1200" cap="none" spc="0" normalizeH="0" baseline="0" noProof="0" dirty="0">
              <a:ln>
                <a:noFill/>
              </a:ln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457200" marR="0" indent="-457200" defTabSz="914400" eaLnBrk="0" hangingPunct="0">
              <a:buClr>
                <a:srgbClr val="333333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000" kern="1200" cap="none" spc="0" normalizeH="0" baseline="0" noProof="0" dirty="0">
                <a:solidFill>
                  <a:srgbClr val="8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研究领域：</a:t>
            </a:r>
            <a:r>
              <a:rPr kumimoji="1" lang="zh-CN" altLang="en-US" sz="32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传感网、物联网、智慧农业、</a:t>
            </a:r>
          </a:p>
          <a:p>
            <a:pPr marR="0" defTabSz="914400" eaLnBrk="0" hangingPunct="0">
              <a:buClr>
                <a:srgbClr val="333333"/>
              </a:buClr>
              <a:buSzPct val="60000"/>
              <a:buFont typeface="Wingdings" panose="05000000000000000000" pitchFamily="2" charset="2"/>
              <a:defRPr/>
            </a:pPr>
            <a:r>
              <a:rPr kumimoji="1" lang="en-US" altLang="zh-CN" sz="32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                        </a:t>
            </a:r>
            <a:r>
              <a:rPr kumimoji="1" lang="zh-CN" altLang="en-US" sz="3200" kern="1200" cap="none" spc="0" normalizeH="0" baseline="0" noProof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感知大数据计算</a:t>
            </a:r>
            <a:endParaRPr kumimoji="1" lang="en-US" altLang="zh-CN" sz="3200" kern="1200" cap="none" spc="0" normalizeH="0" baseline="0" noProof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marR="0" defTabSz="914400" eaLnBrk="0" hangingPunct="0">
              <a:buClr>
                <a:srgbClr val="333333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kern="1200" cap="none" spc="0" normalizeH="0" baseline="0" noProof="0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457200" marR="0" indent="-457200" defTabSz="914400" eaLnBrk="0" hangingPunct="0">
              <a:buClr>
                <a:srgbClr val="333333"/>
              </a:buClr>
              <a:buSzPct val="60000"/>
              <a:buFont typeface="Wingdings" panose="05000000000000000000" pitchFamily="2" charset="2"/>
              <a:buChar char="l"/>
              <a:defRPr/>
            </a:pPr>
            <a:endParaRPr kumimoji="1" lang="en-US" altLang="zh-CN" sz="3000" kern="1200" cap="none" spc="0" normalizeH="0" baseline="0" noProof="0" dirty="0">
              <a:solidFill>
                <a:srgbClr val="8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3"/>
          <p:cNvSpPr/>
          <p:nvPr/>
        </p:nvSpPr>
        <p:spPr>
          <a:xfrm>
            <a:off x="1428750" y="1714500"/>
            <a:ext cx="6985000" cy="4071938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marL="457200" indent="-457200" algn="just"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endParaRPr lang="en-US" altLang="zh-CN" sz="3600" dirty="0">
              <a:latin typeface="Times New Roman" panose="02020603050405020304" pitchFamily="18" charset="0"/>
              <a:ea typeface="楷体_GB2312"/>
            </a:endParaRPr>
          </a:p>
          <a:p>
            <a:pPr marL="457200" indent="-457200" algn="just"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endParaRPr lang="en-US" altLang="zh-CN" sz="3200" dirty="0">
              <a:solidFill>
                <a:srgbClr val="0000FF"/>
              </a:solidFill>
              <a:latin typeface="Times New Roman" panose="02020603050405020304" pitchFamily="18" charset="0"/>
              <a:ea typeface="仿宋_GB2312"/>
            </a:endParaRPr>
          </a:p>
        </p:txBody>
      </p:sp>
      <p:sp>
        <p:nvSpPr>
          <p:cNvPr id="16386" name="Text Box 18"/>
          <p:cNvSpPr txBox="1"/>
          <p:nvPr/>
        </p:nvSpPr>
        <p:spPr>
          <a:xfrm>
            <a:off x="4643438" y="620713"/>
            <a:ext cx="4429125" cy="7826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r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4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</a:rPr>
              <a:t>助教</a:t>
            </a:r>
            <a:endParaRPr lang="en-US" altLang="zh-CN" sz="4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50975" y="1844675"/>
            <a:ext cx="5513388" cy="13531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marR="0" indent="-457200" defTabSz="914400" eaLnBrk="0" hangingPunct="0">
              <a:buClr>
                <a:srgbClr val="333333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贺长江</a:t>
            </a:r>
            <a:endParaRPr kumimoji="1" lang="en-US" altLang="zh-CN" sz="3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办公室：科创大厦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1414</a:t>
            </a: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Email: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1349927530@qq.com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450975" y="3430905"/>
            <a:ext cx="6080125" cy="13531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457200" marR="0" indent="-457200" defTabSz="914400" eaLnBrk="0" hangingPunct="0">
              <a:buClr>
                <a:srgbClr val="333333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000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  <a:cs typeface="楷体_GB2312"/>
              </a:rPr>
              <a:t>其他</a:t>
            </a:r>
            <a:endParaRPr kumimoji="1" lang="en-US" altLang="zh-CN" sz="3000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新魏" panose="02010800040101010101" pitchFamily="2" charset="-122"/>
              <a:ea typeface="华文新魏" panose="02010800040101010101" pitchFamily="2" charset="-122"/>
              <a:cs typeface="楷体_GB2312"/>
            </a:endParaRP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QQ</a:t>
            </a:r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群：870135274</a:t>
            </a:r>
          </a:p>
          <a:p>
            <a:pPr marL="914400" marR="0" lvl="1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B050"/>
              </a:buClr>
              <a:buSzPct val="60000"/>
              <a:buFont typeface="Wingdings" panose="05000000000000000000" pitchFamily="2" charset="2"/>
              <a:buChar char="Ø"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Email: </a:t>
            </a: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hitdbs2022cheng@163.com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2867025" y="552450"/>
            <a:ext cx="6138863" cy="68580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线下授课</a:t>
            </a:r>
          </a:p>
        </p:txBody>
      </p:sp>
      <p:sp>
        <p:nvSpPr>
          <p:cNvPr id="18435" name="内容占位符 2"/>
          <p:cNvSpPr>
            <a:spLocks noGrp="1"/>
          </p:cNvSpPr>
          <p:nvPr/>
        </p:nvSpPr>
        <p:spPr>
          <a:xfrm>
            <a:off x="1181100" y="1677988"/>
            <a:ext cx="7553325" cy="215265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3200" b="0" i="0" u="none" strike="noStrike" kern="1200" cap="none" spc="0" normalizeH="0" baseline="0" noProof="1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上课时间：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3200" b="0" i="0" u="none" strike="noStrike" kern="1200" cap="none" spc="0" normalizeH="0" baseline="0" noProof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  周一</a:t>
            </a:r>
            <a:r>
              <a:rPr kumimoji="0" lang="en-US" altLang="zh-CN" sz="3200" b="0" i="0" u="none" strike="noStrike" kern="1200" cap="none" spc="0" normalizeH="0" baseline="0" noProof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(5-6</a:t>
            </a:r>
            <a:r>
              <a:rPr kumimoji="0" lang="zh-CN" altLang="en-US" sz="3200" b="0" i="0" u="none" strike="noStrike" kern="1200" cap="none" spc="0" normalizeH="0" baseline="0" noProof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节</a:t>
            </a:r>
            <a:r>
              <a:rPr kumimoji="0" lang="en-US" altLang="zh-CN" sz="3200" b="0" i="0" u="none" strike="noStrike" kern="1200" cap="none" spc="0" normalizeH="0" baseline="0" noProof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)13:45—15:30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0" i="0" u="none" strike="noStrike" kern="1200" cap="none" spc="0" normalizeH="0" baseline="0" noProof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  </a:t>
            </a:r>
            <a:r>
              <a:rPr kumimoji="0" lang="zh-CN" altLang="en-US" sz="3200" b="0" i="0" u="none" strike="noStrike" kern="1200" cap="none" spc="0" normalizeH="0" baseline="0" noProof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周四</a:t>
            </a:r>
            <a:r>
              <a:rPr kumimoji="0" lang="en-US" altLang="zh-CN" sz="3200" b="0" i="0" u="none" strike="noStrike" kern="1200" cap="none" spc="0" normalizeH="0" baseline="0" noProof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(5-6</a:t>
            </a:r>
            <a:r>
              <a:rPr kumimoji="0" lang="zh-CN" altLang="en-US" sz="3200" b="0" i="0" u="none" strike="noStrike" kern="1200" cap="none" spc="0" normalizeH="0" baseline="0" noProof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节</a:t>
            </a:r>
            <a:r>
              <a:rPr kumimoji="0" lang="en-US" altLang="zh-CN" sz="3200" b="0" i="0" u="none" strike="noStrike" kern="1200" cap="none" spc="0" normalizeH="0" baseline="0" noProof="1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sym typeface="+mn-ea"/>
              </a:rPr>
              <a:t>)</a:t>
            </a:r>
            <a:r>
              <a:rPr lang="en-US" altLang="zh-CN" sz="3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13:45—15:30</a:t>
            </a:r>
            <a:endParaRPr kumimoji="0" lang="zh-CN" altLang="en-US" sz="3200" b="0" i="0" u="none" strike="noStrike" kern="1200" cap="none" spc="0" normalizeH="0" baseline="0" noProof="1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3200" b="0" i="0" u="none" strike="noStrike" kern="1200" cap="none" spc="0" normalizeH="0" baseline="0" noProof="1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正心</a:t>
            </a:r>
            <a:r>
              <a:rPr kumimoji="0" lang="en-US" altLang="zh-CN" sz="3200" b="0" i="0" u="none" strike="noStrike" kern="1200" cap="none" spc="0" normalizeH="0" baseline="0" noProof="1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14</a:t>
            </a:r>
            <a:endParaRPr kumimoji="0" lang="zh-CN" altLang="en-US" sz="3200" b="0" i="0" u="none" strike="noStrike" kern="1200" cap="none" spc="0" normalizeH="0" baseline="0" noProof="1">
              <a:solidFill>
                <a:schemeClr val="bg2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kern="1200" cap="none" spc="0" normalizeH="0" baseline="0" noProof="1">
              <a:solidFill>
                <a:schemeClr val="bg2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</p:txBody>
      </p:sp>
    </p:spTree>
  </p:cSld>
  <p:clrMapOvr>
    <a:masterClrMapping/>
  </p:clrMapOvr>
  <p:transition>
    <p:cover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3005138" y="620713"/>
            <a:ext cx="6138863" cy="68580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MOOC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资源</a:t>
            </a:r>
          </a:p>
        </p:txBody>
      </p:sp>
      <p:graphicFrame>
        <p:nvGraphicFramePr>
          <p:cNvPr id="11" name="表格 10"/>
          <p:cNvGraphicFramePr/>
          <p:nvPr/>
        </p:nvGraphicFramePr>
        <p:xfrm>
          <a:off x="900113" y="1844675"/>
          <a:ext cx="8243888" cy="3529014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160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47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09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763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数据库系统（上）</a:t>
                      </a:r>
                    </a:p>
                  </a:txBody>
                  <a:tcPr marL="91425" marR="91425" marT="45728" marB="457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 dirty="0"/>
                    </a:p>
                  </a:txBody>
                  <a:tcPr marL="91425" marR="91425" marT="45728" marB="457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 dirty="0"/>
                    </a:p>
                  </a:txBody>
                  <a:tcPr marL="91425" marR="91425" marT="45728" marB="4572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/>
                        </a:rPr>
                        <a:t>http://www.icourse163.org/course/HIT-1001516002</a:t>
                      </a:r>
                    </a:p>
                  </a:txBody>
                  <a:tcPr marL="91425" marR="91425" marT="45728" marB="45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763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数据库系统（中）</a:t>
                      </a:r>
                      <a:endParaRPr lang="zh-CN" altLang="en-US" sz="2000" dirty="0"/>
                    </a:p>
                  </a:txBody>
                  <a:tcPr marL="91425" marR="91425" marT="45728" marB="457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 dirty="0"/>
                    </a:p>
                  </a:txBody>
                  <a:tcPr marL="91425" marR="91425" marT="45728" marB="457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 dirty="0"/>
                    </a:p>
                  </a:txBody>
                  <a:tcPr marL="91425" marR="91425" marT="45728" marB="4572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0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/>
                        </a:rPr>
                        <a:t>http://www.icourse163.org/course/HIT-1001554030</a:t>
                      </a:r>
                      <a:endParaRPr lang="en-US" altLang="zh-CN" sz="1800" b="0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45728" marB="45728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763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000" b="1" kern="1200" dirty="0">
                          <a:solidFill>
                            <a:schemeClr val="bg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数据库系统（下）</a:t>
                      </a:r>
                      <a:endParaRPr lang="zh-CN" altLang="en-US" sz="2000" dirty="0"/>
                    </a:p>
                  </a:txBody>
                  <a:tcPr marL="91425" marR="91425" marT="45728" marB="457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/>
                    </a:p>
                  </a:txBody>
                  <a:tcPr marL="91425" marR="91425" marT="45728" marB="4572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800" dirty="0"/>
                    </a:p>
                  </a:txBody>
                  <a:tcPr marL="91425" marR="91425" marT="45728" marB="45728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u="sng" kern="1200" dirty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/>
                        </a:rPr>
                        <a:t>http://www.icourse163.org/course/HIT-1001578001</a:t>
                      </a:r>
                      <a:endParaRPr lang="en-US" altLang="zh-CN" sz="1800" kern="1200" dirty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25" marR="91425" marT="45728" marB="45728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7432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575" y="1916113"/>
            <a:ext cx="1479550" cy="1031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33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3238" y="1979613"/>
            <a:ext cx="981075" cy="904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34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325" y="3111500"/>
            <a:ext cx="1447800" cy="10080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35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9613" y="4294188"/>
            <a:ext cx="1447800" cy="10080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36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9438" y="3111500"/>
            <a:ext cx="904875" cy="9429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37" name="图片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9438" y="4344988"/>
            <a:ext cx="914400" cy="904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ext Box 18"/>
          <p:cNvSpPr txBox="1"/>
          <p:nvPr/>
        </p:nvSpPr>
        <p:spPr>
          <a:xfrm>
            <a:off x="4643438" y="620713"/>
            <a:ext cx="4429125" cy="8350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r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4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</a:rPr>
              <a:t>答疑</a:t>
            </a:r>
            <a:endParaRPr lang="en-US" altLang="zh-CN" sz="4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8434" name="内容占位符 2"/>
          <p:cNvSpPr>
            <a:spLocks noGrp="1"/>
          </p:cNvSpPr>
          <p:nvPr/>
        </p:nvSpPr>
        <p:spPr>
          <a:xfrm>
            <a:off x="1177925" y="2057400"/>
            <a:ext cx="5041900" cy="21526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线上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QQ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群提问</a:t>
            </a:r>
          </a:p>
          <a:p>
            <a:pPr marL="342900" indent="-342900" eaLnBrk="0" hangingPunct="0">
              <a:spcBef>
                <a:spcPct val="20000"/>
              </a:spcBef>
              <a:buChar char="•"/>
            </a:pP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线下集中答疑：</a:t>
            </a:r>
          </a:p>
          <a:p>
            <a:pPr marL="800100" lvl="1" indent="-342900" algn="l" eaLnBrk="0" hangingPunct="0">
              <a:spcBef>
                <a:spcPct val="20000"/>
              </a:spcBef>
              <a:buChar char="•"/>
            </a:pPr>
            <a:r>
              <a:rPr lang="zh-CN" altLang="en-US" sz="3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每周</a:t>
            </a:r>
            <a:r>
              <a:rPr lang="zh-CN" altLang="zh-CN" sz="3200" dirty="0">
                <a:solidFill>
                  <a:srgbClr val="C0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一次，时间待定</a:t>
            </a:r>
            <a:r>
              <a:rPr lang="en-US" altLang="zh-CN" sz="3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3200" dirty="0">
              <a:solidFill>
                <a:srgbClr val="0000FF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800100" lvl="1" indent="-342900" algn="l" eaLnBrk="0" hangingPunct="0">
              <a:spcBef>
                <a:spcPct val="20000"/>
              </a:spcBef>
              <a:buChar char="•"/>
            </a:pPr>
            <a:r>
              <a:rPr lang="zh-CN" altLang="en-US" sz="3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科创大厦</a:t>
            </a:r>
            <a:r>
              <a:rPr lang="en-US" altLang="zh-CN" sz="3200" dirty="0">
                <a:solidFill>
                  <a:srgbClr val="0000FF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1414</a:t>
            </a:r>
          </a:p>
        </p:txBody>
      </p:sp>
    </p:spTree>
  </p:cSld>
  <p:clrMapOvr>
    <a:masterClrMapping/>
  </p:clrMapOvr>
  <p:transition>
    <p:cover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Group 5"/>
          <p:cNvGrpSpPr/>
          <p:nvPr/>
        </p:nvGrpSpPr>
        <p:grpSpPr>
          <a:xfrm>
            <a:off x="1692275" y="1700213"/>
            <a:ext cx="6429375" cy="4451350"/>
            <a:chOff x="1200" y="194"/>
            <a:chExt cx="3121" cy="1439"/>
          </a:xfrm>
        </p:grpSpPr>
        <p:sp>
          <p:nvSpPr>
            <p:cNvPr id="19458" name="Freeform 6"/>
            <p:cNvSpPr/>
            <p:nvPr/>
          </p:nvSpPr>
          <p:spPr>
            <a:xfrm>
              <a:off x="2519" y="486"/>
              <a:ext cx="1802" cy="1141"/>
            </a:xfrm>
            <a:custGeom>
              <a:avLst/>
              <a:gdLst/>
              <a:ahLst/>
              <a:cxnLst>
                <a:cxn ang="0">
                  <a:pos x="22" y="88"/>
                </a:cxn>
                <a:cxn ang="0">
                  <a:pos x="0" y="119"/>
                </a:cxn>
                <a:cxn ang="0">
                  <a:pos x="25" y="176"/>
                </a:cxn>
                <a:cxn ang="0">
                  <a:pos x="45" y="384"/>
                </a:cxn>
                <a:cxn ang="0">
                  <a:pos x="45" y="537"/>
                </a:cxn>
                <a:cxn ang="0">
                  <a:pos x="40" y="734"/>
                </a:cxn>
                <a:cxn ang="0">
                  <a:pos x="22" y="975"/>
                </a:cxn>
                <a:cxn ang="0">
                  <a:pos x="0" y="1113"/>
                </a:cxn>
                <a:cxn ang="0">
                  <a:pos x="412" y="1133"/>
                </a:cxn>
                <a:cxn ang="0">
                  <a:pos x="616" y="1140"/>
                </a:cxn>
                <a:cxn ang="0">
                  <a:pos x="1063" y="1140"/>
                </a:cxn>
                <a:cxn ang="0">
                  <a:pos x="1403" y="1133"/>
                </a:cxn>
                <a:cxn ang="0">
                  <a:pos x="1680" y="1120"/>
                </a:cxn>
                <a:cxn ang="0">
                  <a:pos x="1801" y="1113"/>
                </a:cxn>
                <a:cxn ang="0">
                  <a:pos x="1758" y="941"/>
                </a:cxn>
                <a:cxn ang="0">
                  <a:pos x="1733" y="759"/>
                </a:cxn>
                <a:cxn ang="0">
                  <a:pos x="1718" y="530"/>
                </a:cxn>
                <a:cxn ang="0">
                  <a:pos x="1724" y="389"/>
                </a:cxn>
                <a:cxn ang="0">
                  <a:pos x="1751" y="276"/>
                </a:cxn>
                <a:cxn ang="0">
                  <a:pos x="1769" y="168"/>
                </a:cxn>
                <a:cxn ang="0">
                  <a:pos x="1769" y="131"/>
                </a:cxn>
                <a:cxn ang="0">
                  <a:pos x="1751" y="116"/>
                </a:cxn>
                <a:cxn ang="0">
                  <a:pos x="1421" y="46"/>
                </a:cxn>
                <a:cxn ang="0">
                  <a:pos x="1228" y="15"/>
                </a:cxn>
                <a:cxn ang="0">
                  <a:pos x="1126" y="3"/>
                </a:cxn>
                <a:cxn ang="0">
                  <a:pos x="1023" y="0"/>
                </a:cxn>
                <a:cxn ang="0">
                  <a:pos x="702" y="3"/>
                </a:cxn>
                <a:cxn ang="0">
                  <a:pos x="522" y="23"/>
                </a:cxn>
                <a:cxn ang="0">
                  <a:pos x="328" y="42"/>
                </a:cxn>
                <a:cxn ang="0">
                  <a:pos x="97" y="77"/>
                </a:cxn>
                <a:cxn ang="0">
                  <a:pos x="22" y="88"/>
                </a:cxn>
              </a:cxnLst>
              <a:rect l="0" t="0" r="0" b="0"/>
              <a:pathLst>
                <a:path w="1802" h="1141">
                  <a:moveTo>
                    <a:pt x="22" y="88"/>
                  </a:moveTo>
                  <a:lnTo>
                    <a:pt x="0" y="119"/>
                  </a:lnTo>
                  <a:lnTo>
                    <a:pt x="25" y="176"/>
                  </a:lnTo>
                  <a:lnTo>
                    <a:pt x="45" y="384"/>
                  </a:lnTo>
                  <a:lnTo>
                    <a:pt x="45" y="537"/>
                  </a:lnTo>
                  <a:lnTo>
                    <a:pt x="40" y="734"/>
                  </a:lnTo>
                  <a:lnTo>
                    <a:pt x="22" y="975"/>
                  </a:lnTo>
                  <a:lnTo>
                    <a:pt x="0" y="1113"/>
                  </a:lnTo>
                  <a:lnTo>
                    <a:pt x="412" y="1133"/>
                  </a:lnTo>
                  <a:lnTo>
                    <a:pt x="616" y="1140"/>
                  </a:lnTo>
                  <a:lnTo>
                    <a:pt x="1063" y="1140"/>
                  </a:lnTo>
                  <a:lnTo>
                    <a:pt x="1403" y="1133"/>
                  </a:lnTo>
                  <a:lnTo>
                    <a:pt x="1680" y="1120"/>
                  </a:lnTo>
                  <a:lnTo>
                    <a:pt x="1801" y="1113"/>
                  </a:lnTo>
                  <a:lnTo>
                    <a:pt x="1758" y="941"/>
                  </a:lnTo>
                  <a:lnTo>
                    <a:pt x="1733" y="759"/>
                  </a:lnTo>
                  <a:lnTo>
                    <a:pt x="1718" y="530"/>
                  </a:lnTo>
                  <a:lnTo>
                    <a:pt x="1724" y="389"/>
                  </a:lnTo>
                  <a:lnTo>
                    <a:pt x="1751" y="276"/>
                  </a:lnTo>
                  <a:lnTo>
                    <a:pt x="1769" y="168"/>
                  </a:lnTo>
                  <a:lnTo>
                    <a:pt x="1769" y="131"/>
                  </a:lnTo>
                  <a:lnTo>
                    <a:pt x="1751" y="116"/>
                  </a:lnTo>
                  <a:lnTo>
                    <a:pt x="1421" y="46"/>
                  </a:lnTo>
                  <a:lnTo>
                    <a:pt x="1228" y="15"/>
                  </a:lnTo>
                  <a:lnTo>
                    <a:pt x="1126" y="3"/>
                  </a:lnTo>
                  <a:lnTo>
                    <a:pt x="1023" y="0"/>
                  </a:lnTo>
                  <a:lnTo>
                    <a:pt x="702" y="3"/>
                  </a:lnTo>
                  <a:lnTo>
                    <a:pt x="522" y="23"/>
                  </a:lnTo>
                  <a:lnTo>
                    <a:pt x="328" y="42"/>
                  </a:lnTo>
                  <a:lnTo>
                    <a:pt x="97" y="77"/>
                  </a:lnTo>
                  <a:lnTo>
                    <a:pt x="22" y="88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59" name="Freeform 7"/>
            <p:cNvSpPr/>
            <p:nvPr/>
          </p:nvSpPr>
          <p:spPr>
            <a:xfrm>
              <a:off x="1216" y="598"/>
              <a:ext cx="1797" cy="1032"/>
            </a:xfrm>
            <a:custGeom>
              <a:avLst/>
              <a:gdLst/>
              <a:ahLst/>
              <a:cxnLst>
                <a:cxn ang="0">
                  <a:pos x="1256" y="0"/>
                </a:cxn>
                <a:cxn ang="0">
                  <a:pos x="1308" y="4"/>
                </a:cxn>
                <a:cxn ang="0">
                  <a:pos x="1338" y="55"/>
                </a:cxn>
                <a:cxn ang="0">
                  <a:pos x="1349" y="195"/>
                </a:cxn>
                <a:cxn ang="0">
                  <a:pos x="1356" y="397"/>
                </a:cxn>
                <a:cxn ang="0">
                  <a:pos x="1344" y="581"/>
                </a:cxn>
                <a:cxn ang="0">
                  <a:pos x="1338" y="811"/>
                </a:cxn>
                <a:cxn ang="0">
                  <a:pos x="1315" y="943"/>
                </a:cxn>
                <a:cxn ang="0">
                  <a:pos x="1308" y="1008"/>
                </a:cxn>
                <a:cxn ang="0">
                  <a:pos x="1796" y="1031"/>
                </a:cxn>
                <a:cxn ang="0">
                  <a:pos x="647" y="1031"/>
                </a:cxn>
                <a:cxn ang="0">
                  <a:pos x="670" y="984"/>
                </a:cxn>
                <a:cxn ang="0">
                  <a:pos x="681" y="923"/>
                </a:cxn>
                <a:cxn ang="0">
                  <a:pos x="495" y="908"/>
                </a:cxn>
                <a:cxn ang="0">
                  <a:pos x="434" y="864"/>
                </a:cxn>
                <a:cxn ang="0">
                  <a:pos x="495" y="793"/>
                </a:cxn>
                <a:cxn ang="0">
                  <a:pos x="499" y="722"/>
                </a:cxn>
                <a:cxn ang="0">
                  <a:pos x="121" y="674"/>
                </a:cxn>
                <a:cxn ang="0">
                  <a:pos x="0" y="573"/>
                </a:cxn>
                <a:cxn ang="0">
                  <a:pos x="0" y="516"/>
                </a:cxn>
                <a:cxn ang="0">
                  <a:pos x="49" y="491"/>
                </a:cxn>
                <a:cxn ang="0">
                  <a:pos x="29" y="473"/>
                </a:cxn>
                <a:cxn ang="0">
                  <a:pos x="128" y="375"/>
                </a:cxn>
                <a:cxn ang="0">
                  <a:pos x="72" y="277"/>
                </a:cxn>
                <a:cxn ang="0">
                  <a:pos x="113" y="205"/>
                </a:cxn>
                <a:cxn ang="0">
                  <a:pos x="168" y="192"/>
                </a:cxn>
                <a:cxn ang="0">
                  <a:pos x="193" y="156"/>
                </a:cxn>
                <a:cxn ang="0">
                  <a:pos x="308" y="138"/>
                </a:cxn>
                <a:cxn ang="0">
                  <a:pos x="488" y="68"/>
                </a:cxn>
                <a:cxn ang="0">
                  <a:pos x="712" y="30"/>
                </a:cxn>
                <a:cxn ang="0">
                  <a:pos x="1256" y="0"/>
                </a:cxn>
              </a:cxnLst>
              <a:rect l="0" t="0" r="0" b="0"/>
              <a:pathLst>
                <a:path w="1797" h="1032">
                  <a:moveTo>
                    <a:pt x="1256" y="0"/>
                  </a:moveTo>
                  <a:lnTo>
                    <a:pt x="1308" y="4"/>
                  </a:lnTo>
                  <a:lnTo>
                    <a:pt x="1338" y="55"/>
                  </a:lnTo>
                  <a:lnTo>
                    <a:pt x="1349" y="195"/>
                  </a:lnTo>
                  <a:lnTo>
                    <a:pt x="1356" y="397"/>
                  </a:lnTo>
                  <a:lnTo>
                    <a:pt x="1344" y="581"/>
                  </a:lnTo>
                  <a:lnTo>
                    <a:pt x="1338" y="811"/>
                  </a:lnTo>
                  <a:lnTo>
                    <a:pt x="1315" y="943"/>
                  </a:lnTo>
                  <a:lnTo>
                    <a:pt x="1308" y="1008"/>
                  </a:lnTo>
                  <a:lnTo>
                    <a:pt x="1796" y="1031"/>
                  </a:lnTo>
                  <a:lnTo>
                    <a:pt x="647" y="1031"/>
                  </a:lnTo>
                  <a:lnTo>
                    <a:pt x="670" y="984"/>
                  </a:lnTo>
                  <a:lnTo>
                    <a:pt x="681" y="923"/>
                  </a:lnTo>
                  <a:lnTo>
                    <a:pt x="495" y="908"/>
                  </a:lnTo>
                  <a:lnTo>
                    <a:pt x="434" y="864"/>
                  </a:lnTo>
                  <a:lnTo>
                    <a:pt x="495" y="793"/>
                  </a:lnTo>
                  <a:lnTo>
                    <a:pt x="499" y="722"/>
                  </a:lnTo>
                  <a:lnTo>
                    <a:pt x="121" y="674"/>
                  </a:lnTo>
                  <a:lnTo>
                    <a:pt x="0" y="573"/>
                  </a:lnTo>
                  <a:lnTo>
                    <a:pt x="0" y="516"/>
                  </a:lnTo>
                  <a:lnTo>
                    <a:pt x="49" y="491"/>
                  </a:lnTo>
                  <a:lnTo>
                    <a:pt x="29" y="473"/>
                  </a:lnTo>
                  <a:lnTo>
                    <a:pt x="128" y="375"/>
                  </a:lnTo>
                  <a:lnTo>
                    <a:pt x="72" y="277"/>
                  </a:lnTo>
                  <a:lnTo>
                    <a:pt x="113" y="205"/>
                  </a:lnTo>
                  <a:lnTo>
                    <a:pt x="168" y="192"/>
                  </a:lnTo>
                  <a:lnTo>
                    <a:pt x="193" y="156"/>
                  </a:lnTo>
                  <a:lnTo>
                    <a:pt x="308" y="138"/>
                  </a:lnTo>
                  <a:lnTo>
                    <a:pt x="488" y="68"/>
                  </a:lnTo>
                  <a:lnTo>
                    <a:pt x="712" y="30"/>
                  </a:lnTo>
                  <a:lnTo>
                    <a:pt x="1256" y="0"/>
                  </a:lnTo>
                </a:path>
              </a:pathLst>
            </a:custGeom>
            <a:solidFill>
              <a:srgbClr val="4C4C4C"/>
            </a:solidFill>
            <a:ln w="12700" cap="rnd" cmpd="sng">
              <a:solidFill>
                <a:srgbClr val="4C4C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0" name="Freeform 8"/>
            <p:cNvSpPr/>
            <p:nvPr/>
          </p:nvSpPr>
          <p:spPr>
            <a:xfrm>
              <a:off x="1953" y="665"/>
              <a:ext cx="607" cy="364"/>
            </a:xfrm>
            <a:custGeom>
              <a:avLst/>
              <a:gdLst/>
              <a:ahLst/>
              <a:cxnLst>
                <a:cxn ang="0">
                  <a:pos x="523" y="0"/>
                </a:cxn>
                <a:cxn ang="0">
                  <a:pos x="563" y="32"/>
                </a:cxn>
                <a:cxn ang="0">
                  <a:pos x="599" y="87"/>
                </a:cxn>
                <a:cxn ang="0">
                  <a:pos x="606" y="243"/>
                </a:cxn>
                <a:cxn ang="0">
                  <a:pos x="577" y="281"/>
                </a:cxn>
                <a:cxn ang="0">
                  <a:pos x="478" y="363"/>
                </a:cxn>
                <a:cxn ang="0">
                  <a:pos x="310" y="320"/>
                </a:cxn>
                <a:cxn ang="0">
                  <a:pos x="195" y="271"/>
                </a:cxn>
                <a:cxn ang="0">
                  <a:pos x="105" y="197"/>
                </a:cxn>
                <a:cxn ang="0">
                  <a:pos x="52" y="146"/>
                </a:cxn>
                <a:cxn ang="0">
                  <a:pos x="11" y="77"/>
                </a:cxn>
                <a:cxn ang="0">
                  <a:pos x="0" y="37"/>
                </a:cxn>
                <a:cxn ang="0">
                  <a:pos x="523" y="0"/>
                </a:cxn>
              </a:cxnLst>
              <a:rect l="0" t="0" r="0" b="0"/>
              <a:pathLst>
                <a:path w="607" h="364">
                  <a:moveTo>
                    <a:pt x="523" y="0"/>
                  </a:moveTo>
                  <a:lnTo>
                    <a:pt x="563" y="32"/>
                  </a:lnTo>
                  <a:lnTo>
                    <a:pt x="599" y="87"/>
                  </a:lnTo>
                  <a:lnTo>
                    <a:pt x="606" y="243"/>
                  </a:lnTo>
                  <a:lnTo>
                    <a:pt x="577" y="281"/>
                  </a:lnTo>
                  <a:lnTo>
                    <a:pt x="478" y="363"/>
                  </a:lnTo>
                  <a:lnTo>
                    <a:pt x="310" y="320"/>
                  </a:lnTo>
                  <a:lnTo>
                    <a:pt x="195" y="271"/>
                  </a:lnTo>
                  <a:lnTo>
                    <a:pt x="105" y="197"/>
                  </a:lnTo>
                  <a:lnTo>
                    <a:pt x="52" y="146"/>
                  </a:lnTo>
                  <a:lnTo>
                    <a:pt x="11" y="77"/>
                  </a:lnTo>
                  <a:lnTo>
                    <a:pt x="0" y="37"/>
                  </a:lnTo>
                  <a:lnTo>
                    <a:pt x="523" y="0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1" name="Freeform 9"/>
            <p:cNvSpPr/>
            <p:nvPr/>
          </p:nvSpPr>
          <p:spPr>
            <a:xfrm>
              <a:off x="2195" y="750"/>
              <a:ext cx="303" cy="284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67" y="0"/>
                </a:cxn>
                <a:cxn ang="0">
                  <a:pos x="153" y="5"/>
                </a:cxn>
                <a:cxn ang="0">
                  <a:pos x="144" y="81"/>
                </a:cxn>
                <a:cxn ang="0">
                  <a:pos x="302" y="233"/>
                </a:cxn>
                <a:cxn ang="0">
                  <a:pos x="230" y="283"/>
                </a:cxn>
                <a:cxn ang="0">
                  <a:pos x="124" y="238"/>
                </a:cxn>
                <a:cxn ang="0">
                  <a:pos x="108" y="80"/>
                </a:cxn>
                <a:cxn ang="0">
                  <a:pos x="83" y="80"/>
                </a:cxn>
                <a:cxn ang="0">
                  <a:pos x="16" y="30"/>
                </a:cxn>
                <a:cxn ang="0">
                  <a:pos x="0" y="16"/>
                </a:cxn>
              </a:cxnLst>
              <a:rect l="0" t="0" r="0" b="0"/>
              <a:pathLst>
                <a:path w="303" h="284">
                  <a:moveTo>
                    <a:pt x="0" y="16"/>
                  </a:moveTo>
                  <a:lnTo>
                    <a:pt x="67" y="0"/>
                  </a:lnTo>
                  <a:lnTo>
                    <a:pt x="153" y="5"/>
                  </a:lnTo>
                  <a:lnTo>
                    <a:pt x="144" y="81"/>
                  </a:lnTo>
                  <a:lnTo>
                    <a:pt x="302" y="233"/>
                  </a:lnTo>
                  <a:lnTo>
                    <a:pt x="230" y="283"/>
                  </a:lnTo>
                  <a:lnTo>
                    <a:pt x="124" y="238"/>
                  </a:lnTo>
                  <a:lnTo>
                    <a:pt x="108" y="80"/>
                  </a:lnTo>
                  <a:lnTo>
                    <a:pt x="83" y="80"/>
                  </a:lnTo>
                  <a:lnTo>
                    <a:pt x="16" y="30"/>
                  </a:lnTo>
                  <a:lnTo>
                    <a:pt x="0" y="16"/>
                  </a:lnTo>
                </a:path>
              </a:pathLst>
            </a:custGeom>
            <a:solidFill>
              <a:srgbClr val="FFFF00"/>
            </a:solidFill>
            <a:ln w="12700" cap="rnd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2" name="Freeform 10"/>
            <p:cNvSpPr/>
            <p:nvPr/>
          </p:nvSpPr>
          <p:spPr>
            <a:xfrm>
              <a:off x="1833" y="962"/>
              <a:ext cx="700" cy="344"/>
            </a:xfrm>
            <a:custGeom>
              <a:avLst/>
              <a:gdLst/>
              <a:ahLst/>
              <a:cxnLst>
                <a:cxn ang="0">
                  <a:pos x="213" y="0"/>
                </a:cxn>
                <a:cxn ang="0">
                  <a:pos x="247" y="0"/>
                </a:cxn>
                <a:cxn ang="0">
                  <a:pos x="304" y="26"/>
                </a:cxn>
                <a:cxn ang="0">
                  <a:pos x="315" y="68"/>
                </a:cxn>
                <a:cxn ang="0">
                  <a:pos x="286" y="113"/>
                </a:cxn>
                <a:cxn ang="0">
                  <a:pos x="286" y="130"/>
                </a:cxn>
                <a:cxn ang="0">
                  <a:pos x="315" y="139"/>
                </a:cxn>
                <a:cxn ang="0">
                  <a:pos x="636" y="130"/>
                </a:cxn>
                <a:cxn ang="0">
                  <a:pos x="699" y="144"/>
                </a:cxn>
                <a:cxn ang="0">
                  <a:pos x="699" y="180"/>
                </a:cxn>
                <a:cxn ang="0">
                  <a:pos x="670" y="193"/>
                </a:cxn>
                <a:cxn ang="0">
                  <a:pos x="490" y="196"/>
                </a:cxn>
                <a:cxn ang="0">
                  <a:pos x="382" y="211"/>
                </a:cxn>
                <a:cxn ang="0">
                  <a:pos x="359" y="300"/>
                </a:cxn>
                <a:cxn ang="0">
                  <a:pos x="312" y="318"/>
                </a:cxn>
                <a:cxn ang="0">
                  <a:pos x="301" y="334"/>
                </a:cxn>
                <a:cxn ang="0">
                  <a:pos x="256" y="343"/>
                </a:cxn>
                <a:cxn ang="0">
                  <a:pos x="139" y="343"/>
                </a:cxn>
                <a:cxn ang="0">
                  <a:pos x="20" y="327"/>
                </a:cxn>
                <a:cxn ang="0">
                  <a:pos x="0" y="276"/>
                </a:cxn>
                <a:cxn ang="0">
                  <a:pos x="16" y="213"/>
                </a:cxn>
                <a:cxn ang="0">
                  <a:pos x="68" y="153"/>
                </a:cxn>
                <a:cxn ang="0">
                  <a:pos x="121" y="114"/>
                </a:cxn>
                <a:cxn ang="0">
                  <a:pos x="198" y="79"/>
                </a:cxn>
                <a:cxn ang="0">
                  <a:pos x="213" y="0"/>
                </a:cxn>
              </a:cxnLst>
              <a:rect l="0" t="0" r="0" b="0"/>
              <a:pathLst>
                <a:path w="700" h="344">
                  <a:moveTo>
                    <a:pt x="213" y="0"/>
                  </a:moveTo>
                  <a:lnTo>
                    <a:pt x="247" y="0"/>
                  </a:lnTo>
                  <a:lnTo>
                    <a:pt x="304" y="26"/>
                  </a:lnTo>
                  <a:lnTo>
                    <a:pt x="315" y="68"/>
                  </a:lnTo>
                  <a:lnTo>
                    <a:pt x="286" y="113"/>
                  </a:lnTo>
                  <a:lnTo>
                    <a:pt x="286" y="130"/>
                  </a:lnTo>
                  <a:lnTo>
                    <a:pt x="315" y="139"/>
                  </a:lnTo>
                  <a:lnTo>
                    <a:pt x="636" y="130"/>
                  </a:lnTo>
                  <a:lnTo>
                    <a:pt x="699" y="144"/>
                  </a:lnTo>
                  <a:lnTo>
                    <a:pt x="699" y="180"/>
                  </a:lnTo>
                  <a:lnTo>
                    <a:pt x="670" y="193"/>
                  </a:lnTo>
                  <a:lnTo>
                    <a:pt x="490" y="196"/>
                  </a:lnTo>
                  <a:lnTo>
                    <a:pt x="382" y="211"/>
                  </a:lnTo>
                  <a:lnTo>
                    <a:pt x="359" y="300"/>
                  </a:lnTo>
                  <a:lnTo>
                    <a:pt x="312" y="318"/>
                  </a:lnTo>
                  <a:lnTo>
                    <a:pt x="301" y="334"/>
                  </a:lnTo>
                  <a:lnTo>
                    <a:pt x="256" y="343"/>
                  </a:lnTo>
                  <a:lnTo>
                    <a:pt x="139" y="343"/>
                  </a:lnTo>
                  <a:lnTo>
                    <a:pt x="20" y="327"/>
                  </a:lnTo>
                  <a:lnTo>
                    <a:pt x="0" y="276"/>
                  </a:lnTo>
                  <a:lnTo>
                    <a:pt x="16" y="213"/>
                  </a:lnTo>
                  <a:lnTo>
                    <a:pt x="68" y="153"/>
                  </a:lnTo>
                  <a:lnTo>
                    <a:pt x="121" y="114"/>
                  </a:lnTo>
                  <a:lnTo>
                    <a:pt x="198" y="79"/>
                  </a:lnTo>
                  <a:lnTo>
                    <a:pt x="213" y="0"/>
                  </a:lnTo>
                </a:path>
              </a:pathLst>
            </a:custGeom>
            <a:solidFill>
              <a:srgbClr val="FFC17F"/>
            </a:solidFill>
            <a:ln w="12700" cap="rnd" cmpd="sng">
              <a:solidFill>
                <a:srgbClr val="FFC1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3" name="Freeform 11"/>
            <p:cNvSpPr/>
            <p:nvPr/>
          </p:nvSpPr>
          <p:spPr>
            <a:xfrm>
              <a:off x="3053" y="446"/>
              <a:ext cx="520" cy="151"/>
            </a:xfrm>
            <a:custGeom>
              <a:avLst/>
              <a:gdLst/>
              <a:ahLst/>
              <a:cxnLst>
                <a:cxn ang="0">
                  <a:pos x="16" y="57"/>
                </a:cxn>
                <a:cxn ang="0">
                  <a:pos x="101" y="47"/>
                </a:cxn>
                <a:cxn ang="0">
                  <a:pos x="193" y="43"/>
                </a:cxn>
                <a:cxn ang="0">
                  <a:pos x="187" y="66"/>
                </a:cxn>
                <a:cxn ang="0">
                  <a:pos x="171" y="113"/>
                </a:cxn>
                <a:cxn ang="0">
                  <a:pos x="200" y="141"/>
                </a:cxn>
                <a:cxn ang="0">
                  <a:pos x="252" y="150"/>
                </a:cxn>
                <a:cxn ang="0">
                  <a:pos x="317" y="133"/>
                </a:cxn>
                <a:cxn ang="0">
                  <a:pos x="342" y="120"/>
                </a:cxn>
                <a:cxn ang="0">
                  <a:pos x="405" y="124"/>
                </a:cxn>
                <a:cxn ang="0">
                  <a:pos x="434" y="115"/>
                </a:cxn>
                <a:cxn ang="0">
                  <a:pos x="452" y="93"/>
                </a:cxn>
                <a:cxn ang="0">
                  <a:pos x="463" y="86"/>
                </a:cxn>
                <a:cxn ang="0">
                  <a:pos x="519" y="61"/>
                </a:cxn>
                <a:cxn ang="0">
                  <a:pos x="478" y="12"/>
                </a:cxn>
                <a:cxn ang="0">
                  <a:pos x="335" y="0"/>
                </a:cxn>
                <a:cxn ang="0">
                  <a:pos x="269" y="7"/>
                </a:cxn>
                <a:cxn ang="0">
                  <a:pos x="245" y="0"/>
                </a:cxn>
                <a:cxn ang="0">
                  <a:pos x="175" y="7"/>
                </a:cxn>
                <a:cxn ang="0">
                  <a:pos x="139" y="26"/>
                </a:cxn>
                <a:cxn ang="0">
                  <a:pos x="88" y="7"/>
                </a:cxn>
                <a:cxn ang="0">
                  <a:pos x="25" y="6"/>
                </a:cxn>
                <a:cxn ang="0">
                  <a:pos x="0" y="13"/>
                </a:cxn>
                <a:cxn ang="0">
                  <a:pos x="16" y="57"/>
                </a:cxn>
              </a:cxnLst>
              <a:rect l="0" t="0" r="0" b="0"/>
              <a:pathLst>
                <a:path w="520" h="151">
                  <a:moveTo>
                    <a:pt x="16" y="57"/>
                  </a:moveTo>
                  <a:lnTo>
                    <a:pt x="101" y="47"/>
                  </a:lnTo>
                  <a:lnTo>
                    <a:pt x="193" y="43"/>
                  </a:lnTo>
                  <a:lnTo>
                    <a:pt x="187" y="66"/>
                  </a:lnTo>
                  <a:lnTo>
                    <a:pt x="171" y="113"/>
                  </a:lnTo>
                  <a:lnTo>
                    <a:pt x="200" y="141"/>
                  </a:lnTo>
                  <a:lnTo>
                    <a:pt x="252" y="150"/>
                  </a:lnTo>
                  <a:lnTo>
                    <a:pt x="317" y="133"/>
                  </a:lnTo>
                  <a:lnTo>
                    <a:pt x="342" y="120"/>
                  </a:lnTo>
                  <a:lnTo>
                    <a:pt x="405" y="124"/>
                  </a:lnTo>
                  <a:lnTo>
                    <a:pt x="434" y="115"/>
                  </a:lnTo>
                  <a:lnTo>
                    <a:pt x="452" y="93"/>
                  </a:lnTo>
                  <a:lnTo>
                    <a:pt x="463" y="86"/>
                  </a:lnTo>
                  <a:lnTo>
                    <a:pt x="519" y="61"/>
                  </a:lnTo>
                  <a:lnTo>
                    <a:pt x="478" y="12"/>
                  </a:lnTo>
                  <a:lnTo>
                    <a:pt x="335" y="0"/>
                  </a:lnTo>
                  <a:lnTo>
                    <a:pt x="269" y="7"/>
                  </a:lnTo>
                  <a:lnTo>
                    <a:pt x="245" y="0"/>
                  </a:lnTo>
                  <a:lnTo>
                    <a:pt x="175" y="7"/>
                  </a:lnTo>
                  <a:lnTo>
                    <a:pt x="139" y="26"/>
                  </a:lnTo>
                  <a:lnTo>
                    <a:pt x="88" y="7"/>
                  </a:lnTo>
                  <a:lnTo>
                    <a:pt x="25" y="6"/>
                  </a:lnTo>
                  <a:lnTo>
                    <a:pt x="0" y="13"/>
                  </a:lnTo>
                  <a:lnTo>
                    <a:pt x="16" y="57"/>
                  </a:lnTo>
                </a:path>
              </a:pathLst>
            </a:custGeom>
            <a:solidFill>
              <a:srgbClr val="FFC17F"/>
            </a:solidFill>
            <a:ln w="12700" cap="rnd" cmpd="sng">
              <a:solidFill>
                <a:srgbClr val="FFC1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4" name="Freeform 12"/>
            <p:cNvSpPr/>
            <p:nvPr/>
          </p:nvSpPr>
          <p:spPr>
            <a:xfrm>
              <a:off x="1699" y="249"/>
              <a:ext cx="856" cy="508"/>
            </a:xfrm>
            <a:custGeom>
              <a:avLst/>
              <a:gdLst/>
              <a:ahLst/>
              <a:cxnLst>
                <a:cxn ang="0">
                  <a:pos x="7" y="183"/>
                </a:cxn>
                <a:cxn ang="0">
                  <a:pos x="49" y="167"/>
                </a:cxn>
                <a:cxn ang="0">
                  <a:pos x="95" y="52"/>
                </a:cxn>
                <a:cxn ang="0">
                  <a:pos x="128" y="32"/>
                </a:cxn>
                <a:cxn ang="0">
                  <a:pos x="583" y="0"/>
                </a:cxn>
                <a:cxn ang="0">
                  <a:pos x="722" y="127"/>
                </a:cxn>
                <a:cxn ang="0">
                  <a:pos x="733" y="159"/>
                </a:cxn>
                <a:cxn ang="0">
                  <a:pos x="810" y="162"/>
                </a:cxn>
                <a:cxn ang="0">
                  <a:pos x="850" y="187"/>
                </a:cxn>
                <a:cxn ang="0">
                  <a:pos x="855" y="223"/>
                </a:cxn>
                <a:cxn ang="0">
                  <a:pos x="774" y="264"/>
                </a:cxn>
                <a:cxn ang="0">
                  <a:pos x="778" y="384"/>
                </a:cxn>
                <a:cxn ang="0">
                  <a:pos x="736" y="446"/>
                </a:cxn>
                <a:cxn ang="0">
                  <a:pos x="626" y="480"/>
                </a:cxn>
                <a:cxn ang="0">
                  <a:pos x="592" y="499"/>
                </a:cxn>
                <a:cxn ang="0">
                  <a:pos x="520" y="507"/>
                </a:cxn>
                <a:cxn ang="0">
                  <a:pos x="499" y="499"/>
                </a:cxn>
                <a:cxn ang="0">
                  <a:pos x="473" y="507"/>
                </a:cxn>
                <a:cxn ang="0">
                  <a:pos x="412" y="493"/>
                </a:cxn>
                <a:cxn ang="0">
                  <a:pos x="376" y="480"/>
                </a:cxn>
                <a:cxn ang="0">
                  <a:pos x="320" y="474"/>
                </a:cxn>
                <a:cxn ang="0">
                  <a:pos x="243" y="447"/>
                </a:cxn>
                <a:cxn ang="0">
                  <a:pos x="207" y="426"/>
                </a:cxn>
                <a:cxn ang="0">
                  <a:pos x="175" y="370"/>
                </a:cxn>
                <a:cxn ang="0">
                  <a:pos x="144" y="266"/>
                </a:cxn>
                <a:cxn ang="0">
                  <a:pos x="86" y="276"/>
                </a:cxn>
                <a:cxn ang="0">
                  <a:pos x="43" y="264"/>
                </a:cxn>
                <a:cxn ang="0">
                  <a:pos x="0" y="210"/>
                </a:cxn>
                <a:cxn ang="0">
                  <a:pos x="7" y="183"/>
                </a:cxn>
              </a:cxnLst>
              <a:rect l="0" t="0" r="0" b="0"/>
              <a:pathLst>
                <a:path w="856" h="508">
                  <a:moveTo>
                    <a:pt x="7" y="183"/>
                  </a:moveTo>
                  <a:lnTo>
                    <a:pt x="49" y="167"/>
                  </a:lnTo>
                  <a:lnTo>
                    <a:pt x="95" y="52"/>
                  </a:lnTo>
                  <a:lnTo>
                    <a:pt x="128" y="32"/>
                  </a:lnTo>
                  <a:lnTo>
                    <a:pt x="583" y="0"/>
                  </a:lnTo>
                  <a:lnTo>
                    <a:pt x="722" y="127"/>
                  </a:lnTo>
                  <a:lnTo>
                    <a:pt x="733" y="159"/>
                  </a:lnTo>
                  <a:lnTo>
                    <a:pt x="810" y="162"/>
                  </a:lnTo>
                  <a:lnTo>
                    <a:pt x="850" y="187"/>
                  </a:lnTo>
                  <a:lnTo>
                    <a:pt x="855" y="223"/>
                  </a:lnTo>
                  <a:lnTo>
                    <a:pt x="774" y="264"/>
                  </a:lnTo>
                  <a:lnTo>
                    <a:pt x="778" y="384"/>
                  </a:lnTo>
                  <a:lnTo>
                    <a:pt x="736" y="446"/>
                  </a:lnTo>
                  <a:lnTo>
                    <a:pt x="626" y="480"/>
                  </a:lnTo>
                  <a:lnTo>
                    <a:pt x="592" y="499"/>
                  </a:lnTo>
                  <a:lnTo>
                    <a:pt x="520" y="507"/>
                  </a:lnTo>
                  <a:lnTo>
                    <a:pt x="499" y="499"/>
                  </a:lnTo>
                  <a:lnTo>
                    <a:pt x="473" y="507"/>
                  </a:lnTo>
                  <a:lnTo>
                    <a:pt x="412" y="493"/>
                  </a:lnTo>
                  <a:lnTo>
                    <a:pt x="376" y="480"/>
                  </a:lnTo>
                  <a:lnTo>
                    <a:pt x="320" y="474"/>
                  </a:lnTo>
                  <a:lnTo>
                    <a:pt x="243" y="447"/>
                  </a:lnTo>
                  <a:lnTo>
                    <a:pt x="207" y="426"/>
                  </a:lnTo>
                  <a:lnTo>
                    <a:pt x="175" y="370"/>
                  </a:lnTo>
                  <a:lnTo>
                    <a:pt x="144" y="266"/>
                  </a:lnTo>
                  <a:lnTo>
                    <a:pt x="86" y="276"/>
                  </a:lnTo>
                  <a:lnTo>
                    <a:pt x="43" y="264"/>
                  </a:lnTo>
                  <a:lnTo>
                    <a:pt x="0" y="210"/>
                  </a:lnTo>
                  <a:lnTo>
                    <a:pt x="7" y="183"/>
                  </a:lnTo>
                </a:path>
              </a:pathLst>
            </a:custGeom>
            <a:solidFill>
              <a:srgbClr val="FFC17F"/>
            </a:solidFill>
            <a:ln w="12700" cap="rnd" cmpd="sng">
              <a:solidFill>
                <a:srgbClr val="FFC1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5" name="Freeform 13"/>
            <p:cNvSpPr/>
            <p:nvPr/>
          </p:nvSpPr>
          <p:spPr>
            <a:xfrm>
              <a:off x="2281" y="255"/>
              <a:ext cx="156" cy="12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43"/>
                </a:cxn>
                <a:cxn ang="0">
                  <a:pos x="16" y="78"/>
                </a:cxn>
                <a:cxn ang="0">
                  <a:pos x="155" y="121"/>
                </a:cxn>
                <a:cxn ang="0">
                  <a:pos x="133" y="49"/>
                </a:cxn>
                <a:cxn ang="0">
                  <a:pos x="96" y="20"/>
                </a:cxn>
                <a:cxn ang="0">
                  <a:pos x="7" y="0"/>
                </a:cxn>
              </a:cxnLst>
              <a:rect l="0" t="0" r="0" b="0"/>
              <a:pathLst>
                <a:path w="156" h="122">
                  <a:moveTo>
                    <a:pt x="7" y="0"/>
                  </a:moveTo>
                  <a:lnTo>
                    <a:pt x="0" y="43"/>
                  </a:lnTo>
                  <a:lnTo>
                    <a:pt x="16" y="78"/>
                  </a:lnTo>
                  <a:lnTo>
                    <a:pt x="155" y="121"/>
                  </a:lnTo>
                  <a:lnTo>
                    <a:pt x="133" y="49"/>
                  </a:lnTo>
                  <a:lnTo>
                    <a:pt x="96" y="20"/>
                  </a:lnTo>
                  <a:lnTo>
                    <a:pt x="7" y="0"/>
                  </a:lnTo>
                </a:path>
              </a:pathLst>
            </a:custGeom>
            <a:solidFill>
              <a:srgbClr val="601E00"/>
            </a:solidFill>
            <a:ln w="12700" cap="rnd" cmpd="sng">
              <a:solidFill>
                <a:srgbClr val="601E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6" name="Freeform 14"/>
            <p:cNvSpPr/>
            <p:nvPr/>
          </p:nvSpPr>
          <p:spPr>
            <a:xfrm>
              <a:off x="1830" y="199"/>
              <a:ext cx="454" cy="80"/>
            </a:xfrm>
            <a:custGeom>
              <a:avLst/>
              <a:gdLst/>
              <a:ahLst/>
              <a:cxnLst>
                <a:cxn ang="0">
                  <a:pos x="0" y="79"/>
                </a:cxn>
                <a:cxn ang="0">
                  <a:pos x="70" y="13"/>
                </a:cxn>
                <a:cxn ang="0">
                  <a:pos x="146" y="0"/>
                </a:cxn>
                <a:cxn ang="0">
                  <a:pos x="325" y="0"/>
                </a:cxn>
                <a:cxn ang="0">
                  <a:pos x="408" y="10"/>
                </a:cxn>
                <a:cxn ang="0">
                  <a:pos x="453" y="35"/>
                </a:cxn>
                <a:cxn ang="0">
                  <a:pos x="101" y="79"/>
                </a:cxn>
                <a:cxn ang="0">
                  <a:pos x="0" y="79"/>
                </a:cxn>
              </a:cxnLst>
              <a:rect l="0" t="0" r="0" b="0"/>
              <a:pathLst>
                <a:path w="454" h="80">
                  <a:moveTo>
                    <a:pt x="0" y="79"/>
                  </a:moveTo>
                  <a:lnTo>
                    <a:pt x="70" y="13"/>
                  </a:lnTo>
                  <a:lnTo>
                    <a:pt x="146" y="0"/>
                  </a:lnTo>
                  <a:lnTo>
                    <a:pt x="325" y="0"/>
                  </a:lnTo>
                  <a:lnTo>
                    <a:pt x="408" y="10"/>
                  </a:lnTo>
                  <a:lnTo>
                    <a:pt x="453" y="35"/>
                  </a:lnTo>
                  <a:lnTo>
                    <a:pt x="101" y="79"/>
                  </a:lnTo>
                  <a:lnTo>
                    <a:pt x="0" y="79"/>
                  </a:lnTo>
                </a:path>
              </a:pathLst>
            </a:custGeom>
            <a:solidFill>
              <a:srgbClr val="601E00"/>
            </a:solidFill>
            <a:ln w="12700" cap="rnd" cmpd="sng">
              <a:solidFill>
                <a:srgbClr val="601E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7" name="Freeform 15"/>
            <p:cNvSpPr/>
            <p:nvPr/>
          </p:nvSpPr>
          <p:spPr>
            <a:xfrm>
              <a:off x="2031" y="566"/>
              <a:ext cx="253" cy="5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3" y="22"/>
                </a:cxn>
                <a:cxn ang="0">
                  <a:pos x="49" y="49"/>
                </a:cxn>
                <a:cxn ang="0">
                  <a:pos x="85" y="56"/>
                </a:cxn>
                <a:cxn ang="0">
                  <a:pos x="173" y="56"/>
                </a:cxn>
                <a:cxn ang="0">
                  <a:pos x="189" y="49"/>
                </a:cxn>
                <a:cxn ang="0">
                  <a:pos x="252" y="0"/>
                </a:cxn>
                <a:cxn ang="0">
                  <a:pos x="119" y="17"/>
                </a:cxn>
                <a:cxn ang="0">
                  <a:pos x="58" y="17"/>
                </a:cxn>
                <a:cxn ang="0">
                  <a:pos x="23" y="8"/>
                </a:cxn>
                <a:cxn ang="0">
                  <a:pos x="0" y="2"/>
                </a:cxn>
              </a:cxnLst>
              <a:rect l="0" t="0" r="0" b="0"/>
              <a:pathLst>
                <a:path w="253" h="57">
                  <a:moveTo>
                    <a:pt x="0" y="2"/>
                  </a:moveTo>
                  <a:lnTo>
                    <a:pt x="23" y="22"/>
                  </a:lnTo>
                  <a:lnTo>
                    <a:pt x="49" y="49"/>
                  </a:lnTo>
                  <a:lnTo>
                    <a:pt x="85" y="56"/>
                  </a:lnTo>
                  <a:lnTo>
                    <a:pt x="173" y="56"/>
                  </a:lnTo>
                  <a:lnTo>
                    <a:pt x="189" y="49"/>
                  </a:lnTo>
                  <a:lnTo>
                    <a:pt x="252" y="0"/>
                  </a:lnTo>
                  <a:lnTo>
                    <a:pt x="119" y="17"/>
                  </a:lnTo>
                  <a:lnTo>
                    <a:pt x="58" y="17"/>
                  </a:lnTo>
                  <a:lnTo>
                    <a:pt x="23" y="8"/>
                  </a:lnTo>
                  <a:lnTo>
                    <a:pt x="0" y="2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8" name="Freeform 16"/>
            <p:cNvSpPr/>
            <p:nvPr/>
          </p:nvSpPr>
          <p:spPr>
            <a:xfrm>
              <a:off x="1698" y="194"/>
              <a:ext cx="744" cy="276"/>
            </a:xfrm>
            <a:custGeom>
              <a:avLst/>
              <a:gdLst/>
              <a:ahLst/>
              <a:cxnLst>
                <a:cxn ang="0">
                  <a:pos x="131" y="92"/>
                </a:cxn>
                <a:cxn ang="0">
                  <a:pos x="252" y="95"/>
                </a:cxn>
                <a:cxn ang="0">
                  <a:pos x="392" y="89"/>
                </a:cxn>
                <a:cxn ang="0">
                  <a:pos x="498" y="78"/>
                </a:cxn>
                <a:cxn ang="0">
                  <a:pos x="572" y="63"/>
                </a:cxn>
                <a:cxn ang="0">
                  <a:pos x="565" y="98"/>
                </a:cxn>
                <a:cxn ang="0">
                  <a:pos x="576" y="128"/>
                </a:cxn>
                <a:cxn ang="0">
                  <a:pos x="608" y="148"/>
                </a:cxn>
                <a:cxn ang="0">
                  <a:pos x="662" y="162"/>
                </a:cxn>
                <a:cxn ang="0">
                  <a:pos x="702" y="188"/>
                </a:cxn>
                <a:cxn ang="0">
                  <a:pos x="716" y="232"/>
                </a:cxn>
                <a:cxn ang="0">
                  <a:pos x="743" y="232"/>
                </a:cxn>
                <a:cxn ang="0">
                  <a:pos x="736" y="208"/>
                </a:cxn>
                <a:cxn ang="0">
                  <a:pos x="729" y="162"/>
                </a:cxn>
                <a:cxn ang="0">
                  <a:pos x="707" y="112"/>
                </a:cxn>
                <a:cxn ang="0">
                  <a:pos x="716" y="167"/>
                </a:cxn>
                <a:cxn ang="0">
                  <a:pos x="644" y="147"/>
                </a:cxn>
                <a:cxn ang="0">
                  <a:pos x="599" y="127"/>
                </a:cxn>
                <a:cxn ang="0">
                  <a:pos x="585" y="107"/>
                </a:cxn>
                <a:cxn ang="0">
                  <a:pos x="579" y="88"/>
                </a:cxn>
                <a:cxn ang="0">
                  <a:pos x="624" y="112"/>
                </a:cxn>
                <a:cxn ang="0">
                  <a:pos x="579" y="68"/>
                </a:cxn>
                <a:cxn ang="0">
                  <a:pos x="613" y="72"/>
                </a:cxn>
                <a:cxn ang="0">
                  <a:pos x="673" y="84"/>
                </a:cxn>
                <a:cxn ang="0">
                  <a:pos x="702" y="102"/>
                </a:cxn>
                <a:cxn ang="0">
                  <a:pos x="673" y="75"/>
                </a:cxn>
                <a:cxn ang="0">
                  <a:pos x="594" y="41"/>
                </a:cxn>
                <a:cxn ang="0">
                  <a:pos x="549" y="13"/>
                </a:cxn>
                <a:cxn ang="0">
                  <a:pos x="446" y="0"/>
                </a:cxn>
                <a:cxn ang="0">
                  <a:pos x="335" y="3"/>
                </a:cxn>
                <a:cxn ang="0">
                  <a:pos x="419" y="4"/>
                </a:cxn>
                <a:cxn ang="0">
                  <a:pos x="507" y="13"/>
                </a:cxn>
                <a:cxn ang="0">
                  <a:pos x="552" y="27"/>
                </a:cxn>
                <a:cxn ang="0">
                  <a:pos x="461" y="23"/>
                </a:cxn>
                <a:cxn ang="0">
                  <a:pos x="353" y="33"/>
                </a:cxn>
                <a:cxn ang="0">
                  <a:pos x="255" y="53"/>
                </a:cxn>
                <a:cxn ang="0">
                  <a:pos x="270" y="33"/>
                </a:cxn>
                <a:cxn ang="0">
                  <a:pos x="219" y="43"/>
                </a:cxn>
                <a:cxn ang="0">
                  <a:pos x="178" y="65"/>
                </a:cxn>
                <a:cxn ang="0">
                  <a:pos x="184" y="43"/>
                </a:cxn>
                <a:cxn ang="0">
                  <a:pos x="203" y="18"/>
                </a:cxn>
                <a:cxn ang="0">
                  <a:pos x="270" y="3"/>
                </a:cxn>
                <a:cxn ang="0">
                  <a:pos x="184" y="18"/>
                </a:cxn>
                <a:cxn ang="0">
                  <a:pos x="131" y="52"/>
                </a:cxn>
                <a:cxn ang="0">
                  <a:pos x="104" y="89"/>
                </a:cxn>
                <a:cxn ang="0">
                  <a:pos x="22" y="124"/>
                </a:cxn>
                <a:cxn ang="0">
                  <a:pos x="0" y="155"/>
                </a:cxn>
                <a:cxn ang="0">
                  <a:pos x="2" y="198"/>
                </a:cxn>
                <a:cxn ang="0">
                  <a:pos x="32" y="226"/>
                </a:cxn>
                <a:cxn ang="0">
                  <a:pos x="77" y="237"/>
                </a:cxn>
                <a:cxn ang="0">
                  <a:pos x="117" y="275"/>
                </a:cxn>
                <a:cxn ang="0">
                  <a:pos x="117" y="256"/>
                </a:cxn>
                <a:cxn ang="0">
                  <a:pos x="108" y="209"/>
                </a:cxn>
                <a:cxn ang="0">
                  <a:pos x="101" y="112"/>
                </a:cxn>
                <a:cxn ang="0">
                  <a:pos x="117" y="94"/>
                </a:cxn>
                <a:cxn ang="0">
                  <a:pos x="131" y="92"/>
                </a:cxn>
              </a:cxnLst>
              <a:rect l="0" t="0" r="0" b="0"/>
              <a:pathLst>
                <a:path w="744" h="276">
                  <a:moveTo>
                    <a:pt x="131" y="92"/>
                  </a:moveTo>
                  <a:lnTo>
                    <a:pt x="252" y="95"/>
                  </a:lnTo>
                  <a:lnTo>
                    <a:pt x="392" y="89"/>
                  </a:lnTo>
                  <a:lnTo>
                    <a:pt x="498" y="78"/>
                  </a:lnTo>
                  <a:lnTo>
                    <a:pt x="572" y="63"/>
                  </a:lnTo>
                  <a:lnTo>
                    <a:pt x="565" y="98"/>
                  </a:lnTo>
                  <a:lnTo>
                    <a:pt x="576" y="128"/>
                  </a:lnTo>
                  <a:lnTo>
                    <a:pt x="608" y="148"/>
                  </a:lnTo>
                  <a:lnTo>
                    <a:pt x="662" y="162"/>
                  </a:lnTo>
                  <a:lnTo>
                    <a:pt x="702" y="188"/>
                  </a:lnTo>
                  <a:lnTo>
                    <a:pt x="716" y="232"/>
                  </a:lnTo>
                  <a:lnTo>
                    <a:pt x="743" y="232"/>
                  </a:lnTo>
                  <a:lnTo>
                    <a:pt x="736" y="208"/>
                  </a:lnTo>
                  <a:lnTo>
                    <a:pt x="729" y="162"/>
                  </a:lnTo>
                  <a:lnTo>
                    <a:pt x="707" y="112"/>
                  </a:lnTo>
                  <a:lnTo>
                    <a:pt x="716" y="167"/>
                  </a:lnTo>
                  <a:lnTo>
                    <a:pt x="644" y="147"/>
                  </a:lnTo>
                  <a:lnTo>
                    <a:pt x="599" y="127"/>
                  </a:lnTo>
                  <a:lnTo>
                    <a:pt x="585" y="107"/>
                  </a:lnTo>
                  <a:lnTo>
                    <a:pt x="579" y="88"/>
                  </a:lnTo>
                  <a:lnTo>
                    <a:pt x="624" y="112"/>
                  </a:lnTo>
                  <a:lnTo>
                    <a:pt x="579" y="68"/>
                  </a:lnTo>
                  <a:lnTo>
                    <a:pt x="613" y="72"/>
                  </a:lnTo>
                  <a:lnTo>
                    <a:pt x="673" y="84"/>
                  </a:lnTo>
                  <a:lnTo>
                    <a:pt x="702" y="102"/>
                  </a:lnTo>
                  <a:lnTo>
                    <a:pt x="673" y="75"/>
                  </a:lnTo>
                  <a:lnTo>
                    <a:pt x="594" y="41"/>
                  </a:lnTo>
                  <a:lnTo>
                    <a:pt x="549" y="13"/>
                  </a:lnTo>
                  <a:lnTo>
                    <a:pt x="446" y="0"/>
                  </a:lnTo>
                  <a:lnTo>
                    <a:pt x="335" y="3"/>
                  </a:lnTo>
                  <a:lnTo>
                    <a:pt x="419" y="4"/>
                  </a:lnTo>
                  <a:lnTo>
                    <a:pt x="507" y="13"/>
                  </a:lnTo>
                  <a:lnTo>
                    <a:pt x="552" y="27"/>
                  </a:lnTo>
                  <a:lnTo>
                    <a:pt x="461" y="23"/>
                  </a:lnTo>
                  <a:lnTo>
                    <a:pt x="353" y="33"/>
                  </a:lnTo>
                  <a:lnTo>
                    <a:pt x="255" y="53"/>
                  </a:lnTo>
                  <a:lnTo>
                    <a:pt x="270" y="33"/>
                  </a:lnTo>
                  <a:lnTo>
                    <a:pt x="219" y="43"/>
                  </a:lnTo>
                  <a:lnTo>
                    <a:pt x="178" y="65"/>
                  </a:lnTo>
                  <a:lnTo>
                    <a:pt x="184" y="43"/>
                  </a:lnTo>
                  <a:lnTo>
                    <a:pt x="203" y="18"/>
                  </a:lnTo>
                  <a:lnTo>
                    <a:pt x="270" y="3"/>
                  </a:lnTo>
                  <a:lnTo>
                    <a:pt x="184" y="18"/>
                  </a:lnTo>
                  <a:lnTo>
                    <a:pt x="131" y="52"/>
                  </a:lnTo>
                  <a:lnTo>
                    <a:pt x="104" y="89"/>
                  </a:lnTo>
                  <a:lnTo>
                    <a:pt x="22" y="124"/>
                  </a:lnTo>
                  <a:lnTo>
                    <a:pt x="0" y="155"/>
                  </a:lnTo>
                  <a:lnTo>
                    <a:pt x="2" y="198"/>
                  </a:lnTo>
                  <a:lnTo>
                    <a:pt x="32" y="226"/>
                  </a:lnTo>
                  <a:lnTo>
                    <a:pt x="77" y="237"/>
                  </a:lnTo>
                  <a:lnTo>
                    <a:pt x="117" y="275"/>
                  </a:lnTo>
                  <a:lnTo>
                    <a:pt x="117" y="256"/>
                  </a:lnTo>
                  <a:lnTo>
                    <a:pt x="108" y="209"/>
                  </a:lnTo>
                  <a:lnTo>
                    <a:pt x="101" y="112"/>
                  </a:lnTo>
                  <a:lnTo>
                    <a:pt x="117" y="94"/>
                  </a:lnTo>
                  <a:lnTo>
                    <a:pt x="131" y="92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9" name="Freeform 17"/>
            <p:cNvSpPr/>
            <p:nvPr/>
          </p:nvSpPr>
          <p:spPr>
            <a:xfrm>
              <a:off x="1920" y="335"/>
              <a:ext cx="125" cy="42"/>
            </a:xfrm>
            <a:custGeom>
              <a:avLst/>
              <a:gdLst/>
              <a:ahLst/>
              <a:cxnLst>
                <a:cxn ang="0">
                  <a:pos x="15" y="41"/>
                </a:cxn>
                <a:cxn ang="0">
                  <a:pos x="73" y="32"/>
                </a:cxn>
                <a:cxn ang="0">
                  <a:pos x="119" y="21"/>
                </a:cxn>
                <a:cxn ang="0">
                  <a:pos x="124" y="6"/>
                </a:cxn>
                <a:cxn ang="0">
                  <a:pos x="106" y="0"/>
                </a:cxn>
                <a:cxn ang="0">
                  <a:pos x="84" y="3"/>
                </a:cxn>
                <a:cxn ang="0">
                  <a:pos x="55" y="21"/>
                </a:cxn>
                <a:cxn ang="0">
                  <a:pos x="4" y="32"/>
                </a:cxn>
                <a:cxn ang="0">
                  <a:pos x="0" y="41"/>
                </a:cxn>
                <a:cxn ang="0">
                  <a:pos x="15" y="41"/>
                </a:cxn>
              </a:cxnLst>
              <a:rect l="0" t="0" r="0" b="0"/>
              <a:pathLst>
                <a:path w="125" h="42">
                  <a:moveTo>
                    <a:pt x="15" y="41"/>
                  </a:moveTo>
                  <a:lnTo>
                    <a:pt x="73" y="32"/>
                  </a:lnTo>
                  <a:lnTo>
                    <a:pt x="119" y="21"/>
                  </a:lnTo>
                  <a:lnTo>
                    <a:pt x="124" y="6"/>
                  </a:lnTo>
                  <a:lnTo>
                    <a:pt x="106" y="0"/>
                  </a:lnTo>
                  <a:lnTo>
                    <a:pt x="84" y="3"/>
                  </a:lnTo>
                  <a:lnTo>
                    <a:pt x="55" y="21"/>
                  </a:lnTo>
                  <a:lnTo>
                    <a:pt x="4" y="32"/>
                  </a:lnTo>
                  <a:lnTo>
                    <a:pt x="0" y="41"/>
                  </a:lnTo>
                  <a:lnTo>
                    <a:pt x="15" y="41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0" name="Freeform 18"/>
            <p:cNvSpPr/>
            <p:nvPr/>
          </p:nvSpPr>
          <p:spPr>
            <a:xfrm>
              <a:off x="2085" y="326"/>
              <a:ext cx="119" cy="39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0" y="3"/>
                </a:cxn>
                <a:cxn ang="0">
                  <a:pos x="0" y="16"/>
                </a:cxn>
                <a:cxn ang="0">
                  <a:pos x="30" y="24"/>
                </a:cxn>
                <a:cxn ang="0">
                  <a:pos x="77" y="30"/>
                </a:cxn>
                <a:cxn ang="0">
                  <a:pos x="107" y="38"/>
                </a:cxn>
                <a:cxn ang="0">
                  <a:pos x="118" y="32"/>
                </a:cxn>
                <a:cxn ang="0">
                  <a:pos x="113" y="26"/>
                </a:cxn>
                <a:cxn ang="0">
                  <a:pos x="89" y="12"/>
                </a:cxn>
                <a:cxn ang="0">
                  <a:pos x="52" y="9"/>
                </a:cxn>
                <a:cxn ang="0">
                  <a:pos x="36" y="4"/>
                </a:cxn>
                <a:cxn ang="0">
                  <a:pos x="20" y="0"/>
                </a:cxn>
              </a:cxnLst>
              <a:rect l="0" t="0" r="0" b="0"/>
              <a:pathLst>
                <a:path w="119" h="39">
                  <a:moveTo>
                    <a:pt x="20" y="0"/>
                  </a:moveTo>
                  <a:lnTo>
                    <a:pt x="0" y="3"/>
                  </a:lnTo>
                  <a:lnTo>
                    <a:pt x="0" y="16"/>
                  </a:lnTo>
                  <a:lnTo>
                    <a:pt x="30" y="24"/>
                  </a:lnTo>
                  <a:lnTo>
                    <a:pt x="77" y="30"/>
                  </a:lnTo>
                  <a:lnTo>
                    <a:pt x="107" y="38"/>
                  </a:lnTo>
                  <a:lnTo>
                    <a:pt x="118" y="32"/>
                  </a:lnTo>
                  <a:lnTo>
                    <a:pt x="113" y="26"/>
                  </a:lnTo>
                  <a:lnTo>
                    <a:pt x="89" y="12"/>
                  </a:lnTo>
                  <a:lnTo>
                    <a:pt x="52" y="9"/>
                  </a:lnTo>
                  <a:lnTo>
                    <a:pt x="36" y="4"/>
                  </a:lnTo>
                  <a:lnTo>
                    <a:pt x="20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1" name="Freeform 19"/>
            <p:cNvSpPr/>
            <p:nvPr/>
          </p:nvSpPr>
          <p:spPr>
            <a:xfrm>
              <a:off x="2005" y="385"/>
              <a:ext cx="28" cy="16"/>
            </a:xfrm>
            <a:custGeom>
              <a:avLst/>
              <a:gdLst/>
              <a:ahLst/>
              <a:cxnLst>
                <a:cxn ang="0">
                  <a:pos x="27" y="4"/>
                </a:cxn>
                <a:cxn ang="0">
                  <a:pos x="13" y="0"/>
                </a:cxn>
                <a:cxn ang="0">
                  <a:pos x="0" y="8"/>
                </a:cxn>
                <a:cxn ang="0">
                  <a:pos x="11" y="15"/>
                </a:cxn>
                <a:cxn ang="0">
                  <a:pos x="25" y="15"/>
                </a:cxn>
                <a:cxn ang="0">
                  <a:pos x="27" y="4"/>
                </a:cxn>
              </a:cxnLst>
              <a:rect l="0" t="0" r="0" b="0"/>
              <a:pathLst>
                <a:path w="28" h="16">
                  <a:moveTo>
                    <a:pt x="27" y="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11" y="15"/>
                  </a:lnTo>
                  <a:lnTo>
                    <a:pt x="25" y="15"/>
                  </a:lnTo>
                  <a:lnTo>
                    <a:pt x="27" y="4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2" name="Freeform 20"/>
            <p:cNvSpPr/>
            <p:nvPr/>
          </p:nvSpPr>
          <p:spPr>
            <a:xfrm>
              <a:off x="2107" y="380"/>
              <a:ext cx="2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0" y="7"/>
                </a:cxn>
                <a:cxn ang="0">
                  <a:pos x="9" y="12"/>
                </a:cxn>
                <a:cxn ang="0">
                  <a:pos x="25" y="12"/>
                </a:cxn>
                <a:cxn ang="0">
                  <a:pos x="25" y="2"/>
                </a:cxn>
                <a:cxn ang="0">
                  <a:pos x="13" y="0"/>
                </a:cxn>
              </a:cxnLst>
              <a:rect l="0" t="0" r="0" b="0"/>
              <a:pathLst>
                <a:path w="26" h="13">
                  <a:moveTo>
                    <a:pt x="13" y="0"/>
                  </a:moveTo>
                  <a:lnTo>
                    <a:pt x="0" y="7"/>
                  </a:lnTo>
                  <a:lnTo>
                    <a:pt x="9" y="12"/>
                  </a:lnTo>
                  <a:lnTo>
                    <a:pt x="25" y="12"/>
                  </a:lnTo>
                  <a:lnTo>
                    <a:pt x="25" y="2"/>
                  </a:lnTo>
                  <a:lnTo>
                    <a:pt x="13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3" name="Freeform 21"/>
            <p:cNvSpPr/>
            <p:nvPr/>
          </p:nvSpPr>
          <p:spPr>
            <a:xfrm>
              <a:off x="2032" y="410"/>
              <a:ext cx="166" cy="147"/>
            </a:xfrm>
            <a:custGeom>
              <a:avLst/>
              <a:gdLst/>
              <a:ahLst/>
              <a:cxnLst>
                <a:cxn ang="0">
                  <a:pos x="22" y="3"/>
                </a:cxn>
                <a:cxn ang="0">
                  <a:pos x="5" y="49"/>
                </a:cxn>
                <a:cxn ang="0">
                  <a:pos x="0" y="92"/>
                </a:cxn>
                <a:cxn ang="0">
                  <a:pos x="18" y="120"/>
                </a:cxn>
                <a:cxn ang="0">
                  <a:pos x="48" y="140"/>
                </a:cxn>
                <a:cxn ang="0">
                  <a:pos x="95" y="146"/>
                </a:cxn>
                <a:cxn ang="0">
                  <a:pos x="145" y="136"/>
                </a:cxn>
                <a:cxn ang="0">
                  <a:pos x="163" y="113"/>
                </a:cxn>
                <a:cxn ang="0">
                  <a:pos x="165" y="84"/>
                </a:cxn>
                <a:cxn ang="0">
                  <a:pos x="151" y="55"/>
                </a:cxn>
                <a:cxn ang="0">
                  <a:pos x="83" y="0"/>
                </a:cxn>
                <a:cxn ang="0">
                  <a:pos x="140" y="53"/>
                </a:cxn>
                <a:cxn ang="0">
                  <a:pos x="152" y="92"/>
                </a:cxn>
                <a:cxn ang="0">
                  <a:pos x="151" y="113"/>
                </a:cxn>
                <a:cxn ang="0">
                  <a:pos x="133" y="132"/>
                </a:cxn>
                <a:cxn ang="0">
                  <a:pos x="95" y="136"/>
                </a:cxn>
                <a:cxn ang="0">
                  <a:pos x="52" y="132"/>
                </a:cxn>
                <a:cxn ang="0">
                  <a:pos x="25" y="113"/>
                </a:cxn>
                <a:cxn ang="0">
                  <a:pos x="11" y="93"/>
                </a:cxn>
                <a:cxn ang="0">
                  <a:pos x="11" y="55"/>
                </a:cxn>
                <a:cxn ang="0">
                  <a:pos x="18" y="26"/>
                </a:cxn>
                <a:cxn ang="0">
                  <a:pos x="22" y="3"/>
                </a:cxn>
              </a:cxnLst>
              <a:rect l="0" t="0" r="0" b="0"/>
              <a:pathLst>
                <a:path w="166" h="147">
                  <a:moveTo>
                    <a:pt x="22" y="3"/>
                  </a:moveTo>
                  <a:lnTo>
                    <a:pt x="5" y="49"/>
                  </a:lnTo>
                  <a:lnTo>
                    <a:pt x="0" y="92"/>
                  </a:lnTo>
                  <a:lnTo>
                    <a:pt x="18" y="120"/>
                  </a:lnTo>
                  <a:lnTo>
                    <a:pt x="48" y="140"/>
                  </a:lnTo>
                  <a:lnTo>
                    <a:pt x="95" y="146"/>
                  </a:lnTo>
                  <a:lnTo>
                    <a:pt x="145" y="136"/>
                  </a:lnTo>
                  <a:lnTo>
                    <a:pt x="163" y="113"/>
                  </a:lnTo>
                  <a:lnTo>
                    <a:pt x="165" y="84"/>
                  </a:lnTo>
                  <a:lnTo>
                    <a:pt x="151" y="55"/>
                  </a:lnTo>
                  <a:lnTo>
                    <a:pt x="83" y="0"/>
                  </a:lnTo>
                  <a:lnTo>
                    <a:pt x="140" y="53"/>
                  </a:lnTo>
                  <a:lnTo>
                    <a:pt x="152" y="92"/>
                  </a:lnTo>
                  <a:lnTo>
                    <a:pt x="151" y="113"/>
                  </a:lnTo>
                  <a:lnTo>
                    <a:pt x="133" y="132"/>
                  </a:lnTo>
                  <a:lnTo>
                    <a:pt x="95" y="136"/>
                  </a:lnTo>
                  <a:lnTo>
                    <a:pt x="52" y="132"/>
                  </a:lnTo>
                  <a:lnTo>
                    <a:pt x="25" y="113"/>
                  </a:lnTo>
                  <a:lnTo>
                    <a:pt x="11" y="93"/>
                  </a:lnTo>
                  <a:lnTo>
                    <a:pt x="11" y="55"/>
                  </a:lnTo>
                  <a:lnTo>
                    <a:pt x="18" y="26"/>
                  </a:lnTo>
                  <a:lnTo>
                    <a:pt x="22" y="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4" name="Freeform 22"/>
            <p:cNvSpPr/>
            <p:nvPr/>
          </p:nvSpPr>
          <p:spPr>
            <a:xfrm>
              <a:off x="1981" y="543"/>
              <a:ext cx="331" cy="44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3" y="0"/>
                </a:cxn>
                <a:cxn ang="0">
                  <a:pos x="41" y="5"/>
                </a:cxn>
                <a:cxn ang="0">
                  <a:pos x="27" y="17"/>
                </a:cxn>
                <a:cxn ang="0">
                  <a:pos x="69" y="27"/>
                </a:cxn>
                <a:cxn ang="0">
                  <a:pos x="108" y="40"/>
                </a:cxn>
                <a:cxn ang="0">
                  <a:pos x="151" y="40"/>
                </a:cxn>
                <a:cxn ang="0">
                  <a:pos x="206" y="31"/>
                </a:cxn>
                <a:cxn ang="0">
                  <a:pos x="303" y="17"/>
                </a:cxn>
                <a:cxn ang="0">
                  <a:pos x="303" y="5"/>
                </a:cxn>
                <a:cxn ang="0">
                  <a:pos x="330" y="7"/>
                </a:cxn>
                <a:cxn ang="0">
                  <a:pos x="330" y="25"/>
                </a:cxn>
                <a:cxn ang="0">
                  <a:pos x="310" y="27"/>
                </a:cxn>
                <a:cxn ang="0">
                  <a:pos x="296" y="23"/>
                </a:cxn>
                <a:cxn ang="0">
                  <a:pos x="162" y="43"/>
                </a:cxn>
                <a:cxn ang="0">
                  <a:pos x="105" y="43"/>
                </a:cxn>
                <a:cxn ang="0">
                  <a:pos x="41" y="25"/>
                </a:cxn>
                <a:cxn ang="0">
                  <a:pos x="27" y="23"/>
                </a:cxn>
                <a:cxn ang="0">
                  <a:pos x="13" y="27"/>
                </a:cxn>
                <a:cxn ang="0">
                  <a:pos x="0" y="23"/>
                </a:cxn>
                <a:cxn ang="0">
                  <a:pos x="0" y="11"/>
                </a:cxn>
              </a:cxnLst>
              <a:rect l="0" t="0" r="0" b="0"/>
              <a:pathLst>
                <a:path w="331" h="44">
                  <a:moveTo>
                    <a:pt x="0" y="11"/>
                  </a:moveTo>
                  <a:lnTo>
                    <a:pt x="23" y="0"/>
                  </a:lnTo>
                  <a:lnTo>
                    <a:pt x="41" y="5"/>
                  </a:lnTo>
                  <a:lnTo>
                    <a:pt x="27" y="17"/>
                  </a:lnTo>
                  <a:lnTo>
                    <a:pt x="69" y="27"/>
                  </a:lnTo>
                  <a:lnTo>
                    <a:pt x="108" y="40"/>
                  </a:lnTo>
                  <a:lnTo>
                    <a:pt x="151" y="40"/>
                  </a:lnTo>
                  <a:lnTo>
                    <a:pt x="206" y="31"/>
                  </a:lnTo>
                  <a:lnTo>
                    <a:pt x="303" y="17"/>
                  </a:lnTo>
                  <a:lnTo>
                    <a:pt x="303" y="5"/>
                  </a:lnTo>
                  <a:lnTo>
                    <a:pt x="330" y="7"/>
                  </a:lnTo>
                  <a:lnTo>
                    <a:pt x="330" y="25"/>
                  </a:lnTo>
                  <a:lnTo>
                    <a:pt x="310" y="27"/>
                  </a:lnTo>
                  <a:lnTo>
                    <a:pt x="296" y="23"/>
                  </a:lnTo>
                  <a:lnTo>
                    <a:pt x="162" y="43"/>
                  </a:lnTo>
                  <a:lnTo>
                    <a:pt x="105" y="43"/>
                  </a:lnTo>
                  <a:lnTo>
                    <a:pt x="41" y="25"/>
                  </a:lnTo>
                  <a:lnTo>
                    <a:pt x="27" y="23"/>
                  </a:lnTo>
                  <a:lnTo>
                    <a:pt x="13" y="27"/>
                  </a:lnTo>
                  <a:lnTo>
                    <a:pt x="0" y="23"/>
                  </a:lnTo>
                  <a:lnTo>
                    <a:pt x="0" y="11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5" name="Freeform 23"/>
            <p:cNvSpPr/>
            <p:nvPr/>
          </p:nvSpPr>
          <p:spPr>
            <a:xfrm>
              <a:off x="2031" y="566"/>
              <a:ext cx="253" cy="60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16" y="22"/>
                </a:cxn>
                <a:cxn ang="0">
                  <a:pos x="34" y="49"/>
                </a:cxn>
                <a:cxn ang="0">
                  <a:pos x="70" y="59"/>
                </a:cxn>
                <a:cxn ang="0">
                  <a:pos x="157" y="59"/>
                </a:cxn>
                <a:cxn ang="0">
                  <a:pos x="180" y="53"/>
                </a:cxn>
                <a:cxn ang="0">
                  <a:pos x="252" y="0"/>
                </a:cxn>
                <a:cxn ang="0">
                  <a:pos x="232" y="2"/>
                </a:cxn>
                <a:cxn ang="0">
                  <a:pos x="167" y="49"/>
                </a:cxn>
                <a:cxn ang="0">
                  <a:pos x="148" y="51"/>
                </a:cxn>
                <a:cxn ang="0">
                  <a:pos x="81" y="53"/>
                </a:cxn>
                <a:cxn ang="0">
                  <a:pos x="49" y="47"/>
                </a:cxn>
                <a:cxn ang="0">
                  <a:pos x="36" y="39"/>
                </a:cxn>
                <a:cxn ang="0">
                  <a:pos x="23" y="20"/>
                </a:cxn>
                <a:cxn ang="0">
                  <a:pos x="0" y="8"/>
                </a:cxn>
              </a:cxnLst>
              <a:rect l="0" t="0" r="0" b="0"/>
              <a:pathLst>
                <a:path w="253" h="60">
                  <a:moveTo>
                    <a:pt x="0" y="8"/>
                  </a:moveTo>
                  <a:lnTo>
                    <a:pt x="16" y="22"/>
                  </a:lnTo>
                  <a:lnTo>
                    <a:pt x="34" y="49"/>
                  </a:lnTo>
                  <a:lnTo>
                    <a:pt x="70" y="59"/>
                  </a:lnTo>
                  <a:lnTo>
                    <a:pt x="157" y="59"/>
                  </a:lnTo>
                  <a:lnTo>
                    <a:pt x="180" y="53"/>
                  </a:lnTo>
                  <a:lnTo>
                    <a:pt x="252" y="0"/>
                  </a:lnTo>
                  <a:lnTo>
                    <a:pt x="232" y="2"/>
                  </a:lnTo>
                  <a:lnTo>
                    <a:pt x="167" y="49"/>
                  </a:lnTo>
                  <a:lnTo>
                    <a:pt x="148" y="51"/>
                  </a:lnTo>
                  <a:lnTo>
                    <a:pt x="81" y="53"/>
                  </a:lnTo>
                  <a:lnTo>
                    <a:pt x="49" y="47"/>
                  </a:lnTo>
                  <a:lnTo>
                    <a:pt x="36" y="39"/>
                  </a:lnTo>
                  <a:lnTo>
                    <a:pt x="23" y="20"/>
                  </a:lnTo>
                  <a:lnTo>
                    <a:pt x="0" y="8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6" name="Freeform 24"/>
            <p:cNvSpPr/>
            <p:nvPr/>
          </p:nvSpPr>
          <p:spPr>
            <a:xfrm>
              <a:off x="1679" y="401"/>
              <a:ext cx="879" cy="366"/>
            </a:xfrm>
            <a:custGeom>
              <a:avLst/>
              <a:gdLst/>
              <a:ahLst/>
              <a:cxnLst>
                <a:cxn ang="0">
                  <a:pos x="150" y="84"/>
                </a:cxn>
                <a:cxn ang="0">
                  <a:pos x="169" y="130"/>
                </a:cxn>
                <a:cxn ang="0">
                  <a:pos x="197" y="218"/>
                </a:cxn>
                <a:cxn ang="0">
                  <a:pos x="224" y="269"/>
                </a:cxn>
                <a:cxn ang="0">
                  <a:pos x="261" y="289"/>
                </a:cxn>
                <a:cxn ang="0">
                  <a:pos x="346" y="314"/>
                </a:cxn>
                <a:cxn ang="0">
                  <a:pos x="406" y="324"/>
                </a:cxn>
                <a:cxn ang="0">
                  <a:pos x="438" y="341"/>
                </a:cxn>
                <a:cxn ang="0">
                  <a:pos x="487" y="347"/>
                </a:cxn>
                <a:cxn ang="0">
                  <a:pos x="508" y="330"/>
                </a:cxn>
                <a:cxn ang="0">
                  <a:pos x="546" y="341"/>
                </a:cxn>
                <a:cxn ang="0">
                  <a:pos x="604" y="338"/>
                </a:cxn>
                <a:cxn ang="0">
                  <a:pos x="624" y="324"/>
                </a:cxn>
                <a:cxn ang="0">
                  <a:pos x="669" y="307"/>
                </a:cxn>
                <a:cxn ang="0">
                  <a:pos x="736" y="285"/>
                </a:cxn>
                <a:cxn ang="0">
                  <a:pos x="770" y="257"/>
                </a:cxn>
                <a:cxn ang="0">
                  <a:pos x="782" y="222"/>
                </a:cxn>
                <a:cxn ang="0">
                  <a:pos x="775" y="54"/>
                </a:cxn>
                <a:cxn ang="0">
                  <a:pos x="800" y="80"/>
                </a:cxn>
                <a:cxn ang="0">
                  <a:pos x="865" y="68"/>
                </a:cxn>
                <a:cxn ang="0">
                  <a:pos x="826" y="11"/>
                </a:cxn>
                <a:cxn ang="0">
                  <a:pos x="755" y="4"/>
                </a:cxn>
                <a:cxn ang="0">
                  <a:pos x="833" y="0"/>
                </a:cxn>
                <a:cxn ang="0">
                  <a:pos x="878" y="34"/>
                </a:cxn>
                <a:cxn ang="0">
                  <a:pos x="876" y="74"/>
                </a:cxn>
                <a:cxn ang="0">
                  <a:pos x="800" y="113"/>
                </a:cxn>
                <a:cxn ang="0">
                  <a:pos x="793" y="252"/>
                </a:cxn>
                <a:cxn ang="0">
                  <a:pos x="748" y="306"/>
                </a:cxn>
                <a:cxn ang="0">
                  <a:pos x="613" y="347"/>
                </a:cxn>
                <a:cxn ang="0">
                  <a:pos x="508" y="365"/>
                </a:cxn>
                <a:cxn ang="0">
                  <a:pos x="425" y="341"/>
                </a:cxn>
                <a:cxn ang="0">
                  <a:pos x="344" y="334"/>
                </a:cxn>
                <a:cxn ang="0">
                  <a:pos x="265" y="307"/>
                </a:cxn>
                <a:cxn ang="0">
                  <a:pos x="224" y="279"/>
                </a:cxn>
                <a:cxn ang="0">
                  <a:pos x="182" y="222"/>
                </a:cxn>
                <a:cxn ang="0">
                  <a:pos x="150" y="116"/>
                </a:cxn>
                <a:cxn ang="0">
                  <a:pos x="101" y="129"/>
                </a:cxn>
                <a:cxn ang="0">
                  <a:pos x="47" y="110"/>
                </a:cxn>
                <a:cxn ang="0">
                  <a:pos x="0" y="58"/>
                </a:cxn>
                <a:cxn ang="0">
                  <a:pos x="13" y="27"/>
                </a:cxn>
                <a:cxn ang="0">
                  <a:pos x="47" y="14"/>
                </a:cxn>
                <a:cxn ang="0">
                  <a:pos x="52" y="20"/>
                </a:cxn>
                <a:cxn ang="0">
                  <a:pos x="22" y="31"/>
                </a:cxn>
                <a:cxn ang="0">
                  <a:pos x="13" y="54"/>
                </a:cxn>
                <a:cxn ang="0">
                  <a:pos x="61" y="108"/>
                </a:cxn>
                <a:cxn ang="0">
                  <a:pos x="144" y="108"/>
                </a:cxn>
                <a:cxn ang="0">
                  <a:pos x="130" y="54"/>
                </a:cxn>
                <a:cxn ang="0">
                  <a:pos x="150" y="84"/>
                </a:cxn>
              </a:cxnLst>
              <a:rect l="0" t="0" r="0" b="0"/>
              <a:pathLst>
                <a:path w="879" h="366">
                  <a:moveTo>
                    <a:pt x="150" y="84"/>
                  </a:moveTo>
                  <a:lnTo>
                    <a:pt x="169" y="130"/>
                  </a:lnTo>
                  <a:lnTo>
                    <a:pt x="197" y="218"/>
                  </a:lnTo>
                  <a:lnTo>
                    <a:pt x="224" y="269"/>
                  </a:lnTo>
                  <a:lnTo>
                    <a:pt x="261" y="289"/>
                  </a:lnTo>
                  <a:lnTo>
                    <a:pt x="346" y="314"/>
                  </a:lnTo>
                  <a:lnTo>
                    <a:pt x="406" y="324"/>
                  </a:lnTo>
                  <a:lnTo>
                    <a:pt x="438" y="341"/>
                  </a:lnTo>
                  <a:lnTo>
                    <a:pt x="487" y="347"/>
                  </a:lnTo>
                  <a:lnTo>
                    <a:pt x="508" y="330"/>
                  </a:lnTo>
                  <a:lnTo>
                    <a:pt x="546" y="341"/>
                  </a:lnTo>
                  <a:lnTo>
                    <a:pt x="604" y="338"/>
                  </a:lnTo>
                  <a:lnTo>
                    <a:pt x="624" y="324"/>
                  </a:lnTo>
                  <a:lnTo>
                    <a:pt x="669" y="307"/>
                  </a:lnTo>
                  <a:lnTo>
                    <a:pt x="736" y="285"/>
                  </a:lnTo>
                  <a:lnTo>
                    <a:pt x="770" y="257"/>
                  </a:lnTo>
                  <a:lnTo>
                    <a:pt x="782" y="222"/>
                  </a:lnTo>
                  <a:lnTo>
                    <a:pt x="775" y="54"/>
                  </a:lnTo>
                  <a:lnTo>
                    <a:pt x="800" y="80"/>
                  </a:lnTo>
                  <a:lnTo>
                    <a:pt x="865" y="68"/>
                  </a:lnTo>
                  <a:lnTo>
                    <a:pt x="826" y="11"/>
                  </a:lnTo>
                  <a:lnTo>
                    <a:pt x="755" y="4"/>
                  </a:lnTo>
                  <a:lnTo>
                    <a:pt x="833" y="0"/>
                  </a:lnTo>
                  <a:lnTo>
                    <a:pt x="878" y="34"/>
                  </a:lnTo>
                  <a:lnTo>
                    <a:pt x="876" y="74"/>
                  </a:lnTo>
                  <a:lnTo>
                    <a:pt x="800" y="113"/>
                  </a:lnTo>
                  <a:lnTo>
                    <a:pt x="793" y="252"/>
                  </a:lnTo>
                  <a:lnTo>
                    <a:pt x="748" y="306"/>
                  </a:lnTo>
                  <a:lnTo>
                    <a:pt x="613" y="347"/>
                  </a:lnTo>
                  <a:lnTo>
                    <a:pt x="508" y="365"/>
                  </a:lnTo>
                  <a:lnTo>
                    <a:pt x="425" y="341"/>
                  </a:lnTo>
                  <a:lnTo>
                    <a:pt x="344" y="334"/>
                  </a:lnTo>
                  <a:lnTo>
                    <a:pt x="265" y="307"/>
                  </a:lnTo>
                  <a:lnTo>
                    <a:pt x="224" y="279"/>
                  </a:lnTo>
                  <a:lnTo>
                    <a:pt x="182" y="222"/>
                  </a:lnTo>
                  <a:lnTo>
                    <a:pt x="150" y="116"/>
                  </a:lnTo>
                  <a:lnTo>
                    <a:pt x="101" y="129"/>
                  </a:lnTo>
                  <a:lnTo>
                    <a:pt x="47" y="110"/>
                  </a:lnTo>
                  <a:lnTo>
                    <a:pt x="0" y="58"/>
                  </a:lnTo>
                  <a:lnTo>
                    <a:pt x="13" y="27"/>
                  </a:lnTo>
                  <a:lnTo>
                    <a:pt x="47" y="14"/>
                  </a:lnTo>
                  <a:lnTo>
                    <a:pt x="52" y="20"/>
                  </a:lnTo>
                  <a:lnTo>
                    <a:pt x="22" y="31"/>
                  </a:lnTo>
                  <a:lnTo>
                    <a:pt x="13" y="54"/>
                  </a:lnTo>
                  <a:lnTo>
                    <a:pt x="61" y="108"/>
                  </a:lnTo>
                  <a:lnTo>
                    <a:pt x="144" y="108"/>
                  </a:lnTo>
                  <a:lnTo>
                    <a:pt x="130" y="54"/>
                  </a:lnTo>
                  <a:lnTo>
                    <a:pt x="150" y="84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7" name="Freeform 25"/>
            <p:cNvSpPr/>
            <p:nvPr/>
          </p:nvSpPr>
          <p:spPr>
            <a:xfrm>
              <a:off x="2066" y="651"/>
              <a:ext cx="147" cy="1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29" y="7"/>
                </a:cxn>
                <a:cxn ang="0">
                  <a:pos x="67" y="10"/>
                </a:cxn>
                <a:cxn ang="0">
                  <a:pos x="99" y="10"/>
                </a:cxn>
                <a:cxn ang="0">
                  <a:pos x="139" y="7"/>
                </a:cxn>
                <a:cxn ang="0">
                  <a:pos x="146" y="14"/>
                </a:cxn>
                <a:cxn ang="0">
                  <a:pos x="119" y="17"/>
                </a:cxn>
                <a:cxn ang="0">
                  <a:pos x="67" y="17"/>
                </a:cxn>
                <a:cxn ang="0">
                  <a:pos x="29" y="14"/>
                </a:cxn>
                <a:cxn ang="0">
                  <a:pos x="0" y="3"/>
                </a:cxn>
                <a:cxn ang="0">
                  <a:pos x="9" y="0"/>
                </a:cxn>
              </a:cxnLst>
              <a:rect l="0" t="0" r="0" b="0"/>
              <a:pathLst>
                <a:path w="147" h="18">
                  <a:moveTo>
                    <a:pt x="9" y="0"/>
                  </a:moveTo>
                  <a:lnTo>
                    <a:pt x="29" y="7"/>
                  </a:lnTo>
                  <a:lnTo>
                    <a:pt x="67" y="10"/>
                  </a:lnTo>
                  <a:lnTo>
                    <a:pt x="99" y="10"/>
                  </a:lnTo>
                  <a:lnTo>
                    <a:pt x="139" y="7"/>
                  </a:lnTo>
                  <a:lnTo>
                    <a:pt x="146" y="14"/>
                  </a:lnTo>
                  <a:lnTo>
                    <a:pt x="119" y="17"/>
                  </a:lnTo>
                  <a:lnTo>
                    <a:pt x="67" y="17"/>
                  </a:lnTo>
                  <a:lnTo>
                    <a:pt x="29" y="14"/>
                  </a:lnTo>
                  <a:lnTo>
                    <a:pt x="0" y="3"/>
                  </a:lnTo>
                  <a:lnTo>
                    <a:pt x="9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8" name="Freeform 26"/>
            <p:cNvSpPr/>
            <p:nvPr/>
          </p:nvSpPr>
          <p:spPr>
            <a:xfrm>
              <a:off x="1690" y="447"/>
              <a:ext cx="126" cy="26"/>
            </a:xfrm>
            <a:custGeom>
              <a:avLst/>
              <a:gdLst/>
              <a:ahLst/>
              <a:cxnLst>
                <a:cxn ang="0">
                  <a:pos x="123" y="15"/>
                </a:cxn>
                <a:cxn ang="0">
                  <a:pos x="84" y="3"/>
                </a:cxn>
                <a:cxn ang="0">
                  <a:pos x="39" y="0"/>
                </a:cxn>
                <a:cxn ang="0">
                  <a:pos x="2" y="0"/>
                </a:cxn>
                <a:cxn ang="0">
                  <a:pos x="0" y="8"/>
                </a:cxn>
                <a:cxn ang="0">
                  <a:pos x="46" y="8"/>
                </a:cxn>
                <a:cxn ang="0">
                  <a:pos x="89" y="13"/>
                </a:cxn>
                <a:cxn ang="0">
                  <a:pos x="125" y="25"/>
                </a:cxn>
                <a:cxn ang="0">
                  <a:pos x="123" y="15"/>
                </a:cxn>
              </a:cxnLst>
              <a:rect l="0" t="0" r="0" b="0"/>
              <a:pathLst>
                <a:path w="126" h="26">
                  <a:moveTo>
                    <a:pt x="123" y="15"/>
                  </a:moveTo>
                  <a:lnTo>
                    <a:pt x="84" y="3"/>
                  </a:lnTo>
                  <a:lnTo>
                    <a:pt x="39" y="0"/>
                  </a:lnTo>
                  <a:lnTo>
                    <a:pt x="2" y="0"/>
                  </a:lnTo>
                  <a:lnTo>
                    <a:pt x="0" y="8"/>
                  </a:lnTo>
                  <a:lnTo>
                    <a:pt x="46" y="8"/>
                  </a:lnTo>
                  <a:lnTo>
                    <a:pt x="89" y="13"/>
                  </a:lnTo>
                  <a:lnTo>
                    <a:pt x="125" y="25"/>
                  </a:lnTo>
                  <a:lnTo>
                    <a:pt x="123" y="15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9" name="Freeform 27"/>
            <p:cNvSpPr/>
            <p:nvPr/>
          </p:nvSpPr>
          <p:spPr>
            <a:xfrm>
              <a:off x="2454" y="416"/>
              <a:ext cx="66" cy="44"/>
            </a:xfrm>
            <a:custGeom>
              <a:avLst/>
              <a:gdLst/>
              <a:ahLst/>
              <a:cxnLst>
                <a:cxn ang="0">
                  <a:pos x="0" y="33"/>
                </a:cxn>
                <a:cxn ang="0">
                  <a:pos x="22" y="17"/>
                </a:cxn>
                <a:cxn ang="0">
                  <a:pos x="61" y="0"/>
                </a:cxn>
                <a:cxn ang="0">
                  <a:pos x="65" y="8"/>
                </a:cxn>
                <a:cxn ang="0">
                  <a:pos x="33" y="20"/>
                </a:cxn>
                <a:cxn ang="0">
                  <a:pos x="0" y="43"/>
                </a:cxn>
                <a:cxn ang="0">
                  <a:pos x="0" y="33"/>
                </a:cxn>
              </a:cxnLst>
              <a:rect l="0" t="0" r="0" b="0"/>
              <a:pathLst>
                <a:path w="66" h="44">
                  <a:moveTo>
                    <a:pt x="0" y="33"/>
                  </a:moveTo>
                  <a:lnTo>
                    <a:pt x="22" y="17"/>
                  </a:lnTo>
                  <a:lnTo>
                    <a:pt x="61" y="0"/>
                  </a:lnTo>
                  <a:lnTo>
                    <a:pt x="65" y="8"/>
                  </a:lnTo>
                  <a:lnTo>
                    <a:pt x="33" y="20"/>
                  </a:lnTo>
                  <a:lnTo>
                    <a:pt x="0" y="43"/>
                  </a:lnTo>
                  <a:lnTo>
                    <a:pt x="0" y="3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0" name="Freeform 28"/>
            <p:cNvSpPr/>
            <p:nvPr/>
          </p:nvSpPr>
          <p:spPr>
            <a:xfrm>
              <a:off x="1221" y="633"/>
              <a:ext cx="660" cy="477"/>
            </a:xfrm>
            <a:custGeom>
              <a:avLst/>
              <a:gdLst/>
              <a:ahLst/>
              <a:cxnLst>
                <a:cxn ang="0">
                  <a:pos x="645" y="0"/>
                </a:cxn>
                <a:cxn ang="0">
                  <a:pos x="468" y="32"/>
                </a:cxn>
                <a:cxn ang="0">
                  <a:pos x="274" y="101"/>
                </a:cxn>
                <a:cxn ang="0">
                  <a:pos x="158" y="119"/>
                </a:cxn>
                <a:cxn ang="0">
                  <a:pos x="139" y="158"/>
                </a:cxn>
                <a:cxn ang="0">
                  <a:pos x="97" y="166"/>
                </a:cxn>
                <a:cxn ang="0">
                  <a:pos x="47" y="239"/>
                </a:cxn>
                <a:cxn ang="0">
                  <a:pos x="81" y="303"/>
                </a:cxn>
                <a:cxn ang="0">
                  <a:pos x="50" y="342"/>
                </a:cxn>
                <a:cxn ang="0">
                  <a:pos x="74" y="366"/>
                </a:cxn>
                <a:cxn ang="0">
                  <a:pos x="0" y="443"/>
                </a:cxn>
                <a:cxn ang="0">
                  <a:pos x="18" y="457"/>
                </a:cxn>
                <a:cxn ang="0">
                  <a:pos x="43" y="450"/>
                </a:cxn>
                <a:cxn ang="0">
                  <a:pos x="31" y="438"/>
                </a:cxn>
                <a:cxn ang="0">
                  <a:pos x="104" y="358"/>
                </a:cxn>
                <a:cxn ang="0">
                  <a:pos x="277" y="362"/>
                </a:cxn>
                <a:cxn ang="0">
                  <a:pos x="463" y="453"/>
                </a:cxn>
                <a:cxn ang="0">
                  <a:pos x="202" y="445"/>
                </a:cxn>
                <a:cxn ang="0">
                  <a:pos x="279" y="450"/>
                </a:cxn>
                <a:cxn ang="0">
                  <a:pos x="355" y="476"/>
                </a:cxn>
                <a:cxn ang="0">
                  <a:pos x="547" y="466"/>
                </a:cxn>
                <a:cxn ang="0">
                  <a:pos x="659" y="466"/>
                </a:cxn>
                <a:cxn ang="0">
                  <a:pos x="544" y="457"/>
                </a:cxn>
                <a:cxn ang="0">
                  <a:pos x="544" y="406"/>
                </a:cxn>
                <a:cxn ang="0">
                  <a:pos x="412" y="261"/>
                </a:cxn>
                <a:cxn ang="0">
                  <a:pos x="297" y="209"/>
                </a:cxn>
                <a:cxn ang="0">
                  <a:pos x="407" y="270"/>
                </a:cxn>
                <a:cxn ang="0">
                  <a:pos x="477" y="371"/>
                </a:cxn>
                <a:cxn ang="0">
                  <a:pos x="477" y="443"/>
                </a:cxn>
                <a:cxn ang="0">
                  <a:pos x="277" y="350"/>
                </a:cxn>
                <a:cxn ang="0">
                  <a:pos x="191" y="335"/>
                </a:cxn>
                <a:cxn ang="0">
                  <a:pos x="94" y="298"/>
                </a:cxn>
                <a:cxn ang="0">
                  <a:pos x="67" y="247"/>
                </a:cxn>
                <a:cxn ang="0">
                  <a:pos x="97" y="218"/>
                </a:cxn>
                <a:cxn ang="0">
                  <a:pos x="97" y="178"/>
                </a:cxn>
                <a:cxn ang="0">
                  <a:pos x="144" y="164"/>
                </a:cxn>
                <a:cxn ang="0">
                  <a:pos x="202" y="178"/>
                </a:cxn>
                <a:cxn ang="0">
                  <a:pos x="171" y="145"/>
                </a:cxn>
                <a:cxn ang="0">
                  <a:pos x="191" y="118"/>
                </a:cxn>
                <a:cxn ang="0">
                  <a:pos x="279" y="106"/>
                </a:cxn>
                <a:cxn ang="0">
                  <a:pos x="479" y="32"/>
                </a:cxn>
                <a:cxn ang="0">
                  <a:pos x="645" y="0"/>
                </a:cxn>
              </a:cxnLst>
              <a:rect l="0" t="0" r="0" b="0"/>
              <a:pathLst>
                <a:path w="660" h="477">
                  <a:moveTo>
                    <a:pt x="645" y="0"/>
                  </a:moveTo>
                  <a:lnTo>
                    <a:pt x="468" y="32"/>
                  </a:lnTo>
                  <a:lnTo>
                    <a:pt x="274" y="101"/>
                  </a:lnTo>
                  <a:lnTo>
                    <a:pt x="158" y="119"/>
                  </a:lnTo>
                  <a:lnTo>
                    <a:pt x="139" y="158"/>
                  </a:lnTo>
                  <a:lnTo>
                    <a:pt x="97" y="166"/>
                  </a:lnTo>
                  <a:lnTo>
                    <a:pt x="47" y="239"/>
                  </a:lnTo>
                  <a:lnTo>
                    <a:pt x="81" y="303"/>
                  </a:lnTo>
                  <a:lnTo>
                    <a:pt x="50" y="342"/>
                  </a:lnTo>
                  <a:lnTo>
                    <a:pt x="74" y="366"/>
                  </a:lnTo>
                  <a:lnTo>
                    <a:pt x="0" y="443"/>
                  </a:lnTo>
                  <a:lnTo>
                    <a:pt x="18" y="457"/>
                  </a:lnTo>
                  <a:lnTo>
                    <a:pt x="43" y="450"/>
                  </a:lnTo>
                  <a:lnTo>
                    <a:pt x="31" y="438"/>
                  </a:lnTo>
                  <a:lnTo>
                    <a:pt x="104" y="358"/>
                  </a:lnTo>
                  <a:lnTo>
                    <a:pt x="277" y="362"/>
                  </a:lnTo>
                  <a:lnTo>
                    <a:pt x="463" y="453"/>
                  </a:lnTo>
                  <a:lnTo>
                    <a:pt x="202" y="445"/>
                  </a:lnTo>
                  <a:lnTo>
                    <a:pt x="279" y="450"/>
                  </a:lnTo>
                  <a:lnTo>
                    <a:pt x="355" y="476"/>
                  </a:lnTo>
                  <a:lnTo>
                    <a:pt x="547" y="466"/>
                  </a:lnTo>
                  <a:lnTo>
                    <a:pt x="659" y="466"/>
                  </a:lnTo>
                  <a:lnTo>
                    <a:pt x="544" y="457"/>
                  </a:lnTo>
                  <a:lnTo>
                    <a:pt x="544" y="406"/>
                  </a:lnTo>
                  <a:lnTo>
                    <a:pt x="412" y="261"/>
                  </a:lnTo>
                  <a:lnTo>
                    <a:pt x="297" y="209"/>
                  </a:lnTo>
                  <a:lnTo>
                    <a:pt x="407" y="270"/>
                  </a:lnTo>
                  <a:lnTo>
                    <a:pt x="477" y="371"/>
                  </a:lnTo>
                  <a:lnTo>
                    <a:pt x="477" y="443"/>
                  </a:lnTo>
                  <a:lnTo>
                    <a:pt x="277" y="350"/>
                  </a:lnTo>
                  <a:lnTo>
                    <a:pt x="191" y="335"/>
                  </a:lnTo>
                  <a:lnTo>
                    <a:pt x="94" y="298"/>
                  </a:lnTo>
                  <a:lnTo>
                    <a:pt x="67" y="247"/>
                  </a:lnTo>
                  <a:lnTo>
                    <a:pt x="97" y="218"/>
                  </a:lnTo>
                  <a:lnTo>
                    <a:pt x="97" y="178"/>
                  </a:lnTo>
                  <a:lnTo>
                    <a:pt x="144" y="164"/>
                  </a:lnTo>
                  <a:lnTo>
                    <a:pt x="202" y="178"/>
                  </a:lnTo>
                  <a:lnTo>
                    <a:pt x="171" y="145"/>
                  </a:lnTo>
                  <a:lnTo>
                    <a:pt x="191" y="118"/>
                  </a:lnTo>
                  <a:lnTo>
                    <a:pt x="279" y="106"/>
                  </a:lnTo>
                  <a:lnTo>
                    <a:pt x="479" y="32"/>
                  </a:lnTo>
                  <a:lnTo>
                    <a:pt x="645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1" name="Freeform 29"/>
            <p:cNvSpPr/>
            <p:nvPr/>
          </p:nvSpPr>
          <p:spPr>
            <a:xfrm>
              <a:off x="1200" y="1071"/>
              <a:ext cx="696" cy="259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22" y="43"/>
                </a:cxn>
                <a:cxn ang="0">
                  <a:pos x="22" y="99"/>
                </a:cxn>
                <a:cxn ang="0">
                  <a:pos x="140" y="192"/>
                </a:cxn>
                <a:cxn ang="0">
                  <a:pos x="393" y="175"/>
                </a:cxn>
                <a:cxn ang="0">
                  <a:pos x="506" y="223"/>
                </a:cxn>
                <a:cxn ang="0">
                  <a:pos x="598" y="220"/>
                </a:cxn>
                <a:cxn ang="0">
                  <a:pos x="609" y="127"/>
                </a:cxn>
                <a:cxn ang="0">
                  <a:pos x="695" y="35"/>
                </a:cxn>
                <a:cxn ang="0">
                  <a:pos x="643" y="114"/>
                </a:cxn>
                <a:cxn ang="0">
                  <a:pos x="643" y="192"/>
                </a:cxn>
                <a:cxn ang="0">
                  <a:pos x="672" y="258"/>
                </a:cxn>
                <a:cxn ang="0">
                  <a:pos x="499" y="251"/>
                </a:cxn>
                <a:cxn ang="0">
                  <a:pos x="337" y="233"/>
                </a:cxn>
                <a:cxn ang="0">
                  <a:pos x="158" y="233"/>
                </a:cxn>
                <a:cxn ang="0">
                  <a:pos x="79" y="183"/>
                </a:cxn>
                <a:cxn ang="0">
                  <a:pos x="0" y="94"/>
                </a:cxn>
                <a:cxn ang="0">
                  <a:pos x="4" y="28"/>
                </a:cxn>
                <a:cxn ang="0">
                  <a:pos x="115" y="0"/>
                </a:cxn>
              </a:cxnLst>
              <a:rect l="0" t="0" r="0" b="0"/>
              <a:pathLst>
                <a:path w="696" h="259">
                  <a:moveTo>
                    <a:pt x="115" y="0"/>
                  </a:moveTo>
                  <a:lnTo>
                    <a:pt x="22" y="43"/>
                  </a:lnTo>
                  <a:lnTo>
                    <a:pt x="22" y="99"/>
                  </a:lnTo>
                  <a:lnTo>
                    <a:pt x="140" y="192"/>
                  </a:lnTo>
                  <a:lnTo>
                    <a:pt x="393" y="175"/>
                  </a:lnTo>
                  <a:lnTo>
                    <a:pt x="506" y="223"/>
                  </a:lnTo>
                  <a:lnTo>
                    <a:pt x="598" y="220"/>
                  </a:lnTo>
                  <a:lnTo>
                    <a:pt x="609" y="127"/>
                  </a:lnTo>
                  <a:lnTo>
                    <a:pt x="695" y="35"/>
                  </a:lnTo>
                  <a:lnTo>
                    <a:pt x="643" y="114"/>
                  </a:lnTo>
                  <a:lnTo>
                    <a:pt x="643" y="192"/>
                  </a:lnTo>
                  <a:lnTo>
                    <a:pt x="672" y="258"/>
                  </a:lnTo>
                  <a:lnTo>
                    <a:pt x="499" y="251"/>
                  </a:lnTo>
                  <a:lnTo>
                    <a:pt x="337" y="233"/>
                  </a:lnTo>
                  <a:lnTo>
                    <a:pt x="158" y="233"/>
                  </a:lnTo>
                  <a:lnTo>
                    <a:pt x="79" y="183"/>
                  </a:lnTo>
                  <a:lnTo>
                    <a:pt x="0" y="94"/>
                  </a:lnTo>
                  <a:lnTo>
                    <a:pt x="4" y="28"/>
                  </a:lnTo>
                  <a:lnTo>
                    <a:pt x="115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2" name="Freeform 30"/>
            <p:cNvSpPr/>
            <p:nvPr/>
          </p:nvSpPr>
          <p:spPr>
            <a:xfrm>
              <a:off x="2414" y="905"/>
              <a:ext cx="131" cy="132"/>
            </a:xfrm>
            <a:custGeom>
              <a:avLst/>
              <a:gdLst/>
              <a:ahLst/>
              <a:cxnLst>
                <a:cxn ang="0">
                  <a:pos x="0" y="122"/>
                </a:cxn>
                <a:cxn ang="0">
                  <a:pos x="58" y="75"/>
                </a:cxn>
                <a:cxn ang="0">
                  <a:pos x="121" y="0"/>
                </a:cxn>
                <a:cxn ang="0">
                  <a:pos x="130" y="23"/>
                </a:cxn>
                <a:cxn ang="0">
                  <a:pos x="72" y="85"/>
                </a:cxn>
                <a:cxn ang="0">
                  <a:pos x="20" y="131"/>
                </a:cxn>
                <a:cxn ang="0">
                  <a:pos x="0" y="122"/>
                </a:cxn>
              </a:cxnLst>
              <a:rect l="0" t="0" r="0" b="0"/>
              <a:pathLst>
                <a:path w="131" h="132">
                  <a:moveTo>
                    <a:pt x="0" y="122"/>
                  </a:moveTo>
                  <a:lnTo>
                    <a:pt x="58" y="75"/>
                  </a:lnTo>
                  <a:lnTo>
                    <a:pt x="121" y="0"/>
                  </a:lnTo>
                  <a:lnTo>
                    <a:pt x="130" y="23"/>
                  </a:lnTo>
                  <a:lnTo>
                    <a:pt x="72" y="85"/>
                  </a:lnTo>
                  <a:lnTo>
                    <a:pt x="20" y="131"/>
                  </a:lnTo>
                  <a:lnTo>
                    <a:pt x="0" y="122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3" name="Freeform 31"/>
            <p:cNvSpPr/>
            <p:nvPr/>
          </p:nvSpPr>
          <p:spPr>
            <a:xfrm>
              <a:off x="1959" y="741"/>
              <a:ext cx="534" cy="348"/>
            </a:xfrm>
            <a:custGeom>
              <a:avLst/>
              <a:gdLst/>
              <a:ahLst/>
              <a:cxnLst>
                <a:cxn ang="0">
                  <a:pos x="533" y="347"/>
                </a:cxn>
                <a:cxn ang="0">
                  <a:pos x="477" y="279"/>
                </a:cxn>
                <a:cxn ang="0">
                  <a:pos x="261" y="215"/>
                </a:cxn>
                <a:cxn ang="0">
                  <a:pos x="142" y="150"/>
                </a:cxn>
                <a:cxn ang="0">
                  <a:pos x="38" y="61"/>
                </a:cxn>
                <a:cxn ang="0">
                  <a:pos x="0" y="0"/>
                </a:cxn>
                <a:cxn ang="0">
                  <a:pos x="47" y="93"/>
                </a:cxn>
                <a:cxn ang="0">
                  <a:pos x="180" y="199"/>
                </a:cxn>
                <a:cxn ang="0">
                  <a:pos x="353" y="272"/>
                </a:cxn>
                <a:cxn ang="0">
                  <a:pos x="470" y="312"/>
                </a:cxn>
                <a:cxn ang="0">
                  <a:pos x="499" y="342"/>
                </a:cxn>
                <a:cxn ang="0">
                  <a:pos x="533" y="347"/>
                </a:cxn>
              </a:cxnLst>
              <a:rect l="0" t="0" r="0" b="0"/>
              <a:pathLst>
                <a:path w="534" h="348">
                  <a:moveTo>
                    <a:pt x="533" y="347"/>
                  </a:moveTo>
                  <a:lnTo>
                    <a:pt x="477" y="279"/>
                  </a:lnTo>
                  <a:lnTo>
                    <a:pt x="261" y="215"/>
                  </a:lnTo>
                  <a:lnTo>
                    <a:pt x="142" y="150"/>
                  </a:lnTo>
                  <a:lnTo>
                    <a:pt x="38" y="61"/>
                  </a:lnTo>
                  <a:lnTo>
                    <a:pt x="0" y="0"/>
                  </a:lnTo>
                  <a:lnTo>
                    <a:pt x="47" y="93"/>
                  </a:lnTo>
                  <a:lnTo>
                    <a:pt x="180" y="199"/>
                  </a:lnTo>
                  <a:lnTo>
                    <a:pt x="353" y="272"/>
                  </a:lnTo>
                  <a:lnTo>
                    <a:pt x="470" y="312"/>
                  </a:lnTo>
                  <a:lnTo>
                    <a:pt x="499" y="342"/>
                  </a:lnTo>
                  <a:lnTo>
                    <a:pt x="533" y="347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4" name="Freeform 32"/>
            <p:cNvSpPr/>
            <p:nvPr/>
          </p:nvSpPr>
          <p:spPr>
            <a:xfrm>
              <a:off x="1888" y="961"/>
              <a:ext cx="169" cy="156"/>
            </a:xfrm>
            <a:custGeom>
              <a:avLst/>
              <a:gdLst/>
              <a:ahLst/>
              <a:cxnLst>
                <a:cxn ang="0">
                  <a:pos x="7" y="140"/>
                </a:cxn>
                <a:cxn ang="0">
                  <a:pos x="43" y="103"/>
                </a:cxn>
                <a:cxn ang="0">
                  <a:pos x="121" y="78"/>
                </a:cxn>
                <a:cxn ang="0">
                  <a:pos x="150" y="0"/>
                </a:cxn>
                <a:cxn ang="0">
                  <a:pos x="168" y="26"/>
                </a:cxn>
                <a:cxn ang="0">
                  <a:pos x="159" y="66"/>
                </a:cxn>
                <a:cxn ang="0">
                  <a:pos x="126" y="103"/>
                </a:cxn>
                <a:cxn ang="0">
                  <a:pos x="58" y="117"/>
                </a:cxn>
                <a:cxn ang="0">
                  <a:pos x="0" y="155"/>
                </a:cxn>
                <a:cxn ang="0">
                  <a:pos x="7" y="140"/>
                </a:cxn>
              </a:cxnLst>
              <a:rect l="0" t="0" r="0" b="0"/>
              <a:pathLst>
                <a:path w="169" h="156">
                  <a:moveTo>
                    <a:pt x="7" y="140"/>
                  </a:moveTo>
                  <a:lnTo>
                    <a:pt x="43" y="103"/>
                  </a:lnTo>
                  <a:lnTo>
                    <a:pt x="121" y="78"/>
                  </a:lnTo>
                  <a:lnTo>
                    <a:pt x="150" y="0"/>
                  </a:lnTo>
                  <a:lnTo>
                    <a:pt x="168" y="26"/>
                  </a:lnTo>
                  <a:lnTo>
                    <a:pt x="159" y="66"/>
                  </a:lnTo>
                  <a:lnTo>
                    <a:pt x="126" y="103"/>
                  </a:lnTo>
                  <a:lnTo>
                    <a:pt x="58" y="117"/>
                  </a:lnTo>
                  <a:lnTo>
                    <a:pt x="0" y="155"/>
                  </a:lnTo>
                  <a:lnTo>
                    <a:pt x="7" y="14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5" name="Freeform 33"/>
            <p:cNvSpPr/>
            <p:nvPr/>
          </p:nvSpPr>
          <p:spPr>
            <a:xfrm>
              <a:off x="1838" y="961"/>
              <a:ext cx="703" cy="348"/>
            </a:xfrm>
            <a:custGeom>
              <a:avLst/>
              <a:gdLst/>
              <a:ahLst/>
              <a:cxnLst>
                <a:cxn ang="0">
                  <a:pos x="234" y="0"/>
                </a:cxn>
                <a:cxn ang="0">
                  <a:pos x="301" y="23"/>
                </a:cxn>
                <a:cxn ang="0">
                  <a:pos x="311" y="58"/>
                </a:cxn>
                <a:cxn ang="0">
                  <a:pos x="304" y="82"/>
                </a:cxn>
                <a:cxn ang="0">
                  <a:pos x="277" y="108"/>
                </a:cxn>
                <a:cxn ang="0">
                  <a:pos x="277" y="127"/>
                </a:cxn>
                <a:cxn ang="0">
                  <a:pos x="311" y="133"/>
                </a:cxn>
                <a:cxn ang="0">
                  <a:pos x="396" y="133"/>
                </a:cxn>
                <a:cxn ang="0">
                  <a:pos x="596" y="124"/>
                </a:cxn>
                <a:cxn ang="0">
                  <a:pos x="625" y="122"/>
                </a:cxn>
                <a:cxn ang="0">
                  <a:pos x="680" y="131"/>
                </a:cxn>
                <a:cxn ang="0">
                  <a:pos x="702" y="153"/>
                </a:cxn>
                <a:cxn ang="0">
                  <a:pos x="702" y="185"/>
                </a:cxn>
                <a:cxn ang="0">
                  <a:pos x="659" y="199"/>
                </a:cxn>
                <a:cxn ang="0">
                  <a:pos x="500" y="199"/>
                </a:cxn>
                <a:cxn ang="0">
                  <a:pos x="396" y="209"/>
                </a:cxn>
                <a:cxn ang="0">
                  <a:pos x="410" y="232"/>
                </a:cxn>
                <a:cxn ang="0">
                  <a:pos x="396" y="258"/>
                </a:cxn>
                <a:cxn ang="0">
                  <a:pos x="382" y="267"/>
                </a:cxn>
                <a:cxn ang="0">
                  <a:pos x="382" y="297"/>
                </a:cxn>
                <a:cxn ang="0">
                  <a:pos x="335" y="312"/>
                </a:cxn>
                <a:cxn ang="0">
                  <a:pos x="324" y="330"/>
                </a:cxn>
                <a:cxn ang="0">
                  <a:pos x="247" y="344"/>
                </a:cxn>
                <a:cxn ang="0">
                  <a:pos x="115" y="347"/>
                </a:cxn>
                <a:cxn ang="0">
                  <a:pos x="0" y="324"/>
                </a:cxn>
                <a:cxn ang="0">
                  <a:pos x="133" y="335"/>
                </a:cxn>
                <a:cxn ang="0">
                  <a:pos x="243" y="335"/>
                </a:cxn>
                <a:cxn ang="0">
                  <a:pos x="284" y="324"/>
                </a:cxn>
                <a:cxn ang="0">
                  <a:pos x="293" y="302"/>
                </a:cxn>
                <a:cxn ang="0">
                  <a:pos x="328" y="293"/>
                </a:cxn>
                <a:cxn ang="0">
                  <a:pos x="331" y="258"/>
                </a:cxn>
                <a:cxn ang="0">
                  <a:pos x="346" y="234"/>
                </a:cxn>
                <a:cxn ang="0">
                  <a:pos x="338" y="209"/>
                </a:cxn>
                <a:cxn ang="0">
                  <a:pos x="475" y="192"/>
                </a:cxn>
                <a:cxn ang="0">
                  <a:pos x="648" y="190"/>
                </a:cxn>
                <a:cxn ang="0">
                  <a:pos x="673" y="176"/>
                </a:cxn>
                <a:cxn ang="0">
                  <a:pos x="670" y="142"/>
                </a:cxn>
                <a:cxn ang="0">
                  <a:pos x="634" y="135"/>
                </a:cxn>
                <a:cxn ang="0">
                  <a:pos x="576" y="133"/>
                </a:cxn>
                <a:cxn ang="0">
                  <a:pos x="396" y="140"/>
                </a:cxn>
                <a:cxn ang="0">
                  <a:pos x="301" y="140"/>
                </a:cxn>
                <a:cxn ang="0">
                  <a:pos x="248" y="131"/>
                </a:cxn>
                <a:cxn ang="0">
                  <a:pos x="274" y="103"/>
                </a:cxn>
                <a:cxn ang="0">
                  <a:pos x="293" y="58"/>
                </a:cxn>
                <a:cxn ang="0">
                  <a:pos x="284" y="26"/>
                </a:cxn>
                <a:cxn ang="0">
                  <a:pos x="234" y="0"/>
                </a:cxn>
              </a:cxnLst>
              <a:rect l="0" t="0" r="0" b="0"/>
              <a:pathLst>
                <a:path w="703" h="348">
                  <a:moveTo>
                    <a:pt x="234" y="0"/>
                  </a:moveTo>
                  <a:lnTo>
                    <a:pt x="301" y="23"/>
                  </a:lnTo>
                  <a:lnTo>
                    <a:pt x="311" y="58"/>
                  </a:lnTo>
                  <a:lnTo>
                    <a:pt x="304" y="82"/>
                  </a:lnTo>
                  <a:lnTo>
                    <a:pt x="277" y="108"/>
                  </a:lnTo>
                  <a:lnTo>
                    <a:pt x="277" y="127"/>
                  </a:lnTo>
                  <a:lnTo>
                    <a:pt x="311" y="133"/>
                  </a:lnTo>
                  <a:lnTo>
                    <a:pt x="396" y="133"/>
                  </a:lnTo>
                  <a:lnTo>
                    <a:pt x="596" y="124"/>
                  </a:lnTo>
                  <a:lnTo>
                    <a:pt x="625" y="122"/>
                  </a:lnTo>
                  <a:lnTo>
                    <a:pt x="680" y="131"/>
                  </a:lnTo>
                  <a:lnTo>
                    <a:pt x="702" y="153"/>
                  </a:lnTo>
                  <a:lnTo>
                    <a:pt x="702" y="185"/>
                  </a:lnTo>
                  <a:lnTo>
                    <a:pt x="659" y="199"/>
                  </a:lnTo>
                  <a:lnTo>
                    <a:pt x="500" y="199"/>
                  </a:lnTo>
                  <a:lnTo>
                    <a:pt x="396" y="209"/>
                  </a:lnTo>
                  <a:lnTo>
                    <a:pt x="410" y="232"/>
                  </a:lnTo>
                  <a:lnTo>
                    <a:pt x="396" y="258"/>
                  </a:lnTo>
                  <a:lnTo>
                    <a:pt x="382" y="267"/>
                  </a:lnTo>
                  <a:lnTo>
                    <a:pt x="382" y="297"/>
                  </a:lnTo>
                  <a:lnTo>
                    <a:pt x="335" y="312"/>
                  </a:lnTo>
                  <a:lnTo>
                    <a:pt x="324" y="330"/>
                  </a:lnTo>
                  <a:lnTo>
                    <a:pt x="247" y="344"/>
                  </a:lnTo>
                  <a:lnTo>
                    <a:pt x="115" y="347"/>
                  </a:lnTo>
                  <a:lnTo>
                    <a:pt x="0" y="324"/>
                  </a:lnTo>
                  <a:lnTo>
                    <a:pt x="133" y="335"/>
                  </a:lnTo>
                  <a:lnTo>
                    <a:pt x="243" y="335"/>
                  </a:lnTo>
                  <a:lnTo>
                    <a:pt x="284" y="324"/>
                  </a:lnTo>
                  <a:lnTo>
                    <a:pt x="293" y="302"/>
                  </a:lnTo>
                  <a:lnTo>
                    <a:pt x="328" y="293"/>
                  </a:lnTo>
                  <a:lnTo>
                    <a:pt x="331" y="258"/>
                  </a:lnTo>
                  <a:lnTo>
                    <a:pt x="346" y="234"/>
                  </a:lnTo>
                  <a:lnTo>
                    <a:pt x="338" y="209"/>
                  </a:lnTo>
                  <a:lnTo>
                    <a:pt x="475" y="192"/>
                  </a:lnTo>
                  <a:lnTo>
                    <a:pt x="648" y="190"/>
                  </a:lnTo>
                  <a:lnTo>
                    <a:pt x="673" y="176"/>
                  </a:lnTo>
                  <a:lnTo>
                    <a:pt x="670" y="142"/>
                  </a:lnTo>
                  <a:lnTo>
                    <a:pt x="634" y="135"/>
                  </a:lnTo>
                  <a:lnTo>
                    <a:pt x="576" y="133"/>
                  </a:lnTo>
                  <a:lnTo>
                    <a:pt x="396" y="140"/>
                  </a:lnTo>
                  <a:lnTo>
                    <a:pt x="301" y="140"/>
                  </a:lnTo>
                  <a:lnTo>
                    <a:pt x="248" y="131"/>
                  </a:lnTo>
                  <a:lnTo>
                    <a:pt x="274" y="103"/>
                  </a:lnTo>
                  <a:lnTo>
                    <a:pt x="293" y="58"/>
                  </a:lnTo>
                  <a:lnTo>
                    <a:pt x="284" y="26"/>
                  </a:lnTo>
                  <a:lnTo>
                    <a:pt x="234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6" name="Freeform 34"/>
            <p:cNvSpPr/>
            <p:nvPr/>
          </p:nvSpPr>
          <p:spPr>
            <a:xfrm>
              <a:off x="1849" y="713"/>
              <a:ext cx="97" cy="106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58"/>
                </a:cxn>
                <a:cxn ang="0">
                  <a:pos x="14" y="92"/>
                </a:cxn>
                <a:cxn ang="0">
                  <a:pos x="39" y="89"/>
                </a:cxn>
                <a:cxn ang="0">
                  <a:pos x="41" y="105"/>
                </a:cxn>
                <a:cxn ang="0">
                  <a:pos x="96" y="83"/>
                </a:cxn>
                <a:cxn ang="0">
                  <a:pos x="46" y="83"/>
                </a:cxn>
                <a:cxn ang="0">
                  <a:pos x="18" y="84"/>
                </a:cxn>
                <a:cxn ang="0">
                  <a:pos x="9" y="63"/>
                </a:cxn>
                <a:cxn ang="0">
                  <a:pos x="9" y="35"/>
                </a:cxn>
                <a:cxn ang="0">
                  <a:pos x="4" y="0"/>
                </a:cxn>
              </a:cxnLst>
              <a:rect l="0" t="0" r="0" b="0"/>
              <a:pathLst>
                <a:path w="97" h="106">
                  <a:moveTo>
                    <a:pt x="4" y="0"/>
                  </a:moveTo>
                  <a:lnTo>
                    <a:pt x="0" y="58"/>
                  </a:lnTo>
                  <a:lnTo>
                    <a:pt x="14" y="92"/>
                  </a:lnTo>
                  <a:lnTo>
                    <a:pt x="39" y="89"/>
                  </a:lnTo>
                  <a:lnTo>
                    <a:pt x="41" y="105"/>
                  </a:lnTo>
                  <a:lnTo>
                    <a:pt x="96" y="83"/>
                  </a:lnTo>
                  <a:lnTo>
                    <a:pt x="46" y="83"/>
                  </a:lnTo>
                  <a:lnTo>
                    <a:pt x="18" y="84"/>
                  </a:lnTo>
                  <a:lnTo>
                    <a:pt x="9" y="63"/>
                  </a:lnTo>
                  <a:lnTo>
                    <a:pt x="9" y="35"/>
                  </a:lnTo>
                  <a:lnTo>
                    <a:pt x="4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7" name="Freeform 35"/>
            <p:cNvSpPr/>
            <p:nvPr/>
          </p:nvSpPr>
          <p:spPr>
            <a:xfrm>
              <a:off x="1924" y="854"/>
              <a:ext cx="540" cy="23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8"/>
                </a:cxn>
                <a:cxn ang="0">
                  <a:pos x="63" y="61"/>
                </a:cxn>
                <a:cxn ang="0">
                  <a:pos x="148" y="101"/>
                </a:cxn>
                <a:cxn ang="0">
                  <a:pos x="252" y="152"/>
                </a:cxn>
                <a:cxn ang="0">
                  <a:pos x="442" y="197"/>
                </a:cxn>
                <a:cxn ang="0">
                  <a:pos x="505" y="211"/>
                </a:cxn>
                <a:cxn ang="0">
                  <a:pos x="539" y="229"/>
                </a:cxn>
                <a:cxn ang="0">
                  <a:pos x="512" y="206"/>
                </a:cxn>
                <a:cxn ang="0">
                  <a:pos x="310" y="157"/>
                </a:cxn>
                <a:cxn ang="0">
                  <a:pos x="209" y="117"/>
                </a:cxn>
                <a:cxn ang="0">
                  <a:pos x="90" y="54"/>
                </a:cxn>
                <a:cxn ang="0">
                  <a:pos x="27" y="8"/>
                </a:cxn>
                <a:cxn ang="0">
                  <a:pos x="11" y="0"/>
                </a:cxn>
              </a:cxnLst>
              <a:rect l="0" t="0" r="0" b="0"/>
              <a:pathLst>
                <a:path w="540" h="230">
                  <a:moveTo>
                    <a:pt x="11" y="0"/>
                  </a:moveTo>
                  <a:lnTo>
                    <a:pt x="0" y="8"/>
                  </a:lnTo>
                  <a:lnTo>
                    <a:pt x="63" y="61"/>
                  </a:lnTo>
                  <a:lnTo>
                    <a:pt x="148" y="101"/>
                  </a:lnTo>
                  <a:lnTo>
                    <a:pt x="252" y="152"/>
                  </a:lnTo>
                  <a:lnTo>
                    <a:pt x="442" y="197"/>
                  </a:lnTo>
                  <a:lnTo>
                    <a:pt x="505" y="211"/>
                  </a:lnTo>
                  <a:lnTo>
                    <a:pt x="539" y="229"/>
                  </a:lnTo>
                  <a:lnTo>
                    <a:pt x="512" y="206"/>
                  </a:lnTo>
                  <a:lnTo>
                    <a:pt x="310" y="157"/>
                  </a:lnTo>
                  <a:lnTo>
                    <a:pt x="209" y="117"/>
                  </a:lnTo>
                  <a:lnTo>
                    <a:pt x="90" y="54"/>
                  </a:lnTo>
                  <a:lnTo>
                    <a:pt x="27" y="8"/>
                  </a:lnTo>
                  <a:lnTo>
                    <a:pt x="11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8" name="Freeform 36"/>
            <p:cNvSpPr/>
            <p:nvPr/>
          </p:nvSpPr>
          <p:spPr>
            <a:xfrm>
              <a:off x="2111" y="741"/>
              <a:ext cx="369" cy="108"/>
            </a:xfrm>
            <a:custGeom>
              <a:avLst/>
              <a:gdLst/>
              <a:ahLst/>
              <a:cxnLst>
                <a:cxn ang="0">
                  <a:pos x="0" y="107"/>
                </a:cxn>
                <a:cxn ang="0">
                  <a:pos x="54" y="13"/>
                </a:cxn>
                <a:cxn ang="0">
                  <a:pos x="188" y="0"/>
                </a:cxn>
                <a:cxn ang="0">
                  <a:pos x="303" y="23"/>
                </a:cxn>
                <a:cxn ang="0">
                  <a:pos x="368" y="68"/>
                </a:cxn>
                <a:cxn ang="0">
                  <a:pos x="260" y="23"/>
                </a:cxn>
                <a:cxn ang="0">
                  <a:pos x="220" y="87"/>
                </a:cxn>
                <a:cxn ang="0">
                  <a:pos x="220" y="13"/>
                </a:cxn>
                <a:cxn ang="0">
                  <a:pos x="162" y="11"/>
                </a:cxn>
                <a:cxn ang="0">
                  <a:pos x="90" y="20"/>
                </a:cxn>
                <a:cxn ang="0">
                  <a:pos x="157" y="87"/>
                </a:cxn>
                <a:cxn ang="0">
                  <a:pos x="61" y="33"/>
                </a:cxn>
                <a:cxn ang="0">
                  <a:pos x="0" y="107"/>
                </a:cxn>
              </a:cxnLst>
              <a:rect l="0" t="0" r="0" b="0"/>
              <a:pathLst>
                <a:path w="369" h="108">
                  <a:moveTo>
                    <a:pt x="0" y="107"/>
                  </a:moveTo>
                  <a:lnTo>
                    <a:pt x="54" y="13"/>
                  </a:lnTo>
                  <a:lnTo>
                    <a:pt x="188" y="0"/>
                  </a:lnTo>
                  <a:lnTo>
                    <a:pt x="303" y="23"/>
                  </a:lnTo>
                  <a:lnTo>
                    <a:pt x="368" y="68"/>
                  </a:lnTo>
                  <a:lnTo>
                    <a:pt x="260" y="23"/>
                  </a:lnTo>
                  <a:lnTo>
                    <a:pt x="220" y="87"/>
                  </a:lnTo>
                  <a:lnTo>
                    <a:pt x="220" y="13"/>
                  </a:lnTo>
                  <a:lnTo>
                    <a:pt x="162" y="11"/>
                  </a:lnTo>
                  <a:lnTo>
                    <a:pt x="90" y="20"/>
                  </a:lnTo>
                  <a:lnTo>
                    <a:pt x="157" y="87"/>
                  </a:lnTo>
                  <a:lnTo>
                    <a:pt x="61" y="33"/>
                  </a:lnTo>
                  <a:lnTo>
                    <a:pt x="0" y="107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89" name="Freeform 37"/>
            <p:cNvSpPr/>
            <p:nvPr/>
          </p:nvSpPr>
          <p:spPr>
            <a:xfrm>
              <a:off x="2292" y="828"/>
              <a:ext cx="196" cy="172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0" y="0"/>
                </a:cxn>
                <a:cxn ang="0">
                  <a:pos x="0" y="153"/>
                </a:cxn>
                <a:cxn ang="0">
                  <a:pos x="47" y="171"/>
                </a:cxn>
                <a:cxn ang="0">
                  <a:pos x="43" y="138"/>
                </a:cxn>
                <a:cxn ang="0">
                  <a:pos x="16" y="84"/>
                </a:cxn>
                <a:cxn ang="0">
                  <a:pos x="40" y="11"/>
                </a:cxn>
                <a:cxn ang="0">
                  <a:pos x="188" y="155"/>
                </a:cxn>
                <a:cxn ang="0">
                  <a:pos x="195" y="140"/>
                </a:cxn>
                <a:cxn ang="0">
                  <a:pos x="51" y="4"/>
                </a:cxn>
                <a:cxn ang="0">
                  <a:pos x="40" y="0"/>
                </a:cxn>
              </a:cxnLst>
              <a:rect l="0" t="0" r="0" b="0"/>
              <a:pathLst>
                <a:path w="196" h="172">
                  <a:moveTo>
                    <a:pt x="40" y="0"/>
                  </a:moveTo>
                  <a:lnTo>
                    <a:pt x="0" y="0"/>
                  </a:lnTo>
                  <a:lnTo>
                    <a:pt x="0" y="153"/>
                  </a:lnTo>
                  <a:lnTo>
                    <a:pt x="47" y="171"/>
                  </a:lnTo>
                  <a:lnTo>
                    <a:pt x="43" y="138"/>
                  </a:lnTo>
                  <a:lnTo>
                    <a:pt x="16" y="84"/>
                  </a:lnTo>
                  <a:lnTo>
                    <a:pt x="40" y="11"/>
                  </a:lnTo>
                  <a:lnTo>
                    <a:pt x="188" y="155"/>
                  </a:lnTo>
                  <a:lnTo>
                    <a:pt x="195" y="140"/>
                  </a:lnTo>
                  <a:lnTo>
                    <a:pt x="51" y="4"/>
                  </a:lnTo>
                  <a:lnTo>
                    <a:pt x="40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0" name="Freeform 38"/>
            <p:cNvSpPr/>
            <p:nvPr/>
          </p:nvSpPr>
          <p:spPr>
            <a:xfrm>
              <a:off x="2492" y="1152"/>
              <a:ext cx="53" cy="107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52" y="64"/>
                </a:cxn>
                <a:cxn ang="0">
                  <a:pos x="52" y="106"/>
                </a:cxn>
                <a:cxn ang="0">
                  <a:pos x="0" y="6"/>
                </a:cxn>
                <a:cxn ang="0">
                  <a:pos x="18" y="0"/>
                </a:cxn>
              </a:cxnLst>
              <a:rect l="0" t="0" r="0" b="0"/>
              <a:pathLst>
                <a:path w="53" h="107">
                  <a:moveTo>
                    <a:pt x="18" y="0"/>
                  </a:moveTo>
                  <a:lnTo>
                    <a:pt x="52" y="64"/>
                  </a:lnTo>
                  <a:lnTo>
                    <a:pt x="52" y="106"/>
                  </a:lnTo>
                  <a:lnTo>
                    <a:pt x="0" y="6"/>
                  </a:lnTo>
                  <a:lnTo>
                    <a:pt x="18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1" name="Freeform 39"/>
            <p:cNvSpPr/>
            <p:nvPr/>
          </p:nvSpPr>
          <p:spPr>
            <a:xfrm>
              <a:off x="1625" y="1307"/>
              <a:ext cx="848" cy="290"/>
            </a:xfrm>
            <a:custGeom>
              <a:avLst/>
              <a:gdLst/>
              <a:ahLst/>
              <a:cxnLst>
                <a:cxn ang="0">
                  <a:pos x="74" y="12"/>
                </a:cxn>
                <a:cxn ang="0">
                  <a:pos x="65" y="82"/>
                </a:cxn>
                <a:cxn ang="0">
                  <a:pos x="0" y="157"/>
                </a:cxn>
                <a:cxn ang="0">
                  <a:pos x="74" y="198"/>
                </a:cxn>
                <a:cxn ang="0">
                  <a:pos x="254" y="219"/>
                </a:cxn>
                <a:cxn ang="0">
                  <a:pos x="249" y="289"/>
                </a:cxn>
                <a:cxn ang="0">
                  <a:pos x="278" y="248"/>
                </a:cxn>
                <a:cxn ang="0">
                  <a:pos x="283" y="216"/>
                </a:cxn>
                <a:cxn ang="0">
                  <a:pos x="732" y="164"/>
                </a:cxn>
                <a:cxn ang="0">
                  <a:pos x="847" y="108"/>
                </a:cxn>
                <a:cxn ang="0">
                  <a:pos x="710" y="161"/>
                </a:cxn>
                <a:cxn ang="0">
                  <a:pos x="371" y="189"/>
                </a:cxn>
                <a:cxn ang="0">
                  <a:pos x="97" y="189"/>
                </a:cxn>
                <a:cxn ang="0">
                  <a:pos x="25" y="155"/>
                </a:cxn>
                <a:cxn ang="0">
                  <a:pos x="81" y="82"/>
                </a:cxn>
                <a:cxn ang="0">
                  <a:pos x="92" y="0"/>
                </a:cxn>
                <a:cxn ang="0">
                  <a:pos x="74" y="12"/>
                </a:cxn>
              </a:cxnLst>
              <a:rect l="0" t="0" r="0" b="0"/>
              <a:pathLst>
                <a:path w="848" h="290">
                  <a:moveTo>
                    <a:pt x="74" y="12"/>
                  </a:moveTo>
                  <a:lnTo>
                    <a:pt x="65" y="82"/>
                  </a:lnTo>
                  <a:lnTo>
                    <a:pt x="0" y="157"/>
                  </a:lnTo>
                  <a:lnTo>
                    <a:pt x="74" y="198"/>
                  </a:lnTo>
                  <a:lnTo>
                    <a:pt x="254" y="219"/>
                  </a:lnTo>
                  <a:lnTo>
                    <a:pt x="249" y="289"/>
                  </a:lnTo>
                  <a:lnTo>
                    <a:pt x="278" y="248"/>
                  </a:lnTo>
                  <a:lnTo>
                    <a:pt x="283" y="216"/>
                  </a:lnTo>
                  <a:lnTo>
                    <a:pt x="732" y="164"/>
                  </a:lnTo>
                  <a:lnTo>
                    <a:pt x="847" y="108"/>
                  </a:lnTo>
                  <a:lnTo>
                    <a:pt x="710" y="161"/>
                  </a:lnTo>
                  <a:lnTo>
                    <a:pt x="371" y="189"/>
                  </a:lnTo>
                  <a:lnTo>
                    <a:pt x="97" y="189"/>
                  </a:lnTo>
                  <a:lnTo>
                    <a:pt x="25" y="155"/>
                  </a:lnTo>
                  <a:lnTo>
                    <a:pt x="81" y="82"/>
                  </a:lnTo>
                  <a:lnTo>
                    <a:pt x="92" y="0"/>
                  </a:lnTo>
                  <a:lnTo>
                    <a:pt x="74" y="12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2" name="Freeform 40"/>
            <p:cNvSpPr/>
            <p:nvPr/>
          </p:nvSpPr>
          <p:spPr>
            <a:xfrm>
              <a:off x="2508" y="441"/>
              <a:ext cx="900" cy="198"/>
            </a:xfrm>
            <a:custGeom>
              <a:avLst/>
              <a:gdLst/>
              <a:ahLst/>
              <a:cxnLst>
                <a:cxn ang="0">
                  <a:pos x="731" y="47"/>
                </a:cxn>
                <a:cxn ang="0">
                  <a:pos x="584" y="53"/>
                </a:cxn>
                <a:cxn ang="0">
                  <a:pos x="344" y="82"/>
                </a:cxn>
                <a:cxn ang="0">
                  <a:pos x="159" y="109"/>
                </a:cxn>
                <a:cxn ang="0">
                  <a:pos x="72" y="121"/>
                </a:cxn>
                <a:cxn ang="0">
                  <a:pos x="20" y="126"/>
                </a:cxn>
                <a:cxn ang="0">
                  <a:pos x="0" y="149"/>
                </a:cxn>
                <a:cxn ang="0">
                  <a:pos x="4" y="179"/>
                </a:cxn>
                <a:cxn ang="0">
                  <a:pos x="34" y="197"/>
                </a:cxn>
                <a:cxn ang="0">
                  <a:pos x="11" y="174"/>
                </a:cxn>
                <a:cxn ang="0">
                  <a:pos x="20" y="144"/>
                </a:cxn>
                <a:cxn ang="0">
                  <a:pos x="67" y="129"/>
                </a:cxn>
                <a:cxn ang="0">
                  <a:pos x="108" y="140"/>
                </a:cxn>
                <a:cxn ang="0">
                  <a:pos x="128" y="165"/>
                </a:cxn>
                <a:cxn ang="0">
                  <a:pos x="108" y="185"/>
                </a:cxn>
                <a:cxn ang="0">
                  <a:pos x="72" y="182"/>
                </a:cxn>
                <a:cxn ang="0">
                  <a:pos x="49" y="168"/>
                </a:cxn>
                <a:cxn ang="0">
                  <a:pos x="56" y="190"/>
                </a:cxn>
                <a:cxn ang="0">
                  <a:pos x="90" y="197"/>
                </a:cxn>
                <a:cxn ang="0">
                  <a:pos x="148" y="197"/>
                </a:cxn>
                <a:cxn ang="0">
                  <a:pos x="209" y="194"/>
                </a:cxn>
                <a:cxn ang="0">
                  <a:pos x="313" y="162"/>
                </a:cxn>
                <a:cxn ang="0">
                  <a:pos x="447" y="129"/>
                </a:cxn>
                <a:cxn ang="0">
                  <a:pos x="569" y="105"/>
                </a:cxn>
                <a:cxn ang="0">
                  <a:pos x="710" y="87"/>
                </a:cxn>
                <a:cxn ang="0">
                  <a:pos x="699" y="118"/>
                </a:cxn>
                <a:cxn ang="0">
                  <a:pos x="735" y="147"/>
                </a:cxn>
                <a:cxn ang="0">
                  <a:pos x="798" y="157"/>
                </a:cxn>
                <a:cxn ang="0">
                  <a:pos x="872" y="135"/>
                </a:cxn>
                <a:cxn ang="0">
                  <a:pos x="899" y="80"/>
                </a:cxn>
                <a:cxn ang="0">
                  <a:pos x="881" y="37"/>
                </a:cxn>
                <a:cxn ang="0">
                  <a:pos x="791" y="0"/>
                </a:cxn>
                <a:cxn ang="0">
                  <a:pos x="721" y="5"/>
                </a:cxn>
                <a:cxn ang="0">
                  <a:pos x="670" y="31"/>
                </a:cxn>
                <a:cxn ang="0">
                  <a:pos x="731" y="12"/>
                </a:cxn>
                <a:cxn ang="0">
                  <a:pos x="784" y="7"/>
                </a:cxn>
                <a:cxn ang="0">
                  <a:pos x="868" y="45"/>
                </a:cxn>
                <a:cxn ang="0">
                  <a:pos x="885" y="77"/>
                </a:cxn>
                <a:cxn ang="0">
                  <a:pos x="850" y="133"/>
                </a:cxn>
                <a:cxn ang="0">
                  <a:pos x="787" y="149"/>
                </a:cxn>
                <a:cxn ang="0">
                  <a:pos x="739" y="140"/>
                </a:cxn>
                <a:cxn ang="0">
                  <a:pos x="713" y="116"/>
                </a:cxn>
                <a:cxn ang="0">
                  <a:pos x="728" y="60"/>
                </a:cxn>
                <a:cxn ang="0">
                  <a:pos x="704" y="82"/>
                </a:cxn>
                <a:cxn ang="0">
                  <a:pos x="504" y="107"/>
                </a:cxn>
                <a:cxn ang="0">
                  <a:pos x="294" y="157"/>
                </a:cxn>
                <a:cxn ang="0">
                  <a:pos x="180" y="189"/>
                </a:cxn>
                <a:cxn ang="0">
                  <a:pos x="123" y="189"/>
                </a:cxn>
                <a:cxn ang="0">
                  <a:pos x="144" y="167"/>
                </a:cxn>
                <a:cxn ang="0">
                  <a:pos x="137" y="137"/>
                </a:cxn>
                <a:cxn ang="0">
                  <a:pos x="101" y="125"/>
                </a:cxn>
                <a:cxn ang="0">
                  <a:pos x="393" y="82"/>
                </a:cxn>
                <a:cxn ang="0">
                  <a:pos x="613" y="55"/>
                </a:cxn>
                <a:cxn ang="0">
                  <a:pos x="731" y="47"/>
                </a:cxn>
              </a:cxnLst>
              <a:rect l="0" t="0" r="0" b="0"/>
              <a:pathLst>
                <a:path w="900" h="198">
                  <a:moveTo>
                    <a:pt x="731" y="47"/>
                  </a:moveTo>
                  <a:lnTo>
                    <a:pt x="584" y="53"/>
                  </a:lnTo>
                  <a:lnTo>
                    <a:pt x="344" y="82"/>
                  </a:lnTo>
                  <a:lnTo>
                    <a:pt x="159" y="109"/>
                  </a:lnTo>
                  <a:lnTo>
                    <a:pt x="72" y="121"/>
                  </a:lnTo>
                  <a:lnTo>
                    <a:pt x="20" y="126"/>
                  </a:lnTo>
                  <a:lnTo>
                    <a:pt x="0" y="149"/>
                  </a:lnTo>
                  <a:lnTo>
                    <a:pt x="4" y="179"/>
                  </a:lnTo>
                  <a:lnTo>
                    <a:pt x="34" y="197"/>
                  </a:lnTo>
                  <a:lnTo>
                    <a:pt x="11" y="174"/>
                  </a:lnTo>
                  <a:lnTo>
                    <a:pt x="20" y="144"/>
                  </a:lnTo>
                  <a:lnTo>
                    <a:pt x="67" y="129"/>
                  </a:lnTo>
                  <a:lnTo>
                    <a:pt x="108" y="140"/>
                  </a:lnTo>
                  <a:lnTo>
                    <a:pt x="128" y="165"/>
                  </a:lnTo>
                  <a:lnTo>
                    <a:pt x="108" y="185"/>
                  </a:lnTo>
                  <a:lnTo>
                    <a:pt x="72" y="182"/>
                  </a:lnTo>
                  <a:lnTo>
                    <a:pt x="49" y="168"/>
                  </a:lnTo>
                  <a:lnTo>
                    <a:pt x="56" y="190"/>
                  </a:lnTo>
                  <a:lnTo>
                    <a:pt x="90" y="197"/>
                  </a:lnTo>
                  <a:lnTo>
                    <a:pt x="148" y="197"/>
                  </a:lnTo>
                  <a:lnTo>
                    <a:pt x="209" y="194"/>
                  </a:lnTo>
                  <a:lnTo>
                    <a:pt x="313" y="162"/>
                  </a:lnTo>
                  <a:lnTo>
                    <a:pt x="447" y="129"/>
                  </a:lnTo>
                  <a:lnTo>
                    <a:pt x="569" y="105"/>
                  </a:lnTo>
                  <a:lnTo>
                    <a:pt x="710" y="87"/>
                  </a:lnTo>
                  <a:lnTo>
                    <a:pt x="699" y="118"/>
                  </a:lnTo>
                  <a:lnTo>
                    <a:pt x="735" y="147"/>
                  </a:lnTo>
                  <a:lnTo>
                    <a:pt x="798" y="157"/>
                  </a:lnTo>
                  <a:lnTo>
                    <a:pt x="872" y="135"/>
                  </a:lnTo>
                  <a:lnTo>
                    <a:pt x="899" y="80"/>
                  </a:lnTo>
                  <a:lnTo>
                    <a:pt x="881" y="37"/>
                  </a:lnTo>
                  <a:lnTo>
                    <a:pt x="791" y="0"/>
                  </a:lnTo>
                  <a:lnTo>
                    <a:pt x="721" y="5"/>
                  </a:lnTo>
                  <a:lnTo>
                    <a:pt x="670" y="31"/>
                  </a:lnTo>
                  <a:lnTo>
                    <a:pt x="731" y="12"/>
                  </a:lnTo>
                  <a:lnTo>
                    <a:pt x="784" y="7"/>
                  </a:lnTo>
                  <a:lnTo>
                    <a:pt x="868" y="45"/>
                  </a:lnTo>
                  <a:lnTo>
                    <a:pt x="885" y="77"/>
                  </a:lnTo>
                  <a:lnTo>
                    <a:pt x="850" y="133"/>
                  </a:lnTo>
                  <a:lnTo>
                    <a:pt x="787" y="149"/>
                  </a:lnTo>
                  <a:lnTo>
                    <a:pt x="739" y="140"/>
                  </a:lnTo>
                  <a:lnTo>
                    <a:pt x="713" y="116"/>
                  </a:lnTo>
                  <a:lnTo>
                    <a:pt x="728" y="60"/>
                  </a:lnTo>
                  <a:lnTo>
                    <a:pt x="704" y="82"/>
                  </a:lnTo>
                  <a:lnTo>
                    <a:pt x="504" y="107"/>
                  </a:lnTo>
                  <a:lnTo>
                    <a:pt x="294" y="157"/>
                  </a:lnTo>
                  <a:lnTo>
                    <a:pt x="180" y="189"/>
                  </a:lnTo>
                  <a:lnTo>
                    <a:pt x="123" y="189"/>
                  </a:lnTo>
                  <a:lnTo>
                    <a:pt x="144" y="167"/>
                  </a:lnTo>
                  <a:lnTo>
                    <a:pt x="137" y="137"/>
                  </a:lnTo>
                  <a:lnTo>
                    <a:pt x="101" y="125"/>
                  </a:lnTo>
                  <a:lnTo>
                    <a:pt x="393" y="82"/>
                  </a:lnTo>
                  <a:lnTo>
                    <a:pt x="613" y="55"/>
                  </a:lnTo>
                  <a:lnTo>
                    <a:pt x="731" y="47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3" name="Freeform 41"/>
            <p:cNvSpPr/>
            <p:nvPr/>
          </p:nvSpPr>
          <p:spPr>
            <a:xfrm>
              <a:off x="3323" y="441"/>
              <a:ext cx="253" cy="9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63" y="0"/>
                </a:cxn>
                <a:cxn ang="0">
                  <a:pos x="137" y="7"/>
                </a:cxn>
                <a:cxn ang="0">
                  <a:pos x="209" y="8"/>
                </a:cxn>
                <a:cxn ang="0">
                  <a:pos x="252" y="65"/>
                </a:cxn>
                <a:cxn ang="0">
                  <a:pos x="178" y="94"/>
                </a:cxn>
                <a:cxn ang="0">
                  <a:pos x="238" y="62"/>
                </a:cxn>
                <a:cxn ang="0">
                  <a:pos x="194" y="18"/>
                </a:cxn>
                <a:cxn ang="0">
                  <a:pos x="151" y="18"/>
                </a:cxn>
                <a:cxn ang="0">
                  <a:pos x="173" y="51"/>
                </a:cxn>
                <a:cxn ang="0">
                  <a:pos x="99" y="8"/>
                </a:cxn>
                <a:cxn ang="0">
                  <a:pos x="0" y="8"/>
                </a:cxn>
              </a:cxnLst>
              <a:rect l="0" t="0" r="0" b="0"/>
              <a:pathLst>
                <a:path w="253" h="95">
                  <a:moveTo>
                    <a:pt x="0" y="8"/>
                  </a:moveTo>
                  <a:lnTo>
                    <a:pt x="63" y="0"/>
                  </a:lnTo>
                  <a:lnTo>
                    <a:pt x="137" y="7"/>
                  </a:lnTo>
                  <a:lnTo>
                    <a:pt x="209" y="8"/>
                  </a:lnTo>
                  <a:lnTo>
                    <a:pt x="252" y="65"/>
                  </a:lnTo>
                  <a:lnTo>
                    <a:pt x="178" y="94"/>
                  </a:lnTo>
                  <a:lnTo>
                    <a:pt x="238" y="62"/>
                  </a:lnTo>
                  <a:lnTo>
                    <a:pt x="194" y="18"/>
                  </a:lnTo>
                  <a:lnTo>
                    <a:pt x="151" y="18"/>
                  </a:lnTo>
                  <a:lnTo>
                    <a:pt x="173" y="51"/>
                  </a:lnTo>
                  <a:lnTo>
                    <a:pt x="99" y="8"/>
                  </a:lnTo>
                  <a:lnTo>
                    <a:pt x="0" y="8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4" name="Freeform 42"/>
            <p:cNvSpPr/>
            <p:nvPr/>
          </p:nvSpPr>
          <p:spPr>
            <a:xfrm>
              <a:off x="3380" y="506"/>
              <a:ext cx="116" cy="69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79" y="57"/>
                </a:cxn>
                <a:cxn ang="0">
                  <a:pos x="5" y="53"/>
                </a:cxn>
                <a:cxn ang="0">
                  <a:pos x="0" y="61"/>
                </a:cxn>
                <a:cxn ang="0">
                  <a:pos x="65" y="68"/>
                </a:cxn>
                <a:cxn ang="0">
                  <a:pos x="115" y="51"/>
                </a:cxn>
                <a:cxn ang="0">
                  <a:pos x="115" y="0"/>
                </a:cxn>
              </a:cxnLst>
              <a:rect l="0" t="0" r="0" b="0"/>
              <a:pathLst>
                <a:path w="116" h="69">
                  <a:moveTo>
                    <a:pt x="115" y="0"/>
                  </a:moveTo>
                  <a:lnTo>
                    <a:pt x="79" y="57"/>
                  </a:lnTo>
                  <a:lnTo>
                    <a:pt x="5" y="53"/>
                  </a:lnTo>
                  <a:lnTo>
                    <a:pt x="0" y="61"/>
                  </a:lnTo>
                  <a:lnTo>
                    <a:pt x="65" y="68"/>
                  </a:lnTo>
                  <a:lnTo>
                    <a:pt x="115" y="51"/>
                  </a:lnTo>
                  <a:lnTo>
                    <a:pt x="115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5" name="Freeform 43"/>
            <p:cNvSpPr/>
            <p:nvPr/>
          </p:nvSpPr>
          <p:spPr>
            <a:xfrm>
              <a:off x="3041" y="446"/>
              <a:ext cx="158" cy="54"/>
            </a:xfrm>
            <a:custGeom>
              <a:avLst/>
              <a:gdLst/>
              <a:ahLst/>
              <a:cxnLst>
                <a:cxn ang="0">
                  <a:pos x="13" y="53"/>
                </a:cxn>
                <a:cxn ang="0">
                  <a:pos x="0" y="7"/>
                </a:cxn>
                <a:cxn ang="0">
                  <a:pos x="42" y="0"/>
                </a:cxn>
                <a:cxn ang="0">
                  <a:pos x="112" y="2"/>
                </a:cxn>
                <a:cxn ang="0">
                  <a:pos x="150" y="25"/>
                </a:cxn>
                <a:cxn ang="0">
                  <a:pos x="157" y="46"/>
                </a:cxn>
                <a:cxn ang="0">
                  <a:pos x="128" y="46"/>
                </a:cxn>
                <a:cxn ang="0">
                  <a:pos x="115" y="20"/>
                </a:cxn>
                <a:cxn ang="0">
                  <a:pos x="79" y="8"/>
                </a:cxn>
                <a:cxn ang="0">
                  <a:pos x="32" y="7"/>
                </a:cxn>
                <a:cxn ang="0">
                  <a:pos x="7" y="10"/>
                </a:cxn>
                <a:cxn ang="0">
                  <a:pos x="25" y="53"/>
                </a:cxn>
                <a:cxn ang="0">
                  <a:pos x="13" y="53"/>
                </a:cxn>
              </a:cxnLst>
              <a:rect l="0" t="0" r="0" b="0"/>
              <a:pathLst>
                <a:path w="158" h="54">
                  <a:moveTo>
                    <a:pt x="13" y="53"/>
                  </a:moveTo>
                  <a:lnTo>
                    <a:pt x="0" y="7"/>
                  </a:lnTo>
                  <a:lnTo>
                    <a:pt x="42" y="0"/>
                  </a:lnTo>
                  <a:lnTo>
                    <a:pt x="112" y="2"/>
                  </a:lnTo>
                  <a:lnTo>
                    <a:pt x="150" y="25"/>
                  </a:lnTo>
                  <a:lnTo>
                    <a:pt x="157" y="46"/>
                  </a:lnTo>
                  <a:lnTo>
                    <a:pt x="128" y="46"/>
                  </a:lnTo>
                  <a:lnTo>
                    <a:pt x="115" y="20"/>
                  </a:lnTo>
                  <a:lnTo>
                    <a:pt x="79" y="8"/>
                  </a:lnTo>
                  <a:lnTo>
                    <a:pt x="32" y="7"/>
                  </a:lnTo>
                  <a:lnTo>
                    <a:pt x="7" y="10"/>
                  </a:lnTo>
                  <a:lnTo>
                    <a:pt x="25" y="53"/>
                  </a:lnTo>
                  <a:lnTo>
                    <a:pt x="13" y="5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6" name="Freeform 44"/>
            <p:cNvSpPr/>
            <p:nvPr/>
          </p:nvSpPr>
          <p:spPr>
            <a:xfrm>
              <a:off x="3531" y="486"/>
              <a:ext cx="761" cy="291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69" y="6"/>
                </a:cxn>
                <a:cxn ang="0">
                  <a:pos x="324" y="28"/>
                </a:cxn>
                <a:cxn ang="0">
                  <a:pos x="582" y="80"/>
                </a:cxn>
                <a:cxn ang="0">
                  <a:pos x="753" y="120"/>
                </a:cxn>
                <a:cxn ang="0">
                  <a:pos x="760" y="140"/>
                </a:cxn>
                <a:cxn ang="0">
                  <a:pos x="747" y="209"/>
                </a:cxn>
                <a:cxn ang="0">
                  <a:pos x="724" y="290"/>
                </a:cxn>
                <a:cxn ang="0">
                  <a:pos x="747" y="145"/>
                </a:cxn>
                <a:cxn ang="0">
                  <a:pos x="735" y="123"/>
                </a:cxn>
                <a:cxn ang="0">
                  <a:pos x="692" y="112"/>
                </a:cxn>
                <a:cxn ang="0">
                  <a:pos x="654" y="125"/>
                </a:cxn>
                <a:cxn ang="0">
                  <a:pos x="638" y="150"/>
                </a:cxn>
                <a:cxn ang="0">
                  <a:pos x="648" y="170"/>
                </a:cxn>
                <a:cxn ang="0">
                  <a:pos x="670" y="170"/>
                </a:cxn>
                <a:cxn ang="0">
                  <a:pos x="708" y="161"/>
                </a:cxn>
                <a:cxn ang="0">
                  <a:pos x="713" y="142"/>
                </a:cxn>
                <a:cxn ang="0">
                  <a:pos x="719" y="161"/>
                </a:cxn>
                <a:cxn ang="0">
                  <a:pos x="677" y="182"/>
                </a:cxn>
                <a:cxn ang="0">
                  <a:pos x="625" y="182"/>
                </a:cxn>
                <a:cxn ang="0">
                  <a:pos x="580" y="170"/>
                </a:cxn>
                <a:cxn ang="0">
                  <a:pos x="317" y="99"/>
                </a:cxn>
                <a:cxn ang="0">
                  <a:pos x="137" y="55"/>
                </a:cxn>
                <a:cxn ang="0">
                  <a:pos x="32" y="37"/>
                </a:cxn>
                <a:cxn ang="0">
                  <a:pos x="0" y="35"/>
                </a:cxn>
                <a:cxn ang="0">
                  <a:pos x="22" y="27"/>
                </a:cxn>
                <a:cxn ang="0">
                  <a:pos x="117" y="39"/>
                </a:cxn>
                <a:cxn ang="0">
                  <a:pos x="281" y="77"/>
                </a:cxn>
                <a:cxn ang="0">
                  <a:pos x="463" y="125"/>
                </a:cxn>
                <a:cxn ang="0">
                  <a:pos x="630" y="172"/>
                </a:cxn>
                <a:cxn ang="0">
                  <a:pos x="618" y="150"/>
                </a:cxn>
                <a:cxn ang="0">
                  <a:pos x="627" y="125"/>
                </a:cxn>
                <a:cxn ang="0">
                  <a:pos x="670" y="108"/>
                </a:cxn>
                <a:cxn ang="0">
                  <a:pos x="475" y="64"/>
                </a:cxn>
                <a:cxn ang="0">
                  <a:pos x="288" y="28"/>
                </a:cxn>
                <a:cxn ang="0">
                  <a:pos x="166" y="10"/>
                </a:cxn>
                <a:cxn ang="0">
                  <a:pos x="25" y="2"/>
                </a:cxn>
                <a:cxn ang="0">
                  <a:pos x="29" y="0"/>
                </a:cxn>
              </a:cxnLst>
              <a:rect l="0" t="0" r="0" b="0"/>
              <a:pathLst>
                <a:path w="761" h="291">
                  <a:moveTo>
                    <a:pt x="29" y="0"/>
                  </a:moveTo>
                  <a:lnTo>
                    <a:pt x="169" y="6"/>
                  </a:lnTo>
                  <a:lnTo>
                    <a:pt x="324" y="28"/>
                  </a:lnTo>
                  <a:lnTo>
                    <a:pt x="582" y="80"/>
                  </a:lnTo>
                  <a:lnTo>
                    <a:pt x="753" y="120"/>
                  </a:lnTo>
                  <a:lnTo>
                    <a:pt x="760" y="140"/>
                  </a:lnTo>
                  <a:lnTo>
                    <a:pt x="747" y="209"/>
                  </a:lnTo>
                  <a:lnTo>
                    <a:pt x="724" y="290"/>
                  </a:lnTo>
                  <a:lnTo>
                    <a:pt x="747" y="145"/>
                  </a:lnTo>
                  <a:lnTo>
                    <a:pt x="735" y="123"/>
                  </a:lnTo>
                  <a:lnTo>
                    <a:pt x="692" y="112"/>
                  </a:lnTo>
                  <a:lnTo>
                    <a:pt x="654" y="125"/>
                  </a:lnTo>
                  <a:lnTo>
                    <a:pt x="638" y="150"/>
                  </a:lnTo>
                  <a:lnTo>
                    <a:pt x="648" y="170"/>
                  </a:lnTo>
                  <a:lnTo>
                    <a:pt x="670" y="170"/>
                  </a:lnTo>
                  <a:lnTo>
                    <a:pt x="708" y="161"/>
                  </a:lnTo>
                  <a:lnTo>
                    <a:pt x="713" y="142"/>
                  </a:lnTo>
                  <a:lnTo>
                    <a:pt x="719" y="161"/>
                  </a:lnTo>
                  <a:lnTo>
                    <a:pt x="677" y="182"/>
                  </a:lnTo>
                  <a:lnTo>
                    <a:pt x="625" y="182"/>
                  </a:lnTo>
                  <a:lnTo>
                    <a:pt x="580" y="170"/>
                  </a:lnTo>
                  <a:lnTo>
                    <a:pt x="317" y="99"/>
                  </a:lnTo>
                  <a:lnTo>
                    <a:pt x="137" y="55"/>
                  </a:lnTo>
                  <a:lnTo>
                    <a:pt x="32" y="37"/>
                  </a:lnTo>
                  <a:lnTo>
                    <a:pt x="0" y="35"/>
                  </a:lnTo>
                  <a:lnTo>
                    <a:pt x="22" y="27"/>
                  </a:lnTo>
                  <a:lnTo>
                    <a:pt x="117" y="39"/>
                  </a:lnTo>
                  <a:lnTo>
                    <a:pt x="281" y="77"/>
                  </a:lnTo>
                  <a:lnTo>
                    <a:pt x="463" y="125"/>
                  </a:lnTo>
                  <a:lnTo>
                    <a:pt x="630" y="172"/>
                  </a:lnTo>
                  <a:lnTo>
                    <a:pt x="618" y="150"/>
                  </a:lnTo>
                  <a:lnTo>
                    <a:pt x="627" y="125"/>
                  </a:lnTo>
                  <a:lnTo>
                    <a:pt x="670" y="108"/>
                  </a:lnTo>
                  <a:lnTo>
                    <a:pt x="475" y="64"/>
                  </a:lnTo>
                  <a:lnTo>
                    <a:pt x="288" y="28"/>
                  </a:lnTo>
                  <a:lnTo>
                    <a:pt x="166" y="10"/>
                  </a:lnTo>
                  <a:lnTo>
                    <a:pt x="25" y="2"/>
                  </a:lnTo>
                  <a:lnTo>
                    <a:pt x="29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7" name="Freeform 45"/>
            <p:cNvSpPr/>
            <p:nvPr/>
          </p:nvSpPr>
          <p:spPr>
            <a:xfrm>
              <a:off x="2508" y="603"/>
              <a:ext cx="1807" cy="1030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43" y="45"/>
                </a:cxn>
                <a:cxn ang="0">
                  <a:pos x="56" y="149"/>
                </a:cxn>
                <a:cxn ang="0">
                  <a:pos x="61" y="307"/>
                </a:cxn>
                <a:cxn ang="0">
                  <a:pos x="56" y="520"/>
                </a:cxn>
                <a:cxn ang="0">
                  <a:pos x="50" y="688"/>
                </a:cxn>
                <a:cxn ang="0">
                  <a:pos x="36" y="887"/>
                </a:cxn>
                <a:cxn ang="0">
                  <a:pos x="20" y="995"/>
                </a:cxn>
                <a:cxn ang="0">
                  <a:pos x="433" y="1012"/>
                </a:cxn>
                <a:cxn ang="0">
                  <a:pos x="685" y="1015"/>
                </a:cxn>
                <a:cxn ang="0">
                  <a:pos x="1179" y="1012"/>
                </a:cxn>
                <a:cxn ang="0">
                  <a:pos x="1431" y="1007"/>
                </a:cxn>
                <a:cxn ang="0">
                  <a:pos x="1806" y="992"/>
                </a:cxn>
                <a:cxn ang="0">
                  <a:pos x="1467" y="1022"/>
                </a:cxn>
                <a:cxn ang="0">
                  <a:pos x="1161" y="1026"/>
                </a:cxn>
                <a:cxn ang="0">
                  <a:pos x="744" y="1029"/>
                </a:cxn>
                <a:cxn ang="0">
                  <a:pos x="362" y="1018"/>
                </a:cxn>
                <a:cxn ang="0">
                  <a:pos x="0" y="1003"/>
                </a:cxn>
                <a:cxn ang="0">
                  <a:pos x="20" y="850"/>
                </a:cxn>
                <a:cxn ang="0">
                  <a:pos x="32" y="614"/>
                </a:cxn>
                <a:cxn ang="0">
                  <a:pos x="36" y="397"/>
                </a:cxn>
                <a:cxn ang="0">
                  <a:pos x="36" y="202"/>
                </a:cxn>
                <a:cxn ang="0">
                  <a:pos x="20" y="63"/>
                </a:cxn>
                <a:cxn ang="0">
                  <a:pos x="0" y="0"/>
                </a:cxn>
                <a:cxn ang="0">
                  <a:pos x="11" y="3"/>
                </a:cxn>
              </a:cxnLst>
              <a:rect l="0" t="0" r="0" b="0"/>
              <a:pathLst>
                <a:path w="1807" h="1030">
                  <a:moveTo>
                    <a:pt x="11" y="3"/>
                  </a:moveTo>
                  <a:lnTo>
                    <a:pt x="43" y="45"/>
                  </a:lnTo>
                  <a:lnTo>
                    <a:pt x="56" y="149"/>
                  </a:lnTo>
                  <a:lnTo>
                    <a:pt x="61" y="307"/>
                  </a:lnTo>
                  <a:lnTo>
                    <a:pt x="56" y="520"/>
                  </a:lnTo>
                  <a:lnTo>
                    <a:pt x="50" y="688"/>
                  </a:lnTo>
                  <a:lnTo>
                    <a:pt x="36" y="887"/>
                  </a:lnTo>
                  <a:lnTo>
                    <a:pt x="20" y="995"/>
                  </a:lnTo>
                  <a:lnTo>
                    <a:pt x="433" y="1012"/>
                  </a:lnTo>
                  <a:lnTo>
                    <a:pt x="685" y="1015"/>
                  </a:lnTo>
                  <a:lnTo>
                    <a:pt x="1179" y="1012"/>
                  </a:lnTo>
                  <a:lnTo>
                    <a:pt x="1431" y="1007"/>
                  </a:lnTo>
                  <a:lnTo>
                    <a:pt x="1806" y="992"/>
                  </a:lnTo>
                  <a:lnTo>
                    <a:pt x="1467" y="1022"/>
                  </a:lnTo>
                  <a:lnTo>
                    <a:pt x="1161" y="1026"/>
                  </a:lnTo>
                  <a:lnTo>
                    <a:pt x="744" y="1029"/>
                  </a:lnTo>
                  <a:lnTo>
                    <a:pt x="362" y="1018"/>
                  </a:lnTo>
                  <a:lnTo>
                    <a:pt x="0" y="1003"/>
                  </a:lnTo>
                  <a:lnTo>
                    <a:pt x="20" y="850"/>
                  </a:lnTo>
                  <a:lnTo>
                    <a:pt x="32" y="614"/>
                  </a:lnTo>
                  <a:lnTo>
                    <a:pt x="36" y="397"/>
                  </a:lnTo>
                  <a:lnTo>
                    <a:pt x="36" y="202"/>
                  </a:lnTo>
                  <a:lnTo>
                    <a:pt x="20" y="63"/>
                  </a:lnTo>
                  <a:lnTo>
                    <a:pt x="0" y="0"/>
                  </a:lnTo>
                  <a:lnTo>
                    <a:pt x="11" y="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8" name="Freeform 46"/>
            <p:cNvSpPr/>
            <p:nvPr/>
          </p:nvSpPr>
          <p:spPr>
            <a:xfrm>
              <a:off x="4226" y="768"/>
              <a:ext cx="89" cy="831"/>
            </a:xfrm>
            <a:custGeom>
              <a:avLst/>
              <a:gdLst/>
              <a:ahLst/>
              <a:cxnLst>
                <a:cxn ang="0">
                  <a:pos x="26" y="41"/>
                </a:cxn>
                <a:cxn ang="0">
                  <a:pos x="18" y="158"/>
                </a:cxn>
                <a:cxn ang="0">
                  <a:pos x="26" y="393"/>
                </a:cxn>
                <a:cxn ang="0">
                  <a:pos x="51" y="655"/>
                </a:cxn>
                <a:cxn ang="0">
                  <a:pos x="88" y="830"/>
                </a:cxn>
                <a:cxn ang="0">
                  <a:pos x="51" y="715"/>
                </a:cxn>
                <a:cxn ang="0">
                  <a:pos x="18" y="550"/>
                </a:cxn>
                <a:cxn ang="0">
                  <a:pos x="13" y="348"/>
                </a:cxn>
                <a:cxn ang="0">
                  <a:pos x="0" y="142"/>
                </a:cxn>
                <a:cxn ang="0">
                  <a:pos x="26" y="0"/>
                </a:cxn>
                <a:cxn ang="0">
                  <a:pos x="26" y="41"/>
                </a:cxn>
              </a:cxnLst>
              <a:rect l="0" t="0" r="0" b="0"/>
              <a:pathLst>
                <a:path w="89" h="831">
                  <a:moveTo>
                    <a:pt x="26" y="41"/>
                  </a:moveTo>
                  <a:lnTo>
                    <a:pt x="18" y="158"/>
                  </a:lnTo>
                  <a:lnTo>
                    <a:pt x="26" y="393"/>
                  </a:lnTo>
                  <a:lnTo>
                    <a:pt x="51" y="655"/>
                  </a:lnTo>
                  <a:lnTo>
                    <a:pt x="88" y="830"/>
                  </a:lnTo>
                  <a:lnTo>
                    <a:pt x="51" y="715"/>
                  </a:lnTo>
                  <a:lnTo>
                    <a:pt x="18" y="550"/>
                  </a:lnTo>
                  <a:lnTo>
                    <a:pt x="13" y="348"/>
                  </a:lnTo>
                  <a:lnTo>
                    <a:pt x="0" y="142"/>
                  </a:lnTo>
                  <a:lnTo>
                    <a:pt x="26" y="0"/>
                  </a:lnTo>
                  <a:lnTo>
                    <a:pt x="26" y="41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99" name="Rectangle 47"/>
          <p:cNvSpPr/>
          <p:nvPr/>
        </p:nvSpPr>
        <p:spPr>
          <a:xfrm>
            <a:off x="4953000" y="3789363"/>
            <a:ext cx="2635250" cy="835025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t" anchorCtr="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课程介绍</a:t>
            </a:r>
            <a:endParaRPr lang="en-US" altLang="zh-CN" sz="44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5" name="Rectangle 47"/>
          <p:cNvSpPr>
            <a:spLocks noChangeArrowheads="1"/>
          </p:cNvSpPr>
          <p:nvPr/>
        </p:nvSpPr>
        <p:spPr bwMode="auto">
          <a:xfrm>
            <a:off x="4759325" y="3008313"/>
            <a:ext cx="3024188" cy="835025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教师介绍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6" name="Rectangle 47"/>
          <p:cNvSpPr>
            <a:spLocks noChangeArrowheads="1"/>
          </p:cNvSpPr>
          <p:nvPr/>
        </p:nvSpPr>
        <p:spPr bwMode="auto">
          <a:xfrm>
            <a:off x="4787900" y="4581525"/>
            <a:ext cx="3024188" cy="833438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考核介绍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Box 86"/>
          <p:cNvSpPr txBox="1">
            <a:spLocks noChangeArrowheads="1"/>
          </p:cNvSpPr>
          <p:nvPr/>
        </p:nvSpPr>
        <p:spPr bwMode="auto">
          <a:xfrm>
            <a:off x="683568" y="3789040"/>
            <a:ext cx="3384376" cy="953135"/>
          </a:xfrm>
          <a:prstGeom prst="rect">
            <a:avLst/>
          </a:prstGeom>
          <a:solidFill>
            <a:schemeClr val="accent2">
              <a:lumMod val="90000"/>
            </a:schemeClr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marL="342900" marR="0" indent="-342900" algn="ctr" defTabSz="914400"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课堂教学</a:t>
            </a:r>
            <a:r>
              <a:rPr kumimoji="1" lang="en-US" altLang="zh-CN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(40</a:t>
            </a:r>
            <a:r>
              <a:rPr kumimoji="1" lang="zh-CN" altLang="en-US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学时</a:t>
            </a:r>
            <a:r>
              <a:rPr kumimoji="1" lang="en-US" altLang="zh-CN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)</a:t>
            </a:r>
            <a:endParaRPr kumimoji="1" lang="zh-CN" altLang="en-US" sz="2800" kern="1200" cap="none" spc="0" normalizeH="0" baseline="0" noProof="0" dirty="0">
              <a:solidFill>
                <a:srgbClr val="0033CC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+mn-cs"/>
            </a:endParaRPr>
          </a:p>
          <a:p>
            <a:pPr marL="342900" marR="0" indent="-342900" algn="ctr" defTabSz="914400"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en-US" altLang="zh-CN" sz="2800" kern="1200" cap="none" spc="0" normalizeH="0" baseline="0" noProof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1-10</a:t>
            </a:r>
            <a:r>
              <a:rPr kumimoji="1" lang="zh-CN" altLang="en-US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周</a:t>
            </a:r>
            <a:endParaRPr kumimoji="1" lang="en-US" altLang="zh-CN" sz="2800" kern="1200" cap="none" spc="0" normalizeH="0" baseline="0" noProof="0" dirty="0">
              <a:solidFill>
                <a:srgbClr val="0033CC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44" name="Text Box 87"/>
          <p:cNvSpPr txBox="1">
            <a:spLocks noChangeArrowheads="1"/>
          </p:cNvSpPr>
          <p:nvPr/>
        </p:nvSpPr>
        <p:spPr bwMode="auto">
          <a:xfrm>
            <a:off x="3131840" y="1988837"/>
            <a:ext cx="3672408" cy="953135"/>
          </a:xfrm>
          <a:prstGeom prst="rect">
            <a:avLst/>
          </a:prstGeom>
          <a:solidFill>
            <a:schemeClr val="accent2">
              <a:lumMod val="90000"/>
            </a:schemeClr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marL="342900" marR="0" indent="-342900" algn="ctr" defTabSz="914400"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数据库系统 </a:t>
            </a:r>
            <a:endParaRPr kumimoji="1" lang="en-US" altLang="zh-CN" sz="2800" kern="1200" cap="none" spc="0" normalizeH="0" baseline="0" noProof="0" dirty="0">
              <a:solidFill>
                <a:srgbClr val="0033CC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+mn-cs"/>
            </a:endParaRPr>
          </a:p>
          <a:p>
            <a:pPr marL="342900" marR="0" indent="-342900" algn="ctr" defTabSz="914400"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(48</a:t>
            </a:r>
            <a:r>
              <a:rPr kumimoji="1" lang="zh-CN" altLang="en-US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学时</a:t>
            </a:r>
            <a:r>
              <a:rPr kumimoji="1" lang="en-US" altLang="zh-CN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)</a:t>
            </a:r>
            <a:endParaRPr kumimoji="1" lang="zh-CN" altLang="en-US" sz="2800" kern="1200" cap="none" spc="0" normalizeH="0" baseline="0" noProof="0" dirty="0">
              <a:solidFill>
                <a:srgbClr val="0033CC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45" name="Text Box 88"/>
          <p:cNvSpPr txBox="1">
            <a:spLocks noChangeArrowheads="1"/>
          </p:cNvSpPr>
          <p:nvPr/>
        </p:nvSpPr>
        <p:spPr bwMode="auto">
          <a:xfrm>
            <a:off x="5436092" y="3717025"/>
            <a:ext cx="3443648" cy="953135"/>
          </a:xfrm>
          <a:prstGeom prst="rect">
            <a:avLst/>
          </a:prstGeom>
          <a:solidFill>
            <a:schemeClr val="accent2">
              <a:lumMod val="90000"/>
            </a:schemeClr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marL="342900" marR="0" indent="-342900" algn="ctr" defTabSz="914400"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实验课</a:t>
            </a:r>
            <a:r>
              <a:rPr kumimoji="1" lang="en-US" altLang="zh-CN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(8</a:t>
            </a:r>
            <a:r>
              <a:rPr kumimoji="1" lang="zh-CN" altLang="en-US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学时</a:t>
            </a:r>
            <a:r>
              <a:rPr kumimoji="1" lang="en-US" altLang="zh-CN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)</a:t>
            </a:r>
          </a:p>
          <a:p>
            <a:pPr marL="342900" marR="0" indent="-342900" algn="ctr" defTabSz="914400"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6,10</a:t>
            </a:r>
            <a:r>
              <a:rPr kumimoji="1" lang="zh-CN" altLang="en-US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周</a:t>
            </a:r>
          </a:p>
        </p:txBody>
      </p:sp>
      <p:sp>
        <p:nvSpPr>
          <p:cNvPr id="21508" name="Rectangle 4"/>
          <p:cNvSpPr txBox="1"/>
          <p:nvPr/>
        </p:nvSpPr>
        <p:spPr>
          <a:xfrm>
            <a:off x="3581400" y="642938"/>
            <a:ext cx="5562600" cy="877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algn="r" eaLnBrk="0" hangingPunct="0">
              <a:lnSpc>
                <a:spcPct val="70000"/>
              </a:lnSpc>
            </a:pPr>
            <a:r>
              <a:rPr lang="zh-CN" altLang="en-US" sz="4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学时安排</a:t>
            </a:r>
            <a:endParaRPr lang="en-US" altLang="zh-CN" sz="4400" b="1" dirty="0">
              <a:solidFill>
                <a:srgbClr val="800000"/>
              </a:solidFill>
              <a:latin typeface="Times New Roman" panose="02020603050405020304" pitchFamily="18" charset="0"/>
              <a:ea typeface="华文新魏" panose="0201080004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003800" y="2943225"/>
            <a:ext cx="0" cy="557213"/>
          </a:xfrm>
          <a:prstGeom prst="line">
            <a:avLst/>
          </a:prstGeom>
          <a:ln w="28575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" name="直接连接符 6"/>
          <p:cNvCxnSpPr/>
          <p:nvPr/>
        </p:nvCxnSpPr>
        <p:spPr>
          <a:xfrm>
            <a:off x="2555875" y="3500438"/>
            <a:ext cx="4608513" cy="0"/>
          </a:xfrm>
          <a:prstGeom prst="line">
            <a:avLst/>
          </a:prstGeom>
          <a:ln w="28575" cap="flat" cmpd="sng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" name="直接箭头连接符 8"/>
          <p:cNvCxnSpPr/>
          <p:nvPr/>
        </p:nvCxnSpPr>
        <p:spPr>
          <a:xfrm>
            <a:off x="2555875" y="3500438"/>
            <a:ext cx="0" cy="360362"/>
          </a:xfrm>
          <a:prstGeom prst="straightConnector1">
            <a:avLst/>
          </a:prstGeom>
          <a:ln w="28575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" name="直接箭头连接符 11"/>
          <p:cNvCxnSpPr/>
          <p:nvPr/>
        </p:nvCxnSpPr>
        <p:spPr>
          <a:xfrm>
            <a:off x="7164388" y="3500438"/>
            <a:ext cx="0" cy="288925"/>
          </a:xfrm>
          <a:prstGeom prst="straightConnector1">
            <a:avLst/>
          </a:prstGeom>
          <a:ln w="28575" cap="flat" cmpd="sng">
            <a:solidFill>
              <a:schemeClr val="bg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8" name="图片 57" descr="7971_151429039628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3163" y="5229225"/>
            <a:ext cx="1357312" cy="1476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/>
          <p:nvPr/>
        </p:nvSpPr>
        <p:spPr>
          <a:xfrm>
            <a:off x="395288" y="1412875"/>
            <a:ext cx="8424862" cy="10080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Times New Roman" panose="02020603050405020304" pitchFamily="18" charset="0"/>
                <a:ea typeface="华文行楷" panose="02010800040101010101" pitchFamily="2" charset="-122"/>
              </a:rPr>
              <a:t>计算机 科学与技术专业与信息系统等相关专业数据库课程的本质区别？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</p:txBody>
      </p:sp>
      <p:grpSp>
        <p:nvGrpSpPr>
          <p:cNvPr id="3" name="Group 85"/>
          <p:cNvGrpSpPr/>
          <p:nvPr/>
        </p:nvGrpSpPr>
        <p:grpSpPr>
          <a:xfrm>
            <a:off x="1347788" y="2433638"/>
            <a:ext cx="6392862" cy="4451350"/>
            <a:chOff x="1030" y="1533"/>
            <a:chExt cx="4027" cy="2804"/>
          </a:xfrm>
        </p:grpSpPr>
        <p:grpSp>
          <p:nvGrpSpPr>
            <p:cNvPr id="22531" name="Group 55"/>
            <p:cNvGrpSpPr/>
            <p:nvPr/>
          </p:nvGrpSpPr>
          <p:grpSpPr>
            <a:xfrm>
              <a:off x="1429" y="3212"/>
              <a:ext cx="3131" cy="1125"/>
              <a:chOff x="1837" y="2614"/>
              <a:chExt cx="3507" cy="1579"/>
            </a:xfrm>
          </p:grpSpPr>
          <p:pic>
            <p:nvPicPr>
              <p:cNvPr id="22532" name="Picture 11" descr="0130000030239112287069725481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837" y="2614"/>
                <a:ext cx="2586" cy="1579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pSp>
            <p:nvGrpSpPr>
              <p:cNvPr id="22533" name="Group 53"/>
              <p:cNvGrpSpPr/>
              <p:nvPr/>
            </p:nvGrpSpPr>
            <p:grpSpPr>
              <a:xfrm>
                <a:off x="3608" y="2838"/>
                <a:ext cx="1736" cy="1134"/>
                <a:chOff x="1292" y="2069"/>
                <a:chExt cx="1963" cy="1497"/>
              </a:xfrm>
            </p:grpSpPr>
            <p:sp>
              <p:nvSpPr>
                <p:cNvPr id="22534" name="Rectangle 21"/>
                <p:cNvSpPr/>
                <p:nvPr/>
              </p:nvSpPr>
              <p:spPr>
                <a:xfrm>
                  <a:off x="2186" y="2375"/>
                  <a:ext cx="672" cy="32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35" name="AutoShape 23"/>
                <p:cNvSpPr/>
                <p:nvPr/>
              </p:nvSpPr>
              <p:spPr>
                <a:xfrm>
                  <a:off x="1417" y="2482"/>
                  <a:ext cx="420" cy="449"/>
                </a:xfrm>
                <a:prstGeom prst="can">
                  <a:avLst>
                    <a:gd name="adj" fmla="val 26690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36" name="AutoShape 24"/>
                <p:cNvSpPr/>
                <p:nvPr/>
              </p:nvSpPr>
              <p:spPr>
                <a:xfrm>
                  <a:off x="1701" y="3113"/>
                  <a:ext cx="421" cy="449"/>
                </a:xfrm>
                <a:prstGeom prst="can">
                  <a:avLst>
                    <a:gd name="adj" fmla="val 26662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37" name="AutoShape 25"/>
                <p:cNvSpPr/>
                <p:nvPr/>
              </p:nvSpPr>
              <p:spPr>
                <a:xfrm>
                  <a:off x="2365" y="2920"/>
                  <a:ext cx="421" cy="449"/>
                </a:xfrm>
                <a:prstGeom prst="can">
                  <a:avLst>
                    <a:gd name="adj" fmla="val 26662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38" name="AutoShape 26"/>
                <p:cNvSpPr/>
                <p:nvPr/>
              </p:nvSpPr>
              <p:spPr>
                <a:xfrm>
                  <a:off x="2018" y="2710"/>
                  <a:ext cx="420" cy="448"/>
                </a:xfrm>
                <a:prstGeom prst="can">
                  <a:avLst>
                    <a:gd name="adj" fmla="val 26667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39" name="AutoShape 27"/>
                <p:cNvSpPr/>
                <p:nvPr/>
              </p:nvSpPr>
              <p:spPr>
                <a:xfrm>
                  <a:off x="1753" y="2696"/>
                  <a:ext cx="421" cy="449"/>
                </a:xfrm>
                <a:prstGeom prst="can">
                  <a:avLst>
                    <a:gd name="adj" fmla="val 26662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40" name="AutoShape 28"/>
                <p:cNvSpPr/>
                <p:nvPr/>
              </p:nvSpPr>
              <p:spPr>
                <a:xfrm>
                  <a:off x="2504" y="3118"/>
                  <a:ext cx="421" cy="448"/>
                </a:xfrm>
                <a:prstGeom prst="can">
                  <a:avLst>
                    <a:gd name="adj" fmla="val 26602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41" name="AutoShape 29"/>
                <p:cNvSpPr/>
                <p:nvPr/>
              </p:nvSpPr>
              <p:spPr>
                <a:xfrm>
                  <a:off x="2097" y="3116"/>
                  <a:ext cx="420" cy="450"/>
                </a:xfrm>
                <a:prstGeom prst="can">
                  <a:avLst>
                    <a:gd name="adj" fmla="val 26769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42" name="Text Box 30"/>
                <p:cNvSpPr txBox="1"/>
                <p:nvPr/>
              </p:nvSpPr>
              <p:spPr>
                <a:xfrm>
                  <a:off x="2147" y="2204"/>
                  <a:ext cx="147" cy="695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</a:ln>
              </p:spPr>
              <p:txBody>
                <a:bodyPr wrap="none" anchor="t" anchorCtr="0">
                  <a:spAutoFit/>
                </a:bodyPr>
                <a:lstStyle/>
                <a:p>
                  <a:pPr marL="342900" indent="-342900" algn="just"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zh-CN" sz="3000" b="1" dirty="0">
                    <a:latin typeface="Times New Roman" panose="02020603050405020304" pitchFamily="18" charset="0"/>
                    <a:ea typeface="华文新魏" panose="02010800040101010101" pitchFamily="2" charset="-122"/>
                  </a:endParaRPr>
                </a:p>
              </p:txBody>
            </p:sp>
            <p:sp>
              <p:nvSpPr>
                <p:cNvPr id="22543" name="Rectangle 31"/>
                <p:cNvSpPr/>
                <p:nvPr/>
              </p:nvSpPr>
              <p:spPr>
                <a:xfrm>
                  <a:off x="2271" y="2403"/>
                  <a:ext cx="640" cy="5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44" name="AutoShape 32"/>
                <p:cNvSpPr/>
                <p:nvPr/>
              </p:nvSpPr>
              <p:spPr>
                <a:xfrm>
                  <a:off x="1610" y="2316"/>
                  <a:ext cx="421" cy="448"/>
                </a:xfrm>
                <a:prstGeom prst="can">
                  <a:avLst>
                    <a:gd name="adj" fmla="val 26602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45" name="Rectangle 33"/>
                <p:cNvSpPr/>
                <p:nvPr/>
              </p:nvSpPr>
              <p:spPr>
                <a:xfrm>
                  <a:off x="2257" y="2233"/>
                  <a:ext cx="714" cy="299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noFill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46" name="AutoShape 37"/>
                <p:cNvSpPr/>
                <p:nvPr/>
              </p:nvSpPr>
              <p:spPr>
                <a:xfrm>
                  <a:off x="2835" y="3117"/>
                  <a:ext cx="420" cy="449"/>
                </a:xfrm>
                <a:prstGeom prst="can">
                  <a:avLst>
                    <a:gd name="adj" fmla="val 26690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47" name="AutoShape 38"/>
                <p:cNvSpPr/>
                <p:nvPr/>
              </p:nvSpPr>
              <p:spPr>
                <a:xfrm>
                  <a:off x="2608" y="2750"/>
                  <a:ext cx="421" cy="448"/>
                </a:xfrm>
                <a:prstGeom prst="can">
                  <a:avLst>
                    <a:gd name="adj" fmla="val 26602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48" name="AutoShape 39"/>
                <p:cNvSpPr/>
                <p:nvPr/>
              </p:nvSpPr>
              <p:spPr>
                <a:xfrm>
                  <a:off x="1701" y="2069"/>
                  <a:ext cx="420" cy="450"/>
                </a:xfrm>
                <a:prstGeom prst="can">
                  <a:avLst>
                    <a:gd name="adj" fmla="val 26769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49" name="AutoShape 40"/>
                <p:cNvSpPr/>
                <p:nvPr/>
              </p:nvSpPr>
              <p:spPr>
                <a:xfrm>
                  <a:off x="2461" y="2437"/>
                  <a:ext cx="419" cy="449"/>
                </a:xfrm>
                <a:prstGeom prst="can">
                  <a:avLst>
                    <a:gd name="adj" fmla="val 26773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50" name="AutoShape 41"/>
                <p:cNvSpPr/>
                <p:nvPr/>
              </p:nvSpPr>
              <p:spPr>
                <a:xfrm>
                  <a:off x="2245" y="2568"/>
                  <a:ext cx="421" cy="448"/>
                </a:xfrm>
                <a:prstGeom prst="can">
                  <a:avLst>
                    <a:gd name="adj" fmla="val 26602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51" name="AutoShape 42"/>
                <p:cNvSpPr/>
                <p:nvPr/>
              </p:nvSpPr>
              <p:spPr>
                <a:xfrm>
                  <a:off x="2096" y="2251"/>
                  <a:ext cx="421" cy="449"/>
                </a:xfrm>
                <a:prstGeom prst="can">
                  <a:avLst>
                    <a:gd name="adj" fmla="val 26662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52" name="AutoShape 43"/>
                <p:cNvSpPr/>
                <p:nvPr/>
              </p:nvSpPr>
              <p:spPr>
                <a:xfrm>
                  <a:off x="2245" y="2750"/>
                  <a:ext cx="420" cy="449"/>
                </a:xfrm>
                <a:prstGeom prst="can">
                  <a:avLst>
                    <a:gd name="adj" fmla="val 26690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53" name="AutoShape 46"/>
                <p:cNvSpPr/>
                <p:nvPr/>
              </p:nvSpPr>
              <p:spPr>
                <a:xfrm>
                  <a:off x="1869" y="2438"/>
                  <a:ext cx="421" cy="448"/>
                </a:xfrm>
                <a:prstGeom prst="can">
                  <a:avLst>
                    <a:gd name="adj" fmla="val 26602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54" name="AutoShape 51"/>
                <p:cNvSpPr/>
                <p:nvPr/>
              </p:nvSpPr>
              <p:spPr>
                <a:xfrm>
                  <a:off x="1338" y="2750"/>
                  <a:ext cx="420" cy="449"/>
                </a:xfrm>
                <a:prstGeom prst="can">
                  <a:avLst>
                    <a:gd name="adj" fmla="val 26690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  <p:sp>
              <p:nvSpPr>
                <p:cNvPr id="22555" name="AutoShape 52"/>
                <p:cNvSpPr/>
                <p:nvPr/>
              </p:nvSpPr>
              <p:spPr>
                <a:xfrm>
                  <a:off x="1292" y="3117"/>
                  <a:ext cx="420" cy="449"/>
                </a:xfrm>
                <a:prstGeom prst="can">
                  <a:avLst>
                    <a:gd name="adj" fmla="val 26690"/>
                  </a:avLst>
                </a:prstGeom>
                <a:solidFill>
                  <a:srgbClr val="33CCCC"/>
                </a:solidFill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pPr>
                    <a:lnSpc>
                      <a:spcPct val="110000"/>
                    </a:lnSpc>
                    <a:spcBef>
                      <a:spcPct val="20000"/>
                    </a:spcBef>
                    <a:buClr>
                      <a:schemeClr val="hlink"/>
                    </a:buClr>
                    <a:buSzPct val="50000"/>
                  </a:pPr>
                  <a:endParaRPr lang="zh-CN" altLang="en-US" dirty="0">
                    <a:latin typeface="楷体_GB2312"/>
                    <a:ea typeface="楷体_GB2312"/>
                  </a:endParaRPr>
                </a:p>
              </p:txBody>
            </p:sp>
          </p:grpSp>
          <p:sp>
            <p:nvSpPr>
              <p:cNvPr id="22556" name="Text Box 54"/>
              <p:cNvSpPr txBox="1"/>
              <p:nvPr/>
            </p:nvSpPr>
            <p:spPr>
              <a:xfrm>
                <a:off x="3955" y="3254"/>
                <a:ext cx="1120" cy="49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t" anchorCtr="0">
                <a:spAutoFit/>
              </a:bodyPr>
              <a:lstStyle/>
              <a:p>
                <a:pPr marL="342900" indent="-342900">
                  <a:lnSpc>
                    <a:spcPct val="110000"/>
                  </a:lnSpc>
                  <a:spcBef>
                    <a:spcPct val="20000"/>
                  </a:spcBef>
                  <a:buClr>
                    <a:schemeClr val="hlink"/>
                  </a:buClr>
                  <a:buSzPct val="50000"/>
                </a:pPr>
                <a:r>
                  <a:rPr lang="en-US" altLang="zh-CN" sz="2800" b="1" dirty="0">
                    <a:solidFill>
                      <a:srgbClr val="CC3300"/>
                    </a:solidFill>
                    <a:latin typeface="Times New Roman" panose="02020603050405020304" pitchFamily="18" charset="0"/>
                    <a:ea typeface="华文行楷" panose="02010800040101010101" pitchFamily="2" charset="-122"/>
                  </a:rPr>
                  <a:t>Database</a:t>
                </a:r>
              </a:p>
            </p:txBody>
          </p:sp>
        </p:grpSp>
        <p:sp>
          <p:nvSpPr>
            <p:cNvPr id="22557" name="Rectangle 4"/>
            <p:cNvSpPr/>
            <p:nvPr/>
          </p:nvSpPr>
          <p:spPr>
            <a:xfrm>
              <a:off x="1791" y="2486"/>
              <a:ext cx="2314" cy="795"/>
            </a:xfrm>
            <a:prstGeom prst="rect">
              <a:avLst/>
            </a:prstGeom>
            <a:gradFill rotWithShape="1">
              <a:gsLst>
                <a:gs pos="0">
                  <a:srgbClr val="5E6D76"/>
                </a:gs>
                <a:gs pos="50000">
                  <a:srgbClr val="CCECFF"/>
                </a:gs>
                <a:gs pos="100000">
                  <a:srgbClr val="5E6D76"/>
                </a:gs>
              </a:gsLst>
              <a:lin ang="5400000" scaled="1"/>
              <a:tileRect/>
            </a:gradFill>
            <a:ln w="12700" cap="sq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lstStyle/>
            <a:p>
              <a:pPr algn="ctr"/>
              <a:r>
                <a:rPr lang="en-US" altLang="zh-CN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DBMS</a:t>
              </a:r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/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ctr"/>
              <a:endPara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pic>
          <p:nvPicPr>
            <p:cNvPr id="22558" name="Picture 7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73" y="2758"/>
              <a:ext cx="445" cy="4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559" name="Picture 7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80" y="2758"/>
              <a:ext cx="445" cy="4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560" name="Picture 7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24" y="2758"/>
              <a:ext cx="445" cy="40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2561" name="Picture 7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6" y="2758"/>
              <a:ext cx="445" cy="408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22562" name="Group 77"/>
            <p:cNvGrpSpPr/>
            <p:nvPr/>
          </p:nvGrpSpPr>
          <p:grpSpPr>
            <a:xfrm>
              <a:off x="1066" y="1539"/>
              <a:ext cx="3956" cy="1011"/>
              <a:chOff x="755" y="897"/>
              <a:chExt cx="4576" cy="1238"/>
            </a:xfrm>
          </p:grpSpPr>
          <p:sp>
            <p:nvSpPr>
              <p:cNvPr id="11" name="矩形 10"/>
              <p:cNvSpPr/>
              <p:nvPr/>
            </p:nvSpPr>
            <p:spPr bwMode="auto">
              <a:xfrm>
                <a:off x="755" y="897"/>
                <a:ext cx="4576" cy="1192"/>
              </a:xfrm>
              <a:prstGeom prst="rect">
                <a:avLst/>
              </a:prstGeom>
              <a:solidFill>
                <a:schemeClr val="accent2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/>
              <a:lstStyle/>
              <a:p>
                <a:pPr marL="342900" marR="0" lvl="0" indent="-342900" algn="ctr" defTabSz="914400" rtl="0" eaLnBrk="1" fontAlgn="base" latinLnBrk="0" hangingPunct="1">
                  <a:lnSpc>
                    <a:spcPct val="11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charset="2"/>
                  <a:buNone/>
                  <a:defRPr/>
                </a:pPr>
                <a:endParaRPr kumimoji="1" lang="zh-CN" altLang="en-US" sz="3000" b="1" i="0" u="none" strike="noStrike" kern="1200" cap="none" spc="0" normalizeH="0" baseline="0" noProof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  <a:cs typeface="+mn-cs"/>
                </a:endParaRPr>
              </a:p>
            </p:txBody>
          </p:sp>
          <p:sp>
            <p:nvSpPr>
              <p:cNvPr id="22564" name="TextBox 13"/>
              <p:cNvSpPr txBox="1"/>
              <p:nvPr/>
            </p:nvSpPr>
            <p:spPr>
              <a:xfrm>
                <a:off x="1118" y="1782"/>
                <a:ext cx="1037" cy="3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 anchorCtr="0">
                <a:spAutoFit/>
              </a:bodyPr>
              <a:lstStyle/>
              <a:p>
                <a:r>
                  <a:rPr lang="zh-CN" altLang="en-US" dirty="0">
                    <a:solidFill>
                      <a:srgbClr val="340000"/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智慧城市</a:t>
                </a:r>
              </a:p>
            </p:txBody>
          </p:sp>
          <p:pic>
            <p:nvPicPr>
              <p:cNvPr id="22565" name="Picture 39" descr="xin_3820903260922906212824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6" y="1016"/>
                <a:ext cx="1358" cy="807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22566" name="Picture 150" descr="02g5payr.jp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78" y="1016"/>
                <a:ext cx="1407" cy="78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2567" name="TextBox 11"/>
              <p:cNvSpPr txBox="1"/>
              <p:nvPr/>
            </p:nvSpPr>
            <p:spPr>
              <a:xfrm>
                <a:off x="3974" y="1782"/>
                <a:ext cx="1184" cy="3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 anchorCtr="0">
                <a:spAutoFit/>
              </a:bodyPr>
              <a:lstStyle/>
              <a:p>
                <a:r>
                  <a:rPr lang="zh-CN" altLang="en-US" dirty="0">
                    <a:solidFill>
                      <a:srgbClr val="340000"/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智慧交通</a:t>
                </a:r>
                <a:endParaRPr lang="zh-TW" altLang="en-US" dirty="0">
                  <a:solidFill>
                    <a:srgbClr val="340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endParaRPr>
              </a:p>
            </p:txBody>
          </p:sp>
          <p:pic>
            <p:nvPicPr>
              <p:cNvPr id="22568" name="Picture 87" descr="E:\ppt备份\自然\001372d8a1010b4944a622.jpg"/>
              <p:cNvPicPr preferRelativeResize="0"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17" y="1026"/>
                <a:ext cx="1407" cy="79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22569" name="TextBox 13"/>
              <p:cNvSpPr txBox="1"/>
              <p:nvPr/>
            </p:nvSpPr>
            <p:spPr>
              <a:xfrm>
                <a:off x="2601" y="1781"/>
                <a:ext cx="1269" cy="353"/>
              </a:xfrm>
              <a:prstGeom prst="rect">
                <a:avLst/>
              </a:prstGeom>
              <a:noFill/>
              <a:ln w="38100">
                <a:noFill/>
              </a:ln>
            </p:spPr>
            <p:txBody>
              <a:bodyPr anchor="t" anchorCtr="0">
                <a:spAutoFit/>
              </a:bodyPr>
              <a:lstStyle/>
              <a:p>
                <a:r>
                  <a:rPr lang="zh-CN" altLang="en-US" dirty="0">
                    <a:solidFill>
                      <a:srgbClr val="340000"/>
                    </a:solidFill>
                    <a:latin typeface="华文行楷" panose="02010800040101010101" pitchFamily="2" charset="-122"/>
                    <a:ea typeface="华文行楷" panose="02010800040101010101" pitchFamily="2" charset="-122"/>
                  </a:rPr>
                  <a:t>环境监控</a:t>
                </a:r>
              </a:p>
            </p:txBody>
          </p:sp>
        </p:grpSp>
      </p:grpSp>
      <p:sp>
        <p:nvSpPr>
          <p:cNvPr id="43" name="Text Box 86"/>
          <p:cNvSpPr txBox="1">
            <a:spLocks noChangeArrowheads="1"/>
          </p:cNvSpPr>
          <p:nvPr/>
        </p:nvSpPr>
        <p:spPr bwMode="auto">
          <a:xfrm>
            <a:off x="755646" y="4138609"/>
            <a:ext cx="1620958" cy="954107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/>
          <a:p>
            <a:pPr marL="342900" marR="0" indent="-342900" algn="ctr" defTabSz="914400"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软件实现</a:t>
            </a:r>
          </a:p>
          <a:p>
            <a:pPr marL="342900" marR="0" indent="-342900" algn="ctr" defTabSz="914400"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DBMS</a:t>
            </a:r>
          </a:p>
        </p:txBody>
      </p:sp>
      <p:sp>
        <p:nvSpPr>
          <p:cNvPr id="44" name="Text Box 87"/>
          <p:cNvSpPr txBox="1">
            <a:spLocks noChangeArrowheads="1"/>
          </p:cNvSpPr>
          <p:nvPr/>
        </p:nvSpPr>
        <p:spPr bwMode="auto">
          <a:xfrm>
            <a:off x="107950" y="2708271"/>
            <a:ext cx="1192213" cy="94615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/>
          <a:p>
            <a:pPr marL="342900" marR="0" indent="-342900" algn="ctr" defTabSz="914400"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使用</a:t>
            </a:r>
          </a:p>
          <a:p>
            <a:pPr marL="342900" marR="0" indent="-342900" algn="ctr" defTabSz="914400"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en-US" altLang="zh-CN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DBMS</a:t>
            </a:r>
          </a:p>
        </p:txBody>
      </p:sp>
      <p:sp>
        <p:nvSpPr>
          <p:cNvPr id="45" name="Text Box 88"/>
          <p:cNvSpPr txBox="1">
            <a:spLocks noChangeArrowheads="1"/>
          </p:cNvSpPr>
          <p:nvPr/>
        </p:nvSpPr>
        <p:spPr bwMode="auto">
          <a:xfrm>
            <a:off x="6494459" y="4149721"/>
            <a:ext cx="1606550" cy="94615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/>
          <a:p>
            <a:pPr marL="342900" marR="0" indent="-342900" algn="ctr" defTabSz="914400"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学习软件</a:t>
            </a:r>
          </a:p>
          <a:p>
            <a:pPr marL="342900" marR="0" indent="-342900" algn="ctr" defTabSz="914400"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实现原理</a:t>
            </a:r>
          </a:p>
        </p:txBody>
      </p:sp>
      <p:sp>
        <p:nvSpPr>
          <p:cNvPr id="46" name="Text Box 89"/>
          <p:cNvSpPr txBox="1">
            <a:spLocks noChangeArrowheads="1"/>
          </p:cNvSpPr>
          <p:nvPr/>
        </p:nvSpPr>
        <p:spPr bwMode="auto">
          <a:xfrm>
            <a:off x="7812084" y="2708271"/>
            <a:ext cx="1250950" cy="94615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/>
          <a:p>
            <a:pPr marL="342900" marR="0" indent="-342900" algn="ctr" defTabSz="914400"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学使用</a:t>
            </a:r>
          </a:p>
          <a:p>
            <a:pPr marL="342900" marR="0" indent="-342900" algn="ctr" defTabSz="914400"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2800" kern="1200" cap="none" spc="0" normalizeH="0" baseline="0" noProof="0" dirty="0">
                <a:solidFill>
                  <a:srgbClr val="0033CC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+mn-cs"/>
              </a:rPr>
              <a:t>技巧</a:t>
            </a:r>
          </a:p>
        </p:txBody>
      </p:sp>
      <p:sp>
        <p:nvSpPr>
          <p:cNvPr id="22574" name="Rectangle 4"/>
          <p:cNvSpPr txBox="1"/>
          <p:nvPr/>
        </p:nvSpPr>
        <p:spPr>
          <a:xfrm>
            <a:off x="3581400" y="642938"/>
            <a:ext cx="5562600" cy="877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algn="r" eaLnBrk="0" hangingPunct="0">
              <a:lnSpc>
                <a:spcPct val="70000"/>
              </a:lnSpc>
            </a:pPr>
            <a:r>
              <a:rPr lang="zh-CN" altLang="en-US" sz="4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我们学什么</a:t>
            </a:r>
            <a:r>
              <a:rPr lang="en-US" altLang="zh-CN" sz="4400" b="1" dirty="0">
                <a:solidFill>
                  <a:srgbClr val="800000"/>
                </a:solidFill>
                <a:latin typeface="Times New Roman" panose="02020603050405020304" pitchFamily="18" charset="0"/>
                <a:ea typeface="华文新魏" panose="02010800040101010101" pitchFamily="2" charset="-122"/>
              </a:rPr>
              <a:t>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accel="50000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317" name="Rectangle 13"/>
          <p:cNvSpPr>
            <a:spLocks noGrp="1" noChangeArrowheads="1"/>
          </p:cNvSpPr>
          <p:nvPr>
            <p:ph idx="1"/>
          </p:nvPr>
        </p:nvSpPr>
        <p:spPr bwMode="auto">
          <a:xfrm>
            <a:off x="2441575" y="1916113"/>
            <a:ext cx="6594475" cy="47529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数据库系统基础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(12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个学时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)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ea"/>
              </a:rPr>
              <a:t>数据库系统概述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Pct val="60000"/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ea"/>
              </a:rPr>
              <a:t>数据库系统基本概念、数据抽象、数据模型、数据库完整性约束、数据库语言、体系结构、历史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ea"/>
              </a:rPr>
              <a:t>关系数据库系统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ea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ea"/>
              </a:rPr>
              <a:t>关系数据模型、关系数据结构、关系运算、关系完整性约束、关系代数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ea"/>
              </a:rPr>
              <a:t>结构化查询语言</a:t>
            </a:r>
            <a:r>
              <a:rPr kumimoji="1" lang="en-US" altLang="zh-CN" sz="28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ea"/>
              </a:rPr>
              <a:t>SQL</a:t>
            </a: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ü"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ea"/>
              </a:rPr>
              <a:t>SQL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ea"/>
              </a:rPr>
              <a:t>的功能及特点；关系定义、修改、完整性约束、视图、授权、过程、函数；触发器</a:t>
            </a:r>
          </a:p>
        </p:txBody>
      </p:sp>
      <p:grpSp>
        <p:nvGrpSpPr>
          <p:cNvPr id="23554" name="组合 78"/>
          <p:cNvGrpSpPr/>
          <p:nvPr/>
        </p:nvGrpSpPr>
        <p:grpSpPr>
          <a:xfrm>
            <a:off x="463550" y="4730750"/>
            <a:ext cx="2163763" cy="2082800"/>
            <a:chOff x="6286525" y="1502215"/>
            <a:chExt cx="2643225" cy="2481841"/>
          </a:xfrm>
        </p:grpSpPr>
        <p:sp>
          <p:nvSpPr>
            <p:cNvPr id="73" name="圆角矩形 72"/>
            <p:cNvSpPr/>
            <p:nvPr/>
          </p:nvSpPr>
          <p:spPr bwMode="auto">
            <a:xfrm>
              <a:off x="6286525" y="1502215"/>
              <a:ext cx="2643225" cy="2424814"/>
            </a:xfrm>
            <a:prstGeom prst="roundRect">
              <a:avLst/>
            </a:prstGeom>
            <a:solidFill>
              <a:schemeClr val="bg2">
                <a:lumMod val="25000"/>
                <a:lumOff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l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矩形 77"/>
            <p:cNvSpPr/>
            <p:nvPr/>
          </p:nvSpPr>
          <p:spPr bwMode="auto">
            <a:xfrm>
              <a:off x="6500826" y="2285992"/>
              <a:ext cx="2214578" cy="1357322"/>
            </a:xfrm>
            <a:prstGeom prst="rect">
              <a:avLst/>
            </a:prstGeom>
            <a:solidFill>
              <a:schemeClr val="tx1">
                <a:lumMod val="20000"/>
                <a:lumOff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l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0" name="Group 72"/>
            <p:cNvGraphicFramePr/>
            <p:nvPr/>
          </p:nvGraphicFramePr>
          <p:xfrm>
            <a:off x="6544448" y="2856634"/>
            <a:ext cx="2109925" cy="800167"/>
          </p:xfrm>
          <a:graphic>
            <a:graphicData uri="http://schemas.openxmlformats.org/drawingml/2006/table">
              <a:tbl>
                <a:tblPr/>
                <a:tblGrid>
                  <a:gridCol w="478252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96487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392628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359833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</a:tblGrid>
                <a:tr h="366279"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50000"/>
                          <a:buFont typeface="Monotype Sorts" charset="2"/>
                          <a:buNone/>
                        </a:pPr>
                        <a:r>
                          <a:rPr kumimoji="1" lang="en-US" altLang="zh-CN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A1</a:t>
                        </a:r>
                      </a:p>
                    </a:txBody>
                    <a:tcPr marL="91370" marR="91370" marT="45786" marB="45786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hlink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50000"/>
                          <a:buFont typeface="Monotype Sorts" charset="2"/>
                          <a:buNone/>
                        </a:pPr>
                        <a:r>
                          <a:rPr kumimoji="1" lang="en-US" altLang="zh-CN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A2</a:t>
                        </a:r>
                      </a:p>
                    </a:txBody>
                    <a:tcPr marL="91370" marR="91370" marT="45786" marB="45786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hlink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50000"/>
                          <a:buFont typeface="Monotype Sorts" charset="2"/>
                          <a:buNone/>
                        </a:pPr>
                        <a:r>
                          <a:rPr kumimoji="1" lang="en-US" altLang="zh-CN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A3</a:t>
                        </a:r>
                      </a:p>
                    </a:txBody>
                    <a:tcPr marL="91370" marR="91370" marT="45786" marB="45786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hlink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ctr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50000"/>
                          <a:buFont typeface="Monotype Sorts" charset="2"/>
                          <a:buNone/>
                        </a:pPr>
                        <a:r>
                          <a:rPr kumimoji="1" lang="en-US" altLang="zh-CN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bg2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a:t>A4</a:t>
                        </a:r>
                      </a:p>
                    </a:txBody>
                    <a:tcPr marL="91370" marR="91370" marT="45786" marB="45786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hlink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305234"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50000"/>
                          <a:buFont typeface="Monotype Sorts" charset="2"/>
                          <a:buNone/>
                        </a:pPr>
                        <a:endParaRPr kumimoji="1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370" marR="91370" marT="45786" marB="45786" horzOverflow="overflow">
                      <a:lnL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hlink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50000"/>
                          <a:buFont typeface="Monotype Sorts" charset="2"/>
                          <a:buNone/>
                        </a:pPr>
                        <a:endParaRPr kumimoji="1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370" marR="91370" marT="45786" marB="45786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hlink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50000"/>
                          <a:buFont typeface="Monotype Sorts" charset="2"/>
                          <a:buNone/>
                        </a:pPr>
                        <a:endParaRPr kumimoji="1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370" marR="91370" marT="45786" marB="45786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hlink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marR="0" lvl="0" indent="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SzPct val="50000"/>
                          <a:buFont typeface="Monotype Sorts" charset="2"/>
                          <a:buNone/>
                        </a:pPr>
                        <a:endParaRPr kumimoji="1" lang="zh-CN" altLang="zh-CN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endParaRPr>
                      </a:p>
                    </a:txBody>
                    <a:tcPr marL="91370" marR="91370" marT="45786" marB="45786" horzOverflow="overflow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28575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solidFill>
                        <a:schemeClr val="hlink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</a:tbl>
            </a:graphicData>
          </a:graphic>
        </p:graphicFrame>
        <p:sp>
          <p:nvSpPr>
            <p:cNvPr id="41" name="Text Box 71"/>
            <p:cNvSpPr txBox="1">
              <a:spLocks noChangeArrowheads="1"/>
            </p:cNvSpPr>
            <p:nvPr/>
          </p:nvSpPr>
          <p:spPr bwMode="auto">
            <a:xfrm>
              <a:off x="6984217" y="3680190"/>
              <a:ext cx="1319610" cy="303866"/>
            </a:xfrm>
            <a:prstGeom prst="rect">
              <a:avLst/>
            </a:prstGeom>
            <a:noFill/>
            <a:ln w="9525" algn="ctr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>
              <a:spAutoFit/>
            </a:bodyPr>
            <a:lstStyle/>
            <a:p>
              <a:pPr marL="342900" marR="0" indent="-342900" defTabSz="9144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200" b="1" kern="1200" cap="none" spc="0" normalizeH="0" baseline="0" noProof="0" dirty="0"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Relational Model</a:t>
              </a:r>
            </a:p>
          </p:txBody>
        </p:sp>
        <p:sp>
          <p:nvSpPr>
            <p:cNvPr id="42" name="Text Box 73"/>
            <p:cNvSpPr txBox="1">
              <a:spLocks noChangeArrowheads="1"/>
            </p:cNvSpPr>
            <p:nvPr/>
          </p:nvSpPr>
          <p:spPr bwMode="auto">
            <a:xfrm>
              <a:off x="6823601" y="3168396"/>
              <a:ext cx="1795461" cy="303866"/>
            </a:xfrm>
            <a:prstGeom prst="rect">
              <a:avLst/>
            </a:prstGeom>
            <a:solidFill>
              <a:srgbClr val="66FFFF"/>
            </a:solidFill>
            <a:ln w="9525" algn="ctr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marL="342900" marR="0" indent="-342900" algn="ctr" defTabSz="914400">
                <a:lnSpc>
                  <a:spcPct val="110000"/>
                </a:lnSpc>
                <a:spcBef>
                  <a:spcPct val="20000"/>
                </a:spcBef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200" b="1" kern="1200" cap="none" spc="0" normalizeH="0" baseline="0" noProof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Data Structure</a:t>
              </a:r>
            </a:p>
          </p:txBody>
        </p:sp>
        <p:sp>
          <p:nvSpPr>
            <p:cNvPr id="43" name="AutoShape 74"/>
            <p:cNvSpPr>
              <a:spLocks noChangeArrowheads="1"/>
            </p:cNvSpPr>
            <p:nvPr/>
          </p:nvSpPr>
          <p:spPr bwMode="auto">
            <a:xfrm>
              <a:off x="6500840" y="1643036"/>
              <a:ext cx="2214594" cy="571517"/>
            </a:xfrm>
            <a:prstGeom prst="ribbon">
              <a:avLst>
                <a:gd name="adj1" fmla="val 12500"/>
                <a:gd name="adj2" fmla="val 50000"/>
              </a:avLst>
            </a:prstGeom>
            <a:solidFill>
              <a:schemeClr val="tx1">
                <a:lumMod val="20000"/>
                <a:lumOff val="80000"/>
              </a:schemeClr>
            </a:solidFill>
            <a:ln w="9525">
              <a:noFill/>
              <a:round/>
            </a:ln>
            <a:effectLst>
              <a:glow rad="63500">
                <a:schemeClr val="accent4">
                  <a:satMod val="175000"/>
                  <a:alpha val="40000"/>
                </a:schemeClr>
              </a:glow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/>
          </p:spPr>
          <p:txBody>
            <a:bodyPr wrap="none" anchor="ctr"/>
            <a:lstStyle/>
            <a:p>
              <a:pPr marL="0" marR="0" lvl="0" indent="-342900" algn="ctr" defTabSz="914400" rtl="0" eaLnBrk="1" fontAlgn="base" latinLnBrk="0" hangingPunct="1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Query</a:t>
              </a:r>
            </a:p>
            <a:p>
              <a:pPr marL="0" marR="0" lvl="0" indent="-342900" algn="ctr" defTabSz="914400" rtl="0" eaLnBrk="1" fontAlgn="base" latinLnBrk="0" hangingPunct="1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Languages</a:t>
              </a:r>
            </a:p>
          </p:txBody>
        </p:sp>
        <p:sp>
          <p:nvSpPr>
            <p:cNvPr id="44" name="圆角矩形 43"/>
            <p:cNvSpPr/>
            <p:nvPr/>
          </p:nvSpPr>
          <p:spPr bwMode="auto">
            <a:xfrm>
              <a:off x="6543621" y="2343818"/>
              <a:ext cx="2037862" cy="446005"/>
            </a:xfrm>
            <a:prstGeom prst="roundRect">
              <a:avLst/>
            </a:prstGeom>
            <a:solidFill>
              <a:srgbClr val="FFCC99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33CC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Relational Operations</a:t>
              </a:r>
            </a:p>
          </p:txBody>
        </p:sp>
      </p:grpSp>
      <p:sp>
        <p:nvSpPr>
          <p:cNvPr id="23562" name="Rectangle 4"/>
          <p:cNvSpPr>
            <a:spLocks noGrp="1"/>
          </p:cNvSpPr>
          <p:nvPr>
            <p:ph type="title"/>
          </p:nvPr>
        </p:nvSpPr>
        <p:spPr>
          <a:xfrm>
            <a:off x="3005138" y="642938"/>
            <a:ext cx="6138862" cy="685800"/>
          </a:xfrm>
          <a:noFill/>
          <a:ln>
            <a:noFill/>
          </a:ln>
        </p:spPr>
        <p:txBody>
          <a:bodyPr anchor="t" anchorCtr="0"/>
          <a:lstStyle/>
          <a:p>
            <a:pPr algn="r"/>
            <a:r>
              <a:rPr lang="zh-CN" altLang="en-US" sz="4400" dirty="0">
                <a:solidFill>
                  <a:srgbClr val="800000"/>
                </a:solidFill>
                <a:latin typeface="Times New Roman" panose="02020603050405020304" pitchFamily="18" charset="0"/>
              </a:rPr>
              <a:t>教学内容概述</a:t>
            </a:r>
            <a:endParaRPr lang="en-US" altLang="zh-CN" sz="4400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2961" y="1071546"/>
            <a:ext cx="2954655" cy="70173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/>
          <a:p>
            <a:pPr marR="0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3600" kern="1200" cap="none" spc="0" normalizeH="0" baseline="0" noProof="0" dirty="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课堂教学内容</a:t>
            </a:r>
          </a:p>
        </p:txBody>
      </p:sp>
    </p:spTree>
    <p:custDataLst>
      <p:tags r:id="rId1"/>
    </p:custDataLst>
  </p:cSld>
  <p:clrMapOvr>
    <a:masterClrMapping/>
  </p:clrMapOvr>
  <p:transition advTm="23152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3005138" y="642938"/>
            <a:ext cx="6138863" cy="68580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教学内容概述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2961" y="1071546"/>
            <a:ext cx="2954655" cy="70173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/>
          <a:p>
            <a:pPr marR="0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3600" kern="1200" cap="none" spc="0" normalizeH="0" baseline="0" noProof="0" dirty="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课堂教学内容</a:t>
            </a:r>
          </a:p>
        </p:txBody>
      </p:sp>
      <p:grpSp>
        <p:nvGrpSpPr>
          <p:cNvPr id="24579" name="组合 11"/>
          <p:cNvGrpSpPr/>
          <p:nvPr/>
        </p:nvGrpSpPr>
        <p:grpSpPr>
          <a:xfrm>
            <a:off x="279400" y="4225925"/>
            <a:ext cx="2563813" cy="2524125"/>
            <a:chOff x="2052885" y="4293096"/>
            <a:chExt cx="2951163" cy="2524125"/>
          </a:xfrm>
        </p:grpSpPr>
        <p:pic>
          <p:nvPicPr>
            <p:cNvPr id="24580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52885" y="4293096"/>
              <a:ext cx="2951163" cy="2524125"/>
            </a:xfrm>
            <a:prstGeom prst="rect">
              <a:avLst/>
            </a:prstGeom>
            <a:noFill/>
            <a:ln w="9525">
              <a:noFill/>
            </a:ln>
          </p:spPr>
        </p:pic>
        <p:grpSp>
          <p:nvGrpSpPr>
            <p:cNvPr id="14" name="Group 7"/>
            <p:cNvGrpSpPr/>
            <p:nvPr/>
          </p:nvGrpSpPr>
          <p:grpSpPr bwMode="auto">
            <a:xfrm>
              <a:off x="2963188" y="6779762"/>
              <a:ext cx="30131" cy="30613"/>
              <a:chOff x="1434" y="1888"/>
              <a:chExt cx="3759" cy="1814"/>
            </a:xfrm>
            <a:solidFill>
              <a:schemeClr val="tx1">
                <a:lumMod val="60000"/>
                <a:lumOff val="40000"/>
              </a:schemeClr>
            </a:solidFill>
          </p:grpSpPr>
          <p:pic>
            <p:nvPicPr>
              <p:cNvPr id="15" name="Picture 8" descr="mica2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434" y="2734"/>
                <a:ext cx="346" cy="307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" name="Picture 9" descr="mica2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021" y="3407"/>
                <a:ext cx="358" cy="29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" name="Picture 10" descr="mica2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4834" y="3105"/>
                <a:ext cx="359" cy="29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8" name="Picture 11" descr="mica2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4297" y="1888"/>
                <a:ext cx="358" cy="295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9" name="Picture 12" descr="mica2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111" y="2326"/>
                <a:ext cx="359" cy="29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0" name="Picture 13" descr="mica2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3973" y="2726"/>
                <a:ext cx="359" cy="29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</p:pic>
        </p:grpSp>
        <p:sp>
          <p:nvSpPr>
            <p:cNvPr id="24582" name="Text Box 15"/>
            <p:cNvSpPr txBox="1"/>
            <p:nvPr/>
          </p:nvSpPr>
          <p:spPr>
            <a:xfrm>
              <a:off x="2724549" y="6416961"/>
              <a:ext cx="966919" cy="27699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91434" tIns="45717" rIns="91434" bIns="45717" anchor="t" anchorCtr="0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1200" b="1" dirty="0">
                  <a:solidFill>
                    <a:srgbClr val="FF0000"/>
                  </a:solidFill>
                  <a:latin typeface="Garamond" panose="02020404030301010803" pitchFamily="18" charset="0"/>
                  <a:ea typeface="宋体" panose="02010600030101010101" pitchFamily="2" charset="-122"/>
                </a:rPr>
                <a:t>DBMS</a:t>
              </a:r>
            </a:p>
          </p:txBody>
        </p:sp>
        <p:pic>
          <p:nvPicPr>
            <p:cNvPr id="24583" name="Picture 16" descr="j0404347[1]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7679" y="6026646"/>
              <a:ext cx="867990" cy="477838"/>
            </a:xfrm>
            <a:prstGeom prst="rect">
              <a:avLst/>
            </a:prstGeom>
            <a:solidFill>
              <a:srgbClr val="29FFFF"/>
            </a:solidFill>
            <a:ln w="9525">
              <a:noFill/>
            </a:ln>
          </p:spPr>
        </p:pic>
        <p:grpSp>
          <p:nvGrpSpPr>
            <p:cNvPr id="23" name="Group 18"/>
            <p:cNvGrpSpPr/>
            <p:nvPr/>
          </p:nvGrpSpPr>
          <p:grpSpPr bwMode="auto">
            <a:xfrm>
              <a:off x="3304108" y="4565407"/>
              <a:ext cx="624786" cy="541579"/>
              <a:chOff x="2762" y="1525"/>
              <a:chExt cx="1407" cy="1266"/>
            </a:xfrm>
            <a:solidFill>
              <a:schemeClr val="tx1">
                <a:lumMod val="60000"/>
                <a:lumOff val="40000"/>
              </a:schemeClr>
            </a:solidFill>
          </p:grpSpPr>
          <p:pic>
            <p:nvPicPr>
              <p:cNvPr id="24" name="Picture 21" descr="淮河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3506" y="1525"/>
                <a:ext cx="643" cy="599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5" name="Picture 23" descr="HabitatSensingNode6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3443" y="2155"/>
                <a:ext cx="726" cy="636"/>
              </a:xfrm>
              <a:prstGeom prst="rect">
                <a:avLst/>
              </a:prstGeom>
              <a:grpFill/>
              <a:ln w="12700" cap="sq">
                <a:noFill/>
                <a:miter lim="800000"/>
                <a:headEnd type="none" w="sm" len="sm"/>
                <a:tailEnd type="none" w="sm" len="sm"/>
              </a:ln>
            </p:spPr>
          </p:pic>
          <p:pic>
            <p:nvPicPr>
              <p:cNvPr id="26" name="Picture 24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2773" y="1525"/>
                <a:ext cx="727" cy="61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27" name="Picture 25" descr="GGB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 t="5269"/>
              <a:stretch>
                <a:fillRect/>
              </a:stretch>
            </p:blipFill>
            <p:spPr bwMode="auto">
              <a:xfrm>
                <a:off x="2762" y="2164"/>
                <a:ext cx="680" cy="616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</p:pic>
        </p:grpSp>
        <p:grpSp>
          <p:nvGrpSpPr>
            <p:cNvPr id="28" name="Group 26"/>
            <p:cNvGrpSpPr/>
            <p:nvPr/>
          </p:nvGrpSpPr>
          <p:grpSpPr bwMode="auto">
            <a:xfrm>
              <a:off x="2273300" y="5080255"/>
              <a:ext cx="907826" cy="1004639"/>
              <a:chOff x="2608" y="1703"/>
              <a:chExt cx="1088" cy="1361"/>
            </a:xfrm>
            <a:solidFill>
              <a:schemeClr val="tx1">
                <a:lumMod val="60000"/>
                <a:lumOff val="40000"/>
              </a:schemeClr>
            </a:solidFill>
          </p:grpSpPr>
          <p:pic>
            <p:nvPicPr>
              <p:cNvPr id="29" name="Picture 27" descr="PE07677_"/>
              <p:cNvPicPr>
                <a:picLocks noChangeAspect="1" noChangeArrowheads="1"/>
              </p:cNvPicPr>
              <p:nvPr/>
            </p:nvPicPr>
            <p:blipFill>
              <a:blip r:embed="rId9"/>
              <a:srcRect/>
              <a:stretch>
                <a:fillRect/>
              </a:stretch>
            </p:blipFill>
            <p:spPr bwMode="auto">
              <a:xfrm>
                <a:off x="2608" y="1703"/>
                <a:ext cx="1088" cy="1361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30" name="AutoShape 28"/>
              <p:cNvSpPr>
                <a:spLocks noChangeArrowheads="1"/>
              </p:cNvSpPr>
              <p:nvPr/>
            </p:nvSpPr>
            <p:spPr bwMode="auto">
              <a:xfrm>
                <a:off x="2795" y="2317"/>
                <a:ext cx="586" cy="459"/>
              </a:xfrm>
              <a:prstGeom prst="octagon">
                <a:avLst>
                  <a:gd name="adj" fmla="val 29287"/>
                </a:avLst>
              </a:prstGeom>
              <a:grpFill/>
              <a:ln w="9525" algn="ctr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/>
              <a:p>
                <a:pPr marL="342900" marR="0" lvl="0" indent="-342900" algn="ctr" defTabSz="914400" rtl="0" eaLnBrk="1" fontAlgn="base" latinLnBrk="0" hangingPunct="1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charset="2"/>
                  <a:buNone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认识</a:t>
                </a:r>
              </a:p>
              <a:p>
                <a:pPr marL="342900" marR="0" lvl="0" indent="-342900" algn="ctr" defTabSz="914400" rtl="0" eaLnBrk="1" fontAlgn="base" latinLnBrk="0" hangingPunct="1">
                  <a:lnSpc>
                    <a:spcPct val="7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chemeClr val="hlink"/>
                  </a:buClr>
                  <a:buSzPct val="50000"/>
                  <a:buFont typeface="Monotype Sorts" charset="2"/>
                  <a:buNone/>
                  <a:defRPr/>
                </a:pPr>
                <a:r>
                  <a:rPr kumimoji="1" lang="zh-CN" altLang="en-US" sz="1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楷体_GB2312" pitchFamily="49" charset="-122"/>
                    <a:ea typeface="楷体_GB2312" pitchFamily="49" charset="-122"/>
                    <a:cs typeface="+mn-cs"/>
                  </a:rPr>
                  <a:t>抽象</a:t>
                </a:r>
              </a:p>
            </p:txBody>
          </p:sp>
        </p:grp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>
              <a:off x="3774244" y="4999534"/>
              <a:ext cx="489729" cy="358775"/>
            </a:xfrm>
            <a:prstGeom prst="line">
              <a:avLst/>
            </a:prstGeom>
            <a:solidFill>
              <a:schemeClr val="tx1">
                <a:lumMod val="60000"/>
                <a:lumOff val="40000"/>
              </a:schemeClr>
            </a:solidFill>
            <a:ln w="57150">
              <a:solidFill>
                <a:srgbClr val="FF00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sp>
          <p:nvSpPr>
            <p:cNvPr id="32" name="Text Box 32"/>
            <p:cNvSpPr txBox="1">
              <a:spLocks noChangeArrowheads="1"/>
            </p:cNvSpPr>
            <p:nvPr/>
          </p:nvSpPr>
          <p:spPr bwMode="auto">
            <a:xfrm>
              <a:off x="3346587" y="5362263"/>
              <a:ext cx="1427026" cy="630942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 w="9525" algn="ctr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</a:bodyPr>
            <a:lstStyle/>
            <a:p>
              <a:pPr marR="0" defTabSz="914400">
                <a:lnSpc>
                  <a:spcPts val="1400"/>
                </a:lnSpc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000" b="1" kern="1200" cap="none" spc="0" normalizeH="0" baseline="0" noProof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Data Model</a:t>
              </a:r>
            </a:p>
            <a:p>
              <a:pPr marR="0" defTabSz="914400">
                <a:lnSpc>
                  <a:spcPts val="1400"/>
                </a:lnSpc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000" b="1" kern="1200" cap="none" spc="0" normalizeH="0" baseline="0" noProof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Concept model</a:t>
              </a:r>
            </a:p>
            <a:p>
              <a:pPr marR="0" defTabSz="914400">
                <a:lnSpc>
                  <a:spcPts val="1400"/>
                </a:lnSpc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000" b="1" kern="1200" cap="none" spc="0" normalizeH="0" baseline="0" noProof="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Logical model</a:t>
              </a:r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 flipH="1">
              <a:off x="3527553" y="5944096"/>
              <a:ext cx="531757" cy="322263"/>
            </a:xfrm>
            <a:prstGeom prst="line">
              <a:avLst/>
            </a:prstGeom>
            <a:solidFill>
              <a:schemeClr val="tx1">
                <a:lumMod val="60000"/>
                <a:lumOff val="40000"/>
              </a:schemeClr>
            </a:solidFill>
            <a:ln w="57150">
              <a:solidFill>
                <a:srgbClr val="FF0000"/>
              </a:solidFill>
              <a:round/>
              <a:tailEnd type="triangle" w="med" len="med"/>
            </a:ln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sp>
          <p:nvSpPr>
            <p:cNvPr id="2" name="云形 1"/>
            <p:cNvSpPr/>
            <p:nvPr/>
          </p:nvSpPr>
          <p:spPr bwMode="auto">
            <a:xfrm>
              <a:off x="3059753" y="4437559"/>
              <a:ext cx="1204220" cy="792162"/>
            </a:xfrm>
            <a:prstGeom prst="cloud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marR="0" lvl="0" indent="-342900" algn="l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sp>
          <p:nvSpPr>
            <p:cNvPr id="4" name="云形 3"/>
            <p:cNvSpPr/>
            <p:nvPr/>
          </p:nvSpPr>
          <p:spPr bwMode="auto">
            <a:xfrm>
              <a:off x="2683320" y="5966321"/>
              <a:ext cx="1134781" cy="785813"/>
            </a:xfrm>
            <a:prstGeom prst="cloud">
              <a:avLst/>
            </a:prstGeom>
            <a:noFill/>
            <a:ln w="9525" cap="flat" cmpd="sng" algn="ctr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marR="0" lvl="0" indent="-342900" algn="l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</p:grpSp>
      <p:sp>
        <p:nvSpPr>
          <p:cNvPr id="38" name="Rectangle 13"/>
          <p:cNvSpPr txBox="1">
            <a:spLocks noChangeArrowheads="1"/>
          </p:cNvSpPr>
          <p:nvPr/>
        </p:nvSpPr>
        <p:spPr bwMode="auto">
          <a:xfrm>
            <a:off x="2584450" y="1916113"/>
            <a:ext cx="6451600" cy="4711700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/>
              <a:buChar char="u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/>
              <a:buChar char="F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数据库系统设计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(12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个学时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)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概念数据库设计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Pct val="60000"/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实体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-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联系模型、实体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-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联系图；概念数据库设计方法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逻辑数据库设计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关系模式的转换、关系数据库规范化理论、关系模式规范化方法、优化；完整性和安全性约束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物理数据设计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影响物理数据库设计因素分析；索引、物理存储结构、数据存取方法设计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3005138" y="642938"/>
            <a:ext cx="6138863" cy="68580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教学内容概述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2961" y="908720"/>
            <a:ext cx="2954655" cy="70173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/>
          <a:p>
            <a:pPr marR="0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3600" kern="1200" cap="none" spc="0" normalizeH="0" baseline="0" noProof="0" dirty="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课堂教学内容</a:t>
            </a:r>
          </a:p>
        </p:txBody>
      </p:sp>
      <p:sp>
        <p:nvSpPr>
          <p:cNvPr id="38" name="Rectangle 13"/>
          <p:cNvSpPr txBox="1">
            <a:spLocks noChangeArrowheads="1"/>
          </p:cNvSpPr>
          <p:nvPr/>
        </p:nvSpPr>
        <p:spPr bwMode="auto">
          <a:xfrm>
            <a:off x="2622550" y="1700213"/>
            <a:ext cx="6378575" cy="4752975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/>
              <a:buChar char="u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/>
              <a:buChar char="F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数据库系统实现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(16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个学时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)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物理存储结构</a:t>
            </a:r>
            <a:endParaRPr kumimoji="1" lang="en-US" altLang="zh-CN" sz="26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Pct val="60000"/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物理存储介质、文件、文件记录、缓冲区管理、索引文件、数据字典、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B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树与</a:t>
            </a: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B+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树索引结构、多维索引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查询处理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查询处理的过程、查询代价的度量；选择、笛卡尔乘积、连接、投影、集合操作的实现算法；关系代数表达式查询处理方法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</p:txBody>
      </p:sp>
      <p:grpSp>
        <p:nvGrpSpPr>
          <p:cNvPr id="25607" name="组合 3"/>
          <p:cNvGrpSpPr/>
          <p:nvPr/>
        </p:nvGrpSpPr>
        <p:grpSpPr>
          <a:xfrm>
            <a:off x="395288" y="4403725"/>
            <a:ext cx="2555875" cy="2265363"/>
            <a:chOff x="2168746" y="1226038"/>
            <a:chExt cx="3000396" cy="2614498"/>
          </a:xfrm>
        </p:grpSpPr>
        <p:sp>
          <p:nvSpPr>
            <p:cNvPr id="35" name="Rectangle 86"/>
            <p:cNvSpPr>
              <a:spLocks noChangeArrowheads="1"/>
            </p:cNvSpPr>
            <p:nvPr/>
          </p:nvSpPr>
          <p:spPr bwMode="auto">
            <a:xfrm>
              <a:off x="2168746" y="1226038"/>
              <a:ext cx="3000396" cy="26144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 algn="ctr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marL="342900" marR="0" lvl="0" indent="-342900" algn="ctr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AutoShape 75"/>
            <p:cNvSpPr>
              <a:spLocks noChangeArrowheads="1"/>
            </p:cNvSpPr>
            <p:nvPr/>
          </p:nvSpPr>
          <p:spPr bwMode="auto">
            <a:xfrm>
              <a:off x="2500298" y="3071810"/>
              <a:ext cx="2357454" cy="625850"/>
            </a:xfrm>
            <a:prstGeom prst="can">
              <a:avLst>
                <a:gd name="adj" fmla="val 25000"/>
              </a:avLst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txBody>
            <a:bodyPr wrap="none" anchor="ctr"/>
            <a:lstStyle/>
            <a:p>
              <a:pPr marL="342900" marR="0" lvl="0" indent="-34290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Physical Storage</a:t>
              </a:r>
            </a:p>
            <a:p>
              <a:pPr marL="342900" marR="0" lvl="0" indent="-34290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Methods</a:t>
              </a:r>
            </a:p>
          </p:txBody>
        </p:sp>
        <p:sp>
          <p:nvSpPr>
            <p:cNvPr id="37" name="Rectangle 77"/>
            <p:cNvSpPr>
              <a:spLocks noChangeArrowheads="1"/>
            </p:cNvSpPr>
            <p:nvPr/>
          </p:nvSpPr>
          <p:spPr bwMode="auto">
            <a:xfrm>
              <a:off x="2303076" y="2500307"/>
              <a:ext cx="2071702" cy="500065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>
              <a:flatTx/>
            </a:bodyPr>
            <a:lstStyle/>
            <a:p>
              <a:pPr marL="342900" marR="0" lvl="0" indent="-342900" algn="ctr" defTabSz="914400" rtl="0" eaLnBrk="1" fontAlgn="base" latinLnBrk="0" hangingPunct="1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Algorithms </a:t>
              </a:r>
            </a:p>
            <a:p>
              <a:pPr marL="342900" marR="0" lvl="0" indent="-342900" algn="ctr" defTabSz="914400" rtl="0" eaLnBrk="1" fontAlgn="base" latinLnBrk="0" hangingPunct="1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for Operations</a:t>
              </a:r>
            </a:p>
          </p:txBody>
        </p:sp>
        <p:sp>
          <p:nvSpPr>
            <p:cNvPr id="39" name="Text Box 79"/>
            <p:cNvSpPr txBox="1">
              <a:spLocks noChangeArrowheads="1"/>
            </p:cNvSpPr>
            <p:nvPr/>
          </p:nvSpPr>
          <p:spPr bwMode="auto">
            <a:xfrm>
              <a:off x="2285984" y="1357298"/>
              <a:ext cx="2071701" cy="502702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  <a:flatTx/>
            </a:bodyPr>
            <a:lstStyle/>
            <a:p>
              <a:pPr marR="0" algn="ctr" defTabSz="914400" eaLnBrk="1" fontAlgn="base" hangingPunct="1">
                <a:lnSpc>
                  <a:spcPts val="1600"/>
                </a:lnSpc>
                <a:buClr>
                  <a:schemeClr val="hlink"/>
                </a:buClr>
                <a:buSzPct val="50000"/>
                <a:buFont typeface="Monotype Sorts" charset="2"/>
                <a:defRPr/>
              </a:pPr>
              <a:r>
                <a:rPr kumimoji="1" lang="en-US" altLang="zh-CN" sz="1200" b="1" strike="noStrike" kern="1200" cap="none" spc="0" normalizeH="0" baseline="0" noProof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Query </a:t>
              </a:r>
            </a:p>
            <a:p>
              <a:pPr marR="0" algn="ctr" defTabSz="914400" eaLnBrk="1" fontAlgn="base" hangingPunct="1">
                <a:lnSpc>
                  <a:spcPts val="1600"/>
                </a:lnSpc>
                <a:buClr>
                  <a:schemeClr val="hlink"/>
                </a:buClr>
                <a:buSzPct val="50000"/>
                <a:buFont typeface="Monotype Sorts" charset="2"/>
                <a:defRPr/>
              </a:pPr>
              <a:r>
                <a:rPr kumimoji="1" lang="en-US" altLang="zh-CN" sz="1200" b="1" strike="noStrike" kern="1200" cap="none" spc="0" normalizeH="0" baseline="0" noProof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Optimization</a:t>
              </a:r>
            </a:p>
          </p:txBody>
        </p:sp>
        <p:sp>
          <p:nvSpPr>
            <p:cNvPr id="40" name="Text Box 85"/>
            <p:cNvSpPr txBox="1">
              <a:spLocks noChangeArrowheads="1"/>
            </p:cNvSpPr>
            <p:nvPr/>
          </p:nvSpPr>
          <p:spPr bwMode="auto">
            <a:xfrm>
              <a:off x="4425655" y="1357298"/>
              <a:ext cx="646415" cy="1643074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vert="eaVert">
              <a:spAutoFit/>
              <a:flatTx/>
            </a:bodyPr>
            <a:lstStyle/>
            <a:p>
              <a:pPr marR="0" algn="ctr" defTabSz="914400" eaLnBrk="1" fontAlgn="base" hangingPunct="1">
                <a:lnSpc>
                  <a:spcPts val="1800"/>
                </a:lnSpc>
                <a:spcBef>
                  <a:spcPts val="0"/>
                </a:spcBef>
                <a:buClr>
                  <a:schemeClr val="hlink"/>
                </a:buClr>
                <a:buSzPct val="50000"/>
                <a:buFont typeface="Monotype Sorts" charset="2"/>
                <a:defRPr/>
              </a:pPr>
              <a:r>
                <a:rPr kumimoji="1" lang="en-US" altLang="zh-CN" sz="1200" b="1" strike="noStrike" kern="1200" cap="none" spc="0" normalizeH="0" baseline="0" noProof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Transaction</a:t>
              </a:r>
            </a:p>
            <a:p>
              <a:pPr marR="0" algn="ctr" defTabSz="914400" eaLnBrk="1" fontAlgn="base" hangingPunct="1">
                <a:lnSpc>
                  <a:spcPts val="1800"/>
                </a:lnSpc>
                <a:spcBef>
                  <a:spcPts val="0"/>
                </a:spcBef>
                <a:buClr>
                  <a:schemeClr val="hlink"/>
                </a:buClr>
                <a:buSzPct val="50000"/>
                <a:buFont typeface="Monotype Sorts" charset="2"/>
                <a:defRPr/>
              </a:pPr>
              <a:r>
                <a:rPr kumimoji="1" lang="en-US" altLang="zh-CN" sz="1200" b="1" strike="noStrike" kern="1200" cap="none" spc="0" normalizeH="0" baseline="0" noProof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Processing</a:t>
              </a:r>
            </a:p>
          </p:txBody>
        </p:sp>
        <p:sp>
          <p:nvSpPr>
            <p:cNvPr id="41" name="Text Box 79"/>
            <p:cNvSpPr txBox="1">
              <a:spLocks noChangeArrowheads="1"/>
            </p:cNvSpPr>
            <p:nvPr/>
          </p:nvSpPr>
          <p:spPr bwMode="auto">
            <a:xfrm>
              <a:off x="2285984" y="1925525"/>
              <a:ext cx="2071701" cy="503343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  <a:flatTx/>
            </a:bodyPr>
            <a:lstStyle/>
            <a:p>
              <a:pPr marL="342900" marR="0" indent="-342900" algn="ctr" defTabSz="914400" eaLnBrk="1" fontAlgn="base" hangingPunct="1">
                <a:lnSpc>
                  <a:spcPts val="1600"/>
                </a:lnSpc>
                <a:buClr>
                  <a:schemeClr val="hlink"/>
                </a:buClr>
                <a:buSzPct val="50000"/>
                <a:buFont typeface="Monotype Sorts" charset="2"/>
                <a:defRPr/>
              </a:pPr>
              <a:r>
                <a:rPr kumimoji="1" lang="en-US" altLang="zh-CN" sz="1200" b="1" strike="noStrike" kern="1200" cap="none" spc="0" normalizeH="0" baseline="0" noProof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Query </a:t>
              </a:r>
            </a:p>
            <a:p>
              <a:pPr marL="342900" marR="0" indent="-342900" algn="ctr" defTabSz="914400" eaLnBrk="1" fontAlgn="base" hangingPunct="1">
                <a:lnSpc>
                  <a:spcPts val="1600"/>
                </a:lnSpc>
                <a:buClr>
                  <a:schemeClr val="hlink"/>
                </a:buClr>
                <a:buSzPct val="50000"/>
                <a:buFont typeface="Monotype Sorts" charset="2"/>
                <a:defRPr/>
              </a:pPr>
              <a:r>
                <a:rPr kumimoji="1" lang="en-US" altLang="zh-CN" sz="1200" b="1" strike="noStrike" kern="1200" cap="none" spc="0" normalizeH="0" baseline="0" noProof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Processing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3005138" y="642938"/>
            <a:ext cx="6138863" cy="68580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教学内容概述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2961" y="908720"/>
            <a:ext cx="2954655" cy="70173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/>
          <a:p>
            <a:pPr marR="0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3600" kern="1200" cap="none" spc="0" normalizeH="0" baseline="0" noProof="0" dirty="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课堂教学内容</a:t>
            </a:r>
          </a:p>
        </p:txBody>
      </p:sp>
      <p:sp>
        <p:nvSpPr>
          <p:cNvPr id="38" name="Rectangle 13"/>
          <p:cNvSpPr txBox="1">
            <a:spLocks noChangeArrowheads="1"/>
          </p:cNvSpPr>
          <p:nvPr/>
        </p:nvSpPr>
        <p:spPr bwMode="auto">
          <a:xfrm>
            <a:off x="2700338" y="1557338"/>
            <a:ext cx="6378575" cy="5157788"/>
          </a:xfrm>
          <a:prstGeom prst="rect">
            <a:avLst/>
          </a:prstGeom>
          <a:noFill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Char char="n"/>
              <a:defRPr kumimoji="1"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/>
              <a:buChar char="u"/>
              <a:defRPr kumimoji="1"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Monotype Sorts"/>
              <a:buChar char="F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数据库系统实现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(16</a:t>
            </a:r>
            <a:r>
              <a:rPr kumimoji="1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个学时</a:t>
            </a:r>
            <a:r>
              <a:rPr kumimoji="1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)</a:t>
            </a:r>
            <a:endParaRPr kumimoji="1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查询优化</a:t>
            </a:r>
            <a:endParaRPr kumimoji="1" lang="en-US" altLang="zh-CN" sz="26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Pct val="60000"/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关系代数表达式等价变换规则、表达式结果集大小估计、基于代价的查询优化方法、启发式查询优化方法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并发控制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事务的概念及性质、事务调度、并发控制的概念；基于锁的并发控制协、死锁处理、时间戳协议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数据库恢复</a:t>
            </a:r>
            <a:endParaRPr kumimoji="1" lang="en-US" altLang="zh-CN" sz="28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  <a:p>
            <a:pPr marL="1143000" marR="0" lvl="2" indent="-22860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ü"/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66"/>
                </a:solidFill>
                <a:effectLst/>
                <a:uLnTx/>
                <a:uFillTx/>
                <a:latin typeface="+mn-lt"/>
                <a:ea typeface="华文行楷" panose="02010800040101010101" pitchFamily="2" charset="-122"/>
                <a:cs typeface="+mn-cs"/>
              </a:rPr>
              <a:t>故障的分类、使用日志的数据库恢复技术、缓冲技术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+mn-lt"/>
              <a:ea typeface="华文行楷" panose="02010800040101010101" pitchFamily="2" charset="-122"/>
              <a:cs typeface="+mn-cs"/>
            </a:endParaRPr>
          </a:p>
        </p:txBody>
      </p:sp>
      <p:grpSp>
        <p:nvGrpSpPr>
          <p:cNvPr id="26631" name="组合 3"/>
          <p:cNvGrpSpPr/>
          <p:nvPr/>
        </p:nvGrpSpPr>
        <p:grpSpPr>
          <a:xfrm>
            <a:off x="323850" y="4365625"/>
            <a:ext cx="2555875" cy="2265363"/>
            <a:chOff x="2168746" y="1226038"/>
            <a:chExt cx="3000396" cy="2614498"/>
          </a:xfrm>
        </p:grpSpPr>
        <p:sp>
          <p:nvSpPr>
            <p:cNvPr id="35" name="Rectangle 86"/>
            <p:cNvSpPr>
              <a:spLocks noChangeArrowheads="1"/>
            </p:cNvSpPr>
            <p:nvPr/>
          </p:nvSpPr>
          <p:spPr bwMode="auto">
            <a:xfrm>
              <a:off x="2168746" y="1226038"/>
              <a:ext cx="3000396" cy="261449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 algn="ctr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/>
            <a:lstStyle/>
            <a:p>
              <a:pPr marL="342900" marR="0" lvl="0" indent="-342900" algn="ctr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endParaRPr kumimoji="1" lang="zh-CN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AutoShape 75"/>
            <p:cNvSpPr>
              <a:spLocks noChangeArrowheads="1"/>
            </p:cNvSpPr>
            <p:nvPr/>
          </p:nvSpPr>
          <p:spPr bwMode="auto">
            <a:xfrm>
              <a:off x="2500298" y="3071810"/>
              <a:ext cx="2357454" cy="625850"/>
            </a:xfrm>
            <a:prstGeom prst="can">
              <a:avLst>
                <a:gd name="adj" fmla="val 25000"/>
              </a:avLst>
            </a:prstGeom>
            <a:solidFill>
              <a:srgbClr val="969696"/>
            </a:solidFill>
            <a:ln w="9525">
              <a:solidFill>
                <a:srgbClr val="000000"/>
              </a:solidFill>
              <a:round/>
            </a:ln>
            <a:effectLst>
              <a:glow rad="101600">
                <a:schemeClr val="accent4">
                  <a:satMod val="175000"/>
                  <a:alpha val="40000"/>
                </a:schemeClr>
              </a:glow>
            </a:effectLst>
          </p:spPr>
          <p:txBody>
            <a:bodyPr wrap="none" anchor="ctr"/>
            <a:lstStyle/>
            <a:p>
              <a:pPr marL="342900" marR="0" lvl="0" indent="-34290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Physical Storage</a:t>
              </a:r>
            </a:p>
            <a:p>
              <a:pPr marL="342900" marR="0" lvl="0" indent="-342900" algn="ct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Methods</a:t>
              </a:r>
            </a:p>
          </p:txBody>
        </p:sp>
        <p:sp>
          <p:nvSpPr>
            <p:cNvPr id="37" name="Rectangle 77"/>
            <p:cNvSpPr>
              <a:spLocks noChangeArrowheads="1"/>
            </p:cNvSpPr>
            <p:nvPr/>
          </p:nvSpPr>
          <p:spPr bwMode="auto">
            <a:xfrm>
              <a:off x="2303076" y="2500307"/>
              <a:ext cx="2071702" cy="500065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wrap="none" anchor="ctr">
              <a:flatTx/>
            </a:bodyPr>
            <a:lstStyle/>
            <a:p>
              <a:pPr marL="342900" marR="0" lvl="0" indent="-342900" algn="ctr" defTabSz="914400" rtl="0" eaLnBrk="1" fontAlgn="base" latinLnBrk="0" hangingPunct="1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Algorithms </a:t>
              </a:r>
            </a:p>
            <a:p>
              <a:pPr marL="342900" marR="0" lvl="0" indent="-342900" algn="ctr" defTabSz="914400" rtl="0" eaLnBrk="1" fontAlgn="base" latinLnBrk="0" hangingPunct="1">
                <a:lnSpc>
                  <a:spcPts val="16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r>
                <a:rPr kumimoji="1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for Operations</a:t>
              </a:r>
            </a:p>
          </p:txBody>
        </p:sp>
        <p:sp>
          <p:nvSpPr>
            <p:cNvPr id="39" name="Text Box 79"/>
            <p:cNvSpPr txBox="1">
              <a:spLocks noChangeArrowheads="1"/>
            </p:cNvSpPr>
            <p:nvPr/>
          </p:nvSpPr>
          <p:spPr bwMode="auto">
            <a:xfrm>
              <a:off x="2285984" y="1357298"/>
              <a:ext cx="2071701" cy="502702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  <a:flatTx/>
            </a:bodyPr>
            <a:lstStyle/>
            <a:p>
              <a:pPr marR="0" algn="ctr" defTabSz="914400" eaLnBrk="1" fontAlgn="base" hangingPunct="1">
                <a:lnSpc>
                  <a:spcPts val="1600"/>
                </a:lnSpc>
                <a:buClr>
                  <a:schemeClr val="hlink"/>
                </a:buClr>
                <a:buSzPct val="50000"/>
                <a:buFont typeface="Monotype Sorts" charset="2"/>
                <a:defRPr/>
              </a:pPr>
              <a:r>
                <a:rPr kumimoji="1" lang="en-US" altLang="zh-CN" sz="1200" b="1" strike="noStrike" kern="1200" cap="none" spc="0" normalizeH="0" baseline="0" noProof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Query </a:t>
              </a:r>
            </a:p>
            <a:p>
              <a:pPr marR="0" algn="ctr" defTabSz="914400" eaLnBrk="1" fontAlgn="base" hangingPunct="1">
                <a:lnSpc>
                  <a:spcPts val="1600"/>
                </a:lnSpc>
                <a:buClr>
                  <a:schemeClr val="hlink"/>
                </a:buClr>
                <a:buSzPct val="50000"/>
                <a:buFont typeface="Monotype Sorts" charset="2"/>
                <a:defRPr/>
              </a:pPr>
              <a:r>
                <a:rPr kumimoji="1" lang="en-US" altLang="zh-CN" sz="1200" b="1" strike="noStrike" kern="1200" cap="none" spc="0" normalizeH="0" baseline="0" noProof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Optimization</a:t>
              </a:r>
            </a:p>
          </p:txBody>
        </p:sp>
        <p:sp>
          <p:nvSpPr>
            <p:cNvPr id="40" name="Text Box 85"/>
            <p:cNvSpPr txBox="1">
              <a:spLocks noChangeArrowheads="1"/>
            </p:cNvSpPr>
            <p:nvPr/>
          </p:nvSpPr>
          <p:spPr bwMode="auto">
            <a:xfrm>
              <a:off x="4425655" y="1357298"/>
              <a:ext cx="646415" cy="1643074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 vert="eaVert">
              <a:spAutoFit/>
              <a:flatTx/>
            </a:bodyPr>
            <a:lstStyle/>
            <a:p>
              <a:pPr marR="0" algn="ctr" defTabSz="914400" eaLnBrk="1" fontAlgn="base" hangingPunct="1">
                <a:lnSpc>
                  <a:spcPts val="1800"/>
                </a:lnSpc>
                <a:spcBef>
                  <a:spcPts val="0"/>
                </a:spcBef>
                <a:buClr>
                  <a:schemeClr val="hlink"/>
                </a:buClr>
                <a:buSzPct val="50000"/>
                <a:buFont typeface="Monotype Sorts" charset="2"/>
                <a:defRPr/>
              </a:pPr>
              <a:r>
                <a:rPr kumimoji="1" lang="en-US" altLang="zh-CN" sz="1200" b="1" strike="noStrike" kern="1200" cap="none" spc="0" normalizeH="0" baseline="0" noProof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Transaction</a:t>
              </a:r>
            </a:p>
            <a:p>
              <a:pPr marR="0" algn="ctr" defTabSz="914400" eaLnBrk="1" fontAlgn="base" hangingPunct="1">
                <a:lnSpc>
                  <a:spcPts val="1800"/>
                </a:lnSpc>
                <a:spcBef>
                  <a:spcPts val="0"/>
                </a:spcBef>
                <a:buClr>
                  <a:schemeClr val="hlink"/>
                </a:buClr>
                <a:buSzPct val="50000"/>
                <a:buFont typeface="Monotype Sorts" charset="2"/>
                <a:defRPr/>
              </a:pPr>
              <a:r>
                <a:rPr kumimoji="1" lang="en-US" altLang="zh-CN" sz="1200" b="1" strike="noStrike" kern="1200" cap="none" spc="0" normalizeH="0" baseline="0" noProof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 Processing</a:t>
              </a:r>
            </a:p>
          </p:txBody>
        </p:sp>
        <p:sp>
          <p:nvSpPr>
            <p:cNvPr id="41" name="Text Box 79"/>
            <p:cNvSpPr txBox="1">
              <a:spLocks noChangeArrowheads="1"/>
            </p:cNvSpPr>
            <p:nvPr/>
          </p:nvSpPr>
          <p:spPr bwMode="auto">
            <a:xfrm>
              <a:off x="2285984" y="1925525"/>
              <a:ext cx="2071701" cy="503343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tl"/>
            </a:blipFill>
            <a:ln w="9525">
              <a:noFill/>
              <a:miter lim="800000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>
              <a:spAutoFit/>
              <a:flatTx/>
            </a:bodyPr>
            <a:lstStyle/>
            <a:p>
              <a:pPr marL="342900" marR="0" indent="-342900" algn="ctr" defTabSz="914400" eaLnBrk="1" fontAlgn="base" hangingPunct="1">
                <a:lnSpc>
                  <a:spcPts val="1600"/>
                </a:lnSpc>
                <a:buClr>
                  <a:schemeClr val="hlink"/>
                </a:buClr>
                <a:buSzPct val="50000"/>
                <a:buFont typeface="Monotype Sorts" charset="2"/>
                <a:defRPr/>
              </a:pPr>
              <a:r>
                <a:rPr kumimoji="1" lang="en-US" altLang="zh-CN" sz="1200" b="1" strike="noStrike" kern="1200" cap="none" spc="0" normalizeH="0" baseline="0" noProof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Query </a:t>
              </a:r>
            </a:p>
            <a:p>
              <a:pPr marL="342900" marR="0" indent="-342900" algn="ctr" defTabSz="914400" eaLnBrk="1" fontAlgn="base" hangingPunct="1">
                <a:lnSpc>
                  <a:spcPts val="1600"/>
                </a:lnSpc>
                <a:buClr>
                  <a:schemeClr val="hlink"/>
                </a:buClr>
                <a:buSzPct val="50000"/>
                <a:buFont typeface="Monotype Sorts" charset="2"/>
                <a:defRPr/>
              </a:pPr>
              <a:r>
                <a:rPr kumimoji="1" lang="en-US" altLang="zh-CN" sz="1200" b="1" strike="noStrike" kern="1200" cap="none" spc="0" normalizeH="0" baseline="0" noProof="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_GB2312" pitchFamily="49" charset="-122"/>
                  <a:cs typeface="Times New Roman" panose="02020603050405020304" pitchFamily="18" charset="0"/>
                </a:rPr>
                <a:t>Processing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 txBox="1">
            <a:spLocks noChangeArrowheads="1"/>
          </p:cNvSpPr>
          <p:nvPr/>
        </p:nvSpPr>
        <p:spPr bwMode="auto">
          <a:xfrm>
            <a:off x="3005138" y="642938"/>
            <a:ext cx="6138863" cy="68580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教学内容概述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02961" y="908720"/>
            <a:ext cx="2954655" cy="701731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none">
            <a:spAutoFit/>
          </a:bodyPr>
          <a:lstStyle/>
          <a:p>
            <a:pPr marR="0" defTabSz="9144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3600" kern="1200" cap="none" spc="0" normalizeH="0" baseline="0" noProof="0" dirty="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课堂教学内容</a:t>
            </a:r>
          </a:p>
        </p:txBody>
      </p:sp>
      <p:grpSp>
        <p:nvGrpSpPr>
          <p:cNvPr id="27651" name="组合 50"/>
          <p:cNvGrpSpPr/>
          <p:nvPr/>
        </p:nvGrpSpPr>
        <p:grpSpPr>
          <a:xfrm>
            <a:off x="285750" y="3860800"/>
            <a:ext cx="3422650" cy="2925763"/>
            <a:chOff x="571472" y="3857628"/>
            <a:chExt cx="3500462" cy="2928958"/>
          </a:xfrm>
        </p:grpSpPr>
        <p:sp>
          <p:nvSpPr>
            <p:cNvPr id="13" name="圆角矩形 12"/>
            <p:cNvSpPr/>
            <p:nvPr/>
          </p:nvSpPr>
          <p:spPr bwMode="auto">
            <a:xfrm>
              <a:off x="571472" y="3857628"/>
              <a:ext cx="3500462" cy="2928958"/>
            </a:xfrm>
            <a:prstGeom prst="roundRect">
              <a:avLst/>
            </a:prstGeom>
            <a:solidFill>
              <a:schemeClr val="tx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l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_GB2312" pitchFamily="49" charset="-122"/>
                <a:ea typeface="楷体_GB2312" pitchFamily="49" charset="-122"/>
                <a:cs typeface="+mn-cs"/>
              </a:endParaRPr>
            </a:p>
          </p:txBody>
        </p:sp>
        <p:grpSp>
          <p:nvGrpSpPr>
            <p:cNvPr id="27653" name="组合 48"/>
            <p:cNvGrpSpPr/>
            <p:nvPr/>
          </p:nvGrpSpPr>
          <p:grpSpPr>
            <a:xfrm>
              <a:off x="714348" y="3929066"/>
              <a:ext cx="3286148" cy="2759929"/>
              <a:chOff x="785786" y="3929066"/>
              <a:chExt cx="3286148" cy="2759929"/>
            </a:xfrm>
          </p:grpSpPr>
          <p:pic>
            <p:nvPicPr>
              <p:cNvPr id="27654" name="Picture 2" descr="http://network.chinabyte.com/imagelist/2009/208/35k2802xy1pe.jpg"/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2357422" y="3929066"/>
                <a:ext cx="1714512" cy="1214446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grpSp>
            <p:nvGrpSpPr>
              <p:cNvPr id="27655" name="Group 11"/>
              <p:cNvGrpSpPr/>
              <p:nvPr/>
            </p:nvGrpSpPr>
            <p:grpSpPr>
              <a:xfrm>
                <a:off x="1000100" y="5114395"/>
                <a:ext cx="2910482" cy="1574600"/>
                <a:chOff x="748" y="2764"/>
                <a:chExt cx="2678" cy="1265"/>
              </a:xfrm>
            </p:grpSpPr>
            <p:graphicFrame>
              <p:nvGraphicFramePr>
                <p:cNvPr id="27656" name="Object 4"/>
                <p:cNvGraphicFramePr>
                  <a:graphicFrameLocks noChangeAspect="1"/>
                </p:cNvGraphicFramePr>
                <p:nvPr/>
              </p:nvGraphicFramePr>
              <p:xfrm>
                <a:off x="1273" y="2886"/>
                <a:ext cx="2153" cy="112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3" r:id="rId4" imgW="4400550" imgH="2581275" progId="Visio.Drawing.11">
                        <p:embed/>
                      </p:oleObj>
                    </mc:Choice>
                    <mc:Fallback>
                      <p:oleObj r:id="rId4" imgW="4400550" imgH="2581275" progId="Visio.Drawing.11">
                        <p:embed/>
                        <p:pic>
                          <p:nvPicPr>
                            <p:cNvPr id="0" name="图片 3079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73" y="2886"/>
                              <a:ext cx="2153" cy="1127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pic>
              <p:nvPicPr>
                <p:cNvPr id="27657" name="Picture 13" descr="Picture2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78" y="2845"/>
                  <a:ext cx="443" cy="29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27658" name="Picture 14" descr="j0404347[1]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48" y="2931"/>
                  <a:ext cx="479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27659" name="Picture 15" descr="mica2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42" y="3172"/>
                  <a:ext cx="182" cy="1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27660" name="Picture 16" descr="mica2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570" y="3353"/>
                  <a:ext cx="182" cy="1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27661" name="Picture 17" descr="mica2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86" y="3474"/>
                  <a:ext cx="183" cy="1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27662" name="Picture 18" descr="mica2"/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142" y="3615"/>
                  <a:ext cx="182" cy="13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27663" name="Picture 19" descr="mica2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35" y="2992"/>
                  <a:ext cx="183" cy="1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27664" name="Picture 20" descr="mica2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98" y="3333"/>
                  <a:ext cx="183" cy="13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grpSp>
              <p:nvGrpSpPr>
                <p:cNvPr id="27665" name="Group 21"/>
                <p:cNvGrpSpPr/>
                <p:nvPr/>
              </p:nvGrpSpPr>
              <p:grpSpPr>
                <a:xfrm>
                  <a:off x="2278" y="3069"/>
                  <a:ext cx="731" cy="622"/>
                  <a:chOff x="3334" y="2115"/>
                  <a:chExt cx="1451" cy="1406"/>
                </a:xfrm>
              </p:grpSpPr>
              <p:sp>
                <p:nvSpPr>
                  <p:cNvPr id="27666" name="Line 22"/>
                  <p:cNvSpPr/>
                  <p:nvPr/>
                </p:nvSpPr>
                <p:spPr>
                  <a:xfrm flipV="1">
                    <a:off x="3334" y="2931"/>
                    <a:ext cx="635" cy="544"/>
                  </a:xfrm>
                  <a:prstGeom prst="line">
                    <a:avLst/>
                  </a:prstGeom>
                  <a:ln w="38100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27667" name="Line 23"/>
                  <p:cNvSpPr/>
                  <p:nvPr/>
                </p:nvSpPr>
                <p:spPr>
                  <a:xfrm flipV="1">
                    <a:off x="3424" y="3249"/>
                    <a:ext cx="1361" cy="272"/>
                  </a:xfrm>
                  <a:prstGeom prst="line">
                    <a:avLst/>
                  </a:prstGeom>
                  <a:ln w="38100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sp>
              <p:sp>
                <p:nvSpPr>
                  <p:cNvPr id="27668" name="Line 24"/>
                  <p:cNvSpPr/>
                  <p:nvPr/>
                </p:nvSpPr>
                <p:spPr>
                  <a:xfrm flipV="1">
                    <a:off x="3470" y="2115"/>
                    <a:ext cx="816" cy="317"/>
                  </a:xfrm>
                  <a:prstGeom prst="line">
                    <a:avLst/>
                  </a:prstGeom>
                  <a:ln w="38100" cap="flat" cmpd="sng">
                    <a:solidFill>
                      <a:srgbClr val="FF66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sp>
            </p:grpSp>
            <p:sp>
              <p:nvSpPr>
                <p:cNvPr id="27669" name="Line 25"/>
                <p:cNvSpPr/>
                <p:nvPr/>
              </p:nvSpPr>
              <p:spPr>
                <a:xfrm>
                  <a:off x="1182" y="3132"/>
                  <a:ext cx="411" cy="261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pic>
              <p:nvPicPr>
                <p:cNvPr id="27670" name="Picture 26" descr="淮河"/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86" y="3017"/>
                  <a:ext cx="420" cy="28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graphicFrame>
              <p:nvGraphicFramePr>
                <p:cNvPr id="27671" name="Object 5"/>
                <p:cNvGraphicFramePr>
                  <a:graphicFrameLocks noChangeAspect="1"/>
                </p:cNvGraphicFramePr>
                <p:nvPr/>
              </p:nvGraphicFramePr>
              <p:xfrm>
                <a:off x="1208" y="3494"/>
                <a:ext cx="460" cy="29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084" r:id="rId11" imgW="4049395" imgH="2943860" progId="Visio.Drawing.11">
                        <p:embed/>
                      </p:oleObj>
                    </mc:Choice>
                    <mc:Fallback>
                      <p:oleObj r:id="rId11" imgW="4049395" imgH="2943860" progId="Visio.Drawing.11">
                        <p:embed/>
                        <p:pic>
                          <p:nvPicPr>
                            <p:cNvPr id="0" name="图片 3078"/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208" y="3494"/>
                              <a:ext cx="460" cy="295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pic>
              <p:nvPicPr>
                <p:cNvPr id="27672" name="Picture 28" descr="HabitatSensingNode6"/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52" y="3679"/>
                  <a:ext cx="497" cy="288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27673" name="Picture 29"/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28" y="2764"/>
                  <a:ext cx="426" cy="25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27674" name="Picture 30" descr="GGB"/>
                <p:cNvPicPr>
                  <a:picLocks noChangeAspect="1"/>
                </p:cNvPicPr>
                <p:nvPr/>
              </p:nvPicPr>
              <p:blipFill>
                <a:blip r:embed="rId15"/>
                <a:srcRect t="5269"/>
                <a:stretch>
                  <a:fillRect/>
                </a:stretch>
              </p:blipFill>
              <p:spPr>
                <a:xfrm>
                  <a:off x="1775" y="3777"/>
                  <a:ext cx="485" cy="25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sp>
              <p:nvSpPr>
                <p:cNvPr id="27675" name="Line 31"/>
                <p:cNvSpPr/>
                <p:nvPr/>
              </p:nvSpPr>
              <p:spPr>
                <a:xfrm flipV="1">
                  <a:off x="2758" y="3092"/>
                  <a:ext cx="91" cy="261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sp>
              <p:nvSpPr>
                <p:cNvPr id="27676" name="Line 32"/>
                <p:cNvSpPr/>
                <p:nvPr/>
              </p:nvSpPr>
              <p:spPr>
                <a:xfrm>
                  <a:off x="2278" y="3252"/>
                  <a:ext cx="387" cy="121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sp>
              <p:nvSpPr>
                <p:cNvPr id="27677" name="Line 33"/>
                <p:cNvSpPr/>
                <p:nvPr/>
              </p:nvSpPr>
              <p:spPr>
                <a:xfrm>
                  <a:off x="2758" y="3414"/>
                  <a:ext cx="274" cy="101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sp>
              <p:nvSpPr>
                <p:cNvPr id="27678" name="Line 34"/>
                <p:cNvSpPr/>
                <p:nvPr/>
              </p:nvSpPr>
              <p:spPr>
                <a:xfrm flipH="1">
                  <a:off x="2232" y="3273"/>
                  <a:ext cx="23" cy="362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sp>
              <p:nvSpPr>
                <p:cNvPr id="27679" name="Line 35"/>
                <p:cNvSpPr/>
                <p:nvPr/>
              </p:nvSpPr>
              <p:spPr>
                <a:xfrm>
                  <a:off x="1685" y="3454"/>
                  <a:ext cx="479" cy="202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sp>
              <p:nvSpPr>
                <p:cNvPr id="27680" name="Line 36"/>
                <p:cNvSpPr/>
                <p:nvPr/>
              </p:nvSpPr>
              <p:spPr>
                <a:xfrm flipV="1">
                  <a:off x="1752" y="3273"/>
                  <a:ext cx="412" cy="120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sp>
              <p:nvSpPr>
                <p:cNvPr id="27681" name="Line 37"/>
                <p:cNvSpPr/>
                <p:nvPr/>
              </p:nvSpPr>
              <p:spPr>
                <a:xfrm>
                  <a:off x="1980" y="3092"/>
                  <a:ext cx="207" cy="121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sp>
              <p:nvSpPr>
                <p:cNvPr id="27682" name="Line 38"/>
                <p:cNvSpPr/>
                <p:nvPr/>
              </p:nvSpPr>
              <p:spPr>
                <a:xfrm flipH="1" flipV="1">
                  <a:off x="1502" y="3131"/>
                  <a:ext cx="137" cy="242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sp>
              <p:nvSpPr>
                <p:cNvPr id="27683" name="Line 39"/>
                <p:cNvSpPr/>
                <p:nvPr/>
              </p:nvSpPr>
              <p:spPr>
                <a:xfrm flipH="1">
                  <a:off x="2255" y="3011"/>
                  <a:ext cx="160" cy="180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sp>
              <p:nvSpPr>
                <p:cNvPr id="27684" name="Line 40"/>
                <p:cNvSpPr/>
                <p:nvPr/>
              </p:nvSpPr>
              <p:spPr>
                <a:xfrm>
                  <a:off x="2713" y="2931"/>
                  <a:ext cx="90" cy="100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sp>
              <p:nvSpPr>
                <p:cNvPr id="27685" name="Line 41"/>
                <p:cNvSpPr/>
                <p:nvPr/>
              </p:nvSpPr>
              <p:spPr>
                <a:xfrm flipH="1">
                  <a:off x="2758" y="3232"/>
                  <a:ext cx="228" cy="141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sp>
              <p:nvSpPr>
                <p:cNvPr id="27686" name="Line 42"/>
                <p:cNvSpPr/>
                <p:nvPr/>
              </p:nvSpPr>
              <p:spPr>
                <a:xfrm flipH="1">
                  <a:off x="3100" y="3313"/>
                  <a:ext cx="91" cy="181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sp>
              <p:nvSpPr>
                <p:cNvPr id="27687" name="Line 43"/>
                <p:cNvSpPr/>
                <p:nvPr/>
              </p:nvSpPr>
              <p:spPr>
                <a:xfrm flipV="1">
                  <a:off x="1997" y="3716"/>
                  <a:ext cx="167" cy="47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sp>
              <p:nvSpPr>
                <p:cNvPr id="27688" name="Line 44"/>
                <p:cNvSpPr/>
                <p:nvPr/>
              </p:nvSpPr>
              <p:spPr>
                <a:xfrm flipV="1">
                  <a:off x="2940" y="3595"/>
                  <a:ext cx="92" cy="80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  <p:sp>
              <p:nvSpPr>
                <p:cNvPr id="27689" name="Line 45"/>
                <p:cNvSpPr/>
                <p:nvPr/>
              </p:nvSpPr>
              <p:spPr>
                <a:xfrm>
                  <a:off x="2278" y="3716"/>
                  <a:ext cx="252" cy="100"/>
                </a:xfrm>
                <a:prstGeom prst="line">
                  <a:avLst/>
                </a:prstGeom>
                <a:ln w="38100" cap="flat" cmpd="sng">
                  <a:solidFill>
                    <a:srgbClr val="FF6600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sp>
          </p:grpSp>
          <p:pic>
            <p:nvPicPr>
              <p:cNvPr id="27690" name="Picture 5" descr="pdil137040"/>
              <p:cNvPicPr>
                <a:picLocks noChangeAspect="1"/>
              </p:cNvPicPr>
              <p:nvPr/>
            </p:nvPicPr>
            <p:blipFill>
              <a:blip r:embed="rId16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785786" y="3929066"/>
                <a:ext cx="1670067" cy="1338870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60" name="Rectangle 5"/>
          <p:cNvSpPr/>
          <p:nvPr/>
        </p:nvSpPr>
        <p:spPr>
          <a:xfrm>
            <a:off x="3348038" y="1792288"/>
            <a:ext cx="5761037" cy="480536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Arial" panose="020B0604020202020204" pitchFamily="34" charset="0"/>
                <a:ea typeface="华文行楷" panose="02010800040101010101" pitchFamily="2" charset="-122"/>
              </a:rPr>
              <a:t>数据库新技术</a:t>
            </a:r>
          </a:p>
          <a:p>
            <a:pPr marL="742950" lvl="1" indent="-285750"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600" dirty="0">
                <a:solidFill>
                  <a:srgbClr val="000066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Web</a:t>
            </a:r>
            <a:r>
              <a:rPr lang="zh-CN" altLang="en-US" sz="2600" dirty="0">
                <a:solidFill>
                  <a:srgbClr val="000066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数据</a:t>
            </a:r>
            <a:r>
              <a:rPr lang="zh-CN" altLang="en-US" sz="26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管理的新技术</a:t>
            </a:r>
          </a:p>
          <a:p>
            <a:pPr marL="742950" lvl="1" indent="-285750"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0066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传感网、物联网之中感知</a:t>
            </a:r>
            <a:r>
              <a:rPr lang="zh-CN" altLang="en-US" sz="2600" dirty="0">
                <a:solidFill>
                  <a:srgbClr val="000066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数据</a:t>
            </a:r>
            <a:r>
              <a:rPr lang="zh-CN" altLang="en-US" sz="26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管理的新技术</a:t>
            </a:r>
            <a:endParaRPr lang="en-US" altLang="zh-CN" sz="2600" dirty="0">
              <a:solidFill>
                <a:srgbClr val="000066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marL="742950" lvl="1" indent="-285750"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6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云数据管理的新技术</a:t>
            </a:r>
          </a:p>
          <a:p>
            <a:pPr marL="742950" lvl="1" indent="-285750"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6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大数据基本概念</a:t>
            </a:r>
            <a:endParaRPr lang="en-US" altLang="zh-CN" sz="2600" dirty="0">
              <a:solidFill>
                <a:srgbClr val="000066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marL="742950" lvl="1" indent="-285750"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6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大数据计算与管理的新技术</a:t>
            </a:r>
            <a:endParaRPr lang="en-US" altLang="zh-CN" sz="2600" dirty="0">
              <a:solidFill>
                <a:srgbClr val="000066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marL="742950" lvl="1" indent="-285750"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6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数据质量管理新技术</a:t>
            </a:r>
            <a:endParaRPr lang="en-US" altLang="zh-CN" sz="2600" dirty="0">
              <a:solidFill>
                <a:srgbClr val="000066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marL="742950" lvl="1" indent="-285750"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26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数据仓库与数据挖掘的基本概念</a:t>
            </a:r>
          </a:p>
          <a:p>
            <a:pPr marL="742950" lvl="1" indent="-285750" eaLnBrk="1" hangingPunct="1"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26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…</a:t>
            </a:r>
            <a:endParaRPr lang="zh-CN" altLang="en-US" sz="2600" dirty="0">
              <a:solidFill>
                <a:srgbClr val="000066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矩形 3"/>
          <p:cNvSpPr/>
          <p:nvPr/>
        </p:nvSpPr>
        <p:spPr>
          <a:xfrm>
            <a:off x="1071563" y="2714625"/>
            <a:ext cx="8072437" cy="3571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/>
          <a:lstStyle/>
          <a:p>
            <a:pPr marL="342900" indent="-34290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endParaRPr lang="zh-CN" altLang="en-US" dirty="0">
              <a:latin typeface="楷体_GB2312"/>
              <a:ea typeface="楷体_GB2312"/>
            </a:endParaRPr>
          </a:p>
        </p:txBody>
      </p:sp>
      <p:sp>
        <p:nvSpPr>
          <p:cNvPr id="3078" name="Rectangle 4"/>
          <p:cNvSpPr/>
          <p:nvPr/>
        </p:nvSpPr>
        <p:spPr>
          <a:xfrm>
            <a:off x="4217988" y="1657350"/>
            <a:ext cx="4724400" cy="3286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lnSpc>
                <a:spcPct val="90000"/>
              </a:lnSpc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实验环节</a:t>
            </a:r>
            <a:r>
              <a:rPr lang="en-US" altLang="zh-CN" sz="3200" dirty="0">
                <a:latin typeface="Arial" panose="020B0604020202020204" pitchFamily="34" charset="0"/>
                <a:ea typeface="华文行楷" panose="02010800040101010101" pitchFamily="2" charset="-122"/>
              </a:rPr>
              <a:t>(8</a:t>
            </a: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学时</a:t>
            </a:r>
            <a:r>
              <a:rPr lang="en-US" altLang="zh-CN" sz="3200" dirty="0"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marL="914400" lvl="1" indent="-457200" eaLnBrk="1" hangingPunct="1">
              <a:lnSpc>
                <a:spcPts val="2800"/>
              </a:lnSpc>
              <a:buClr>
                <a:schemeClr val="tx1"/>
              </a:buClr>
              <a:buSzPct val="60000"/>
              <a:buFont typeface="Wingdings" panose="05000000000000000000" pitchFamily="2" charset="2"/>
              <a:buChar char="ü"/>
            </a:pP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SQL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语言的使用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(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课后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)</a:t>
            </a:r>
            <a:endParaRPr lang="zh-CN" altLang="en-US" sz="2800" dirty="0">
              <a:solidFill>
                <a:srgbClr val="000066"/>
              </a:solidFill>
              <a:latin typeface="Times New Roman" panose="02020603050405020304" pitchFamily="18" charset="0"/>
              <a:ea typeface="华文行楷" panose="02010800040101010101" pitchFamily="2" charset="-122"/>
            </a:endParaRPr>
          </a:p>
          <a:p>
            <a:pPr marL="914400" lvl="1" indent="-457200" eaLnBrk="1" hangingPunct="1">
              <a:lnSpc>
                <a:spcPts val="2800"/>
              </a:lnSpc>
              <a:buClr>
                <a:schemeClr val="tx1"/>
              </a:buClr>
              <a:buSzPct val="60000"/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数据库系统应用开发</a:t>
            </a:r>
            <a:r>
              <a:rPr lang="en-US" altLang="zh-CN" sz="28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(4</a:t>
            </a:r>
            <a:r>
              <a:rPr lang="zh-CN" altLang="en-US" sz="28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学时</a:t>
            </a:r>
            <a:r>
              <a:rPr lang="en-US" altLang="zh-CN" sz="28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endParaRPr lang="zh-CN" altLang="en-US" sz="2600" dirty="0">
              <a:solidFill>
                <a:srgbClr val="80000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marL="914400" lvl="1" indent="-457200" eaLnBrk="1" hangingPunct="1">
              <a:lnSpc>
                <a:spcPts val="2800"/>
              </a:lnSpc>
              <a:buClr>
                <a:schemeClr val="tx1"/>
              </a:buClr>
              <a:buSzPct val="60000"/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数据库管理系统的实现</a:t>
            </a:r>
            <a:r>
              <a:rPr lang="en-US" altLang="zh-CN" sz="28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(4</a:t>
            </a:r>
            <a:r>
              <a:rPr lang="zh-CN" altLang="en-US" sz="28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学时</a:t>
            </a:r>
            <a:r>
              <a:rPr lang="en-US" altLang="zh-CN" sz="2800" dirty="0">
                <a:solidFill>
                  <a:srgbClr val="000066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)</a:t>
            </a:r>
            <a:endParaRPr lang="zh-CN" altLang="en-US" sz="2800" dirty="0">
              <a:solidFill>
                <a:srgbClr val="000066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grpSp>
        <p:nvGrpSpPr>
          <p:cNvPr id="28675" name="组合 28"/>
          <p:cNvGrpSpPr/>
          <p:nvPr/>
        </p:nvGrpSpPr>
        <p:grpSpPr>
          <a:xfrm>
            <a:off x="192088" y="3562350"/>
            <a:ext cx="3614737" cy="3195638"/>
            <a:chOff x="3369580" y="2246939"/>
            <a:chExt cx="3614928" cy="3194304"/>
          </a:xfrm>
        </p:grpSpPr>
        <p:sp>
          <p:nvSpPr>
            <p:cNvPr id="30" name="圆角矩形 29"/>
            <p:cNvSpPr/>
            <p:nvPr/>
          </p:nvSpPr>
          <p:spPr bwMode="auto">
            <a:xfrm>
              <a:off x="3429016" y="2285992"/>
              <a:ext cx="3500438" cy="3071812"/>
            </a:xfrm>
            <a:prstGeom prst="roundRect">
              <a:avLst/>
            </a:prstGeom>
            <a:solidFill>
              <a:schemeClr val="bg2">
                <a:lumMod val="10000"/>
                <a:lumOff val="9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txBody>
            <a:bodyPr/>
            <a:lstStyle/>
            <a:p>
              <a:pPr marL="342900" marR="0" lvl="0" indent="-342900" algn="l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8677" name="组合 45"/>
            <p:cNvGrpSpPr/>
            <p:nvPr/>
          </p:nvGrpSpPr>
          <p:grpSpPr>
            <a:xfrm>
              <a:off x="3387868" y="2428869"/>
              <a:ext cx="1865376" cy="2912785"/>
              <a:chOff x="1820855" y="3100279"/>
              <a:chExt cx="1789249" cy="2912782"/>
            </a:xfrm>
          </p:grpSpPr>
          <p:grpSp>
            <p:nvGrpSpPr>
              <p:cNvPr id="28678" name="Group 6"/>
              <p:cNvGrpSpPr/>
              <p:nvPr/>
            </p:nvGrpSpPr>
            <p:grpSpPr>
              <a:xfrm>
                <a:off x="2143108" y="4886240"/>
                <a:ext cx="1285882" cy="1126821"/>
                <a:chOff x="0" y="1437"/>
                <a:chExt cx="1344" cy="1448"/>
              </a:xfrm>
            </p:grpSpPr>
            <p:grpSp>
              <p:nvGrpSpPr>
                <p:cNvPr id="28679" name="Group 7"/>
                <p:cNvGrpSpPr/>
                <p:nvPr/>
              </p:nvGrpSpPr>
              <p:grpSpPr>
                <a:xfrm>
                  <a:off x="1" y="2838"/>
                  <a:ext cx="33" cy="47"/>
                  <a:chOff x="1434" y="1888"/>
                  <a:chExt cx="3759" cy="1814"/>
                </a:xfrm>
              </p:grpSpPr>
              <p:pic>
                <p:nvPicPr>
                  <p:cNvPr id="28680" name="Picture 8" descr="mica2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434" y="2734"/>
                    <a:ext cx="346" cy="307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28681" name="Picture 9" descr="mica2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021" y="3407"/>
                    <a:ext cx="358" cy="29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28682" name="Picture 10" descr="mica2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4834" y="3105"/>
                    <a:ext cx="359" cy="29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28683" name="Picture 11" descr="mica2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4297" y="1888"/>
                    <a:ext cx="358" cy="295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28684" name="Picture 12" descr="mica2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111" y="2326"/>
                    <a:ext cx="359" cy="29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  <p:pic>
                <p:nvPicPr>
                  <p:cNvPr id="28685" name="Picture 13" descr="mica2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973" y="2726"/>
                    <a:ext cx="359" cy="296"/>
                  </a:xfrm>
                  <a:prstGeom prst="rect">
                    <a:avLst/>
                  </a:prstGeom>
                  <a:noFill/>
                  <a:ln w="9525">
                    <a:noFill/>
                  </a:ln>
                </p:spPr>
              </p:pic>
            </p:grpSp>
            <p:graphicFrame>
              <p:nvGraphicFramePr>
                <p:cNvPr id="28686" name="Object 19"/>
                <p:cNvGraphicFramePr>
                  <a:graphicFrameLocks noChangeAspect="1"/>
                </p:cNvGraphicFramePr>
                <p:nvPr/>
              </p:nvGraphicFramePr>
              <p:xfrm>
                <a:off x="0" y="1437"/>
                <a:ext cx="1344" cy="137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00" r:id="rId4" imgW="4400550" imgH="2581275" progId="Visio.Drawing.11">
                        <p:embed/>
                      </p:oleObj>
                    </mc:Choice>
                    <mc:Fallback>
                      <p:oleObj r:id="rId4" imgW="4400550" imgH="2581275" progId="Visio.Drawing.11">
                        <p:embed/>
                        <p:pic>
                          <p:nvPicPr>
                            <p:cNvPr id="0" name="图片 3075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0" y="1437"/>
                              <a:ext cx="1344" cy="1377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8687" name="Text Box 15"/>
                <p:cNvSpPr txBox="1"/>
                <p:nvPr/>
              </p:nvSpPr>
              <p:spPr>
                <a:xfrm>
                  <a:off x="135" y="2208"/>
                  <a:ext cx="1059" cy="51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lIns="91434" tIns="45717" rIns="91434" bIns="45717" anchor="t" anchorCtr="0"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r>
                    <a:rPr lang="en-US" altLang="zh-CN" sz="2000" b="1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DBMS</a:t>
                  </a:r>
                </a:p>
              </p:txBody>
            </p:sp>
            <p:pic>
              <p:nvPicPr>
                <p:cNvPr id="28688" name="Picture 16" descr="j0404347[1]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4" y="1621"/>
                  <a:ext cx="952" cy="735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grpSp>
            <p:nvGrpSpPr>
              <p:cNvPr id="28689" name="Group 18"/>
              <p:cNvGrpSpPr/>
              <p:nvPr/>
            </p:nvGrpSpPr>
            <p:grpSpPr>
              <a:xfrm>
                <a:off x="2071670" y="3100279"/>
                <a:ext cx="1434323" cy="928527"/>
                <a:chOff x="1837" y="1067"/>
                <a:chExt cx="3084" cy="1817"/>
              </a:xfrm>
            </p:grpSpPr>
            <p:graphicFrame>
              <p:nvGraphicFramePr>
                <p:cNvPr id="28690" name="Object 20"/>
                <p:cNvGraphicFramePr>
                  <a:graphicFrameLocks noChangeAspect="1"/>
                </p:cNvGraphicFramePr>
                <p:nvPr/>
              </p:nvGraphicFramePr>
              <p:xfrm>
                <a:off x="1837" y="1067"/>
                <a:ext cx="3084" cy="181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01" r:id="rId7" imgW="4400550" imgH="2581275" progId="Visio.Drawing.11">
                        <p:embed/>
                      </p:oleObj>
                    </mc:Choice>
                    <mc:Fallback>
                      <p:oleObj r:id="rId7" imgW="4400550" imgH="2581275" progId="Visio.Drawing.11">
                        <p:embed/>
                        <p:pic>
                          <p:nvPicPr>
                            <p:cNvPr id="0" name="图片 3076"/>
                            <p:cNvPicPr/>
                            <p:nvPr/>
                          </p:nvPicPr>
                          <p:blipFill>
                            <a:blip r:embed="rId8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837" y="1067"/>
                              <a:ext cx="3084" cy="1817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pic>
              <p:nvPicPr>
                <p:cNvPr id="28691" name="Picture 20" descr="Picture2"/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00" y="1347"/>
                  <a:ext cx="771" cy="69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28692" name="Picture 21" descr="淮河"/>
                <p:cNvPicPr>
                  <a:picLocks noChangeAspect="1"/>
                </p:cNvPicPr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833" y="1347"/>
                  <a:ext cx="680" cy="633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graphicFrame>
              <p:nvGraphicFramePr>
                <p:cNvPr id="28693" name="Object 21"/>
                <p:cNvGraphicFramePr>
                  <a:graphicFrameLocks noChangeAspect="1"/>
                </p:cNvGraphicFramePr>
                <p:nvPr/>
              </p:nvGraphicFramePr>
              <p:xfrm>
                <a:off x="2971" y="2046"/>
                <a:ext cx="771" cy="5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4102" r:id="rId11" imgW="4049395" imgH="2943860" progId="Visio.Drawing.11">
                        <p:embed/>
                      </p:oleObj>
                    </mc:Choice>
                    <mc:Fallback>
                      <p:oleObj r:id="rId11" imgW="4049395" imgH="2943860" progId="Visio.Drawing.11">
                        <p:embed/>
                        <p:pic>
                          <p:nvPicPr>
                            <p:cNvPr id="0" name="图片 1"/>
                            <p:cNvPicPr/>
                            <p:nvPr/>
                          </p:nvPicPr>
                          <p:blipFill>
                            <a:blip r:embed="rId12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971" y="2046"/>
                              <a:ext cx="771" cy="544"/>
                            </a:xfrm>
                            <a:prstGeom prst="rect">
                              <a:avLst/>
                            </a:prstGeom>
                            <a:noFill/>
                            <a:ln w="38100">
                              <a:noFill/>
                              <a:miter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pic>
              <p:nvPicPr>
                <p:cNvPr id="28694" name="Picture 23" descr="HabitatSensingNode6"/>
                <p:cNvPicPr>
                  <a:picLocks noChangeAspect="1"/>
                </p:cNvPicPr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87" y="2046"/>
                  <a:ext cx="726" cy="636"/>
                </a:xfrm>
                <a:prstGeom prst="rect">
                  <a:avLst/>
                </a:prstGeom>
                <a:noFill/>
                <a:ln w="12700">
                  <a:noFill/>
                </a:ln>
              </p:spPr>
            </p:pic>
            <p:pic>
              <p:nvPicPr>
                <p:cNvPr id="28695" name="Picture 24"/>
                <p:cNvPicPr>
                  <a:picLocks noChangeAspect="1"/>
                </p:cNvPicPr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016" y="1347"/>
                  <a:ext cx="772" cy="640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  <p:pic>
              <p:nvPicPr>
                <p:cNvPr id="28696" name="Picture 25" descr="GGB"/>
                <p:cNvPicPr>
                  <a:picLocks noChangeAspect="1"/>
                </p:cNvPicPr>
                <p:nvPr/>
              </p:nvPicPr>
              <p:blipFill>
                <a:blip r:embed="rId15"/>
                <a:srcRect t="5269"/>
                <a:stretch>
                  <a:fillRect/>
                </a:stretch>
              </p:blipFill>
              <p:spPr>
                <a:xfrm>
                  <a:off x="2245" y="2046"/>
                  <a:ext cx="680" cy="616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</p:pic>
          </p:grpSp>
          <p:sp>
            <p:nvSpPr>
              <p:cNvPr id="37" name="Text Box 32"/>
              <p:cNvSpPr txBox="1">
                <a:spLocks noChangeArrowheads="1"/>
              </p:cNvSpPr>
              <p:nvPr/>
            </p:nvSpPr>
            <p:spPr bwMode="auto">
              <a:xfrm>
                <a:off x="1928825" y="4171953"/>
                <a:ext cx="1629988" cy="640174"/>
              </a:xfrm>
              <a:prstGeom prst="rect">
                <a:avLst/>
              </a:prstGeom>
              <a:solidFill>
                <a:srgbClr val="00FFFF"/>
              </a:solidFill>
              <a:ln w="9525" algn="ctr">
                <a:noFill/>
                <a:miter lim="800000"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txBody>
              <a:bodyPr>
                <a:spAutoFit/>
              </a:bodyPr>
              <a:lstStyle/>
              <a:p>
                <a:pPr marR="0" defTabSz="914400">
                  <a:lnSpc>
                    <a:spcPts val="1400"/>
                  </a:lnSpc>
                  <a:buClr>
                    <a:schemeClr val="hlink"/>
                  </a:buClr>
                  <a:buSzPct val="50000"/>
                  <a:buFont typeface="Monotype Sorts" charset="2"/>
                  <a:buNone/>
                  <a:defRPr/>
                </a:pPr>
                <a:r>
                  <a:rPr kumimoji="1" lang="en-US" altLang="zh-CN" sz="1800" b="1" kern="1200" cap="none" spc="0" normalizeH="0" baseline="0" noProof="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Data Model</a:t>
                </a:r>
              </a:p>
              <a:p>
                <a:pPr marR="0" defTabSz="914400">
                  <a:lnSpc>
                    <a:spcPts val="1400"/>
                  </a:lnSpc>
                  <a:buClr>
                    <a:schemeClr val="hlink"/>
                  </a:buClr>
                  <a:buSzPct val="50000"/>
                  <a:buFont typeface="Monotype Sorts" charset="2"/>
                  <a:buNone/>
                  <a:defRPr/>
                </a:pPr>
                <a:r>
                  <a:rPr kumimoji="1" lang="en-US" altLang="zh-CN" sz="1800" b="1" kern="1200" cap="none" spc="0" normalizeH="0" baseline="0" noProof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Concept model</a:t>
                </a:r>
              </a:p>
              <a:p>
                <a:pPr marR="0" defTabSz="914400">
                  <a:lnSpc>
                    <a:spcPts val="1400"/>
                  </a:lnSpc>
                  <a:buClr>
                    <a:schemeClr val="hlink"/>
                  </a:buClr>
                  <a:buSzPct val="50000"/>
                  <a:buFont typeface="Monotype Sorts" charset="2"/>
                  <a:buNone/>
                  <a:defRPr/>
                </a:pPr>
                <a:r>
                  <a:rPr kumimoji="1" lang="en-US" altLang="zh-CN" sz="1800" b="1" kern="1200" cap="none" spc="0" normalizeH="0" baseline="0" noProof="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楷体_GB2312" pitchFamily="49" charset="-122"/>
                    <a:cs typeface="Times New Roman" panose="02020603050405020304" pitchFamily="18" charset="0"/>
                  </a:rPr>
                  <a:t>Logical model</a:t>
                </a:r>
              </a:p>
            </p:txBody>
          </p:sp>
        </p:grpSp>
        <p:sp>
          <p:nvSpPr>
            <p:cNvPr id="32" name="下箭头 31"/>
            <p:cNvSpPr/>
            <p:nvPr/>
          </p:nvSpPr>
          <p:spPr bwMode="auto">
            <a:xfrm>
              <a:off x="4285615" y="3214910"/>
              <a:ext cx="142883" cy="285631"/>
            </a:xfrm>
            <a:prstGeom prst="downArrow">
              <a:avLst/>
            </a:prstGeom>
            <a:solidFill>
              <a:schemeClr val="bg2">
                <a:lumMod val="50000"/>
                <a:lumOff val="5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marR="0" lvl="0" indent="-342900" algn="l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下箭头 32"/>
            <p:cNvSpPr/>
            <p:nvPr/>
          </p:nvSpPr>
          <p:spPr bwMode="auto">
            <a:xfrm>
              <a:off x="4357057" y="4143210"/>
              <a:ext cx="142883" cy="285631"/>
            </a:xfrm>
            <a:prstGeom prst="downArrow">
              <a:avLst/>
            </a:prstGeom>
            <a:solidFill>
              <a:schemeClr val="bg2">
                <a:lumMod val="50000"/>
                <a:lumOff val="50000"/>
              </a:schemeClr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marL="342900" marR="0" lvl="0" indent="-342900" algn="l" defTabSz="914400" rtl="0" eaLnBrk="1" fontAlgn="base" latinLnBrk="0" hangingPunct="1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0000"/>
                <a:buFont typeface="Monotype Sorts" charset="2"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endParaRPr>
            </a:p>
          </p:txBody>
        </p:sp>
        <p:pic>
          <p:nvPicPr>
            <p:cNvPr id="28700" name="Picture 6" descr="http://www.monktek.com/wp/wp-content/uploads/2009/12/10.jp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214942" y="2643182"/>
              <a:ext cx="1643074" cy="2409826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55" name="Text Box 5"/>
          <p:cNvSpPr txBox="1">
            <a:spLocks noChangeArrowheads="1"/>
          </p:cNvSpPr>
          <p:nvPr/>
        </p:nvSpPr>
        <p:spPr bwMode="auto">
          <a:xfrm>
            <a:off x="857255" y="1139595"/>
            <a:ext cx="2786051" cy="646331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marL="342900" marR="0" indent="-342900" algn="ctr" defTabSz="914400">
              <a:spcBef>
                <a:spcPct val="20000"/>
              </a:spcBef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3600" kern="1200" cap="none" spc="0" normalizeH="0" baseline="0" noProof="0" dirty="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实践课内容 </a:t>
            </a:r>
          </a:p>
        </p:txBody>
      </p:sp>
      <p:sp>
        <p:nvSpPr>
          <p:cNvPr id="31" name="Rectangle 4"/>
          <p:cNvSpPr txBox="1">
            <a:spLocks noChangeArrowheads="1"/>
          </p:cNvSpPr>
          <p:nvPr/>
        </p:nvSpPr>
        <p:spPr bwMode="auto">
          <a:xfrm>
            <a:off x="3005138" y="620713"/>
            <a:ext cx="6138863" cy="68580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教学内容概述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charRg st="11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charRg st="24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charRg st="39" end="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ext Box 7"/>
          <p:cNvSpPr txBox="1"/>
          <p:nvPr/>
        </p:nvSpPr>
        <p:spPr>
          <a:xfrm>
            <a:off x="3779838" y="2420938"/>
            <a:ext cx="4895850" cy="28622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000" dirty="0">
                <a:latin typeface="楷体_GB2312"/>
                <a:ea typeface="楷体_GB2312"/>
              </a:rPr>
              <a:t>Database Systems Concepts (Sixth Edition)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楷体_GB2312"/>
                <a:ea typeface="楷体_GB2312"/>
              </a:rPr>
              <a:t>作者： </a:t>
            </a:r>
            <a:r>
              <a:rPr lang="en-US" altLang="zh-CN" sz="2000" dirty="0">
                <a:latin typeface="楷体_GB2312"/>
                <a:ea typeface="楷体_GB2312"/>
              </a:rPr>
              <a:t>A. Silberschatz, H. F. Korth, and S. Sudarshan  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楷体_GB2312"/>
                <a:ea typeface="楷体_GB2312"/>
              </a:rPr>
              <a:t>中文名：数据库系统概念</a:t>
            </a:r>
            <a:endParaRPr lang="en-US" altLang="zh-CN" sz="2000" dirty="0">
              <a:latin typeface="楷体_GB2312"/>
              <a:ea typeface="楷体_GB2312"/>
            </a:endParaRP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楷体_GB2312"/>
                <a:ea typeface="楷体_GB2312"/>
              </a:rPr>
              <a:t>译者： 杨冬青 李红燕 唐世渭 等 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楷体_GB2312"/>
                <a:ea typeface="楷体_GB2312"/>
              </a:rPr>
              <a:t>出版社：机械工业出版社</a:t>
            </a:r>
            <a:r>
              <a:rPr lang="en-US" altLang="zh-CN" sz="2000" dirty="0">
                <a:latin typeface="楷体_GB2312"/>
                <a:ea typeface="楷体_GB2312"/>
              </a:rPr>
              <a:t>(2012)</a:t>
            </a:r>
            <a:endParaRPr lang="zh-CN" altLang="en-US" sz="2000" dirty="0">
              <a:latin typeface="楷体_GB2312"/>
              <a:ea typeface="楷体_GB2312"/>
            </a:endParaRPr>
          </a:p>
          <a:p>
            <a:pPr>
              <a:spcBef>
                <a:spcPct val="20000"/>
              </a:spcBef>
            </a:pPr>
            <a:endParaRPr lang="zh-CN" altLang="en-US" sz="2000" dirty="0">
              <a:latin typeface="楷体_GB2312"/>
              <a:ea typeface="楷体_GB2312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3005138" y="620713"/>
            <a:ext cx="6138863" cy="68580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教材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29699" name="内容占位符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8313" y="1916113"/>
            <a:ext cx="2968625" cy="4176712"/>
          </a:xfrm>
          <a:noFill/>
          <a:ln>
            <a:noFill/>
          </a:ln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01国家级-数据库系统原理（第二版）封面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6238" y="1916113"/>
            <a:ext cx="3167062" cy="4248150"/>
          </a:xfrm>
          <a:noFill/>
          <a:ln>
            <a:noFill/>
          </a:ln>
        </p:spPr>
      </p:pic>
      <p:sp>
        <p:nvSpPr>
          <p:cNvPr id="5" name="Rectangle 4"/>
          <p:cNvSpPr txBox="1">
            <a:spLocks noChangeArrowheads="1"/>
          </p:cNvSpPr>
          <p:nvPr/>
        </p:nvSpPr>
        <p:spPr bwMode="auto">
          <a:xfrm>
            <a:off x="3005138" y="620713"/>
            <a:ext cx="6138863" cy="68580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参考书（一）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5" descr="s202237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650" y="1844675"/>
            <a:ext cx="2725738" cy="3887788"/>
          </a:xfrm>
          <a:noFill/>
          <a:ln>
            <a:noFill/>
          </a:ln>
        </p:spPr>
      </p:pic>
      <p:sp>
        <p:nvSpPr>
          <p:cNvPr id="31746" name="Text Box 7"/>
          <p:cNvSpPr txBox="1"/>
          <p:nvPr/>
        </p:nvSpPr>
        <p:spPr>
          <a:xfrm>
            <a:off x="3851275" y="2060575"/>
            <a:ext cx="5292725" cy="25542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000" b="1" dirty="0">
                <a:latin typeface="楷体_GB2312"/>
                <a:ea typeface="楷体_GB2312"/>
              </a:rPr>
              <a:t>Database Systems:The Complete Book</a:t>
            </a:r>
            <a:r>
              <a:rPr lang="en-US" altLang="zh-CN" sz="2000" dirty="0">
                <a:latin typeface="楷体_GB2312"/>
                <a:ea typeface="楷体_GB2312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楷体_GB2312"/>
                <a:ea typeface="楷体_GB2312"/>
              </a:rPr>
              <a:t>原出版社： </a:t>
            </a:r>
            <a:r>
              <a:rPr lang="en-US" altLang="zh-CN" sz="2000" dirty="0">
                <a:latin typeface="楷体_GB2312"/>
                <a:ea typeface="楷体_GB2312"/>
              </a:rPr>
              <a:t>Prentice Hall/Pearson 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楷体_GB2312"/>
                <a:ea typeface="楷体_GB2312"/>
              </a:rPr>
              <a:t>作者： </a:t>
            </a:r>
            <a:r>
              <a:rPr lang="zh-CN" altLang="en-US" sz="2000" b="1" dirty="0">
                <a:latin typeface="楷体_GB2312"/>
                <a:ea typeface="楷体_GB2312"/>
              </a:rPr>
              <a:t>（美）</a:t>
            </a:r>
            <a:r>
              <a:rPr lang="en-US" altLang="zh-CN" sz="2000" b="1" dirty="0">
                <a:latin typeface="楷体_GB2312"/>
                <a:ea typeface="楷体_GB2312"/>
              </a:rPr>
              <a:t>Hector Garcia-Molina,</a:t>
            </a:r>
          </a:p>
          <a:p>
            <a:pPr>
              <a:spcBef>
                <a:spcPct val="20000"/>
              </a:spcBef>
            </a:pPr>
            <a:r>
              <a:rPr lang="en-US" altLang="zh-CN" sz="2000" b="1" dirty="0">
                <a:latin typeface="楷体_GB2312"/>
                <a:ea typeface="楷体_GB2312"/>
              </a:rPr>
              <a:t>Jeffrey D.Ullman,Jennifer Widom</a:t>
            </a:r>
            <a:endParaRPr lang="en-US" altLang="zh-CN" sz="2000" dirty="0">
              <a:latin typeface="楷体_GB2312"/>
              <a:ea typeface="楷体_GB2312"/>
            </a:endParaRP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楷体_GB2312"/>
                <a:ea typeface="楷体_GB2312"/>
              </a:rPr>
              <a:t>译者： 岳丽华 杨冬青 龚育昌 唐世渭 徐其钧 </a:t>
            </a:r>
          </a:p>
          <a:p>
            <a:pPr>
              <a:spcBef>
                <a:spcPct val="20000"/>
              </a:spcBef>
            </a:pPr>
            <a:r>
              <a:rPr lang="zh-CN" altLang="en-US" sz="2000" dirty="0">
                <a:latin typeface="楷体_GB2312"/>
                <a:ea typeface="楷体_GB2312"/>
              </a:rPr>
              <a:t>出版社：机械工业出版社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 bwMode="auto">
          <a:xfrm>
            <a:off x="3005138" y="620713"/>
            <a:ext cx="6138863" cy="685800"/>
          </a:xfrm>
          <a:prstGeom prst="rect">
            <a:avLst/>
          </a:prstGeom>
          <a:noFill/>
        </p:spPr>
        <p:txBody>
          <a:bodyPr/>
          <a:lstStyle>
            <a:lvl1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5pPr>
            <a:lvl6pPr marL="4572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6pPr>
            <a:lvl7pPr marL="9144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defRPr kumimoji="1" sz="4800" b="1">
                <a:solidFill>
                  <a:schemeClr val="tx2"/>
                </a:solidFill>
                <a:latin typeface="Arial Narrow" panose="020B0606020202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参考书（二）</a:t>
            </a:r>
            <a:endParaRPr kumimoji="1" lang="en-US" altLang="zh-CN" sz="4400" b="1" i="0" u="none" strike="noStrike" kern="0" cap="none" spc="0" normalizeH="0" baseline="0" noProof="0" dirty="0">
              <a:ln>
                <a:noFill/>
              </a:ln>
              <a:solidFill>
                <a:srgbClr val="800000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/>
          <p:cNvSpPr/>
          <p:nvPr/>
        </p:nvSpPr>
        <p:spPr>
          <a:xfrm>
            <a:off x="3438525" y="6308725"/>
            <a:ext cx="1925638" cy="2159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/>
          <a:p>
            <a:pPr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endParaRPr lang="zh-CN" altLang="en-US" dirty="0">
              <a:latin typeface="楷体_GB2312"/>
              <a:ea typeface="楷体_GB2312"/>
            </a:endParaRPr>
          </a:p>
        </p:txBody>
      </p:sp>
      <p:sp>
        <p:nvSpPr>
          <p:cNvPr id="32770" name="Rectangle 4"/>
          <p:cNvSpPr/>
          <p:nvPr/>
        </p:nvSpPr>
        <p:spPr>
          <a:xfrm>
            <a:off x="2249488" y="547688"/>
            <a:ext cx="6823075" cy="80962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algn="r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4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</a:rPr>
              <a:t>重要国际学术会议</a:t>
            </a:r>
            <a:endParaRPr lang="en-US" altLang="zh-CN" sz="4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928662" y="1500174"/>
            <a:ext cx="8001056" cy="5143536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>
            <a:noFill/>
            <a:miter lim="800000"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SIGMOD:    ACM International Conference on     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Monotype Sorts" charset="2"/>
              <a:buNone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     Management of Data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VLDB:        International Conference on Very 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Monotype Sorts" charset="2"/>
              <a:buNone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     Large Data Bases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ICDE:          IEEE International Conference on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Monotype Sorts" charset="2"/>
              <a:buNone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     Data Engineering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SIGKDD:    ACM Conference on Knowledge  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Monotype Sorts" charset="2"/>
              <a:buNone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     Discovery and Data Ming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PODS:         ACM Symposium on Principles of 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Monotype Sorts" charset="2"/>
              <a:buNone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     Database Systems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EDBT:         International Conference on 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Monotype Sorts" charset="2"/>
              <a:buNone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     Extending Database Technology 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CIKM:         ACM International Conference on </a:t>
            </a:r>
          </a:p>
          <a:p>
            <a:pPr marL="0" marR="0" lvl="0" indent="0" algn="l" defTabSz="914400" rtl="0" eaLnBrk="1" fontAlgn="base" latinLnBrk="0" hangingPunct="1">
              <a:lnSpc>
                <a:spcPts val="2800"/>
              </a:lnSpc>
              <a:spcBef>
                <a:spcPts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Monotype Sorts" charset="2"/>
              <a:buNone/>
              <a:defRPr/>
            </a:pPr>
            <a:r>
              <a:rPr kumimoji="1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                      Information and Knowledge Management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325568" y="2058989"/>
            <a:ext cx="7032646" cy="3155961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marL="533400" marR="0" indent="-533400" defTabSz="914400" eaLnBrk="0" hangingPunct="0">
              <a:spcBef>
                <a:spcPct val="20000"/>
              </a:spcBef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en-US" altLang="zh-CN" sz="2800" kern="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  ACM Transactions on Database Systems</a:t>
            </a:r>
          </a:p>
          <a:p>
            <a:pPr marL="533400" marR="0" indent="-533400" defTabSz="914400" eaLnBrk="0" hangingPunct="0">
              <a:spcBef>
                <a:spcPct val="20000"/>
              </a:spcBef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en-US" altLang="zh-CN" sz="2800" kern="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  ACM Transactions on Information Systems</a:t>
            </a:r>
          </a:p>
          <a:p>
            <a:pPr marL="533400" marR="0" indent="-533400" defTabSz="914400" eaLnBrk="0" hangingPunct="0">
              <a:spcBef>
                <a:spcPct val="20000"/>
              </a:spcBef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en-US" altLang="zh-CN" sz="2800" kern="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  VLDB Journal</a:t>
            </a:r>
          </a:p>
          <a:p>
            <a:pPr marL="533400" marR="0" indent="-533400" defTabSz="914400" eaLnBrk="0" hangingPunct="0">
              <a:spcBef>
                <a:spcPct val="20000"/>
              </a:spcBef>
              <a:buClr>
                <a:schemeClr val="hlink"/>
              </a:buClr>
              <a:buSzPct val="50000"/>
              <a:buFontTx/>
              <a:buNone/>
              <a:defRPr/>
            </a:pPr>
            <a:r>
              <a:rPr kumimoji="1" lang="en-US" altLang="zh-CN" sz="2800" kern="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4.   IEEE Transactions on Knowledge and Data Engineering</a:t>
            </a:r>
          </a:p>
          <a:p>
            <a:pPr marL="533400" marR="0" indent="-533400" defTabSz="914400" eaLnBrk="0" hangingPunct="0">
              <a:spcBef>
                <a:spcPct val="20000"/>
              </a:spcBef>
              <a:buClr>
                <a:schemeClr val="hlink"/>
              </a:buClr>
              <a:buSzPct val="50000"/>
              <a:buFontTx/>
              <a:buNone/>
              <a:defRPr/>
            </a:pPr>
            <a:r>
              <a:rPr kumimoji="1" lang="en-US" altLang="zh-CN" sz="2800" kern="0" cap="none" spc="0" normalizeH="0" baseline="0" noProof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5.   Information System</a:t>
            </a:r>
          </a:p>
        </p:txBody>
      </p:sp>
      <p:sp>
        <p:nvSpPr>
          <p:cNvPr id="33794" name="Rectangle 5"/>
          <p:cNvSpPr>
            <a:spLocks noGrp="1"/>
          </p:cNvSpPr>
          <p:nvPr>
            <p:ph type="title"/>
          </p:nvPr>
        </p:nvSpPr>
        <p:spPr>
          <a:xfrm>
            <a:off x="3179763" y="688975"/>
            <a:ext cx="5892800" cy="811213"/>
          </a:xfrm>
          <a:noFill/>
          <a:ln>
            <a:noFill/>
          </a:ln>
        </p:spPr>
        <p:txBody>
          <a:bodyPr anchor="t" anchorCtr="0"/>
          <a:lstStyle/>
          <a:p>
            <a:pPr algn="r"/>
            <a:r>
              <a:rPr lang="zh-CN" altLang="en-US" sz="4400" dirty="0">
                <a:solidFill>
                  <a:srgbClr val="800000"/>
                </a:solidFill>
                <a:latin typeface="Times New Roman" panose="02020603050405020304" pitchFamily="18" charset="0"/>
              </a:rPr>
              <a:t>重要国际期刊</a:t>
            </a:r>
            <a:endParaRPr lang="en-US" altLang="zh-CN" sz="4400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7" name="Group 5"/>
          <p:cNvGrpSpPr/>
          <p:nvPr/>
        </p:nvGrpSpPr>
        <p:grpSpPr>
          <a:xfrm>
            <a:off x="1692275" y="1700213"/>
            <a:ext cx="6429375" cy="4451350"/>
            <a:chOff x="1200" y="194"/>
            <a:chExt cx="3121" cy="1439"/>
          </a:xfrm>
        </p:grpSpPr>
        <p:sp>
          <p:nvSpPr>
            <p:cNvPr id="34818" name="Freeform 6"/>
            <p:cNvSpPr/>
            <p:nvPr/>
          </p:nvSpPr>
          <p:spPr>
            <a:xfrm>
              <a:off x="2519" y="486"/>
              <a:ext cx="1802" cy="1141"/>
            </a:xfrm>
            <a:custGeom>
              <a:avLst/>
              <a:gdLst/>
              <a:ahLst/>
              <a:cxnLst>
                <a:cxn ang="0">
                  <a:pos x="22" y="88"/>
                </a:cxn>
                <a:cxn ang="0">
                  <a:pos x="0" y="119"/>
                </a:cxn>
                <a:cxn ang="0">
                  <a:pos x="25" y="176"/>
                </a:cxn>
                <a:cxn ang="0">
                  <a:pos x="45" y="384"/>
                </a:cxn>
                <a:cxn ang="0">
                  <a:pos x="45" y="537"/>
                </a:cxn>
                <a:cxn ang="0">
                  <a:pos x="40" y="734"/>
                </a:cxn>
                <a:cxn ang="0">
                  <a:pos x="22" y="975"/>
                </a:cxn>
                <a:cxn ang="0">
                  <a:pos x="0" y="1113"/>
                </a:cxn>
                <a:cxn ang="0">
                  <a:pos x="412" y="1133"/>
                </a:cxn>
                <a:cxn ang="0">
                  <a:pos x="616" y="1140"/>
                </a:cxn>
                <a:cxn ang="0">
                  <a:pos x="1063" y="1140"/>
                </a:cxn>
                <a:cxn ang="0">
                  <a:pos x="1403" y="1133"/>
                </a:cxn>
                <a:cxn ang="0">
                  <a:pos x="1680" y="1120"/>
                </a:cxn>
                <a:cxn ang="0">
                  <a:pos x="1801" y="1113"/>
                </a:cxn>
                <a:cxn ang="0">
                  <a:pos x="1758" y="941"/>
                </a:cxn>
                <a:cxn ang="0">
                  <a:pos x="1733" y="759"/>
                </a:cxn>
                <a:cxn ang="0">
                  <a:pos x="1718" y="530"/>
                </a:cxn>
                <a:cxn ang="0">
                  <a:pos x="1724" y="389"/>
                </a:cxn>
                <a:cxn ang="0">
                  <a:pos x="1751" y="276"/>
                </a:cxn>
                <a:cxn ang="0">
                  <a:pos x="1769" y="168"/>
                </a:cxn>
                <a:cxn ang="0">
                  <a:pos x="1769" y="131"/>
                </a:cxn>
                <a:cxn ang="0">
                  <a:pos x="1751" y="116"/>
                </a:cxn>
                <a:cxn ang="0">
                  <a:pos x="1421" y="46"/>
                </a:cxn>
                <a:cxn ang="0">
                  <a:pos x="1228" y="15"/>
                </a:cxn>
                <a:cxn ang="0">
                  <a:pos x="1126" y="3"/>
                </a:cxn>
                <a:cxn ang="0">
                  <a:pos x="1023" y="0"/>
                </a:cxn>
                <a:cxn ang="0">
                  <a:pos x="702" y="3"/>
                </a:cxn>
                <a:cxn ang="0">
                  <a:pos x="522" y="23"/>
                </a:cxn>
                <a:cxn ang="0">
                  <a:pos x="328" y="42"/>
                </a:cxn>
                <a:cxn ang="0">
                  <a:pos x="97" y="77"/>
                </a:cxn>
                <a:cxn ang="0">
                  <a:pos x="22" y="88"/>
                </a:cxn>
              </a:cxnLst>
              <a:rect l="0" t="0" r="0" b="0"/>
              <a:pathLst>
                <a:path w="1802" h="1141">
                  <a:moveTo>
                    <a:pt x="22" y="88"/>
                  </a:moveTo>
                  <a:lnTo>
                    <a:pt x="0" y="119"/>
                  </a:lnTo>
                  <a:lnTo>
                    <a:pt x="25" y="176"/>
                  </a:lnTo>
                  <a:lnTo>
                    <a:pt x="45" y="384"/>
                  </a:lnTo>
                  <a:lnTo>
                    <a:pt x="45" y="537"/>
                  </a:lnTo>
                  <a:lnTo>
                    <a:pt x="40" y="734"/>
                  </a:lnTo>
                  <a:lnTo>
                    <a:pt x="22" y="975"/>
                  </a:lnTo>
                  <a:lnTo>
                    <a:pt x="0" y="1113"/>
                  </a:lnTo>
                  <a:lnTo>
                    <a:pt x="412" y="1133"/>
                  </a:lnTo>
                  <a:lnTo>
                    <a:pt x="616" y="1140"/>
                  </a:lnTo>
                  <a:lnTo>
                    <a:pt x="1063" y="1140"/>
                  </a:lnTo>
                  <a:lnTo>
                    <a:pt x="1403" y="1133"/>
                  </a:lnTo>
                  <a:lnTo>
                    <a:pt x="1680" y="1120"/>
                  </a:lnTo>
                  <a:lnTo>
                    <a:pt x="1801" y="1113"/>
                  </a:lnTo>
                  <a:lnTo>
                    <a:pt x="1758" y="941"/>
                  </a:lnTo>
                  <a:lnTo>
                    <a:pt x="1733" y="759"/>
                  </a:lnTo>
                  <a:lnTo>
                    <a:pt x="1718" y="530"/>
                  </a:lnTo>
                  <a:lnTo>
                    <a:pt x="1724" y="389"/>
                  </a:lnTo>
                  <a:lnTo>
                    <a:pt x="1751" y="276"/>
                  </a:lnTo>
                  <a:lnTo>
                    <a:pt x="1769" y="168"/>
                  </a:lnTo>
                  <a:lnTo>
                    <a:pt x="1769" y="131"/>
                  </a:lnTo>
                  <a:lnTo>
                    <a:pt x="1751" y="116"/>
                  </a:lnTo>
                  <a:lnTo>
                    <a:pt x="1421" y="46"/>
                  </a:lnTo>
                  <a:lnTo>
                    <a:pt x="1228" y="15"/>
                  </a:lnTo>
                  <a:lnTo>
                    <a:pt x="1126" y="3"/>
                  </a:lnTo>
                  <a:lnTo>
                    <a:pt x="1023" y="0"/>
                  </a:lnTo>
                  <a:lnTo>
                    <a:pt x="702" y="3"/>
                  </a:lnTo>
                  <a:lnTo>
                    <a:pt x="522" y="23"/>
                  </a:lnTo>
                  <a:lnTo>
                    <a:pt x="328" y="42"/>
                  </a:lnTo>
                  <a:lnTo>
                    <a:pt x="97" y="77"/>
                  </a:lnTo>
                  <a:lnTo>
                    <a:pt x="22" y="88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19" name="Freeform 7"/>
            <p:cNvSpPr/>
            <p:nvPr/>
          </p:nvSpPr>
          <p:spPr>
            <a:xfrm>
              <a:off x="1216" y="598"/>
              <a:ext cx="1797" cy="1032"/>
            </a:xfrm>
            <a:custGeom>
              <a:avLst/>
              <a:gdLst/>
              <a:ahLst/>
              <a:cxnLst>
                <a:cxn ang="0">
                  <a:pos x="1256" y="0"/>
                </a:cxn>
                <a:cxn ang="0">
                  <a:pos x="1308" y="4"/>
                </a:cxn>
                <a:cxn ang="0">
                  <a:pos x="1338" y="55"/>
                </a:cxn>
                <a:cxn ang="0">
                  <a:pos x="1349" y="195"/>
                </a:cxn>
                <a:cxn ang="0">
                  <a:pos x="1356" y="397"/>
                </a:cxn>
                <a:cxn ang="0">
                  <a:pos x="1344" y="581"/>
                </a:cxn>
                <a:cxn ang="0">
                  <a:pos x="1338" y="811"/>
                </a:cxn>
                <a:cxn ang="0">
                  <a:pos x="1315" y="943"/>
                </a:cxn>
                <a:cxn ang="0">
                  <a:pos x="1308" y="1008"/>
                </a:cxn>
                <a:cxn ang="0">
                  <a:pos x="1796" y="1031"/>
                </a:cxn>
                <a:cxn ang="0">
                  <a:pos x="647" y="1031"/>
                </a:cxn>
                <a:cxn ang="0">
                  <a:pos x="670" y="984"/>
                </a:cxn>
                <a:cxn ang="0">
                  <a:pos x="681" y="923"/>
                </a:cxn>
                <a:cxn ang="0">
                  <a:pos x="495" y="908"/>
                </a:cxn>
                <a:cxn ang="0">
                  <a:pos x="434" y="864"/>
                </a:cxn>
                <a:cxn ang="0">
                  <a:pos x="495" y="793"/>
                </a:cxn>
                <a:cxn ang="0">
                  <a:pos x="499" y="722"/>
                </a:cxn>
                <a:cxn ang="0">
                  <a:pos x="121" y="674"/>
                </a:cxn>
                <a:cxn ang="0">
                  <a:pos x="0" y="573"/>
                </a:cxn>
                <a:cxn ang="0">
                  <a:pos x="0" y="516"/>
                </a:cxn>
                <a:cxn ang="0">
                  <a:pos x="49" y="491"/>
                </a:cxn>
                <a:cxn ang="0">
                  <a:pos x="29" y="473"/>
                </a:cxn>
                <a:cxn ang="0">
                  <a:pos x="128" y="375"/>
                </a:cxn>
                <a:cxn ang="0">
                  <a:pos x="72" y="277"/>
                </a:cxn>
                <a:cxn ang="0">
                  <a:pos x="113" y="205"/>
                </a:cxn>
                <a:cxn ang="0">
                  <a:pos x="168" y="192"/>
                </a:cxn>
                <a:cxn ang="0">
                  <a:pos x="193" y="156"/>
                </a:cxn>
                <a:cxn ang="0">
                  <a:pos x="308" y="138"/>
                </a:cxn>
                <a:cxn ang="0">
                  <a:pos x="488" y="68"/>
                </a:cxn>
                <a:cxn ang="0">
                  <a:pos x="712" y="30"/>
                </a:cxn>
                <a:cxn ang="0">
                  <a:pos x="1256" y="0"/>
                </a:cxn>
              </a:cxnLst>
              <a:rect l="0" t="0" r="0" b="0"/>
              <a:pathLst>
                <a:path w="1797" h="1032">
                  <a:moveTo>
                    <a:pt x="1256" y="0"/>
                  </a:moveTo>
                  <a:lnTo>
                    <a:pt x="1308" y="4"/>
                  </a:lnTo>
                  <a:lnTo>
                    <a:pt x="1338" y="55"/>
                  </a:lnTo>
                  <a:lnTo>
                    <a:pt x="1349" y="195"/>
                  </a:lnTo>
                  <a:lnTo>
                    <a:pt x="1356" y="397"/>
                  </a:lnTo>
                  <a:lnTo>
                    <a:pt x="1344" y="581"/>
                  </a:lnTo>
                  <a:lnTo>
                    <a:pt x="1338" y="811"/>
                  </a:lnTo>
                  <a:lnTo>
                    <a:pt x="1315" y="943"/>
                  </a:lnTo>
                  <a:lnTo>
                    <a:pt x="1308" y="1008"/>
                  </a:lnTo>
                  <a:lnTo>
                    <a:pt x="1796" y="1031"/>
                  </a:lnTo>
                  <a:lnTo>
                    <a:pt x="647" y="1031"/>
                  </a:lnTo>
                  <a:lnTo>
                    <a:pt x="670" y="984"/>
                  </a:lnTo>
                  <a:lnTo>
                    <a:pt x="681" y="923"/>
                  </a:lnTo>
                  <a:lnTo>
                    <a:pt x="495" y="908"/>
                  </a:lnTo>
                  <a:lnTo>
                    <a:pt x="434" y="864"/>
                  </a:lnTo>
                  <a:lnTo>
                    <a:pt x="495" y="793"/>
                  </a:lnTo>
                  <a:lnTo>
                    <a:pt x="499" y="722"/>
                  </a:lnTo>
                  <a:lnTo>
                    <a:pt x="121" y="674"/>
                  </a:lnTo>
                  <a:lnTo>
                    <a:pt x="0" y="573"/>
                  </a:lnTo>
                  <a:lnTo>
                    <a:pt x="0" y="516"/>
                  </a:lnTo>
                  <a:lnTo>
                    <a:pt x="49" y="491"/>
                  </a:lnTo>
                  <a:lnTo>
                    <a:pt x="29" y="473"/>
                  </a:lnTo>
                  <a:lnTo>
                    <a:pt x="128" y="375"/>
                  </a:lnTo>
                  <a:lnTo>
                    <a:pt x="72" y="277"/>
                  </a:lnTo>
                  <a:lnTo>
                    <a:pt x="113" y="205"/>
                  </a:lnTo>
                  <a:lnTo>
                    <a:pt x="168" y="192"/>
                  </a:lnTo>
                  <a:lnTo>
                    <a:pt x="193" y="156"/>
                  </a:lnTo>
                  <a:lnTo>
                    <a:pt x="308" y="138"/>
                  </a:lnTo>
                  <a:lnTo>
                    <a:pt x="488" y="68"/>
                  </a:lnTo>
                  <a:lnTo>
                    <a:pt x="712" y="30"/>
                  </a:lnTo>
                  <a:lnTo>
                    <a:pt x="1256" y="0"/>
                  </a:lnTo>
                </a:path>
              </a:pathLst>
            </a:custGeom>
            <a:solidFill>
              <a:srgbClr val="4C4C4C"/>
            </a:solidFill>
            <a:ln w="12700" cap="rnd" cmpd="sng">
              <a:solidFill>
                <a:srgbClr val="4C4C4C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0" name="Freeform 8"/>
            <p:cNvSpPr/>
            <p:nvPr/>
          </p:nvSpPr>
          <p:spPr>
            <a:xfrm>
              <a:off x="1953" y="665"/>
              <a:ext cx="607" cy="364"/>
            </a:xfrm>
            <a:custGeom>
              <a:avLst/>
              <a:gdLst/>
              <a:ahLst/>
              <a:cxnLst>
                <a:cxn ang="0">
                  <a:pos x="523" y="0"/>
                </a:cxn>
                <a:cxn ang="0">
                  <a:pos x="563" y="32"/>
                </a:cxn>
                <a:cxn ang="0">
                  <a:pos x="599" y="87"/>
                </a:cxn>
                <a:cxn ang="0">
                  <a:pos x="606" y="243"/>
                </a:cxn>
                <a:cxn ang="0">
                  <a:pos x="577" y="281"/>
                </a:cxn>
                <a:cxn ang="0">
                  <a:pos x="478" y="363"/>
                </a:cxn>
                <a:cxn ang="0">
                  <a:pos x="310" y="320"/>
                </a:cxn>
                <a:cxn ang="0">
                  <a:pos x="195" y="271"/>
                </a:cxn>
                <a:cxn ang="0">
                  <a:pos x="105" y="197"/>
                </a:cxn>
                <a:cxn ang="0">
                  <a:pos x="52" y="146"/>
                </a:cxn>
                <a:cxn ang="0">
                  <a:pos x="11" y="77"/>
                </a:cxn>
                <a:cxn ang="0">
                  <a:pos x="0" y="37"/>
                </a:cxn>
                <a:cxn ang="0">
                  <a:pos x="523" y="0"/>
                </a:cxn>
              </a:cxnLst>
              <a:rect l="0" t="0" r="0" b="0"/>
              <a:pathLst>
                <a:path w="607" h="364">
                  <a:moveTo>
                    <a:pt x="523" y="0"/>
                  </a:moveTo>
                  <a:lnTo>
                    <a:pt x="563" y="32"/>
                  </a:lnTo>
                  <a:lnTo>
                    <a:pt x="599" y="87"/>
                  </a:lnTo>
                  <a:lnTo>
                    <a:pt x="606" y="243"/>
                  </a:lnTo>
                  <a:lnTo>
                    <a:pt x="577" y="281"/>
                  </a:lnTo>
                  <a:lnTo>
                    <a:pt x="478" y="363"/>
                  </a:lnTo>
                  <a:lnTo>
                    <a:pt x="310" y="320"/>
                  </a:lnTo>
                  <a:lnTo>
                    <a:pt x="195" y="271"/>
                  </a:lnTo>
                  <a:lnTo>
                    <a:pt x="105" y="197"/>
                  </a:lnTo>
                  <a:lnTo>
                    <a:pt x="52" y="146"/>
                  </a:lnTo>
                  <a:lnTo>
                    <a:pt x="11" y="77"/>
                  </a:lnTo>
                  <a:lnTo>
                    <a:pt x="0" y="37"/>
                  </a:lnTo>
                  <a:lnTo>
                    <a:pt x="523" y="0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1" name="Freeform 9"/>
            <p:cNvSpPr/>
            <p:nvPr/>
          </p:nvSpPr>
          <p:spPr>
            <a:xfrm>
              <a:off x="2195" y="750"/>
              <a:ext cx="303" cy="284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67" y="0"/>
                </a:cxn>
                <a:cxn ang="0">
                  <a:pos x="153" y="5"/>
                </a:cxn>
                <a:cxn ang="0">
                  <a:pos x="144" y="81"/>
                </a:cxn>
                <a:cxn ang="0">
                  <a:pos x="302" y="233"/>
                </a:cxn>
                <a:cxn ang="0">
                  <a:pos x="230" y="283"/>
                </a:cxn>
                <a:cxn ang="0">
                  <a:pos x="124" y="238"/>
                </a:cxn>
                <a:cxn ang="0">
                  <a:pos x="108" y="80"/>
                </a:cxn>
                <a:cxn ang="0">
                  <a:pos x="83" y="80"/>
                </a:cxn>
                <a:cxn ang="0">
                  <a:pos x="16" y="30"/>
                </a:cxn>
                <a:cxn ang="0">
                  <a:pos x="0" y="16"/>
                </a:cxn>
              </a:cxnLst>
              <a:rect l="0" t="0" r="0" b="0"/>
              <a:pathLst>
                <a:path w="303" h="284">
                  <a:moveTo>
                    <a:pt x="0" y="16"/>
                  </a:moveTo>
                  <a:lnTo>
                    <a:pt x="67" y="0"/>
                  </a:lnTo>
                  <a:lnTo>
                    <a:pt x="153" y="5"/>
                  </a:lnTo>
                  <a:lnTo>
                    <a:pt x="144" y="81"/>
                  </a:lnTo>
                  <a:lnTo>
                    <a:pt x="302" y="233"/>
                  </a:lnTo>
                  <a:lnTo>
                    <a:pt x="230" y="283"/>
                  </a:lnTo>
                  <a:lnTo>
                    <a:pt x="124" y="238"/>
                  </a:lnTo>
                  <a:lnTo>
                    <a:pt x="108" y="80"/>
                  </a:lnTo>
                  <a:lnTo>
                    <a:pt x="83" y="80"/>
                  </a:lnTo>
                  <a:lnTo>
                    <a:pt x="16" y="30"/>
                  </a:lnTo>
                  <a:lnTo>
                    <a:pt x="0" y="16"/>
                  </a:lnTo>
                </a:path>
              </a:pathLst>
            </a:custGeom>
            <a:solidFill>
              <a:srgbClr val="FFFF00"/>
            </a:solidFill>
            <a:ln w="12700" cap="rnd" cmpd="sng">
              <a:solidFill>
                <a:srgbClr val="FFFF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2" name="Freeform 10"/>
            <p:cNvSpPr/>
            <p:nvPr/>
          </p:nvSpPr>
          <p:spPr>
            <a:xfrm>
              <a:off x="1833" y="962"/>
              <a:ext cx="700" cy="344"/>
            </a:xfrm>
            <a:custGeom>
              <a:avLst/>
              <a:gdLst/>
              <a:ahLst/>
              <a:cxnLst>
                <a:cxn ang="0">
                  <a:pos x="213" y="0"/>
                </a:cxn>
                <a:cxn ang="0">
                  <a:pos x="247" y="0"/>
                </a:cxn>
                <a:cxn ang="0">
                  <a:pos x="304" y="26"/>
                </a:cxn>
                <a:cxn ang="0">
                  <a:pos x="315" y="68"/>
                </a:cxn>
                <a:cxn ang="0">
                  <a:pos x="286" y="113"/>
                </a:cxn>
                <a:cxn ang="0">
                  <a:pos x="286" y="130"/>
                </a:cxn>
                <a:cxn ang="0">
                  <a:pos x="315" y="139"/>
                </a:cxn>
                <a:cxn ang="0">
                  <a:pos x="636" y="130"/>
                </a:cxn>
                <a:cxn ang="0">
                  <a:pos x="699" y="144"/>
                </a:cxn>
                <a:cxn ang="0">
                  <a:pos x="699" y="180"/>
                </a:cxn>
                <a:cxn ang="0">
                  <a:pos x="670" y="193"/>
                </a:cxn>
                <a:cxn ang="0">
                  <a:pos x="490" y="196"/>
                </a:cxn>
                <a:cxn ang="0">
                  <a:pos x="382" y="211"/>
                </a:cxn>
                <a:cxn ang="0">
                  <a:pos x="359" y="300"/>
                </a:cxn>
                <a:cxn ang="0">
                  <a:pos x="312" y="318"/>
                </a:cxn>
                <a:cxn ang="0">
                  <a:pos x="301" y="334"/>
                </a:cxn>
                <a:cxn ang="0">
                  <a:pos x="256" y="343"/>
                </a:cxn>
                <a:cxn ang="0">
                  <a:pos x="139" y="343"/>
                </a:cxn>
                <a:cxn ang="0">
                  <a:pos x="20" y="327"/>
                </a:cxn>
                <a:cxn ang="0">
                  <a:pos x="0" y="276"/>
                </a:cxn>
                <a:cxn ang="0">
                  <a:pos x="16" y="213"/>
                </a:cxn>
                <a:cxn ang="0">
                  <a:pos x="68" y="153"/>
                </a:cxn>
                <a:cxn ang="0">
                  <a:pos x="121" y="114"/>
                </a:cxn>
                <a:cxn ang="0">
                  <a:pos x="198" y="79"/>
                </a:cxn>
                <a:cxn ang="0">
                  <a:pos x="213" y="0"/>
                </a:cxn>
              </a:cxnLst>
              <a:rect l="0" t="0" r="0" b="0"/>
              <a:pathLst>
                <a:path w="700" h="344">
                  <a:moveTo>
                    <a:pt x="213" y="0"/>
                  </a:moveTo>
                  <a:lnTo>
                    <a:pt x="247" y="0"/>
                  </a:lnTo>
                  <a:lnTo>
                    <a:pt x="304" y="26"/>
                  </a:lnTo>
                  <a:lnTo>
                    <a:pt x="315" y="68"/>
                  </a:lnTo>
                  <a:lnTo>
                    <a:pt x="286" y="113"/>
                  </a:lnTo>
                  <a:lnTo>
                    <a:pt x="286" y="130"/>
                  </a:lnTo>
                  <a:lnTo>
                    <a:pt x="315" y="139"/>
                  </a:lnTo>
                  <a:lnTo>
                    <a:pt x="636" y="130"/>
                  </a:lnTo>
                  <a:lnTo>
                    <a:pt x="699" y="144"/>
                  </a:lnTo>
                  <a:lnTo>
                    <a:pt x="699" y="180"/>
                  </a:lnTo>
                  <a:lnTo>
                    <a:pt x="670" y="193"/>
                  </a:lnTo>
                  <a:lnTo>
                    <a:pt x="490" y="196"/>
                  </a:lnTo>
                  <a:lnTo>
                    <a:pt x="382" y="211"/>
                  </a:lnTo>
                  <a:lnTo>
                    <a:pt x="359" y="300"/>
                  </a:lnTo>
                  <a:lnTo>
                    <a:pt x="312" y="318"/>
                  </a:lnTo>
                  <a:lnTo>
                    <a:pt x="301" y="334"/>
                  </a:lnTo>
                  <a:lnTo>
                    <a:pt x="256" y="343"/>
                  </a:lnTo>
                  <a:lnTo>
                    <a:pt x="139" y="343"/>
                  </a:lnTo>
                  <a:lnTo>
                    <a:pt x="20" y="327"/>
                  </a:lnTo>
                  <a:lnTo>
                    <a:pt x="0" y="276"/>
                  </a:lnTo>
                  <a:lnTo>
                    <a:pt x="16" y="213"/>
                  </a:lnTo>
                  <a:lnTo>
                    <a:pt x="68" y="153"/>
                  </a:lnTo>
                  <a:lnTo>
                    <a:pt x="121" y="114"/>
                  </a:lnTo>
                  <a:lnTo>
                    <a:pt x="198" y="79"/>
                  </a:lnTo>
                  <a:lnTo>
                    <a:pt x="213" y="0"/>
                  </a:lnTo>
                </a:path>
              </a:pathLst>
            </a:custGeom>
            <a:solidFill>
              <a:srgbClr val="FFC17F"/>
            </a:solidFill>
            <a:ln w="12700" cap="rnd" cmpd="sng">
              <a:solidFill>
                <a:srgbClr val="FFC1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3" name="Freeform 11"/>
            <p:cNvSpPr/>
            <p:nvPr/>
          </p:nvSpPr>
          <p:spPr>
            <a:xfrm>
              <a:off x="3053" y="446"/>
              <a:ext cx="520" cy="151"/>
            </a:xfrm>
            <a:custGeom>
              <a:avLst/>
              <a:gdLst/>
              <a:ahLst/>
              <a:cxnLst>
                <a:cxn ang="0">
                  <a:pos x="16" y="57"/>
                </a:cxn>
                <a:cxn ang="0">
                  <a:pos x="101" y="47"/>
                </a:cxn>
                <a:cxn ang="0">
                  <a:pos x="193" y="43"/>
                </a:cxn>
                <a:cxn ang="0">
                  <a:pos x="187" y="66"/>
                </a:cxn>
                <a:cxn ang="0">
                  <a:pos x="171" y="113"/>
                </a:cxn>
                <a:cxn ang="0">
                  <a:pos x="200" y="141"/>
                </a:cxn>
                <a:cxn ang="0">
                  <a:pos x="252" y="150"/>
                </a:cxn>
                <a:cxn ang="0">
                  <a:pos x="317" y="133"/>
                </a:cxn>
                <a:cxn ang="0">
                  <a:pos x="342" y="120"/>
                </a:cxn>
                <a:cxn ang="0">
                  <a:pos x="405" y="124"/>
                </a:cxn>
                <a:cxn ang="0">
                  <a:pos x="434" y="115"/>
                </a:cxn>
                <a:cxn ang="0">
                  <a:pos x="452" y="93"/>
                </a:cxn>
                <a:cxn ang="0">
                  <a:pos x="463" y="86"/>
                </a:cxn>
                <a:cxn ang="0">
                  <a:pos x="519" y="61"/>
                </a:cxn>
                <a:cxn ang="0">
                  <a:pos x="478" y="12"/>
                </a:cxn>
                <a:cxn ang="0">
                  <a:pos x="335" y="0"/>
                </a:cxn>
                <a:cxn ang="0">
                  <a:pos x="269" y="7"/>
                </a:cxn>
                <a:cxn ang="0">
                  <a:pos x="245" y="0"/>
                </a:cxn>
                <a:cxn ang="0">
                  <a:pos x="175" y="7"/>
                </a:cxn>
                <a:cxn ang="0">
                  <a:pos x="139" y="26"/>
                </a:cxn>
                <a:cxn ang="0">
                  <a:pos x="88" y="7"/>
                </a:cxn>
                <a:cxn ang="0">
                  <a:pos x="25" y="6"/>
                </a:cxn>
                <a:cxn ang="0">
                  <a:pos x="0" y="13"/>
                </a:cxn>
                <a:cxn ang="0">
                  <a:pos x="16" y="57"/>
                </a:cxn>
              </a:cxnLst>
              <a:rect l="0" t="0" r="0" b="0"/>
              <a:pathLst>
                <a:path w="520" h="151">
                  <a:moveTo>
                    <a:pt x="16" y="57"/>
                  </a:moveTo>
                  <a:lnTo>
                    <a:pt x="101" y="47"/>
                  </a:lnTo>
                  <a:lnTo>
                    <a:pt x="193" y="43"/>
                  </a:lnTo>
                  <a:lnTo>
                    <a:pt x="187" y="66"/>
                  </a:lnTo>
                  <a:lnTo>
                    <a:pt x="171" y="113"/>
                  </a:lnTo>
                  <a:lnTo>
                    <a:pt x="200" y="141"/>
                  </a:lnTo>
                  <a:lnTo>
                    <a:pt x="252" y="150"/>
                  </a:lnTo>
                  <a:lnTo>
                    <a:pt x="317" y="133"/>
                  </a:lnTo>
                  <a:lnTo>
                    <a:pt x="342" y="120"/>
                  </a:lnTo>
                  <a:lnTo>
                    <a:pt x="405" y="124"/>
                  </a:lnTo>
                  <a:lnTo>
                    <a:pt x="434" y="115"/>
                  </a:lnTo>
                  <a:lnTo>
                    <a:pt x="452" y="93"/>
                  </a:lnTo>
                  <a:lnTo>
                    <a:pt x="463" y="86"/>
                  </a:lnTo>
                  <a:lnTo>
                    <a:pt x="519" y="61"/>
                  </a:lnTo>
                  <a:lnTo>
                    <a:pt x="478" y="12"/>
                  </a:lnTo>
                  <a:lnTo>
                    <a:pt x="335" y="0"/>
                  </a:lnTo>
                  <a:lnTo>
                    <a:pt x="269" y="7"/>
                  </a:lnTo>
                  <a:lnTo>
                    <a:pt x="245" y="0"/>
                  </a:lnTo>
                  <a:lnTo>
                    <a:pt x="175" y="7"/>
                  </a:lnTo>
                  <a:lnTo>
                    <a:pt x="139" y="26"/>
                  </a:lnTo>
                  <a:lnTo>
                    <a:pt x="88" y="7"/>
                  </a:lnTo>
                  <a:lnTo>
                    <a:pt x="25" y="6"/>
                  </a:lnTo>
                  <a:lnTo>
                    <a:pt x="0" y="13"/>
                  </a:lnTo>
                  <a:lnTo>
                    <a:pt x="16" y="57"/>
                  </a:lnTo>
                </a:path>
              </a:pathLst>
            </a:custGeom>
            <a:solidFill>
              <a:srgbClr val="FFC17F"/>
            </a:solidFill>
            <a:ln w="12700" cap="rnd" cmpd="sng">
              <a:solidFill>
                <a:srgbClr val="FFC1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4" name="Freeform 12"/>
            <p:cNvSpPr/>
            <p:nvPr/>
          </p:nvSpPr>
          <p:spPr>
            <a:xfrm>
              <a:off x="1699" y="249"/>
              <a:ext cx="856" cy="508"/>
            </a:xfrm>
            <a:custGeom>
              <a:avLst/>
              <a:gdLst/>
              <a:ahLst/>
              <a:cxnLst>
                <a:cxn ang="0">
                  <a:pos x="7" y="183"/>
                </a:cxn>
                <a:cxn ang="0">
                  <a:pos x="49" y="167"/>
                </a:cxn>
                <a:cxn ang="0">
                  <a:pos x="95" y="52"/>
                </a:cxn>
                <a:cxn ang="0">
                  <a:pos x="128" y="32"/>
                </a:cxn>
                <a:cxn ang="0">
                  <a:pos x="583" y="0"/>
                </a:cxn>
                <a:cxn ang="0">
                  <a:pos x="722" y="127"/>
                </a:cxn>
                <a:cxn ang="0">
                  <a:pos x="733" y="159"/>
                </a:cxn>
                <a:cxn ang="0">
                  <a:pos x="810" y="162"/>
                </a:cxn>
                <a:cxn ang="0">
                  <a:pos x="850" y="187"/>
                </a:cxn>
                <a:cxn ang="0">
                  <a:pos x="855" y="223"/>
                </a:cxn>
                <a:cxn ang="0">
                  <a:pos x="774" y="264"/>
                </a:cxn>
                <a:cxn ang="0">
                  <a:pos x="778" y="384"/>
                </a:cxn>
                <a:cxn ang="0">
                  <a:pos x="736" y="446"/>
                </a:cxn>
                <a:cxn ang="0">
                  <a:pos x="626" y="480"/>
                </a:cxn>
                <a:cxn ang="0">
                  <a:pos x="592" y="499"/>
                </a:cxn>
                <a:cxn ang="0">
                  <a:pos x="520" y="507"/>
                </a:cxn>
                <a:cxn ang="0">
                  <a:pos x="499" y="499"/>
                </a:cxn>
                <a:cxn ang="0">
                  <a:pos x="473" y="507"/>
                </a:cxn>
                <a:cxn ang="0">
                  <a:pos x="412" y="493"/>
                </a:cxn>
                <a:cxn ang="0">
                  <a:pos x="376" y="480"/>
                </a:cxn>
                <a:cxn ang="0">
                  <a:pos x="320" y="474"/>
                </a:cxn>
                <a:cxn ang="0">
                  <a:pos x="243" y="447"/>
                </a:cxn>
                <a:cxn ang="0">
                  <a:pos x="207" y="426"/>
                </a:cxn>
                <a:cxn ang="0">
                  <a:pos x="175" y="370"/>
                </a:cxn>
                <a:cxn ang="0">
                  <a:pos x="144" y="266"/>
                </a:cxn>
                <a:cxn ang="0">
                  <a:pos x="86" y="276"/>
                </a:cxn>
                <a:cxn ang="0">
                  <a:pos x="43" y="264"/>
                </a:cxn>
                <a:cxn ang="0">
                  <a:pos x="0" y="210"/>
                </a:cxn>
                <a:cxn ang="0">
                  <a:pos x="7" y="183"/>
                </a:cxn>
              </a:cxnLst>
              <a:rect l="0" t="0" r="0" b="0"/>
              <a:pathLst>
                <a:path w="856" h="508">
                  <a:moveTo>
                    <a:pt x="7" y="183"/>
                  </a:moveTo>
                  <a:lnTo>
                    <a:pt x="49" y="167"/>
                  </a:lnTo>
                  <a:lnTo>
                    <a:pt x="95" y="52"/>
                  </a:lnTo>
                  <a:lnTo>
                    <a:pt x="128" y="32"/>
                  </a:lnTo>
                  <a:lnTo>
                    <a:pt x="583" y="0"/>
                  </a:lnTo>
                  <a:lnTo>
                    <a:pt x="722" y="127"/>
                  </a:lnTo>
                  <a:lnTo>
                    <a:pt x="733" y="159"/>
                  </a:lnTo>
                  <a:lnTo>
                    <a:pt x="810" y="162"/>
                  </a:lnTo>
                  <a:lnTo>
                    <a:pt x="850" y="187"/>
                  </a:lnTo>
                  <a:lnTo>
                    <a:pt x="855" y="223"/>
                  </a:lnTo>
                  <a:lnTo>
                    <a:pt x="774" y="264"/>
                  </a:lnTo>
                  <a:lnTo>
                    <a:pt x="778" y="384"/>
                  </a:lnTo>
                  <a:lnTo>
                    <a:pt x="736" y="446"/>
                  </a:lnTo>
                  <a:lnTo>
                    <a:pt x="626" y="480"/>
                  </a:lnTo>
                  <a:lnTo>
                    <a:pt x="592" y="499"/>
                  </a:lnTo>
                  <a:lnTo>
                    <a:pt x="520" y="507"/>
                  </a:lnTo>
                  <a:lnTo>
                    <a:pt x="499" y="499"/>
                  </a:lnTo>
                  <a:lnTo>
                    <a:pt x="473" y="507"/>
                  </a:lnTo>
                  <a:lnTo>
                    <a:pt x="412" y="493"/>
                  </a:lnTo>
                  <a:lnTo>
                    <a:pt x="376" y="480"/>
                  </a:lnTo>
                  <a:lnTo>
                    <a:pt x="320" y="474"/>
                  </a:lnTo>
                  <a:lnTo>
                    <a:pt x="243" y="447"/>
                  </a:lnTo>
                  <a:lnTo>
                    <a:pt x="207" y="426"/>
                  </a:lnTo>
                  <a:lnTo>
                    <a:pt x="175" y="370"/>
                  </a:lnTo>
                  <a:lnTo>
                    <a:pt x="144" y="266"/>
                  </a:lnTo>
                  <a:lnTo>
                    <a:pt x="86" y="276"/>
                  </a:lnTo>
                  <a:lnTo>
                    <a:pt x="43" y="264"/>
                  </a:lnTo>
                  <a:lnTo>
                    <a:pt x="0" y="210"/>
                  </a:lnTo>
                  <a:lnTo>
                    <a:pt x="7" y="183"/>
                  </a:lnTo>
                </a:path>
              </a:pathLst>
            </a:custGeom>
            <a:solidFill>
              <a:srgbClr val="FFC17F"/>
            </a:solidFill>
            <a:ln w="12700" cap="rnd" cmpd="sng">
              <a:solidFill>
                <a:srgbClr val="FFC17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5" name="Freeform 13"/>
            <p:cNvSpPr/>
            <p:nvPr/>
          </p:nvSpPr>
          <p:spPr>
            <a:xfrm>
              <a:off x="2281" y="255"/>
              <a:ext cx="156" cy="122"/>
            </a:xfrm>
            <a:custGeom>
              <a:avLst/>
              <a:gdLst/>
              <a:ahLst/>
              <a:cxnLst>
                <a:cxn ang="0">
                  <a:pos x="7" y="0"/>
                </a:cxn>
                <a:cxn ang="0">
                  <a:pos x="0" y="43"/>
                </a:cxn>
                <a:cxn ang="0">
                  <a:pos x="16" y="78"/>
                </a:cxn>
                <a:cxn ang="0">
                  <a:pos x="155" y="121"/>
                </a:cxn>
                <a:cxn ang="0">
                  <a:pos x="133" y="49"/>
                </a:cxn>
                <a:cxn ang="0">
                  <a:pos x="96" y="20"/>
                </a:cxn>
                <a:cxn ang="0">
                  <a:pos x="7" y="0"/>
                </a:cxn>
              </a:cxnLst>
              <a:rect l="0" t="0" r="0" b="0"/>
              <a:pathLst>
                <a:path w="156" h="122">
                  <a:moveTo>
                    <a:pt x="7" y="0"/>
                  </a:moveTo>
                  <a:lnTo>
                    <a:pt x="0" y="43"/>
                  </a:lnTo>
                  <a:lnTo>
                    <a:pt x="16" y="78"/>
                  </a:lnTo>
                  <a:lnTo>
                    <a:pt x="155" y="121"/>
                  </a:lnTo>
                  <a:lnTo>
                    <a:pt x="133" y="49"/>
                  </a:lnTo>
                  <a:lnTo>
                    <a:pt x="96" y="20"/>
                  </a:lnTo>
                  <a:lnTo>
                    <a:pt x="7" y="0"/>
                  </a:lnTo>
                </a:path>
              </a:pathLst>
            </a:custGeom>
            <a:solidFill>
              <a:srgbClr val="601E00"/>
            </a:solidFill>
            <a:ln w="12700" cap="rnd" cmpd="sng">
              <a:solidFill>
                <a:srgbClr val="601E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6" name="Freeform 14"/>
            <p:cNvSpPr/>
            <p:nvPr/>
          </p:nvSpPr>
          <p:spPr>
            <a:xfrm>
              <a:off x="1830" y="199"/>
              <a:ext cx="454" cy="80"/>
            </a:xfrm>
            <a:custGeom>
              <a:avLst/>
              <a:gdLst/>
              <a:ahLst/>
              <a:cxnLst>
                <a:cxn ang="0">
                  <a:pos x="0" y="79"/>
                </a:cxn>
                <a:cxn ang="0">
                  <a:pos x="70" y="13"/>
                </a:cxn>
                <a:cxn ang="0">
                  <a:pos x="146" y="0"/>
                </a:cxn>
                <a:cxn ang="0">
                  <a:pos x="325" y="0"/>
                </a:cxn>
                <a:cxn ang="0">
                  <a:pos x="408" y="10"/>
                </a:cxn>
                <a:cxn ang="0">
                  <a:pos x="453" y="35"/>
                </a:cxn>
                <a:cxn ang="0">
                  <a:pos x="101" y="79"/>
                </a:cxn>
                <a:cxn ang="0">
                  <a:pos x="0" y="79"/>
                </a:cxn>
              </a:cxnLst>
              <a:rect l="0" t="0" r="0" b="0"/>
              <a:pathLst>
                <a:path w="454" h="80">
                  <a:moveTo>
                    <a:pt x="0" y="79"/>
                  </a:moveTo>
                  <a:lnTo>
                    <a:pt x="70" y="13"/>
                  </a:lnTo>
                  <a:lnTo>
                    <a:pt x="146" y="0"/>
                  </a:lnTo>
                  <a:lnTo>
                    <a:pt x="325" y="0"/>
                  </a:lnTo>
                  <a:lnTo>
                    <a:pt x="408" y="10"/>
                  </a:lnTo>
                  <a:lnTo>
                    <a:pt x="453" y="35"/>
                  </a:lnTo>
                  <a:lnTo>
                    <a:pt x="101" y="79"/>
                  </a:lnTo>
                  <a:lnTo>
                    <a:pt x="0" y="79"/>
                  </a:lnTo>
                </a:path>
              </a:pathLst>
            </a:custGeom>
            <a:solidFill>
              <a:srgbClr val="601E00"/>
            </a:solidFill>
            <a:ln w="12700" cap="rnd" cmpd="sng">
              <a:solidFill>
                <a:srgbClr val="601E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7" name="Freeform 15"/>
            <p:cNvSpPr/>
            <p:nvPr/>
          </p:nvSpPr>
          <p:spPr>
            <a:xfrm>
              <a:off x="2031" y="566"/>
              <a:ext cx="253" cy="5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3" y="22"/>
                </a:cxn>
                <a:cxn ang="0">
                  <a:pos x="49" y="49"/>
                </a:cxn>
                <a:cxn ang="0">
                  <a:pos x="85" y="56"/>
                </a:cxn>
                <a:cxn ang="0">
                  <a:pos x="173" y="56"/>
                </a:cxn>
                <a:cxn ang="0">
                  <a:pos x="189" y="49"/>
                </a:cxn>
                <a:cxn ang="0">
                  <a:pos x="252" y="0"/>
                </a:cxn>
                <a:cxn ang="0">
                  <a:pos x="119" y="17"/>
                </a:cxn>
                <a:cxn ang="0">
                  <a:pos x="58" y="17"/>
                </a:cxn>
                <a:cxn ang="0">
                  <a:pos x="23" y="8"/>
                </a:cxn>
                <a:cxn ang="0">
                  <a:pos x="0" y="2"/>
                </a:cxn>
              </a:cxnLst>
              <a:rect l="0" t="0" r="0" b="0"/>
              <a:pathLst>
                <a:path w="253" h="57">
                  <a:moveTo>
                    <a:pt x="0" y="2"/>
                  </a:moveTo>
                  <a:lnTo>
                    <a:pt x="23" y="22"/>
                  </a:lnTo>
                  <a:lnTo>
                    <a:pt x="49" y="49"/>
                  </a:lnTo>
                  <a:lnTo>
                    <a:pt x="85" y="56"/>
                  </a:lnTo>
                  <a:lnTo>
                    <a:pt x="173" y="56"/>
                  </a:lnTo>
                  <a:lnTo>
                    <a:pt x="189" y="49"/>
                  </a:lnTo>
                  <a:lnTo>
                    <a:pt x="252" y="0"/>
                  </a:lnTo>
                  <a:lnTo>
                    <a:pt x="119" y="17"/>
                  </a:lnTo>
                  <a:lnTo>
                    <a:pt x="58" y="17"/>
                  </a:lnTo>
                  <a:lnTo>
                    <a:pt x="23" y="8"/>
                  </a:lnTo>
                  <a:lnTo>
                    <a:pt x="0" y="2"/>
                  </a:lnTo>
                </a:path>
              </a:pathLst>
            </a:custGeom>
            <a:solidFill>
              <a:srgbClr val="FFFFFF"/>
            </a:solidFill>
            <a:ln w="12700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8" name="Freeform 16"/>
            <p:cNvSpPr/>
            <p:nvPr/>
          </p:nvSpPr>
          <p:spPr>
            <a:xfrm>
              <a:off x="1698" y="194"/>
              <a:ext cx="744" cy="276"/>
            </a:xfrm>
            <a:custGeom>
              <a:avLst/>
              <a:gdLst/>
              <a:ahLst/>
              <a:cxnLst>
                <a:cxn ang="0">
                  <a:pos x="131" y="92"/>
                </a:cxn>
                <a:cxn ang="0">
                  <a:pos x="252" y="95"/>
                </a:cxn>
                <a:cxn ang="0">
                  <a:pos x="392" y="89"/>
                </a:cxn>
                <a:cxn ang="0">
                  <a:pos x="498" y="78"/>
                </a:cxn>
                <a:cxn ang="0">
                  <a:pos x="572" y="63"/>
                </a:cxn>
                <a:cxn ang="0">
                  <a:pos x="565" y="98"/>
                </a:cxn>
                <a:cxn ang="0">
                  <a:pos x="576" y="128"/>
                </a:cxn>
                <a:cxn ang="0">
                  <a:pos x="608" y="148"/>
                </a:cxn>
                <a:cxn ang="0">
                  <a:pos x="662" y="162"/>
                </a:cxn>
                <a:cxn ang="0">
                  <a:pos x="702" y="188"/>
                </a:cxn>
                <a:cxn ang="0">
                  <a:pos x="716" y="232"/>
                </a:cxn>
                <a:cxn ang="0">
                  <a:pos x="743" y="232"/>
                </a:cxn>
                <a:cxn ang="0">
                  <a:pos x="736" y="208"/>
                </a:cxn>
                <a:cxn ang="0">
                  <a:pos x="729" y="162"/>
                </a:cxn>
                <a:cxn ang="0">
                  <a:pos x="707" y="112"/>
                </a:cxn>
                <a:cxn ang="0">
                  <a:pos x="716" y="167"/>
                </a:cxn>
                <a:cxn ang="0">
                  <a:pos x="644" y="147"/>
                </a:cxn>
                <a:cxn ang="0">
                  <a:pos x="599" y="127"/>
                </a:cxn>
                <a:cxn ang="0">
                  <a:pos x="585" y="107"/>
                </a:cxn>
                <a:cxn ang="0">
                  <a:pos x="579" y="88"/>
                </a:cxn>
                <a:cxn ang="0">
                  <a:pos x="624" y="112"/>
                </a:cxn>
                <a:cxn ang="0">
                  <a:pos x="579" y="68"/>
                </a:cxn>
                <a:cxn ang="0">
                  <a:pos x="613" y="72"/>
                </a:cxn>
                <a:cxn ang="0">
                  <a:pos x="673" y="84"/>
                </a:cxn>
                <a:cxn ang="0">
                  <a:pos x="702" y="102"/>
                </a:cxn>
                <a:cxn ang="0">
                  <a:pos x="673" y="75"/>
                </a:cxn>
                <a:cxn ang="0">
                  <a:pos x="594" y="41"/>
                </a:cxn>
                <a:cxn ang="0">
                  <a:pos x="549" y="13"/>
                </a:cxn>
                <a:cxn ang="0">
                  <a:pos x="446" y="0"/>
                </a:cxn>
                <a:cxn ang="0">
                  <a:pos x="335" y="3"/>
                </a:cxn>
                <a:cxn ang="0">
                  <a:pos x="419" y="4"/>
                </a:cxn>
                <a:cxn ang="0">
                  <a:pos x="507" y="13"/>
                </a:cxn>
                <a:cxn ang="0">
                  <a:pos x="552" y="27"/>
                </a:cxn>
                <a:cxn ang="0">
                  <a:pos x="461" y="23"/>
                </a:cxn>
                <a:cxn ang="0">
                  <a:pos x="353" y="33"/>
                </a:cxn>
                <a:cxn ang="0">
                  <a:pos x="255" y="53"/>
                </a:cxn>
                <a:cxn ang="0">
                  <a:pos x="270" y="33"/>
                </a:cxn>
                <a:cxn ang="0">
                  <a:pos x="219" y="43"/>
                </a:cxn>
                <a:cxn ang="0">
                  <a:pos x="178" y="65"/>
                </a:cxn>
                <a:cxn ang="0">
                  <a:pos x="184" y="43"/>
                </a:cxn>
                <a:cxn ang="0">
                  <a:pos x="203" y="18"/>
                </a:cxn>
                <a:cxn ang="0">
                  <a:pos x="270" y="3"/>
                </a:cxn>
                <a:cxn ang="0">
                  <a:pos x="184" y="18"/>
                </a:cxn>
                <a:cxn ang="0">
                  <a:pos x="131" y="52"/>
                </a:cxn>
                <a:cxn ang="0">
                  <a:pos x="104" y="89"/>
                </a:cxn>
                <a:cxn ang="0">
                  <a:pos x="22" y="124"/>
                </a:cxn>
                <a:cxn ang="0">
                  <a:pos x="0" y="155"/>
                </a:cxn>
                <a:cxn ang="0">
                  <a:pos x="2" y="198"/>
                </a:cxn>
                <a:cxn ang="0">
                  <a:pos x="32" y="226"/>
                </a:cxn>
                <a:cxn ang="0">
                  <a:pos x="77" y="237"/>
                </a:cxn>
                <a:cxn ang="0">
                  <a:pos x="117" y="275"/>
                </a:cxn>
                <a:cxn ang="0">
                  <a:pos x="117" y="256"/>
                </a:cxn>
                <a:cxn ang="0">
                  <a:pos x="108" y="209"/>
                </a:cxn>
                <a:cxn ang="0">
                  <a:pos x="101" y="112"/>
                </a:cxn>
                <a:cxn ang="0">
                  <a:pos x="117" y="94"/>
                </a:cxn>
                <a:cxn ang="0">
                  <a:pos x="131" y="92"/>
                </a:cxn>
              </a:cxnLst>
              <a:rect l="0" t="0" r="0" b="0"/>
              <a:pathLst>
                <a:path w="744" h="276">
                  <a:moveTo>
                    <a:pt x="131" y="92"/>
                  </a:moveTo>
                  <a:lnTo>
                    <a:pt x="252" y="95"/>
                  </a:lnTo>
                  <a:lnTo>
                    <a:pt x="392" y="89"/>
                  </a:lnTo>
                  <a:lnTo>
                    <a:pt x="498" y="78"/>
                  </a:lnTo>
                  <a:lnTo>
                    <a:pt x="572" y="63"/>
                  </a:lnTo>
                  <a:lnTo>
                    <a:pt x="565" y="98"/>
                  </a:lnTo>
                  <a:lnTo>
                    <a:pt x="576" y="128"/>
                  </a:lnTo>
                  <a:lnTo>
                    <a:pt x="608" y="148"/>
                  </a:lnTo>
                  <a:lnTo>
                    <a:pt x="662" y="162"/>
                  </a:lnTo>
                  <a:lnTo>
                    <a:pt x="702" y="188"/>
                  </a:lnTo>
                  <a:lnTo>
                    <a:pt x="716" y="232"/>
                  </a:lnTo>
                  <a:lnTo>
                    <a:pt x="743" y="232"/>
                  </a:lnTo>
                  <a:lnTo>
                    <a:pt x="736" y="208"/>
                  </a:lnTo>
                  <a:lnTo>
                    <a:pt x="729" y="162"/>
                  </a:lnTo>
                  <a:lnTo>
                    <a:pt x="707" y="112"/>
                  </a:lnTo>
                  <a:lnTo>
                    <a:pt x="716" y="167"/>
                  </a:lnTo>
                  <a:lnTo>
                    <a:pt x="644" y="147"/>
                  </a:lnTo>
                  <a:lnTo>
                    <a:pt x="599" y="127"/>
                  </a:lnTo>
                  <a:lnTo>
                    <a:pt x="585" y="107"/>
                  </a:lnTo>
                  <a:lnTo>
                    <a:pt x="579" y="88"/>
                  </a:lnTo>
                  <a:lnTo>
                    <a:pt x="624" y="112"/>
                  </a:lnTo>
                  <a:lnTo>
                    <a:pt x="579" y="68"/>
                  </a:lnTo>
                  <a:lnTo>
                    <a:pt x="613" y="72"/>
                  </a:lnTo>
                  <a:lnTo>
                    <a:pt x="673" y="84"/>
                  </a:lnTo>
                  <a:lnTo>
                    <a:pt x="702" y="102"/>
                  </a:lnTo>
                  <a:lnTo>
                    <a:pt x="673" y="75"/>
                  </a:lnTo>
                  <a:lnTo>
                    <a:pt x="594" y="41"/>
                  </a:lnTo>
                  <a:lnTo>
                    <a:pt x="549" y="13"/>
                  </a:lnTo>
                  <a:lnTo>
                    <a:pt x="446" y="0"/>
                  </a:lnTo>
                  <a:lnTo>
                    <a:pt x="335" y="3"/>
                  </a:lnTo>
                  <a:lnTo>
                    <a:pt x="419" y="4"/>
                  </a:lnTo>
                  <a:lnTo>
                    <a:pt x="507" y="13"/>
                  </a:lnTo>
                  <a:lnTo>
                    <a:pt x="552" y="27"/>
                  </a:lnTo>
                  <a:lnTo>
                    <a:pt x="461" y="23"/>
                  </a:lnTo>
                  <a:lnTo>
                    <a:pt x="353" y="33"/>
                  </a:lnTo>
                  <a:lnTo>
                    <a:pt x="255" y="53"/>
                  </a:lnTo>
                  <a:lnTo>
                    <a:pt x="270" y="33"/>
                  </a:lnTo>
                  <a:lnTo>
                    <a:pt x="219" y="43"/>
                  </a:lnTo>
                  <a:lnTo>
                    <a:pt x="178" y="65"/>
                  </a:lnTo>
                  <a:lnTo>
                    <a:pt x="184" y="43"/>
                  </a:lnTo>
                  <a:lnTo>
                    <a:pt x="203" y="18"/>
                  </a:lnTo>
                  <a:lnTo>
                    <a:pt x="270" y="3"/>
                  </a:lnTo>
                  <a:lnTo>
                    <a:pt x="184" y="18"/>
                  </a:lnTo>
                  <a:lnTo>
                    <a:pt x="131" y="52"/>
                  </a:lnTo>
                  <a:lnTo>
                    <a:pt x="104" y="89"/>
                  </a:lnTo>
                  <a:lnTo>
                    <a:pt x="22" y="124"/>
                  </a:lnTo>
                  <a:lnTo>
                    <a:pt x="0" y="155"/>
                  </a:lnTo>
                  <a:lnTo>
                    <a:pt x="2" y="198"/>
                  </a:lnTo>
                  <a:lnTo>
                    <a:pt x="32" y="226"/>
                  </a:lnTo>
                  <a:lnTo>
                    <a:pt x="77" y="237"/>
                  </a:lnTo>
                  <a:lnTo>
                    <a:pt x="117" y="275"/>
                  </a:lnTo>
                  <a:lnTo>
                    <a:pt x="117" y="256"/>
                  </a:lnTo>
                  <a:lnTo>
                    <a:pt x="108" y="209"/>
                  </a:lnTo>
                  <a:lnTo>
                    <a:pt x="101" y="112"/>
                  </a:lnTo>
                  <a:lnTo>
                    <a:pt x="117" y="94"/>
                  </a:lnTo>
                  <a:lnTo>
                    <a:pt x="131" y="92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29" name="Freeform 17"/>
            <p:cNvSpPr/>
            <p:nvPr/>
          </p:nvSpPr>
          <p:spPr>
            <a:xfrm>
              <a:off x="1920" y="335"/>
              <a:ext cx="125" cy="42"/>
            </a:xfrm>
            <a:custGeom>
              <a:avLst/>
              <a:gdLst/>
              <a:ahLst/>
              <a:cxnLst>
                <a:cxn ang="0">
                  <a:pos x="15" y="41"/>
                </a:cxn>
                <a:cxn ang="0">
                  <a:pos x="73" y="32"/>
                </a:cxn>
                <a:cxn ang="0">
                  <a:pos x="119" y="21"/>
                </a:cxn>
                <a:cxn ang="0">
                  <a:pos x="124" y="6"/>
                </a:cxn>
                <a:cxn ang="0">
                  <a:pos x="106" y="0"/>
                </a:cxn>
                <a:cxn ang="0">
                  <a:pos x="84" y="3"/>
                </a:cxn>
                <a:cxn ang="0">
                  <a:pos x="55" y="21"/>
                </a:cxn>
                <a:cxn ang="0">
                  <a:pos x="4" y="32"/>
                </a:cxn>
                <a:cxn ang="0">
                  <a:pos x="0" y="41"/>
                </a:cxn>
                <a:cxn ang="0">
                  <a:pos x="15" y="41"/>
                </a:cxn>
              </a:cxnLst>
              <a:rect l="0" t="0" r="0" b="0"/>
              <a:pathLst>
                <a:path w="125" h="42">
                  <a:moveTo>
                    <a:pt x="15" y="41"/>
                  </a:moveTo>
                  <a:lnTo>
                    <a:pt x="73" y="32"/>
                  </a:lnTo>
                  <a:lnTo>
                    <a:pt x="119" y="21"/>
                  </a:lnTo>
                  <a:lnTo>
                    <a:pt x="124" y="6"/>
                  </a:lnTo>
                  <a:lnTo>
                    <a:pt x="106" y="0"/>
                  </a:lnTo>
                  <a:lnTo>
                    <a:pt x="84" y="3"/>
                  </a:lnTo>
                  <a:lnTo>
                    <a:pt x="55" y="21"/>
                  </a:lnTo>
                  <a:lnTo>
                    <a:pt x="4" y="32"/>
                  </a:lnTo>
                  <a:lnTo>
                    <a:pt x="0" y="41"/>
                  </a:lnTo>
                  <a:lnTo>
                    <a:pt x="15" y="41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0" name="Freeform 18"/>
            <p:cNvSpPr/>
            <p:nvPr/>
          </p:nvSpPr>
          <p:spPr>
            <a:xfrm>
              <a:off x="2085" y="326"/>
              <a:ext cx="119" cy="39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0" y="3"/>
                </a:cxn>
                <a:cxn ang="0">
                  <a:pos x="0" y="16"/>
                </a:cxn>
                <a:cxn ang="0">
                  <a:pos x="30" y="24"/>
                </a:cxn>
                <a:cxn ang="0">
                  <a:pos x="77" y="30"/>
                </a:cxn>
                <a:cxn ang="0">
                  <a:pos x="107" y="38"/>
                </a:cxn>
                <a:cxn ang="0">
                  <a:pos x="118" y="32"/>
                </a:cxn>
                <a:cxn ang="0">
                  <a:pos x="113" y="26"/>
                </a:cxn>
                <a:cxn ang="0">
                  <a:pos x="89" y="12"/>
                </a:cxn>
                <a:cxn ang="0">
                  <a:pos x="52" y="9"/>
                </a:cxn>
                <a:cxn ang="0">
                  <a:pos x="36" y="4"/>
                </a:cxn>
                <a:cxn ang="0">
                  <a:pos x="20" y="0"/>
                </a:cxn>
              </a:cxnLst>
              <a:rect l="0" t="0" r="0" b="0"/>
              <a:pathLst>
                <a:path w="119" h="39">
                  <a:moveTo>
                    <a:pt x="20" y="0"/>
                  </a:moveTo>
                  <a:lnTo>
                    <a:pt x="0" y="3"/>
                  </a:lnTo>
                  <a:lnTo>
                    <a:pt x="0" y="16"/>
                  </a:lnTo>
                  <a:lnTo>
                    <a:pt x="30" y="24"/>
                  </a:lnTo>
                  <a:lnTo>
                    <a:pt x="77" y="30"/>
                  </a:lnTo>
                  <a:lnTo>
                    <a:pt x="107" y="38"/>
                  </a:lnTo>
                  <a:lnTo>
                    <a:pt x="118" y="32"/>
                  </a:lnTo>
                  <a:lnTo>
                    <a:pt x="113" y="26"/>
                  </a:lnTo>
                  <a:lnTo>
                    <a:pt x="89" y="12"/>
                  </a:lnTo>
                  <a:lnTo>
                    <a:pt x="52" y="9"/>
                  </a:lnTo>
                  <a:lnTo>
                    <a:pt x="36" y="4"/>
                  </a:lnTo>
                  <a:lnTo>
                    <a:pt x="20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1" name="Freeform 19"/>
            <p:cNvSpPr/>
            <p:nvPr/>
          </p:nvSpPr>
          <p:spPr>
            <a:xfrm>
              <a:off x="2005" y="385"/>
              <a:ext cx="28" cy="16"/>
            </a:xfrm>
            <a:custGeom>
              <a:avLst/>
              <a:gdLst/>
              <a:ahLst/>
              <a:cxnLst>
                <a:cxn ang="0">
                  <a:pos x="27" y="4"/>
                </a:cxn>
                <a:cxn ang="0">
                  <a:pos x="13" y="0"/>
                </a:cxn>
                <a:cxn ang="0">
                  <a:pos x="0" y="8"/>
                </a:cxn>
                <a:cxn ang="0">
                  <a:pos x="11" y="15"/>
                </a:cxn>
                <a:cxn ang="0">
                  <a:pos x="25" y="15"/>
                </a:cxn>
                <a:cxn ang="0">
                  <a:pos x="27" y="4"/>
                </a:cxn>
              </a:cxnLst>
              <a:rect l="0" t="0" r="0" b="0"/>
              <a:pathLst>
                <a:path w="28" h="16">
                  <a:moveTo>
                    <a:pt x="27" y="4"/>
                  </a:moveTo>
                  <a:lnTo>
                    <a:pt x="13" y="0"/>
                  </a:lnTo>
                  <a:lnTo>
                    <a:pt x="0" y="8"/>
                  </a:lnTo>
                  <a:lnTo>
                    <a:pt x="11" y="15"/>
                  </a:lnTo>
                  <a:lnTo>
                    <a:pt x="25" y="15"/>
                  </a:lnTo>
                  <a:lnTo>
                    <a:pt x="27" y="4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2" name="Freeform 20"/>
            <p:cNvSpPr/>
            <p:nvPr/>
          </p:nvSpPr>
          <p:spPr>
            <a:xfrm>
              <a:off x="2107" y="380"/>
              <a:ext cx="26" cy="13"/>
            </a:xfrm>
            <a:custGeom>
              <a:avLst/>
              <a:gdLst/>
              <a:ahLst/>
              <a:cxnLst>
                <a:cxn ang="0">
                  <a:pos x="13" y="0"/>
                </a:cxn>
                <a:cxn ang="0">
                  <a:pos x="0" y="7"/>
                </a:cxn>
                <a:cxn ang="0">
                  <a:pos x="9" y="12"/>
                </a:cxn>
                <a:cxn ang="0">
                  <a:pos x="25" y="12"/>
                </a:cxn>
                <a:cxn ang="0">
                  <a:pos x="25" y="2"/>
                </a:cxn>
                <a:cxn ang="0">
                  <a:pos x="13" y="0"/>
                </a:cxn>
              </a:cxnLst>
              <a:rect l="0" t="0" r="0" b="0"/>
              <a:pathLst>
                <a:path w="26" h="13">
                  <a:moveTo>
                    <a:pt x="13" y="0"/>
                  </a:moveTo>
                  <a:lnTo>
                    <a:pt x="0" y="7"/>
                  </a:lnTo>
                  <a:lnTo>
                    <a:pt x="9" y="12"/>
                  </a:lnTo>
                  <a:lnTo>
                    <a:pt x="25" y="12"/>
                  </a:lnTo>
                  <a:lnTo>
                    <a:pt x="25" y="2"/>
                  </a:lnTo>
                  <a:lnTo>
                    <a:pt x="13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3" name="Freeform 21"/>
            <p:cNvSpPr/>
            <p:nvPr/>
          </p:nvSpPr>
          <p:spPr>
            <a:xfrm>
              <a:off x="2032" y="410"/>
              <a:ext cx="166" cy="147"/>
            </a:xfrm>
            <a:custGeom>
              <a:avLst/>
              <a:gdLst/>
              <a:ahLst/>
              <a:cxnLst>
                <a:cxn ang="0">
                  <a:pos x="22" y="3"/>
                </a:cxn>
                <a:cxn ang="0">
                  <a:pos x="5" y="49"/>
                </a:cxn>
                <a:cxn ang="0">
                  <a:pos x="0" y="92"/>
                </a:cxn>
                <a:cxn ang="0">
                  <a:pos x="18" y="120"/>
                </a:cxn>
                <a:cxn ang="0">
                  <a:pos x="48" y="140"/>
                </a:cxn>
                <a:cxn ang="0">
                  <a:pos x="95" y="146"/>
                </a:cxn>
                <a:cxn ang="0">
                  <a:pos x="145" y="136"/>
                </a:cxn>
                <a:cxn ang="0">
                  <a:pos x="163" y="113"/>
                </a:cxn>
                <a:cxn ang="0">
                  <a:pos x="165" y="84"/>
                </a:cxn>
                <a:cxn ang="0">
                  <a:pos x="151" y="55"/>
                </a:cxn>
                <a:cxn ang="0">
                  <a:pos x="83" y="0"/>
                </a:cxn>
                <a:cxn ang="0">
                  <a:pos x="140" y="53"/>
                </a:cxn>
                <a:cxn ang="0">
                  <a:pos x="152" y="92"/>
                </a:cxn>
                <a:cxn ang="0">
                  <a:pos x="151" y="113"/>
                </a:cxn>
                <a:cxn ang="0">
                  <a:pos x="133" y="132"/>
                </a:cxn>
                <a:cxn ang="0">
                  <a:pos x="95" y="136"/>
                </a:cxn>
                <a:cxn ang="0">
                  <a:pos x="52" y="132"/>
                </a:cxn>
                <a:cxn ang="0">
                  <a:pos x="25" y="113"/>
                </a:cxn>
                <a:cxn ang="0">
                  <a:pos x="11" y="93"/>
                </a:cxn>
                <a:cxn ang="0">
                  <a:pos x="11" y="55"/>
                </a:cxn>
                <a:cxn ang="0">
                  <a:pos x="18" y="26"/>
                </a:cxn>
                <a:cxn ang="0">
                  <a:pos x="22" y="3"/>
                </a:cxn>
              </a:cxnLst>
              <a:rect l="0" t="0" r="0" b="0"/>
              <a:pathLst>
                <a:path w="166" h="147">
                  <a:moveTo>
                    <a:pt x="22" y="3"/>
                  </a:moveTo>
                  <a:lnTo>
                    <a:pt x="5" y="49"/>
                  </a:lnTo>
                  <a:lnTo>
                    <a:pt x="0" y="92"/>
                  </a:lnTo>
                  <a:lnTo>
                    <a:pt x="18" y="120"/>
                  </a:lnTo>
                  <a:lnTo>
                    <a:pt x="48" y="140"/>
                  </a:lnTo>
                  <a:lnTo>
                    <a:pt x="95" y="146"/>
                  </a:lnTo>
                  <a:lnTo>
                    <a:pt x="145" y="136"/>
                  </a:lnTo>
                  <a:lnTo>
                    <a:pt x="163" y="113"/>
                  </a:lnTo>
                  <a:lnTo>
                    <a:pt x="165" y="84"/>
                  </a:lnTo>
                  <a:lnTo>
                    <a:pt x="151" y="55"/>
                  </a:lnTo>
                  <a:lnTo>
                    <a:pt x="83" y="0"/>
                  </a:lnTo>
                  <a:lnTo>
                    <a:pt x="140" y="53"/>
                  </a:lnTo>
                  <a:lnTo>
                    <a:pt x="152" y="92"/>
                  </a:lnTo>
                  <a:lnTo>
                    <a:pt x="151" y="113"/>
                  </a:lnTo>
                  <a:lnTo>
                    <a:pt x="133" y="132"/>
                  </a:lnTo>
                  <a:lnTo>
                    <a:pt x="95" y="136"/>
                  </a:lnTo>
                  <a:lnTo>
                    <a:pt x="52" y="132"/>
                  </a:lnTo>
                  <a:lnTo>
                    <a:pt x="25" y="113"/>
                  </a:lnTo>
                  <a:lnTo>
                    <a:pt x="11" y="93"/>
                  </a:lnTo>
                  <a:lnTo>
                    <a:pt x="11" y="55"/>
                  </a:lnTo>
                  <a:lnTo>
                    <a:pt x="18" y="26"/>
                  </a:lnTo>
                  <a:lnTo>
                    <a:pt x="22" y="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4" name="Freeform 22"/>
            <p:cNvSpPr/>
            <p:nvPr/>
          </p:nvSpPr>
          <p:spPr>
            <a:xfrm>
              <a:off x="1981" y="543"/>
              <a:ext cx="331" cy="44"/>
            </a:xfrm>
            <a:custGeom>
              <a:avLst/>
              <a:gdLst/>
              <a:ahLst/>
              <a:cxnLst>
                <a:cxn ang="0">
                  <a:pos x="0" y="11"/>
                </a:cxn>
                <a:cxn ang="0">
                  <a:pos x="23" y="0"/>
                </a:cxn>
                <a:cxn ang="0">
                  <a:pos x="41" y="5"/>
                </a:cxn>
                <a:cxn ang="0">
                  <a:pos x="27" y="17"/>
                </a:cxn>
                <a:cxn ang="0">
                  <a:pos x="69" y="27"/>
                </a:cxn>
                <a:cxn ang="0">
                  <a:pos x="108" y="40"/>
                </a:cxn>
                <a:cxn ang="0">
                  <a:pos x="151" y="40"/>
                </a:cxn>
                <a:cxn ang="0">
                  <a:pos x="206" y="31"/>
                </a:cxn>
                <a:cxn ang="0">
                  <a:pos x="303" y="17"/>
                </a:cxn>
                <a:cxn ang="0">
                  <a:pos x="303" y="5"/>
                </a:cxn>
                <a:cxn ang="0">
                  <a:pos x="330" y="7"/>
                </a:cxn>
                <a:cxn ang="0">
                  <a:pos x="330" y="25"/>
                </a:cxn>
                <a:cxn ang="0">
                  <a:pos x="310" y="27"/>
                </a:cxn>
                <a:cxn ang="0">
                  <a:pos x="296" y="23"/>
                </a:cxn>
                <a:cxn ang="0">
                  <a:pos x="162" y="43"/>
                </a:cxn>
                <a:cxn ang="0">
                  <a:pos x="105" y="43"/>
                </a:cxn>
                <a:cxn ang="0">
                  <a:pos x="41" y="25"/>
                </a:cxn>
                <a:cxn ang="0">
                  <a:pos x="27" y="23"/>
                </a:cxn>
                <a:cxn ang="0">
                  <a:pos x="13" y="27"/>
                </a:cxn>
                <a:cxn ang="0">
                  <a:pos x="0" y="23"/>
                </a:cxn>
                <a:cxn ang="0">
                  <a:pos x="0" y="11"/>
                </a:cxn>
              </a:cxnLst>
              <a:rect l="0" t="0" r="0" b="0"/>
              <a:pathLst>
                <a:path w="331" h="44">
                  <a:moveTo>
                    <a:pt x="0" y="11"/>
                  </a:moveTo>
                  <a:lnTo>
                    <a:pt x="23" y="0"/>
                  </a:lnTo>
                  <a:lnTo>
                    <a:pt x="41" y="5"/>
                  </a:lnTo>
                  <a:lnTo>
                    <a:pt x="27" y="17"/>
                  </a:lnTo>
                  <a:lnTo>
                    <a:pt x="69" y="27"/>
                  </a:lnTo>
                  <a:lnTo>
                    <a:pt x="108" y="40"/>
                  </a:lnTo>
                  <a:lnTo>
                    <a:pt x="151" y="40"/>
                  </a:lnTo>
                  <a:lnTo>
                    <a:pt x="206" y="31"/>
                  </a:lnTo>
                  <a:lnTo>
                    <a:pt x="303" y="17"/>
                  </a:lnTo>
                  <a:lnTo>
                    <a:pt x="303" y="5"/>
                  </a:lnTo>
                  <a:lnTo>
                    <a:pt x="330" y="7"/>
                  </a:lnTo>
                  <a:lnTo>
                    <a:pt x="330" y="25"/>
                  </a:lnTo>
                  <a:lnTo>
                    <a:pt x="310" y="27"/>
                  </a:lnTo>
                  <a:lnTo>
                    <a:pt x="296" y="23"/>
                  </a:lnTo>
                  <a:lnTo>
                    <a:pt x="162" y="43"/>
                  </a:lnTo>
                  <a:lnTo>
                    <a:pt x="105" y="43"/>
                  </a:lnTo>
                  <a:lnTo>
                    <a:pt x="41" y="25"/>
                  </a:lnTo>
                  <a:lnTo>
                    <a:pt x="27" y="23"/>
                  </a:lnTo>
                  <a:lnTo>
                    <a:pt x="13" y="27"/>
                  </a:lnTo>
                  <a:lnTo>
                    <a:pt x="0" y="23"/>
                  </a:lnTo>
                  <a:lnTo>
                    <a:pt x="0" y="11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5" name="Freeform 23"/>
            <p:cNvSpPr/>
            <p:nvPr/>
          </p:nvSpPr>
          <p:spPr>
            <a:xfrm>
              <a:off x="2031" y="566"/>
              <a:ext cx="253" cy="60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16" y="22"/>
                </a:cxn>
                <a:cxn ang="0">
                  <a:pos x="34" y="49"/>
                </a:cxn>
                <a:cxn ang="0">
                  <a:pos x="70" y="59"/>
                </a:cxn>
                <a:cxn ang="0">
                  <a:pos x="157" y="59"/>
                </a:cxn>
                <a:cxn ang="0">
                  <a:pos x="180" y="53"/>
                </a:cxn>
                <a:cxn ang="0">
                  <a:pos x="252" y="0"/>
                </a:cxn>
                <a:cxn ang="0">
                  <a:pos x="232" y="2"/>
                </a:cxn>
                <a:cxn ang="0">
                  <a:pos x="167" y="49"/>
                </a:cxn>
                <a:cxn ang="0">
                  <a:pos x="148" y="51"/>
                </a:cxn>
                <a:cxn ang="0">
                  <a:pos x="81" y="53"/>
                </a:cxn>
                <a:cxn ang="0">
                  <a:pos x="49" y="47"/>
                </a:cxn>
                <a:cxn ang="0">
                  <a:pos x="36" y="39"/>
                </a:cxn>
                <a:cxn ang="0">
                  <a:pos x="23" y="20"/>
                </a:cxn>
                <a:cxn ang="0">
                  <a:pos x="0" y="8"/>
                </a:cxn>
              </a:cxnLst>
              <a:rect l="0" t="0" r="0" b="0"/>
              <a:pathLst>
                <a:path w="253" h="60">
                  <a:moveTo>
                    <a:pt x="0" y="8"/>
                  </a:moveTo>
                  <a:lnTo>
                    <a:pt x="16" y="22"/>
                  </a:lnTo>
                  <a:lnTo>
                    <a:pt x="34" y="49"/>
                  </a:lnTo>
                  <a:lnTo>
                    <a:pt x="70" y="59"/>
                  </a:lnTo>
                  <a:lnTo>
                    <a:pt x="157" y="59"/>
                  </a:lnTo>
                  <a:lnTo>
                    <a:pt x="180" y="53"/>
                  </a:lnTo>
                  <a:lnTo>
                    <a:pt x="252" y="0"/>
                  </a:lnTo>
                  <a:lnTo>
                    <a:pt x="232" y="2"/>
                  </a:lnTo>
                  <a:lnTo>
                    <a:pt x="167" y="49"/>
                  </a:lnTo>
                  <a:lnTo>
                    <a:pt x="148" y="51"/>
                  </a:lnTo>
                  <a:lnTo>
                    <a:pt x="81" y="53"/>
                  </a:lnTo>
                  <a:lnTo>
                    <a:pt x="49" y="47"/>
                  </a:lnTo>
                  <a:lnTo>
                    <a:pt x="36" y="39"/>
                  </a:lnTo>
                  <a:lnTo>
                    <a:pt x="23" y="20"/>
                  </a:lnTo>
                  <a:lnTo>
                    <a:pt x="0" y="8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6" name="Freeform 24"/>
            <p:cNvSpPr/>
            <p:nvPr/>
          </p:nvSpPr>
          <p:spPr>
            <a:xfrm>
              <a:off x="1679" y="401"/>
              <a:ext cx="879" cy="366"/>
            </a:xfrm>
            <a:custGeom>
              <a:avLst/>
              <a:gdLst/>
              <a:ahLst/>
              <a:cxnLst>
                <a:cxn ang="0">
                  <a:pos x="150" y="84"/>
                </a:cxn>
                <a:cxn ang="0">
                  <a:pos x="169" y="130"/>
                </a:cxn>
                <a:cxn ang="0">
                  <a:pos x="197" y="218"/>
                </a:cxn>
                <a:cxn ang="0">
                  <a:pos x="224" y="269"/>
                </a:cxn>
                <a:cxn ang="0">
                  <a:pos x="261" y="289"/>
                </a:cxn>
                <a:cxn ang="0">
                  <a:pos x="346" y="314"/>
                </a:cxn>
                <a:cxn ang="0">
                  <a:pos x="406" y="324"/>
                </a:cxn>
                <a:cxn ang="0">
                  <a:pos x="438" y="341"/>
                </a:cxn>
                <a:cxn ang="0">
                  <a:pos x="487" y="347"/>
                </a:cxn>
                <a:cxn ang="0">
                  <a:pos x="508" y="330"/>
                </a:cxn>
                <a:cxn ang="0">
                  <a:pos x="546" y="341"/>
                </a:cxn>
                <a:cxn ang="0">
                  <a:pos x="604" y="338"/>
                </a:cxn>
                <a:cxn ang="0">
                  <a:pos x="624" y="324"/>
                </a:cxn>
                <a:cxn ang="0">
                  <a:pos x="669" y="307"/>
                </a:cxn>
                <a:cxn ang="0">
                  <a:pos x="736" y="285"/>
                </a:cxn>
                <a:cxn ang="0">
                  <a:pos x="770" y="257"/>
                </a:cxn>
                <a:cxn ang="0">
                  <a:pos x="782" y="222"/>
                </a:cxn>
                <a:cxn ang="0">
                  <a:pos x="775" y="54"/>
                </a:cxn>
                <a:cxn ang="0">
                  <a:pos x="800" y="80"/>
                </a:cxn>
                <a:cxn ang="0">
                  <a:pos x="865" y="68"/>
                </a:cxn>
                <a:cxn ang="0">
                  <a:pos x="826" y="11"/>
                </a:cxn>
                <a:cxn ang="0">
                  <a:pos x="755" y="4"/>
                </a:cxn>
                <a:cxn ang="0">
                  <a:pos x="833" y="0"/>
                </a:cxn>
                <a:cxn ang="0">
                  <a:pos x="878" y="34"/>
                </a:cxn>
                <a:cxn ang="0">
                  <a:pos x="876" y="74"/>
                </a:cxn>
                <a:cxn ang="0">
                  <a:pos x="800" y="113"/>
                </a:cxn>
                <a:cxn ang="0">
                  <a:pos x="793" y="252"/>
                </a:cxn>
                <a:cxn ang="0">
                  <a:pos x="748" y="306"/>
                </a:cxn>
                <a:cxn ang="0">
                  <a:pos x="613" y="347"/>
                </a:cxn>
                <a:cxn ang="0">
                  <a:pos x="508" y="365"/>
                </a:cxn>
                <a:cxn ang="0">
                  <a:pos x="425" y="341"/>
                </a:cxn>
                <a:cxn ang="0">
                  <a:pos x="344" y="334"/>
                </a:cxn>
                <a:cxn ang="0">
                  <a:pos x="265" y="307"/>
                </a:cxn>
                <a:cxn ang="0">
                  <a:pos x="224" y="279"/>
                </a:cxn>
                <a:cxn ang="0">
                  <a:pos x="182" y="222"/>
                </a:cxn>
                <a:cxn ang="0">
                  <a:pos x="150" y="116"/>
                </a:cxn>
                <a:cxn ang="0">
                  <a:pos x="101" y="129"/>
                </a:cxn>
                <a:cxn ang="0">
                  <a:pos x="47" y="110"/>
                </a:cxn>
                <a:cxn ang="0">
                  <a:pos x="0" y="58"/>
                </a:cxn>
                <a:cxn ang="0">
                  <a:pos x="13" y="27"/>
                </a:cxn>
                <a:cxn ang="0">
                  <a:pos x="47" y="14"/>
                </a:cxn>
                <a:cxn ang="0">
                  <a:pos x="52" y="20"/>
                </a:cxn>
                <a:cxn ang="0">
                  <a:pos x="22" y="31"/>
                </a:cxn>
                <a:cxn ang="0">
                  <a:pos x="13" y="54"/>
                </a:cxn>
                <a:cxn ang="0">
                  <a:pos x="61" y="108"/>
                </a:cxn>
                <a:cxn ang="0">
                  <a:pos x="144" y="108"/>
                </a:cxn>
                <a:cxn ang="0">
                  <a:pos x="130" y="54"/>
                </a:cxn>
                <a:cxn ang="0">
                  <a:pos x="150" y="84"/>
                </a:cxn>
              </a:cxnLst>
              <a:rect l="0" t="0" r="0" b="0"/>
              <a:pathLst>
                <a:path w="879" h="366">
                  <a:moveTo>
                    <a:pt x="150" y="84"/>
                  </a:moveTo>
                  <a:lnTo>
                    <a:pt x="169" y="130"/>
                  </a:lnTo>
                  <a:lnTo>
                    <a:pt x="197" y="218"/>
                  </a:lnTo>
                  <a:lnTo>
                    <a:pt x="224" y="269"/>
                  </a:lnTo>
                  <a:lnTo>
                    <a:pt x="261" y="289"/>
                  </a:lnTo>
                  <a:lnTo>
                    <a:pt x="346" y="314"/>
                  </a:lnTo>
                  <a:lnTo>
                    <a:pt x="406" y="324"/>
                  </a:lnTo>
                  <a:lnTo>
                    <a:pt x="438" y="341"/>
                  </a:lnTo>
                  <a:lnTo>
                    <a:pt x="487" y="347"/>
                  </a:lnTo>
                  <a:lnTo>
                    <a:pt x="508" y="330"/>
                  </a:lnTo>
                  <a:lnTo>
                    <a:pt x="546" y="341"/>
                  </a:lnTo>
                  <a:lnTo>
                    <a:pt x="604" y="338"/>
                  </a:lnTo>
                  <a:lnTo>
                    <a:pt x="624" y="324"/>
                  </a:lnTo>
                  <a:lnTo>
                    <a:pt x="669" y="307"/>
                  </a:lnTo>
                  <a:lnTo>
                    <a:pt x="736" y="285"/>
                  </a:lnTo>
                  <a:lnTo>
                    <a:pt x="770" y="257"/>
                  </a:lnTo>
                  <a:lnTo>
                    <a:pt x="782" y="222"/>
                  </a:lnTo>
                  <a:lnTo>
                    <a:pt x="775" y="54"/>
                  </a:lnTo>
                  <a:lnTo>
                    <a:pt x="800" y="80"/>
                  </a:lnTo>
                  <a:lnTo>
                    <a:pt x="865" y="68"/>
                  </a:lnTo>
                  <a:lnTo>
                    <a:pt x="826" y="11"/>
                  </a:lnTo>
                  <a:lnTo>
                    <a:pt x="755" y="4"/>
                  </a:lnTo>
                  <a:lnTo>
                    <a:pt x="833" y="0"/>
                  </a:lnTo>
                  <a:lnTo>
                    <a:pt x="878" y="34"/>
                  </a:lnTo>
                  <a:lnTo>
                    <a:pt x="876" y="74"/>
                  </a:lnTo>
                  <a:lnTo>
                    <a:pt x="800" y="113"/>
                  </a:lnTo>
                  <a:lnTo>
                    <a:pt x="793" y="252"/>
                  </a:lnTo>
                  <a:lnTo>
                    <a:pt x="748" y="306"/>
                  </a:lnTo>
                  <a:lnTo>
                    <a:pt x="613" y="347"/>
                  </a:lnTo>
                  <a:lnTo>
                    <a:pt x="508" y="365"/>
                  </a:lnTo>
                  <a:lnTo>
                    <a:pt x="425" y="341"/>
                  </a:lnTo>
                  <a:lnTo>
                    <a:pt x="344" y="334"/>
                  </a:lnTo>
                  <a:lnTo>
                    <a:pt x="265" y="307"/>
                  </a:lnTo>
                  <a:lnTo>
                    <a:pt x="224" y="279"/>
                  </a:lnTo>
                  <a:lnTo>
                    <a:pt x="182" y="222"/>
                  </a:lnTo>
                  <a:lnTo>
                    <a:pt x="150" y="116"/>
                  </a:lnTo>
                  <a:lnTo>
                    <a:pt x="101" y="129"/>
                  </a:lnTo>
                  <a:lnTo>
                    <a:pt x="47" y="110"/>
                  </a:lnTo>
                  <a:lnTo>
                    <a:pt x="0" y="58"/>
                  </a:lnTo>
                  <a:lnTo>
                    <a:pt x="13" y="27"/>
                  </a:lnTo>
                  <a:lnTo>
                    <a:pt x="47" y="14"/>
                  </a:lnTo>
                  <a:lnTo>
                    <a:pt x="52" y="20"/>
                  </a:lnTo>
                  <a:lnTo>
                    <a:pt x="22" y="31"/>
                  </a:lnTo>
                  <a:lnTo>
                    <a:pt x="13" y="54"/>
                  </a:lnTo>
                  <a:lnTo>
                    <a:pt x="61" y="108"/>
                  </a:lnTo>
                  <a:lnTo>
                    <a:pt x="144" y="108"/>
                  </a:lnTo>
                  <a:lnTo>
                    <a:pt x="130" y="54"/>
                  </a:lnTo>
                  <a:lnTo>
                    <a:pt x="150" y="84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7" name="Freeform 25"/>
            <p:cNvSpPr/>
            <p:nvPr/>
          </p:nvSpPr>
          <p:spPr>
            <a:xfrm>
              <a:off x="2066" y="651"/>
              <a:ext cx="147" cy="18"/>
            </a:xfrm>
            <a:custGeom>
              <a:avLst/>
              <a:gdLst/>
              <a:ahLst/>
              <a:cxnLst>
                <a:cxn ang="0">
                  <a:pos x="9" y="0"/>
                </a:cxn>
                <a:cxn ang="0">
                  <a:pos x="29" y="7"/>
                </a:cxn>
                <a:cxn ang="0">
                  <a:pos x="67" y="10"/>
                </a:cxn>
                <a:cxn ang="0">
                  <a:pos x="99" y="10"/>
                </a:cxn>
                <a:cxn ang="0">
                  <a:pos x="139" y="7"/>
                </a:cxn>
                <a:cxn ang="0">
                  <a:pos x="146" y="14"/>
                </a:cxn>
                <a:cxn ang="0">
                  <a:pos x="119" y="17"/>
                </a:cxn>
                <a:cxn ang="0">
                  <a:pos x="67" y="17"/>
                </a:cxn>
                <a:cxn ang="0">
                  <a:pos x="29" y="14"/>
                </a:cxn>
                <a:cxn ang="0">
                  <a:pos x="0" y="3"/>
                </a:cxn>
                <a:cxn ang="0">
                  <a:pos x="9" y="0"/>
                </a:cxn>
              </a:cxnLst>
              <a:rect l="0" t="0" r="0" b="0"/>
              <a:pathLst>
                <a:path w="147" h="18">
                  <a:moveTo>
                    <a:pt x="9" y="0"/>
                  </a:moveTo>
                  <a:lnTo>
                    <a:pt x="29" y="7"/>
                  </a:lnTo>
                  <a:lnTo>
                    <a:pt x="67" y="10"/>
                  </a:lnTo>
                  <a:lnTo>
                    <a:pt x="99" y="10"/>
                  </a:lnTo>
                  <a:lnTo>
                    <a:pt x="139" y="7"/>
                  </a:lnTo>
                  <a:lnTo>
                    <a:pt x="146" y="14"/>
                  </a:lnTo>
                  <a:lnTo>
                    <a:pt x="119" y="17"/>
                  </a:lnTo>
                  <a:lnTo>
                    <a:pt x="67" y="17"/>
                  </a:lnTo>
                  <a:lnTo>
                    <a:pt x="29" y="14"/>
                  </a:lnTo>
                  <a:lnTo>
                    <a:pt x="0" y="3"/>
                  </a:lnTo>
                  <a:lnTo>
                    <a:pt x="9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8" name="Freeform 26"/>
            <p:cNvSpPr/>
            <p:nvPr/>
          </p:nvSpPr>
          <p:spPr>
            <a:xfrm>
              <a:off x="1690" y="447"/>
              <a:ext cx="126" cy="26"/>
            </a:xfrm>
            <a:custGeom>
              <a:avLst/>
              <a:gdLst/>
              <a:ahLst/>
              <a:cxnLst>
                <a:cxn ang="0">
                  <a:pos x="123" y="15"/>
                </a:cxn>
                <a:cxn ang="0">
                  <a:pos x="84" y="3"/>
                </a:cxn>
                <a:cxn ang="0">
                  <a:pos x="39" y="0"/>
                </a:cxn>
                <a:cxn ang="0">
                  <a:pos x="2" y="0"/>
                </a:cxn>
                <a:cxn ang="0">
                  <a:pos x="0" y="8"/>
                </a:cxn>
                <a:cxn ang="0">
                  <a:pos x="46" y="8"/>
                </a:cxn>
                <a:cxn ang="0">
                  <a:pos x="89" y="13"/>
                </a:cxn>
                <a:cxn ang="0">
                  <a:pos x="125" y="25"/>
                </a:cxn>
                <a:cxn ang="0">
                  <a:pos x="123" y="15"/>
                </a:cxn>
              </a:cxnLst>
              <a:rect l="0" t="0" r="0" b="0"/>
              <a:pathLst>
                <a:path w="126" h="26">
                  <a:moveTo>
                    <a:pt x="123" y="15"/>
                  </a:moveTo>
                  <a:lnTo>
                    <a:pt x="84" y="3"/>
                  </a:lnTo>
                  <a:lnTo>
                    <a:pt x="39" y="0"/>
                  </a:lnTo>
                  <a:lnTo>
                    <a:pt x="2" y="0"/>
                  </a:lnTo>
                  <a:lnTo>
                    <a:pt x="0" y="8"/>
                  </a:lnTo>
                  <a:lnTo>
                    <a:pt x="46" y="8"/>
                  </a:lnTo>
                  <a:lnTo>
                    <a:pt x="89" y="13"/>
                  </a:lnTo>
                  <a:lnTo>
                    <a:pt x="125" y="25"/>
                  </a:lnTo>
                  <a:lnTo>
                    <a:pt x="123" y="15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9" name="Freeform 27"/>
            <p:cNvSpPr/>
            <p:nvPr/>
          </p:nvSpPr>
          <p:spPr>
            <a:xfrm>
              <a:off x="2454" y="416"/>
              <a:ext cx="66" cy="44"/>
            </a:xfrm>
            <a:custGeom>
              <a:avLst/>
              <a:gdLst/>
              <a:ahLst/>
              <a:cxnLst>
                <a:cxn ang="0">
                  <a:pos x="0" y="33"/>
                </a:cxn>
                <a:cxn ang="0">
                  <a:pos x="22" y="17"/>
                </a:cxn>
                <a:cxn ang="0">
                  <a:pos x="61" y="0"/>
                </a:cxn>
                <a:cxn ang="0">
                  <a:pos x="65" y="8"/>
                </a:cxn>
                <a:cxn ang="0">
                  <a:pos x="33" y="20"/>
                </a:cxn>
                <a:cxn ang="0">
                  <a:pos x="0" y="43"/>
                </a:cxn>
                <a:cxn ang="0">
                  <a:pos x="0" y="33"/>
                </a:cxn>
              </a:cxnLst>
              <a:rect l="0" t="0" r="0" b="0"/>
              <a:pathLst>
                <a:path w="66" h="44">
                  <a:moveTo>
                    <a:pt x="0" y="33"/>
                  </a:moveTo>
                  <a:lnTo>
                    <a:pt x="22" y="17"/>
                  </a:lnTo>
                  <a:lnTo>
                    <a:pt x="61" y="0"/>
                  </a:lnTo>
                  <a:lnTo>
                    <a:pt x="65" y="8"/>
                  </a:lnTo>
                  <a:lnTo>
                    <a:pt x="33" y="20"/>
                  </a:lnTo>
                  <a:lnTo>
                    <a:pt x="0" y="43"/>
                  </a:lnTo>
                  <a:lnTo>
                    <a:pt x="0" y="3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0" name="Freeform 28"/>
            <p:cNvSpPr/>
            <p:nvPr/>
          </p:nvSpPr>
          <p:spPr>
            <a:xfrm>
              <a:off x="1221" y="633"/>
              <a:ext cx="660" cy="477"/>
            </a:xfrm>
            <a:custGeom>
              <a:avLst/>
              <a:gdLst/>
              <a:ahLst/>
              <a:cxnLst>
                <a:cxn ang="0">
                  <a:pos x="645" y="0"/>
                </a:cxn>
                <a:cxn ang="0">
                  <a:pos x="468" y="32"/>
                </a:cxn>
                <a:cxn ang="0">
                  <a:pos x="274" y="101"/>
                </a:cxn>
                <a:cxn ang="0">
                  <a:pos x="158" y="119"/>
                </a:cxn>
                <a:cxn ang="0">
                  <a:pos x="139" y="158"/>
                </a:cxn>
                <a:cxn ang="0">
                  <a:pos x="97" y="166"/>
                </a:cxn>
                <a:cxn ang="0">
                  <a:pos x="47" y="239"/>
                </a:cxn>
                <a:cxn ang="0">
                  <a:pos x="81" y="303"/>
                </a:cxn>
                <a:cxn ang="0">
                  <a:pos x="50" y="342"/>
                </a:cxn>
                <a:cxn ang="0">
                  <a:pos x="74" y="366"/>
                </a:cxn>
                <a:cxn ang="0">
                  <a:pos x="0" y="443"/>
                </a:cxn>
                <a:cxn ang="0">
                  <a:pos x="18" y="457"/>
                </a:cxn>
                <a:cxn ang="0">
                  <a:pos x="43" y="450"/>
                </a:cxn>
                <a:cxn ang="0">
                  <a:pos x="31" y="438"/>
                </a:cxn>
                <a:cxn ang="0">
                  <a:pos x="104" y="358"/>
                </a:cxn>
                <a:cxn ang="0">
                  <a:pos x="277" y="362"/>
                </a:cxn>
                <a:cxn ang="0">
                  <a:pos x="463" y="453"/>
                </a:cxn>
                <a:cxn ang="0">
                  <a:pos x="202" y="445"/>
                </a:cxn>
                <a:cxn ang="0">
                  <a:pos x="279" y="450"/>
                </a:cxn>
                <a:cxn ang="0">
                  <a:pos x="355" y="476"/>
                </a:cxn>
                <a:cxn ang="0">
                  <a:pos x="547" y="466"/>
                </a:cxn>
                <a:cxn ang="0">
                  <a:pos x="659" y="466"/>
                </a:cxn>
                <a:cxn ang="0">
                  <a:pos x="544" y="457"/>
                </a:cxn>
                <a:cxn ang="0">
                  <a:pos x="544" y="406"/>
                </a:cxn>
                <a:cxn ang="0">
                  <a:pos x="412" y="261"/>
                </a:cxn>
                <a:cxn ang="0">
                  <a:pos x="297" y="209"/>
                </a:cxn>
                <a:cxn ang="0">
                  <a:pos x="407" y="270"/>
                </a:cxn>
                <a:cxn ang="0">
                  <a:pos x="477" y="371"/>
                </a:cxn>
                <a:cxn ang="0">
                  <a:pos x="477" y="443"/>
                </a:cxn>
                <a:cxn ang="0">
                  <a:pos x="277" y="350"/>
                </a:cxn>
                <a:cxn ang="0">
                  <a:pos x="191" y="335"/>
                </a:cxn>
                <a:cxn ang="0">
                  <a:pos x="94" y="298"/>
                </a:cxn>
                <a:cxn ang="0">
                  <a:pos x="67" y="247"/>
                </a:cxn>
                <a:cxn ang="0">
                  <a:pos x="97" y="218"/>
                </a:cxn>
                <a:cxn ang="0">
                  <a:pos x="97" y="178"/>
                </a:cxn>
                <a:cxn ang="0">
                  <a:pos x="144" y="164"/>
                </a:cxn>
                <a:cxn ang="0">
                  <a:pos x="202" y="178"/>
                </a:cxn>
                <a:cxn ang="0">
                  <a:pos x="171" y="145"/>
                </a:cxn>
                <a:cxn ang="0">
                  <a:pos x="191" y="118"/>
                </a:cxn>
                <a:cxn ang="0">
                  <a:pos x="279" y="106"/>
                </a:cxn>
                <a:cxn ang="0">
                  <a:pos x="479" y="32"/>
                </a:cxn>
                <a:cxn ang="0">
                  <a:pos x="645" y="0"/>
                </a:cxn>
              </a:cxnLst>
              <a:rect l="0" t="0" r="0" b="0"/>
              <a:pathLst>
                <a:path w="660" h="477">
                  <a:moveTo>
                    <a:pt x="645" y="0"/>
                  </a:moveTo>
                  <a:lnTo>
                    <a:pt x="468" y="32"/>
                  </a:lnTo>
                  <a:lnTo>
                    <a:pt x="274" y="101"/>
                  </a:lnTo>
                  <a:lnTo>
                    <a:pt x="158" y="119"/>
                  </a:lnTo>
                  <a:lnTo>
                    <a:pt x="139" y="158"/>
                  </a:lnTo>
                  <a:lnTo>
                    <a:pt x="97" y="166"/>
                  </a:lnTo>
                  <a:lnTo>
                    <a:pt x="47" y="239"/>
                  </a:lnTo>
                  <a:lnTo>
                    <a:pt x="81" y="303"/>
                  </a:lnTo>
                  <a:lnTo>
                    <a:pt x="50" y="342"/>
                  </a:lnTo>
                  <a:lnTo>
                    <a:pt x="74" y="366"/>
                  </a:lnTo>
                  <a:lnTo>
                    <a:pt x="0" y="443"/>
                  </a:lnTo>
                  <a:lnTo>
                    <a:pt x="18" y="457"/>
                  </a:lnTo>
                  <a:lnTo>
                    <a:pt x="43" y="450"/>
                  </a:lnTo>
                  <a:lnTo>
                    <a:pt x="31" y="438"/>
                  </a:lnTo>
                  <a:lnTo>
                    <a:pt x="104" y="358"/>
                  </a:lnTo>
                  <a:lnTo>
                    <a:pt x="277" y="362"/>
                  </a:lnTo>
                  <a:lnTo>
                    <a:pt x="463" y="453"/>
                  </a:lnTo>
                  <a:lnTo>
                    <a:pt x="202" y="445"/>
                  </a:lnTo>
                  <a:lnTo>
                    <a:pt x="279" y="450"/>
                  </a:lnTo>
                  <a:lnTo>
                    <a:pt x="355" y="476"/>
                  </a:lnTo>
                  <a:lnTo>
                    <a:pt x="547" y="466"/>
                  </a:lnTo>
                  <a:lnTo>
                    <a:pt x="659" y="466"/>
                  </a:lnTo>
                  <a:lnTo>
                    <a:pt x="544" y="457"/>
                  </a:lnTo>
                  <a:lnTo>
                    <a:pt x="544" y="406"/>
                  </a:lnTo>
                  <a:lnTo>
                    <a:pt x="412" y="261"/>
                  </a:lnTo>
                  <a:lnTo>
                    <a:pt x="297" y="209"/>
                  </a:lnTo>
                  <a:lnTo>
                    <a:pt x="407" y="270"/>
                  </a:lnTo>
                  <a:lnTo>
                    <a:pt x="477" y="371"/>
                  </a:lnTo>
                  <a:lnTo>
                    <a:pt x="477" y="443"/>
                  </a:lnTo>
                  <a:lnTo>
                    <a:pt x="277" y="350"/>
                  </a:lnTo>
                  <a:lnTo>
                    <a:pt x="191" y="335"/>
                  </a:lnTo>
                  <a:lnTo>
                    <a:pt x="94" y="298"/>
                  </a:lnTo>
                  <a:lnTo>
                    <a:pt x="67" y="247"/>
                  </a:lnTo>
                  <a:lnTo>
                    <a:pt x="97" y="218"/>
                  </a:lnTo>
                  <a:lnTo>
                    <a:pt x="97" y="178"/>
                  </a:lnTo>
                  <a:lnTo>
                    <a:pt x="144" y="164"/>
                  </a:lnTo>
                  <a:lnTo>
                    <a:pt x="202" y="178"/>
                  </a:lnTo>
                  <a:lnTo>
                    <a:pt x="171" y="145"/>
                  </a:lnTo>
                  <a:lnTo>
                    <a:pt x="191" y="118"/>
                  </a:lnTo>
                  <a:lnTo>
                    <a:pt x="279" y="106"/>
                  </a:lnTo>
                  <a:lnTo>
                    <a:pt x="479" y="32"/>
                  </a:lnTo>
                  <a:lnTo>
                    <a:pt x="645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1" name="Freeform 29"/>
            <p:cNvSpPr/>
            <p:nvPr/>
          </p:nvSpPr>
          <p:spPr>
            <a:xfrm>
              <a:off x="1200" y="1071"/>
              <a:ext cx="696" cy="259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22" y="43"/>
                </a:cxn>
                <a:cxn ang="0">
                  <a:pos x="22" y="99"/>
                </a:cxn>
                <a:cxn ang="0">
                  <a:pos x="140" y="192"/>
                </a:cxn>
                <a:cxn ang="0">
                  <a:pos x="393" y="175"/>
                </a:cxn>
                <a:cxn ang="0">
                  <a:pos x="506" y="223"/>
                </a:cxn>
                <a:cxn ang="0">
                  <a:pos x="598" y="220"/>
                </a:cxn>
                <a:cxn ang="0">
                  <a:pos x="609" y="127"/>
                </a:cxn>
                <a:cxn ang="0">
                  <a:pos x="695" y="35"/>
                </a:cxn>
                <a:cxn ang="0">
                  <a:pos x="643" y="114"/>
                </a:cxn>
                <a:cxn ang="0">
                  <a:pos x="643" y="192"/>
                </a:cxn>
                <a:cxn ang="0">
                  <a:pos x="672" y="258"/>
                </a:cxn>
                <a:cxn ang="0">
                  <a:pos x="499" y="251"/>
                </a:cxn>
                <a:cxn ang="0">
                  <a:pos x="337" y="233"/>
                </a:cxn>
                <a:cxn ang="0">
                  <a:pos x="158" y="233"/>
                </a:cxn>
                <a:cxn ang="0">
                  <a:pos x="79" y="183"/>
                </a:cxn>
                <a:cxn ang="0">
                  <a:pos x="0" y="94"/>
                </a:cxn>
                <a:cxn ang="0">
                  <a:pos x="4" y="28"/>
                </a:cxn>
                <a:cxn ang="0">
                  <a:pos x="115" y="0"/>
                </a:cxn>
              </a:cxnLst>
              <a:rect l="0" t="0" r="0" b="0"/>
              <a:pathLst>
                <a:path w="696" h="259">
                  <a:moveTo>
                    <a:pt x="115" y="0"/>
                  </a:moveTo>
                  <a:lnTo>
                    <a:pt x="22" y="43"/>
                  </a:lnTo>
                  <a:lnTo>
                    <a:pt x="22" y="99"/>
                  </a:lnTo>
                  <a:lnTo>
                    <a:pt x="140" y="192"/>
                  </a:lnTo>
                  <a:lnTo>
                    <a:pt x="393" y="175"/>
                  </a:lnTo>
                  <a:lnTo>
                    <a:pt x="506" y="223"/>
                  </a:lnTo>
                  <a:lnTo>
                    <a:pt x="598" y="220"/>
                  </a:lnTo>
                  <a:lnTo>
                    <a:pt x="609" y="127"/>
                  </a:lnTo>
                  <a:lnTo>
                    <a:pt x="695" y="35"/>
                  </a:lnTo>
                  <a:lnTo>
                    <a:pt x="643" y="114"/>
                  </a:lnTo>
                  <a:lnTo>
                    <a:pt x="643" y="192"/>
                  </a:lnTo>
                  <a:lnTo>
                    <a:pt x="672" y="258"/>
                  </a:lnTo>
                  <a:lnTo>
                    <a:pt x="499" y="251"/>
                  </a:lnTo>
                  <a:lnTo>
                    <a:pt x="337" y="233"/>
                  </a:lnTo>
                  <a:lnTo>
                    <a:pt x="158" y="233"/>
                  </a:lnTo>
                  <a:lnTo>
                    <a:pt x="79" y="183"/>
                  </a:lnTo>
                  <a:lnTo>
                    <a:pt x="0" y="94"/>
                  </a:lnTo>
                  <a:lnTo>
                    <a:pt x="4" y="28"/>
                  </a:lnTo>
                  <a:lnTo>
                    <a:pt x="115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2" name="Freeform 30"/>
            <p:cNvSpPr/>
            <p:nvPr/>
          </p:nvSpPr>
          <p:spPr>
            <a:xfrm>
              <a:off x="2414" y="905"/>
              <a:ext cx="131" cy="132"/>
            </a:xfrm>
            <a:custGeom>
              <a:avLst/>
              <a:gdLst/>
              <a:ahLst/>
              <a:cxnLst>
                <a:cxn ang="0">
                  <a:pos x="0" y="122"/>
                </a:cxn>
                <a:cxn ang="0">
                  <a:pos x="58" y="75"/>
                </a:cxn>
                <a:cxn ang="0">
                  <a:pos x="121" y="0"/>
                </a:cxn>
                <a:cxn ang="0">
                  <a:pos x="130" y="23"/>
                </a:cxn>
                <a:cxn ang="0">
                  <a:pos x="72" y="85"/>
                </a:cxn>
                <a:cxn ang="0">
                  <a:pos x="20" y="131"/>
                </a:cxn>
                <a:cxn ang="0">
                  <a:pos x="0" y="122"/>
                </a:cxn>
              </a:cxnLst>
              <a:rect l="0" t="0" r="0" b="0"/>
              <a:pathLst>
                <a:path w="131" h="132">
                  <a:moveTo>
                    <a:pt x="0" y="122"/>
                  </a:moveTo>
                  <a:lnTo>
                    <a:pt x="58" y="75"/>
                  </a:lnTo>
                  <a:lnTo>
                    <a:pt x="121" y="0"/>
                  </a:lnTo>
                  <a:lnTo>
                    <a:pt x="130" y="23"/>
                  </a:lnTo>
                  <a:lnTo>
                    <a:pt x="72" y="85"/>
                  </a:lnTo>
                  <a:lnTo>
                    <a:pt x="20" y="131"/>
                  </a:lnTo>
                  <a:lnTo>
                    <a:pt x="0" y="122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3" name="Freeform 31"/>
            <p:cNvSpPr/>
            <p:nvPr/>
          </p:nvSpPr>
          <p:spPr>
            <a:xfrm>
              <a:off x="1959" y="741"/>
              <a:ext cx="534" cy="348"/>
            </a:xfrm>
            <a:custGeom>
              <a:avLst/>
              <a:gdLst/>
              <a:ahLst/>
              <a:cxnLst>
                <a:cxn ang="0">
                  <a:pos x="533" y="347"/>
                </a:cxn>
                <a:cxn ang="0">
                  <a:pos x="477" y="279"/>
                </a:cxn>
                <a:cxn ang="0">
                  <a:pos x="261" y="215"/>
                </a:cxn>
                <a:cxn ang="0">
                  <a:pos x="142" y="150"/>
                </a:cxn>
                <a:cxn ang="0">
                  <a:pos x="38" y="61"/>
                </a:cxn>
                <a:cxn ang="0">
                  <a:pos x="0" y="0"/>
                </a:cxn>
                <a:cxn ang="0">
                  <a:pos x="47" y="93"/>
                </a:cxn>
                <a:cxn ang="0">
                  <a:pos x="180" y="199"/>
                </a:cxn>
                <a:cxn ang="0">
                  <a:pos x="353" y="272"/>
                </a:cxn>
                <a:cxn ang="0">
                  <a:pos x="470" y="312"/>
                </a:cxn>
                <a:cxn ang="0">
                  <a:pos x="499" y="342"/>
                </a:cxn>
                <a:cxn ang="0">
                  <a:pos x="533" y="347"/>
                </a:cxn>
              </a:cxnLst>
              <a:rect l="0" t="0" r="0" b="0"/>
              <a:pathLst>
                <a:path w="534" h="348">
                  <a:moveTo>
                    <a:pt x="533" y="347"/>
                  </a:moveTo>
                  <a:lnTo>
                    <a:pt x="477" y="279"/>
                  </a:lnTo>
                  <a:lnTo>
                    <a:pt x="261" y="215"/>
                  </a:lnTo>
                  <a:lnTo>
                    <a:pt x="142" y="150"/>
                  </a:lnTo>
                  <a:lnTo>
                    <a:pt x="38" y="61"/>
                  </a:lnTo>
                  <a:lnTo>
                    <a:pt x="0" y="0"/>
                  </a:lnTo>
                  <a:lnTo>
                    <a:pt x="47" y="93"/>
                  </a:lnTo>
                  <a:lnTo>
                    <a:pt x="180" y="199"/>
                  </a:lnTo>
                  <a:lnTo>
                    <a:pt x="353" y="272"/>
                  </a:lnTo>
                  <a:lnTo>
                    <a:pt x="470" y="312"/>
                  </a:lnTo>
                  <a:lnTo>
                    <a:pt x="499" y="342"/>
                  </a:lnTo>
                  <a:lnTo>
                    <a:pt x="533" y="347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4" name="Freeform 32"/>
            <p:cNvSpPr/>
            <p:nvPr/>
          </p:nvSpPr>
          <p:spPr>
            <a:xfrm>
              <a:off x="1888" y="961"/>
              <a:ext cx="169" cy="156"/>
            </a:xfrm>
            <a:custGeom>
              <a:avLst/>
              <a:gdLst/>
              <a:ahLst/>
              <a:cxnLst>
                <a:cxn ang="0">
                  <a:pos x="7" y="140"/>
                </a:cxn>
                <a:cxn ang="0">
                  <a:pos x="43" y="103"/>
                </a:cxn>
                <a:cxn ang="0">
                  <a:pos x="121" y="78"/>
                </a:cxn>
                <a:cxn ang="0">
                  <a:pos x="150" y="0"/>
                </a:cxn>
                <a:cxn ang="0">
                  <a:pos x="168" y="26"/>
                </a:cxn>
                <a:cxn ang="0">
                  <a:pos x="159" y="66"/>
                </a:cxn>
                <a:cxn ang="0">
                  <a:pos x="126" y="103"/>
                </a:cxn>
                <a:cxn ang="0">
                  <a:pos x="58" y="117"/>
                </a:cxn>
                <a:cxn ang="0">
                  <a:pos x="0" y="155"/>
                </a:cxn>
                <a:cxn ang="0">
                  <a:pos x="7" y="140"/>
                </a:cxn>
              </a:cxnLst>
              <a:rect l="0" t="0" r="0" b="0"/>
              <a:pathLst>
                <a:path w="169" h="156">
                  <a:moveTo>
                    <a:pt x="7" y="140"/>
                  </a:moveTo>
                  <a:lnTo>
                    <a:pt x="43" y="103"/>
                  </a:lnTo>
                  <a:lnTo>
                    <a:pt x="121" y="78"/>
                  </a:lnTo>
                  <a:lnTo>
                    <a:pt x="150" y="0"/>
                  </a:lnTo>
                  <a:lnTo>
                    <a:pt x="168" y="26"/>
                  </a:lnTo>
                  <a:lnTo>
                    <a:pt x="159" y="66"/>
                  </a:lnTo>
                  <a:lnTo>
                    <a:pt x="126" y="103"/>
                  </a:lnTo>
                  <a:lnTo>
                    <a:pt x="58" y="117"/>
                  </a:lnTo>
                  <a:lnTo>
                    <a:pt x="0" y="155"/>
                  </a:lnTo>
                  <a:lnTo>
                    <a:pt x="7" y="14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5" name="Freeform 33"/>
            <p:cNvSpPr/>
            <p:nvPr/>
          </p:nvSpPr>
          <p:spPr>
            <a:xfrm>
              <a:off x="1838" y="961"/>
              <a:ext cx="703" cy="348"/>
            </a:xfrm>
            <a:custGeom>
              <a:avLst/>
              <a:gdLst/>
              <a:ahLst/>
              <a:cxnLst>
                <a:cxn ang="0">
                  <a:pos x="234" y="0"/>
                </a:cxn>
                <a:cxn ang="0">
                  <a:pos x="301" y="23"/>
                </a:cxn>
                <a:cxn ang="0">
                  <a:pos x="311" y="58"/>
                </a:cxn>
                <a:cxn ang="0">
                  <a:pos x="304" y="82"/>
                </a:cxn>
                <a:cxn ang="0">
                  <a:pos x="277" y="108"/>
                </a:cxn>
                <a:cxn ang="0">
                  <a:pos x="277" y="127"/>
                </a:cxn>
                <a:cxn ang="0">
                  <a:pos x="311" y="133"/>
                </a:cxn>
                <a:cxn ang="0">
                  <a:pos x="396" y="133"/>
                </a:cxn>
                <a:cxn ang="0">
                  <a:pos x="596" y="124"/>
                </a:cxn>
                <a:cxn ang="0">
                  <a:pos x="625" y="122"/>
                </a:cxn>
                <a:cxn ang="0">
                  <a:pos x="680" y="131"/>
                </a:cxn>
                <a:cxn ang="0">
                  <a:pos x="702" y="153"/>
                </a:cxn>
                <a:cxn ang="0">
                  <a:pos x="702" y="185"/>
                </a:cxn>
                <a:cxn ang="0">
                  <a:pos x="659" y="199"/>
                </a:cxn>
                <a:cxn ang="0">
                  <a:pos x="500" y="199"/>
                </a:cxn>
                <a:cxn ang="0">
                  <a:pos x="396" y="209"/>
                </a:cxn>
                <a:cxn ang="0">
                  <a:pos x="410" y="232"/>
                </a:cxn>
                <a:cxn ang="0">
                  <a:pos x="396" y="258"/>
                </a:cxn>
                <a:cxn ang="0">
                  <a:pos x="382" y="267"/>
                </a:cxn>
                <a:cxn ang="0">
                  <a:pos x="382" y="297"/>
                </a:cxn>
                <a:cxn ang="0">
                  <a:pos x="335" y="312"/>
                </a:cxn>
                <a:cxn ang="0">
                  <a:pos x="324" y="330"/>
                </a:cxn>
                <a:cxn ang="0">
                  <a:pos x="247" y="344"/>
                </a:cxn>
                <a:cxn ang="0">
                  <a:pos x="115" y="347"/>
                </a:cxn>
                <a:cxn ang="0">
                  <a:pos x="0" y="324"/>
                </a:cxn>
                <a:cxn ang="0">
                  <a:pos x="133" y="335"/>
                </a:cxn>
                <a:cxn ang="0">
                  <a:pos x="243" y="335"/>
                </a:cxn>
                <a:cxn ang="0">
                  <a:pos x="284" y="324"/>
                </a:cxn>
                <a:cxn ang="0">
                  <a:pos x="293" y="302"/>
                </a:cxn>
                <a:cxn ang="0">
                  <a:pos x="328" y="293"/>
                </a:cxn>
                <a:cxn ang="0">
                  <a:pos x="331" y="258"/>
                </a:cxn>
                <a:cxn ang="0">
                  <a:pos x="346" y="234"/>
                </a:cxn>
                <a:cxn ang="0">
                  <a:pos x="338" y="209"/>
                </a:cxn>
                <a:cxn ang="0">
                  <a:pos x="475" y="192"/>
                </a:cxn>
                <a:cxn ang="0">
                  <a:pos x="648" y="190"/>
                </a:cxn>
                <a:cxn ang="0">
                  <a:pos x="673" y="176"/>
                </a:cxn>
                <a:cxn ang="0">
                  <a:pos x="670" y="142"/>
                </a:cxn>
                <a:cxn ang="0">
                  <a:pos x="634" y="135"/>
                </a:cxn>
                <a:cxn ang="0">
                  <a:pos x="576" y="133"/>
                </a:cxn>
                <a:cxn ang="0">
                  <a:pos x="396" y="140"/>
                </a:cxn>
                <a:cxn ang="0">
                  <a:pos x="301" y="140"/>
                </a:cxn>
                <a:cxn ang="0">
                  <a:pos x="248" y="131"/>
                </a:cxn>
                <a:cxn ang="0">
                  <a:pos x="274" y="103"/>
                </a:cxn>
                <a:cxn ang="0">
                  <a:pos x="293" y="58"/>
                </a:cxn>
                <a:cxn ang="0">
                  <a:pos x="284" y="26"/>
                </a:cxn>
                <a:cxn ang="0">
                  <a:pos x="234" y="0"/>
                </a:cxn>
              </a:cxnLst>
              <a:rect l="0" t="0" r="0" b="0"/>
              <a:pathLst>
                <a:path w="703" h="348">
                  <a:moveTo>
                    <a:pt x="234" y="0"/>
                  </a:moveTo>
                  <a:lnTo>
                    <a:pt x="301" y="23"/>
                  </a:lnTo>
                  <a:lnTo>
                    <a:pt x="311" y="58"/>
                  </a:lnTo>
                  <a:lnTo>
                    <a:pt x="304" y="82"/>
                  </a:lnTo>
                  <a:lnTo>
                    <a:pt x="277" y="108"/>
                  </a:lnTo>
                  <a:lnTo>
                    <a:pt x="277" y="127"/>
                  </a:lnTo>
                  <a:lnTo>
                    <a:pt x="311" y="133"/>
                  </a:lnTo>
                  <a:lnTo>
                    <a:pt x="396" y="133"/>
                  </a:lnTo>
                  <a:lnTo>
                    <a:pt x="596" y="124"/>
                  </a:lnTo>
                  <a:lnTo>
                    <a:pt x="625" y="122"/>
                  </a:lnTo>
                  <a:lnTo>
                    <a:pt x="680" y="131"/>
                  </a:lnTo>
                  <a:lnTo>
                    <a:pt x="702" y="153"/>
                  </a:lnTo>
                  <a:lnTo>
                    <a:pt x="702" y="185"/>
                  </a:lnTo>
                  <a:lnTo>
                    <a:pt x="659" y="199"/>
                  </a:lnTo>
                  <a:lnTo>
                    <a:pt x="500" y="199"/>
                  </a:lnTo>
                  <a:lnTo>
                    <a:pt x="396" y="209"/>
                  </a:lnTo>
                  <a:lnTo>
                    <a:pt x="410" y="232"/>
                  </a:lnTo>
                  <a:lnTo>
                    <a:pt x="396" y="258"/>
                  </a:lnTo>
                  <a:lnTo>
                    <a:pt x="382" y="267"/>
                  </a:lnTo>
                  <a:lnTo>
                    <a:pt x="382" y="297"/>
                  </a:lnTo>
                  <a:lnTo>
                    <a:pt x="335" y="312"/>
                  </a:lnTo>
                  <a:lnTo>
                    <a:pt x="324" y="330"/>
                  </a:lnTo>
                  <a:lnTo>
                    <a:pt x="247" y="344"/>
                  </a:lnTo>
                  <a:lnTo>
                    <a:pt x="115" y="347"/>
                  </a:lnTo>
                  <a:lnTo>
                    <a:pt x="0" y="324"/>
                  </a:lnTo>
                  <a:lnTo>
                    <a:pt x="133" y="335"/>
                  </a:lnTo>
                  <a:lnTo>
                    <a:pt x="243" y="335"/>
                  </a:lnTo>
                  <a:lnTo>
                    <a:pt x="284" y="324"/>
                  </a:lnTo>
                  <a:lnTo>
                    <a:pt x="293" y="302"/>
                  </a:lnTo>
                  <a:lnTo>
                    <a:pt x="328" y="293"/>
                  </a:lnTo>
                  <a:lnTo>
                    <a:pt x="331" y="258"/>
                  </a:lnTo>
                  <a:lnTo>
                    <a:pt x="346" y="234"/>
                  </a:lnTo>
                  <a:lnTo>
                    <a:pt x="338" y="209"/>
                  </a:lnTo>
                  <a:lnTo>
                    <a:pt x="475" y="192"/>
                  </a:lnTo>
                  <a:lnTo>
                    <a:pt x="648" y="190"/>
                  </a:lnTo>
                  <a:lnTo>
                    <a:pt x="673" y="176"/>
                  </a:lnTo>
                  <a:lnTo>
                    <a:pt x="670" y="142"/>
                  </a:lnTo>
                  <a:lnTo>
                    <a:pt x="634" y="135"/>
                  </a:lnTo>
                  <a:lnTo>
                    <a:pt x="576" y="133"/>
                  </a:lnTo>
                  <a:lnTo>
                    <a:pt x="396" y="140"/>
                  </a:lnTo>
                  <a:lnTo>
                    <a:pt x="301" y="140"/>
                  </a:lnTo>
                  <a:lnTo>
                    <a:pt x="248" y="131"/>
                  </a:lnTo>
                  <a:lnTo>
                    <a:pt x="274" y="103"/>
                  </a:lnTo>
                  <a:lnTo>
                    <a:pt x="293" y="58"/>
                  </a:lnTo>
                  <a:lnTo>
                    <a:pt x="284" y="26"/>
                  </a:lnTo>
                  <a:lnTo>
                    <a:pt x="234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6" name="Freeform 34"/>
            <p:cNvSpPr/>
            <p:nvPr/>
          </p:nvSpPr>
          <p:spPr>
            <a:xfrm>
              <a:off x="1849" y="713"/>
              <a:ext cx="97" cy="106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0" y="58"/>
                </a:cxn>
                <a:cxn ang="0">
                  <a:pos x="14" y="92"/>
                </a:cxn>
                <a:cxn ang="0">
                  <a:pos x="39" y="89"/>
                </a:cxn>
                <a:cxn ang="0">
                  <a:pos x="41" y="105"/>
                </a:cxn>
                <a:cxn ang="0">
                  <a:pos x="96" y="83"/>
                </a:cxn>
                <a:cxn ang="0">
                  <a:pos x="46" y="83"/>
                </a:cxn>
                <a:cxn ang="0">
                  <a:pos x="18" y="84"/>
                </a:cxn>
                <a:cxn ang="0">
                  <a:pos x="9" y="63"/>
                </a:cxn>
                <a:cxn ang="0">
                  <a:pos x="9" y="35"/>
                </a:cxn>
                <a:cxn ang="0">
                  <a:pos x="4" y="0"/>
                </a:cxn>
              </a:cxnLst>
              <a:rect l="0" t="0" r="0" b="0"/>
              <a:pathLst>
                <a:path w="97" h="106">
                  <a:moveTo>
                    <a:pt x="4" y="0"/>
                  </a:moveTo>
                  <a:lnTo>
                    <a:pt x="0" y="58"/>
                  </a:lnTo>
                  <a:lnTo>
                    <a:pt x="14" y="92"/>
                  </a:lnTo>
                  <a:lnTo>
                    <a:pt x="39" y="89"/>
                  </a:lnTo>
                  <a:lnTo>
                    <a:pt x="41" y="105"/>
                  </a:lnTo>
                  <a:lnTo>
                    <a:pt x="96" y="83"/>
                  </a:lnTo>
                  <a:lnTo>
                    <a:pt x="46" y="83"/>
                  </a:lnTo>
                  <a:lnTo>
                    <a:pt x="18" y="84"/>
                  </a:lnTo>
                  <a:lnTo>
                    <a:pt x="9" y="63"/>
                  </a:lnTo>
                  <a:lnTo>
                    <a:pt x="9" y="35"/>
                  </a:lnTo>
                  <a:lnTo>
                    <a:pt x="4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7" name="Freeform 35"/>
            <p:cNvSpPr/>
            <p:nvPr/>
          </p:nvSpPr>
          <p:spPr>
            <a:xfrm>
              <a:off x="1924" y="854"/>
              <a:ext cx="540" cy="230"/>
            </a:xfrm>
            <a:custGeom>
              <a:avLst/>
              <a:gdLst/>
              <a:ahLst/>
              <a:cxnLst>
                <a:cxn ang="0">
                  <a:pos x="11" y="0"/>
                </a:cxn>
                <a:cxn ang="0">
                  <a:pos x="0" y="8"/>
                </a:cxn>
                <a:cxn ang="0">
                  <a:pos x="63" y="61"/>
                </a:cxn>
                <a:cxn ang="0">
                  <a:pos x="148" y="101"/>
                </a:cxn>
                <a:cxn ang="0">
                  <a:pos x="252" y="152"/>
                </a:cxn>
                <a:cxn ang="0">
                  <a:pos x="442" y="197"/>
                </a:cxn>
                <a:cxn ang="0">
                  <a:pos x="505" y="211"/>
                </a:cxn>
                <a:cxn ang="0">
                  <a:pos x="539" y="229"/>
                </a:cxn>
                <a:cxn ang="0">
                  <a:pos x="512" y="206"/>
                </a:cxn>
                <a:cxn ang="0">
                  <a:pos x="310" y="157"/>
                </a:cxn>
                <a:cxn ang="0">
                  <a:pos x="209" y="117"/>
                </a:cxn>
                <a:cxn ang="0">
                  <a:pos x="90" y="54"/>
                </a:cxn>
                <a:cxn ang="0">
                  <a:pos x="27" y="8"/>
                </a:cxn>
                <a:cxn ang="0">
                  <a:pos x="11" y="0"/>
                </a:cxn>
              </a:cxnLst>
              <a:rect l="0" t="0" r="0" b="0"/>
              <a:pathLst>
                <a:path w="540" h="230">
                  <a:moveTo>
                    <a:pt x="11" y="0"/>
                  </a:moveTo>
                  <a:lnTo>
                    <a:pt x="0" y="8"/>
                  </a:lnTo>
                  <a:lnTo>
                    <a:pt x="63" y="61"/>
                  </a:lnTo>
                  <a:lnTo>
                    <a:pt x="148" y="101"/>
                  </a:lnTo>
                  <a:lnTo>
                    <a:pt x="252" y="152"/>
                  </a:lnTo>
                  <a:lnTo>
                    <a:pt x="442" y="197"/>
                  </a:lnTo>
                  <a:lnTo>
                    <a:pt x="505" y="211"/>
                  </a:lnTo>
                  <a:lnTo>
                    <a:pt x="539" y="229"/>
                  </a:lnTo>
                  <a:lnTo>
                    <a:pt x="512" y="206"/>
                  </a:lnTo>
                  <a:lnTo>
                    <a:pt x="310" y="157"/>
                  </a:lnTo>
                  <a:lnTo>
                    <a:pt x="209" y="117"/>
                  </a:lnTo>
                  <a:lnTo>
                    <a:pt x="90" y="54"/>
                  </a:lnTo>
                  <a:lnTo>
                    <a:pt x="27" y="8"/>
                  </a:lnTo>
                  <a:lnTo>
                    <a:pt x="11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8" name="Freeform 36"/>
            <p:cNvSpPr/>
            <p:nvPr/>
          </p:nvSpPr>
          <p:spPr>
            <a:xfrm>
              <a:off x="2111" y="741"/>
              <a:ext cx="369" cy="108"/>
            </a:xfrm>
            <a:custGeom>
              <a:avLst/>
              <a:gdLst/>
              <a:ahLst/>
              <a:cxnLst>
                <a:cxn ang="0">
                  <a:pos x="0" y="107"/>
                </a:cxn>
                <a:cxn ang="0">
                  <a:pos x="54" y="13"/>
                </a:cxn>
                <a:cxn ang="0">
                  <a:pos x="188" y="0"/>
                </a:cxn>
                <a:cxn ang="0">
                  <a:pos x="303" y="23"/>
                </a:cxn>
                <a:cxn ang="0">
                  <a:pos x="368" y="68"/>
                </a:cxn>
                <a:cxn ang="0">
                  <a:pos x="260" y="23"/>
                </a:cxn>
                <a:cxn ang="0">
                  <a:pos x="220" y="87"/>
                </a:cxn>
                <a:cxn ang="0">
                  <a:pos x="220" y="13"/>
                </a:cxn>
                <a:cxn ang="0">
                  <a:pos x="162" y="11"/>
                </a:cxn>
                <a:cxn ang="0">
                  <a:pos x="90" y="20"/>
                </a:cxn>
                <a:cxn ang="0">
                  <a:pos x="157" y="87"/>
                </a:cxn>
                <a:cxn ang="0">
                  <a:pos x="61" y="33"/>
                </a:cxn>
                <a:cxn ang="0">
                  <a:pos x="0" y="107"/>
                </a:cxn>
              </a:cxnLst>
              <a:rect l="0" t="0" r="0" b="0"/>
              <a:pathLst>
                <a:path w="369" h="108">
                  <a:moveTo>
                    <a:pt x="0" y="107"/>
                  </a:moveTo>
                  <a:lnTo>
                    <a:pt x="54" y="13"/>
                  </a:lnTo>
                  <a:lnTo>
                    <a:pt x="188" y="0"/>
                  </a:lnTo>
                  <a:lnTo>
                    <a:pt x="303" y="23"/>
                  </a:lnTo>
                  <a:lnTo>
                    <a:pt x="368" y="68"/>
                  </a:lnTo>
                  <a:lnTo>
                    <a:pt x="260" y="23"/>
                  </a:lnTo>
                  <a:lnTo>
                    <a:pt x="220" y="87"/>
                  </a:lnTo>
                  <a:lnTo>
                    <a:pt x="220" y="13"/>
                  </a:lnTo>
                  <a:lnTo>
                    <a:pt x="162" y="11"/>
                  </a:lnTo>
                  <a:lnTo>
                    <a:pt x="90" y="20"/>
                  </a:lnTo>
                  <a:lnTo>
                    <a:pt x="157" y="87"/>
                  </a:lnTo>
                  <a:lnTo>
                    <a:pt x="61" y="33"/>
                  </a:lnTo>
                  <a:lnTo>
                    <a:pt x="0" y="107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9" name="Freeform 37"/>
            <p:cNvSpPr/>
            <p:nvPr/>
          </p:nvSpPr>
          <p:spPr>
            <a:xfrm>
              <a:off x="2292" y="828"/>
              <a:ext cx="196" cy="172"/>
            </a:xfrm>
            <a:custGeom>
              <a:avLst/>
              <a:gdLst/>
              <a:ahLst/>
              <a:cxnLst>
                <a:cxn ang="0">
                  <a:pos x="40" y="0"/>
                </a:cxn>
                <a:cxn ang="0">
                  <a:pos x="0" y="0"/>
                </a:cxn>
                <a:cxn ang="0">
                  <a:pos x="0" y="153"/>
                </a:cxn>
                <a:cxn ang="0">
                  <a:pos x="47" y="171"/>
                </a:cxn>
                <a:cxn ang="0">
                  <a:pos x="43" y="138"/>
                </a:cxn>
                <a:cxn ang="0">
                  <a:pos x="16" y="84"/>
                </a:cxn>
                <a:cxn ang="0">
                  <a:pos x="40" y="11"/>
                </a:cxn>
                <a:cxn ang="0">
                  <a:pos x="188" y="155"/>
                </a:cxn>
                <a:cxn ang="0">
                  <a:pos x="195" y="140"/>
                </a:cxn>
                <a:cxn ang="0">
                  <a:pos x="51" y="4"/>
                </a:cxn>
                <a:cxn ang="0">
                  <a:pos x="40" y="0"/>
                </a:cxn>
              </a:cxnLst>
              <a:rect l="0" t="0" r="0" b="0"/>
              <a:pathLst>
                <a:path w="196" h="172">
                  <a:moveTo>
                    <a:pt x="40" y="0"/>
                  </a:moveTo>
                  <a:lnTo>
                    <a:pt x="0" y="0"/>
                  </a:lnTo>
                  <a:lnTo>
                    <a:pt x="0" y="153"/>
                  </a:lnTo>
                  <a:lnTo>
                    <a:pt x="47" y="171"/>
                  </a:lnTo>
                  <a:lnTo>
                    <a:pt x="43" y="138"/>
                  </a:lnTo>
                  <a:lnTo>
                    <a:pt x="16" y="84"/>
                  </a:lnTo>
                  <a:lnTo>
                    <a:pt x="40" y="11"/>
                  </a:lnTo>
                  <a:lnTo>
                    <a:pt x="188" y="155"/>
                  </a:lnTo>
                  <a:lnTo>
                    <a:pt x="195" y="140"/>
                  </a:lnTo>
                  <a:lnTo>
                    <a:pt x="51" y="4"/>
                  </a:lnTo>
                  <a:lnTo>
                    <a:pt x="40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0" name="Freeform 38"/>
            <p:cNvSpPr/>
            <p:nvPr/>
          </p:nvSpPr>
          <p:spPr>
            <a:xfrm>
              <a:off x="2492" y="1152"/>
              <a:ext cx="53" cy="107"/>
            </a:xfrm>
            <a:custGeom>
              <a:avLst/>
              <a:gdLst/>
              <a:ahLst/>
              <a:cxnLst>
                <a:cxn ang="0">
                  <a:pos x="18" y="0"/>
                </a:cxn>
                <a:cxn ang="0">
                  <a:pos x="52" y="64"/>
                </a:cxn>
                <a:cxn ang="0">
                  <a:pos x="52" y="106"/>
                </a:cxn>
                <a:cxn ang="0">
                  <a:pos x="0" y="6"/>
                </a:cxn>
                <a:cxn ang="0">
                  <a:pos x="18" y="0"/>
                </a:cxn>
              </a:cxnLst>
              <a:rect l="0" t="0" r="0" b="0"/>
              <a:pathLst>
                <a:path w="53" h="107">
                  <a:moveTo>
                    <a:pt x="18" y="0"/>
                  </a:moveTo>
                  <a:lnTo>
                    <a:pt x="52" y="64"/>
                  </a:lnTo>
                  <a:lnTo>
                    <a:pt x="52" y="106"/>
                  </a:lnTo>
                  <a:lnTo>
                    <a:pt x="0" y="6"/>
                  </a:lnTo>
                  <a:lnTo>
                    <a:pt x="18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1" name="Freeform 39"/>
            <p:cNvSpPr/>
            <p:nvPr/>
          </p:nvSpPr>
          <p:spPr>
            <a:xfrm>
              <a:off x="1625" y="1307"/>
              <a:ext cx="848" cy="290"/>
            </a:xfrm>
            <a:custGeom>
              <a:avLst/>
              <a:gdLst/>
              <a:ahLst/>
              <a:cxnLst>
                <a:cxn ang="0">
                  <a:pos x="74" y="12"/>
                </a:cxn>
                <a:cxn ang="0">
                  <a:pos x="65" y="82"/>
                </a:cxn>
                <a:cxn ang="0">
                  <a:pos x="0" y="157"/>
                </a:cxn>
                <a:cxn ang="0">
                  <a:pos x="74" y="198"/>
                </a:cxn>
                <a:cxn ang="0">
                  <a:pos x="254" y="219"/>
                </a:cxn>
                <a:cxn ang="0">
                  <a:pos x="249" y="289"/>
                </a:cxn>
                <a:cxn ang="0">
                  <a:pos x="278" y="248"/>
                </a:cxn>
                <a:cxn ang="0">
                  <a:pos x="283" y="216"/>
                </a:cxn>
                <a:cxn ang="0">
                  <a:pos x="732" y="164"/>
                </a:cxn>
                <a:cxn ang="0">
                  <a:pos x="847" y="108"/>
                </a:cxn>
                <a:cxn ang="0">
                  <a:pos x="710" y="161"/>
                </a:cxn>
                <a:cxn ang="0">
                  <a:pos x="371" y="189"/>
                </a:cxn>
                <a:cxn ang="0">
                  <a:pos x="97" y="189"/>
                </a:cxn>
                <a:cxn ang="0">
                  <a:pos x="25" y="155"/>
                </a:cxn>
                <a:cxn ang="0">
                  <a:pos x="81" y="82"/>
                </a:cxn>
                <a:cxn ang="0">
                  <a:pos x="92" y="0"/>
                </a:cxn>
                <a:cxn ang="0">
                  <a:pos x="74" y="12"/>
                </a:cxn>
              </a:cxnLst>
              <a:rect l="0" t="0" r="0" b="0"/>
              <a:pathLst>
                <a:path w="848" h="290">
                  <a:moveTo>
                    <a:pt x="74" y="12"/>
                  </a:moveTo>
                  <a:lnTo>
                    <a:pt x="65" y="82"/>
                  </a:lnTo>
                  <a:lnTo>
                    <a:pt x="0" y="157"/>
                  </a:lnTo>
                  <a:lnTo>
                    <a:pt x="74" y="198"/>
                  </a:lnTo>
                  <a:lnTo>
                    <a:pt x="254" y="219"/>
                  </a:lnTo>
                  <a:lnTo>
                    <a:pt x="249" y="289"/>
                  </a:lnTo>
                  <a:lnTo>
                    <a:pt x="278" y="248"/>
                  </a:lnTo>
                  <a:lnTo>
                    <a:pt x="283" y="216"/>
                  </a:lnTo>
                  <a:lnTo>
                    <a:pt x="732" y="164"/>
                  </a:lnTo>
                  <a:lnTo>
                    <a:pt x="847" y="108"/>
                  </a:lnTo>
                  <a:lnTo>
                    <a:pt x="710" y="161"/>
                  </a:lnTo>
                  <a:lnTo>
                    <a:pt x="371" y="189"/>
                  </a:lnTo>
                  <a:lnTo>
                    <a:pt x="97" y="189"/>
                  </a:lnTo>
                  <a:lnTo>
                    <a:pt x="25" y="155"/>
                  </a:lnTo>
                  <a:lnTo>
                    <a:pt x="81" y="82"/>
                  </a:lnTo>
                  <a:lnTo>
                    <a:pt x="92" y="0"/>
                  </a:lnTo>
                  <a:lnTo>
                    <a:pt x="74" y="12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2" name="Freeform 40"/>
            <p:cNvSpPr/>
            <p:nvPr/>
          </p:nvSpPr>
          <p:spPr>
            <a:xfrm>
              <a:off x="2508" y="441"/>
              <a:ext cx="900" cy="198"/>
            </a:xfrm>
            <a:custGeom>
              <a:avLst/>
              <a:gdLst/>
              <a:ahLst/>
              <a:cxnLst>
                <a:cxn ang="0">
                  <a:pos x="731" y="47"/>
                </a:cxn>
                <a:cxn ang="0">
                  <a:pos x="584" y="53"/>
                </a:cxn>
                <a:cxn ang="0">
                  <a:pos x="344" y="82"/>
                </a:cxn>
                <a:cxn ang="0">
                  <a:pos x="159" y="109"/>
                </a:cxn>
                <a:cxn ang="0">
                  <a:pos x="72" y="121"/>
                </a:cxn>
                <a:cxn ang="0">
                  <a:pos x="20" y="126"/>
                </a:cxn>
                <a:cxn ang="0">
                  <a:pos x="0" y="149"/>
                </a:cxn>
                <a:cxn ang="0">
                  <a:pos x="4" y="179"/>
                </a:cxn>
                <a:cxn ang="0">
                  <a:pos x="34" y="197"/>
                </a:cxn>
                <a:cxn ang="0">
                  <a:pos x="11" y="174"/>
                </a:cxn>
                <a:cxn ang="0">
                  <a:pos x="20" y="144"/>
                </a:cxn>
                <a:cxn ang="0">
                  <a:pos x="67" y="129"/>
                </a:cxn>
                <a:cxn ang="0">
                  <a:pos x="108" y="140"/>
                </a:cxn>
                <a:cxn ang="0">
                  <a:pos x="128" y="165"/>
                </a:cxn>
                <a:cxn ang="0">
                  <a:pos x="108" y="185"/>
                </a:cxn>
                <a:cxn ang="0">
                  <a:pos x="72" y="182"/>
                </a:cxn>
                <a:cxn ang="0">
                  <a:pos x="49" y="168"/>
                </a:cxn>
                <a:cxn ang="0">
                  <a:pos x="56" y="190"/>
                </a:cxn>
                <a:cxn ang="0">
                  <a:pos x="90" y="197"/>
                </a:cxn>
                <a:cxn ang="0">
                  <a:pos x="148" y="197"/>
                </a:cxn>
                <a:cxn ang="0">
                  <a:pos x="209" y="194"/>
                </a:cxn>
                <a:cxn ang="0">
                  <a:pos x="313" y="162"/>
                </a:cxn>
                <a:cxn ang="0">
                  <a:pos x="447" y="129"/>
                </a:cxn>
                <a:cxn ang="0">
                  <a:pos x="569" y="105"/>
                </a:cxn>
                <a:cxn ang="0">
                  <a:pos x="710" y="87"/>
                </a:cxn>
                <a:cxn ang="0">
                  <a:pos x="699" y="118"/>
                </a:cxn>
                <a:cxn ang="0">
                  <a:pos x="735" y="147"/>
                </a:cxn>
                <a:cxn ang="0">
                  <a:pos x="798" y="157"/>
                </a:cxn>
                <a:cxn ang="0">
                  <a:pos x="872" y="135"/>
                </a:cxn>
                <a:cxn ang="0">
                  <a:pos x="899" y="80"/>
                </a:cxn>
                <a:cxn ang="0">
                  <a:pos x="881" y="37"/>
                </a:cxn>
                <a:cxn ang="0">
                  <a:pos x="791" y="0"/>
                </a:cxn>
                <a:cxn ang="0">
                  <a:pos x="721" y="5"/>
                </a:cxn>
                <a:cxn ang="0">
                  <a:pos x="670" y="31"/>
                </a:cxn>
                <a:cxn ang="0">
                  <a:pos x="731" y="12"/>
                </a:cxn>
                <a:cxn ang="0">
                  <a:pos x="784" y="7"/>
                </a:cxn>
                <a:cxn ang="0">
                  <a:pos x="868" y="45"/>
                </a:cxn>
                <a:cxn ang="0">
                  <a:pos x="885" y="77"/>
                </a:cxn>
                <a:cxn ang="0">
                  <a:pos x="850" y="133"/>
                </a:cxn>
                <a:cxn ang="0">
                  <a:pos x="787" y="149"/>
                </a:cxn>
                <a:cxn ang="0">
                  <a:pos x="739" y="140"/>
                </a:cxn>
                <a:cxn ang="0">
                  <a:pos x="713" y="116"/>
                </a:cxn>
                <a:cxn ang="0">
                  <a:pos x="728" y="60"/>
                </a:cxn>
                <a:cxn ang="0">
                  <a:pos x="704" y="82"/>
                </a:cxn>
                <a:cxn ang="0">
                  <a:pos x="504" y="107"/>
                </a:cxn>
                <a:cxn ang="0">
                  <a:pos x="294" y="157"/>
                </a:cxn>
                <a:cxn ang="0">
                  <a:pos x="180" y="189"/>
                </a:cxn>
                <a:cxn ang="0">
                  <a:pos x="123" y="189"/>
                </a:cxn>
                <a:cxn ang="0">
                  <a:pos x="144" y="167"/>
                </a:cxn>
                <a:cxn ang="0">
                  <a:pos x="137" y="137"/>
                </a:cxn>
                <a:cxn ang="0">
                  <a:pos x="101" y="125"/>
                </a:cxn>
                <a:cxn ang="0">
                  <a:pos x="393" y="82"/>
                </a:cxn>
                <a:cxn ang="0">
                  <a:pos x="613" y="55"/>
                </a:cxn>
                <a:cxn ang="0">
                  <a:pos x="731" y="47"/>
                </a:cxn>
              </a:cxnLst>
              <a:rect l="0" t="0" r="0" b="0"/>
              <a:pathLst>
                <a:path w="900" h="198">
                  <a:moveTo>
                    <a:pt x="731" y="47"/>
                  </a:moveTo>
                  <a:lnTo>
                    <a:pt x="584" y="53"/>
                  </a:lnTo>
                  <a:lnTo>
                    <a:pt x="344" y="82"/>
                  </a:lnTo>
                  <a:lnTo>
                    <a:pt x="159" y="109"/>
                  </a:lnTo>
                  <a:lnTo>
                    <a:pt x="72" y="121"/>
                  </a:lnTo>
                  <a:lnTo>
                    <a:pt x="20" y="126"/>
                  </a:lnTo>
                  <a:lnTo>
                    <a:pt x="0" y="149"/>
                  </a:lnTo>
                  <a:lnTo>
                    <a:pt x="4" y="179"/>
                  </a:lnTo>
                  <a:lnTo>
                    <a:pt x="34" y="197"/>
                  </a:lnTo>
                  <a:lnTo>
                    <a:pt x="11" y="174"/>
                  </a:lnTo>
                  <a:lnTo>
                    <a:pt x="20" y="144"/>
                  </a:lnTo>
                  <a:lnTo>
                    <a:pt x="67" y="129"/>
                  </a:lnTo>
                  <a:lnTo>
                    <a:pt x="108" y="140"/>
                  </a:lnTo>
                  <a:lnTo>
                    <a:pt x="128" y="165"/>
                  </a:lnTo>
                  <a:lnTo>
                    <a:pt x="108" y="185"/>
                  </a:lnTo>
                  <a:lnTo>
                    <a:pt x="72" y="182"/>
                  </a:lnTo>
                  <a:lnTo>
                    <a:pt x="49" y="168"/>
                  </a:lnTo>
                  <a:lnTo>
                    <a:pt x="56" y="190"/>
                  </a:lnTo>
                  <a:lnTo>
                    <a:pt x="90" y="197"/>
                  </a:lnTo>
                  <a:lnTo>
                    <a:pt x="148" y="197"/>
                  </a:lnTo>
                  <a:lnTo>
                    <a:pt x="209" y="194"/>
                  </a:lnTo>
                  <a:lnTo>
                    <a:pt x="313" y="162"/>
                  </a:lnTo>
                  <a:lnTo>
                    <a:pt x="447" y="129"/>
                  </a:lnTo>
                  <a:lnTo>
                    <a:pt x="569" y="105"/>
                  </a:lnTo>
                  <a:lnTo>
                    <a:pt x="710" y="87"/>
                  </a:lnTo>
                  <a:lnTo>
                    <a:pt x="699" y="118"/>
                  </a:lnTo>
                  <a:lnTo>
                    <a:pt x="735" y="147"/>
                  </a:lnTo>
                  <a:lnTo>
                    <a:pt x="798" y="157"/>
                  </a:lnTo>
                  <a:lnTo>
                    <a:pt x="872" y="135"/>
                  </a:lnTo>
                  <a:lnTo>
                    <a:pt x="899" y="80"/>
                  </a:lnTo>
                  <a:lnTo>
                    <a:pt x="881" y="37"/>
                  </a:lnTo>
                  <a:lnTo>
                    <a:pt x="791" y="0"/>
                  </a:lnTo>
                  <a:lnTo>
                    <a:pt x="721" y="5"/>
                  </a:lnTo>
                  <a:lnTo>
                    <a:pt x="670" y="31"/>
                  </a:lnTo>
                  <a:lnTo>
                    <a:pt x="731" y="12"/>
                  </a:lnTo>
                  <a:lnTo>
                    <a:pt x="784" y="7"/>
                  </a:lnTo>
                  <a:lnTo>
                    <a:pt x="868" y="45"/>
                  </a:lnTo>
                  <a:lnTo>
                    <a:pt x="885" y="77"/>
                  </a:lnTo>
                  <a:lnTo>
                    <a:pt x="850" y="133"/>
                  </a:lnTo>
                  <a:lnTo>
                    <a:pt x="787" y="149"/>
                  </a:lnTo>
                  <a:lnTo>
                    <a:pt x="739" y="140"/>
                  </a:lnTo>
                  <a:lnTo>
                    <a:pt x="713" y="116"/>
                  </a:lnTo>
                  <a:lnTo>
                    <a:pt x="728" y="60"/>
                  </a:lnTo>
                  <a:lnTo>
                    <a:pt x="704" y="82"/>
                  </a:lnTo>
                  <a:lnTo>
                    <a:pt x="504" y="107"/>
                  </a:lnTo>
                  <a:lnTo>
                    <a:pt x="294" y="157"/>
                  </a:lnTo>
                  <a:lnTo>
                    <a:pt x="180" y="189"/>
                  </a:lnTo>
                  <a:lnTo>
                    <a:pt x="123" y="189"/>
                  </a:lnTo>
                  <a:lnTo>
                    <a:pt x="144" y="167"/>
                  </a:lnTo>
                  <a:lnTo>
                    <a:pt x="137" y="137"/>
                  </a:lnTo>
                  <a:lnTo>
                    <a:pt x="101" y="125"/>
                  </a:lnTo>
                  <a:lnTo>
                    <a:pt x="393" y="82"/>
                  </a:lnTo>
                  <a:lnTo>
                    <a:pt x="613" y="55"/>
                  </a:lnTo>
                  <a:lnTo>
                    <a:pt x="731" y="47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3" name="Freeform 41"/>
            <p:cNvSpPr/>
            <p:nvPr/>
          </p:nvSpPr>
          <p:spPr>
            <a:xfrm>
              <a:off x="3323" y="441"/>
              <a:ext cx="253" cy="95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63" y="0"/>
                </a:cxn>
                <a:cxn ang="0">
                  <a:pos x="137" y="7"/>
                </a:cxn>
                <a:cxn ang="0">
                  <a:pos x="209" y="8"/>
                </a:cxn>
                <a:cxn ang="0">
                  <a:pos x="252" y="65"/>
                </a:cxn>
                <a:cxn ang="0">
                  <a:pos x="178" y="94"/>
                </a:cxn>
                <a:cxn ang="0">
                  <a:pos x="238" y="62"/>
                </a:cxn>
                <a:cxn ang="0">
                  <a:pos x="194" y="18"/>
                </a:cxn>
                <a:cxn ang="0">
                  <a:pos x="151" y="18"/>
                </a:cxn>
                <a:cxn ang="0">
                  <a:pos x="173" y="51"/>
                </a:cxn>
                <a:cxn ang="0">
                  <a:pos x="99" y="8"/>
                </a:cxn>
                <a:cxn ang="0">
                  <a:pos x="0" y="8"/>
                </a:cxn>
              </a:cxnLst>
              <a:rect l="0" t="0" r="0" b="0"/>
              <a:pathLst>
                <a:path w="253" h="95">
                  <a:moveTo>
                    <a:pt x="0" y="8"/>
                  </a:moveTo>
                  <a:lnTo>
                    <a:pt x="63" y="0"/>
                  </a:lnTo>
                  <a:lnTo>
                    <a:pt x="137" y="7"/>
                  </a:lnTo>
                  <a:lnTo>
                    <a:pt x="209" y="8"/>
                  </a:lnTo>
                  <a:lnTo>
                    <a:pt x="252" y="65"/>
                  </a:lnTo>
                  <a:lnTo>
                    <a:pt x="178" y="94"/>
                  </a:lnTo>
                  <a:lnTo>
                    <a:pt x="238" y="62"/>
                  </a:lnTo>
                  <a:lnTo>
                    <a:pt x="194" y="18"/>
                  </a:lnTo>
                  <a:lnTo>
                    <a:pt x="151" y="18"/>
                  </a:lnTo>
                  <a:lnTo>
                    <a:pt x="173" y="51"/>
                  </a:lnTo>
                  <a:lnTo>
                    <a:pt x="99" y="8"/>
                  </a:lnTo>
                  <a:lnTo>
                    <a:pt x="0" y="8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4" name="Freeform 42"/>
            <p:cNvSpPr/>
            <p:nvPr/>
          </p:nvSpPr>
          <p:spPr>
            <a:xfrm>
              <a:off x="3380" y="506"/>
              <a:ext cx="116" cy="69"/>
            </a:xfrm>
            <a:custGeom>
              <a:avLst/>
              <a:gdLst/>
              <a:ahLst/>
              <a:cxnLst>
                <a:cxn ang="0">
                  <a:pos x="115" y="0"/>
                </a:cxn>
                <a:cxn ang="0">
                  <a:pos x="79" y="57"/>
                </a:cxn>
                <a:cxn ang="0">
                  <a:pos x="5" y="53"/>
                </a:cxn>
                <a:cxn ang="0">
                  <a:pos x="0" y="61"/>
                </a:cxn>
                <a:cxn ang="0">
                  <a:pos x="65" y="68"/>
                </a:cxn>
                <a:cxn ang="0">
                  <a:pos x="115" y="51"/>
                </a:cxn>
                <a:cxn ang="0">
                  <a:pos x="115" y="0"/>
                </a:cxn>
              </a:cxnLst>
              <a:rect l="0" t="0" r="0" b="0"/>
              <a:pathLst>
                <a:path w="116" h="69">
                  <a:moveTo>
                    <a:pt x="115" y="0"/>
                  </a:moveTo>
                  <a:lnTo>
                    <a:pt x="79" y="57"/>
                  </a:lnTo>
                  <a:lnTo>
                    <a:pt x="5" y="53"/>
                  </a:lnTo>
                  <a:lnTo>
                    <a:pt x="0" y="61"/>
                  </a:lnTo>
                  <a:lnTo>
                    <a:pt x="65" y="68"/>
                  </a:lnTo>
                  <a:lnTo>
                    <a:pt x="115" y="51"/>
                  </a:lnTo>
                  <a:lnTo>
                    <a:pt x="115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5" name="Freeform 43"/>
            <p:cNvSpPr/>
            <p:nvPr/>
          </p:nvSpPr>
          <p:spPr>
            <a:xfrm>
              <a:off x="3041" y="446"/>
              <a:ext cx="158" cy="54"/>
            </a:xfrm>
            <a:custGeom>
              <a:avLst/>
              <a:gdLst/>
              <a:ahLst/>
              <a:cxnLst>
                <a:cxn ang="0">
                  <a:pos x="13" y="53"/>
                </a:cxn>
                <a:cxn ang="0">
                  <a:pos x="0" y="7"/>
                </a:cxn>
                <a:cxn ang="0">
                  <a:pos x="42" y="0"/>
                </a:cxn>
                <a:cxn ang="0">
                  <a:pos x="112" y="2"/>
                </a:cxn>
                <a:cxn ang="0">
                  <a:pos x="150" y="25"/>
                </a:cxn>
                <a:cxn ang="0">
                  <a:pos x="157" y="46"/>
                </a:cxn>
                <a:cxn ang="0">
                  <a:pos x="128" y="46"/>
                </a:cxn>
                <a:cxn ang="0">
                  <a:pos x="115" y="20"/>
                </a:cxn>
                <a:cxn ang="0">
                  <a:pos x="79" y="8"/>
                </a:cxn>
                <a:cxn ang="0">
                  <a:pos x="32" y="7"/>
                </a:cxn>
                <a:cxn ang="0">
                  <a:pos x="7" y="10"/>
                </a:cxn>
                <a:cxn ang="0">
                  <a:pos x="25" y="53"/>
                </a:cxn>
                <a:cxn ang="0">
                  <a:pos x="13" y="53"/>
                </a:cxn>
              </a:cxnLst>
              <a:rect l="0" t="0" r="0" b="0"/>
              <a:pathLst>
                <a:path w="158" h="54">
                  <a:moveTo>
                    <a:pt x="13" y="53"/>
                  </a:moveTo>
                  <a:lnTo>
                    <a:pt x="0" y="7"/>
                  </a:lnTo>
                  <a:lnTo>
                    <a:pt x="42" y="0"/>
                  </a:lnTo>
                  <a:lnTo>
                    <a:pt x="112" y="2"/>
                  </a:lnTo>
                  <a:lnTo>
                    <a:pt x="150" y="25"/>
                  </a:lnTo>
                  <a:lnTo>
                    <a:pt x="157" y="46"/>
                  </a:lnTo>
                  <a:lnTo>
                    <a:pt x="128" y="46"/>
                  </a:lnTo>
                  <a:lnTo>
                    <a:pt x="115" y="20"/>
                  </a:lnTo>
                  <a:lnTo>
                    <a:pt x="79" y="8"/>
                  </a:lnTo>
                  <a:lnTo>
                    <a:pt x="32" y="7"/>
                  </a:lnTo>
                  <a:lnTo>
                    <a:pt x="7" y="10"/>
                  </a:lnTo>
                  <a:lnTo>
                    <a:pt x="25" y="53"/>
                  </a:lnTo>
                  <a:lnTo>
                    <a:pt x="13" y="5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6" name="Freeform 44"/>
            <p:cNvSpPr/>
            <p:nvPr/>
          </p:nvSpPr>
          <p:spPr>
            <a:xfrm>
              <a:off x="3531" y="486"/>
              <a:ext cx="761" cy="291"/>
            </a:xfrm>
            <a:custGeom>
              <a:avLst/>
              <a:gdLst/>
              <a:ahLst/>
              <a:cxnLst>
                <a:cxn ang="0">
                  <a:pos x="29" y="0"/>
                </a:cxn>
                <a:cxn ang="0">
                  <a:pos x="169" y="6"/>
                </a:cxn>
                <a:cxn ang="0">
                  <a:pos x="324" y="28"/>
                </a:cxn>
                <a:cxn ang="0">
                  <a:pos x="582" y="80"/>
                </a:cxn>
                <a:cxn ang="0">
                  <a:pos x="753" y="120"/>
                </a:cxn>
                <a:cxn ang="0">
                  <a:pos x="760" y="140"/>
                </a:cxn>
                <a:cxn ang="0">
                  <a:pos x="747" y="209"/>
                </a:cxn>
                <a:cxn ang="0">
                  <a:pos x="724" y="290"/>
                </a:cxn>
                <a:cxn ang="0">
                  <a:pos x="747" y="145"/>
                </a:cxn>
                <a:cxn ang="0">
                  <a:pos x="735" y="123"/>
                </a:cxn>
                <a:cxn ang="0">
                  <a:pos x="692" y="112"/>
                </a:cxn>
                <a:cxn ang="0">
                  <a:pos x="654" y="125"/>
                </a:cxn>
                <a:cxn ang="0">
                  <a:pos x="638" y="150"/>
                </a:cxn>
                <a:cxn ang="0">
                  <a:pos x="648" y="170"/>
                </a:cxn>
                <a:cxn ang="0">
                  <a:pos x="670" y="170"/>
                </a:cxn>
                <a:cxn ang="0">
                  <a:pos x="708" y="161"/>
                </a:cxn>
                <a:cxn ang="0">
                  <a:pos x="713" y="142"/>
                </a:cxn>
                <a:cxn ang="0">
                  <a:pos x="719" y="161"/>
                </a:cxn>
                <a:cxn ang="0">
                  <a:pos x="677" y="182"/>
                </a:cxn>
                <a:cxn ang="0">
                  <a:pos x="625" y="182"/>
                </a:cxn>
                <a:cxn ang="0">
                  <a:pos x="580" y="170"/>
                </a:cxn>
                <a:cxn ang="0">
                  <a:pos x="317" y="99"/>
                </a:cxn>
                <a:cxn ang="0">
                  <a:pos x="137" y="55"/>
                </a:cxn>
                <a:cxn ang="0">
                  <a:pos x="32" y="37"/>
                </a:cxn>
                <a:cxn ang="0">
                  <a:pos x="0" y="35"/>
                </a:cxn>
                <a:cxn ang="0">
                  <a:pos x="22" y="27"/>
                </a:cxn>
                <a:cxn ang="0">
                  <a:pos x="117" y="39"/>
                </a:cxn>
                <a:cxn ang="0">
                  <a:pos x="281" y="77"/>
                </a:cxn>
                <a:cxn ang="0">
                  <a:pos x="463" y="125"/>
                </a:cxn>
                <a:cxn ang="0">
                  <a:pos x="630" y="172"/>
                </a:cxn>
                <a:cxn ang="0">
                  <a:pos x="618" y="150"/>
                </a:cxn>
                <a:cxn ang="0">
                  <a:pos x="627" y="125"/>
                </a:cxn>
                <a:cxn ang="0">
                  <a:pos x="670" y="108"/>
                </a:cxn>
                <a:cxn ang="0">
                  <a:pos x="475" y="64"/>
                </a:cxn>
                <a:cxn ang="0">
                  <a:pos x="288" y="28"/>
                </a:cxn>
                <a:cxn ang="0">
                  <a:pos x="166" y="10"/>
                </a:cxn>
                <a:cxn ang="0">
                  <a:pos x="25" y="2"/>
                </a:cxn>
                <a:cxn ang="0">
                  <a:pos x="29" y="0"/>
                </a:cxn>
              </a:cxnLst>
              <a:rect l="0" t="0" r="0" b="0"/>
              <a:pathLst>
                <a:path w="761" h="291">
                  <a:moveTo>
                    <a:pt x="29" y="0"/>
                  </a:moveTo>
                  <a:lnTo>
                    <a:pt x="169" y="6"/>
                  </a:lnTo>
                  <a:lnTo>
                    <a:pt x="324" y="28"/>
                  </a:lnTo>
                  <a:lnTo>
                    <a:pt x="582" y="80"/>
                  </a:lnTo>
                  <a:lnTo>
                    <a:pt x="753" y="120"/>
                  </a:lnTo>
                  <a:lnTo>
                    <a:pt x="760" y="140"/>
                  </a:lnTo>
                  <a:lnTo>
                    <a:pt x="747" y="209"/>
                  </a:lnTo>
                  <a:lnTo>
                    <a:pt x="724" y="290"/>
                  </a:lnTo>
                  <a:lnTo>
                    <a:pt x="747" y="145"/>
                  </a:lnTo>
                  <a:lnTo>
                    <a:pt x="735" y="123"/>
                  </a:lnTo>
                  <a:lnTo>
                    <a:pt x="692" y="112"/>
                  </a:lnTo>
                  <a:lnTo>
                    <a:pt x="654" y="125"/>
                  </a:lnTo>
                  <a:lnTo>
                    <a:pt x="638" y="150"/>
                  </a:lnTo>
                  <a:lnTo>
                    <a:pt x="648" y="170"/>
                  </a:lnTo>
                  <a:lnTo>
                    <a:pt x="670" y="170"/>
                  </a:lnTo>
                  <a:lnTo>
                    <a:pt x="708" y="161"/>
                  </a:lnTo>
                  <a:lnTo>
                    <a:pt x="713" y="142"/>
                  </a:lnTo>
                  <a:lnTo>
                    <a:pt x="719" y="161"/>
                  </a:lnTo>
                  <a:lnTo>
                    <a:pt x="677" y="182"/>
                  </a:lnTo>
                  <a:lnTo>
                    <a:pt x="625" y="182"/>
                  </a:lnTo>
                  <a:lnTo>
                    <a:pt x="580" y="170"/>
                  </a:lnTo>
                  <a:lnTo>
                    <a:pt x="317" y="99"/>
                  </a:lnTo>
                  <a:lnTo>
                    <a:pt x="137" y="55"/>
                  </a:lnTo>
                  <a:lnTo>
                    <a:pt x="32" y="37"/>
                  </a:lnTo>
                  <a:lnTo>
                    <a:pt x="0" y="35"/>
                  </a:lnTo>
                  <a:lnTo>
                    <a:pt x="22" y="27"/>
                  </a:lnTo>
                  <a:lnTo>
                    <a:pt x="117" y="39"/>
                  </a:lnTo>
                  <a:lnTo>
                    <a:pt x="281" y="77"/>
                  </a:lnTo>
                  <a:lnTo>
                    <a:pt x="463" y="125"/>
                  </a:lnTo>
                  <a:lnTo>
                    <a:pt x="630" y="172"/>
                  </a:lnTo>
                  <a:lnTo>
                    <a:pt x="618" y="150"/>
                  </a:lnTo>
                  <a:lnTo>
                    <a:pt x="627" y="125"/>
                  </a:lnTo>
                  <a:lnTo>
                    <a:pt x="670" y="108"/>
                  </a:lnTo>
                  <a:lnTo>
                    <a:pt x="475" y="64"/>
                  </a:lnTo>
                  <a:lnTo>
                    <a:pt x="288" y="28"/>
                  </a:lnTo>
                  <a:lnTo>
                    <a:pt x="166" y="10"/>
                  </a:lnTo>
                  <a:lnTo>
                    <a:pt x="25" y="2"/>
                  </a:lnTo>
                  <a:lnTo>
                    <a:pt x="29" y="0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7" name="Freeform 45"/>
            <p:cNvSpPr/>
            <p:nvPr/>
          </p:nvSpPr>
          <p:spPr>
            <a:xfrm>
              <a:off x="2508" y="603"/>
              <a:ext cx="1807" cy="1030"/>
            </a:xfrm>
            <a:custGeom>
              <a:avLst/>
              <a:gdLst/>
              <a:ahLst/>
              <a:cxnLst>
                <a:cxn ang="0">
                  <a:pos x="11" y="3"/>
                </a:cxn>
                <a:cxn ang="0">
                  <a:pos x="43" y="45"/>
                </a:cxn>
                <a:cxn ang="0">
                  <a:pos x="56" y="149"/>
                </a:cxn>
                <a:cxn ang="0">
                  <a:pos x="61" y="307"/>
                </a:cxn>
                <a:cxn ang="0">
                  <a:pos x="56" y="520"/>
                </a:cxn>
                <a:cxn ang="0">
                  <a:pos x="50" y="688"/>
                </a:cxn>
                <a:cxn ang="0">
                  <a:pos x="36" y="887"/>
                </a:cxn>
                <a:cxn ang="0">
                  <a:pos x="20" y="995"/>
                </a:cxn>
                <a:cxn ang="0">
                  <a:pos x="433" y="1012"/>
                </a:cxn>
                <a:cxn ang="0">
                  <a:pos x="685" y="1015"/>
                </a:cxn>
                <a:cxn ang="0">
                  <a:pos x="1179" y="1012"/>
                </a:cxn>
                <a:cxn ang="0">
                  <a:pos x="1431" y="1007"/>
                </a:cxn>
                <a:cxn ang="0">
                  <a:pos x="1806" y="992"/>
                </a:cxn>
                <a:cxn ang="0">
                  <a:pos x="1467" y="1022"/>
                </a:cxn>
                <a:cxn ang="0">
                  <a:pos x="1161" y="1026"/>
                </a:cxn>
                <a:cxn ang="0">
                  <a:pos x="744" y="1029"/>
                </a:cxn>
                <a:cxn ang="0">
                  <a:pos x="362" y="1018"/>
                </a:cxn>
                <a:cxn ang="0">
                  <a:pos x="0" y="1003"/>
                </a:cxn>
                <a:cxn ang="0">
                  <a:pos x="20" y="850"/>
                </a:cxn>
                <a:cxn ang="0">
                  <a:pos x="32" y="614"/>
                </a:cxn>
                <a:cxn ang="0">
                  <a:pos x="36" y="397"/>
                </a:cxn>
                <a:cxn ang="0">
                  <a:pos x="36" y="202"/>
                </a:cxn>
                <a:cxn ang="0">
                  <a:pos x="20" y="63"/>
                </a:cxn>
                <a:cxn ang="0">
                  <a:pos x="0" y="0"/>
                </a:cxn>
                <a:cxn ang="0">
                  <a:pos x="11" y="3"/>
                </a:cxn>
              </a:cxnLst>
              <a:rect l="0" t="0" r="0" b="0"/>
              <a:pathLst>
                <a:path w="1807" h="1030">
                  <a:moveTo>
                    <a:pt x="11" y="3"/>
                  </a:moveTo>
                  <a:lnTo>
                    <a:pt x="43" y="45"/>
                  </a:lnTo>
                  <a:lnTo>
                    <a:pt x="56" y="149"/>
                  </a:lnTo>
                  <a:lnTo>
                    <a:pt x="61" y="307"/>
                  </a:lnTo>
                  <a:lnTo>
                    <a:pt x="56" y="520"/>
                  </a:lnTo>
                  <a:lnTo>
                    <a:pt x="50" y="688"/>
                  </a:lnTo>
                  <a:lnTo>
                    <a:pt x="36" y="887"/>
                  </a:lnTo>
                  <a:lnTo>
                    <a:pt x="20" y="995"/>
                  </a:lnTo>
                  <a:lnTo>
                    <a:pt x="433" y="1012"/>
                  </a:lnTo>
                  <a:lnTo>
                    <a:pt x="685" y="1015"/>
                  </a:lnTo>
                  <a:lnTo>
                    <a:pt x="1179" y="1012"/>
                  </a:lnTo>
                  <a:lnTo>
                    <a:pt x="1431" y="1007"/>
                  </a:lnTo>
                  <a:lnTo>
                    <a:pt x="1806" y="992"/>
                  </a:lnTo>
                  <a:lnTo>
                    <a:pt x="1467" y="1022"/>
                  </a:lnTo>
                  <a:lnTo>
                    <a:pt x="1161" y="1026"/>
                  </a:lnTo>
                  <a:lnTo>
                    <a:pt x="744" y="1029"/>
                  </a:lnTo>
                  <a:lnTo>
                    <a:pt x="362" y="1018"/>
                  </a:lnTo>
                  <a:lnTo>
                    <a:pt x="0" y="1003"/>
                  </a:lnTo>
                  <a:lnTo>
                    <a:pt x="20" y="850"/>
                  </a:lnTo>
                  <a:lnTo>
                    <a:pt x="32" y="614"/>
                  </a:lnTo>
                  <a:lnTo>
                    <a:pt x="36" y="397"/>
                  </a:lnTo>
                  <a:lnTo>
                    <a:pt x="36" y="202"/>
                  </a:lnTo>
                  <a:lnTo>
                    <a:pt x="20" y="63"/>
                  </a:lnTo>
                  <a:lnTo>
                    <a:pt x="0" y="0"/>
                  </a:lnTo>
                  <a:lnTo>
                    <a:pt x="11" y="3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58" name="Freeform 46"/>
            <p:cNvSpPr/>
            <p:nvPr/>
          </p:nvSpPr>
          <p:spPr>
            <a:xfrm>
              <a:off x="4226" y="768"/>
              <a:ext cx="89" cy="831"/>
            </a:xfrm>
            <a:custGeom>
              <a:avLst/>
              <a:gdLst/>
              <a:ahLst/>
              <a:cxnLst>
                <a:cxn ang="0">
                  <a:pos x="26" y="41"/>
                </a:cxn>
                <a:cxn ang="0">
                  <a:pos x="18" y="158"/>
                </a:cxn>
                <a:cxn ang="0">
                  <a:pos x="26" y="393"/>
                </a:cxn>
                <a:cxn ang="0">
                  <a:pos x="51" y="655"/>
                </a:cxn>
                <a:cxn ang="0">
                  <a:pos x="88" y="830"/>
                </a:cxn>
                <a:cxn ang="0">
                  <a:pos x="51" y="715"/>
                </a:cxn>
                <a:cxn ang="0">
                  <a:pos x="18" y="550"/>
                </a:cxn>
                <a:cxn ang="0">
                  <a:pos x="13" y="348"/>
                </a:cxn>
                <a:cxn ang="0">
                  <a:pos x="0" y="142"/>
                </a:cxn>
                <a:cxn ang="0">
                  <a:pos x="26" y="0"/>
                </a:cxn>
                <a:cxn ang="0">
                  <a:pos x="26" y="41"/>
                </a:cxn>
              </a:cxnLst>
              <a:rect l="0" t="0" r="0" b="0"/>
              <a:pathLst>
                <a:path w="89" h="831">
                  <a:moveTo>
                    <a:pt x="26" y="41"/>
                  </a:moveTo>
                  <a:lnTo>
                    <a:pt x="18" y="158"/>
                  </a:lnTo>
                  <a:lnTo>
                    <a:pt x="26" y="393"/>
                  </a:lnTo>
                  <a:lnTo>
                    <a:pt x="51" y="655"/>
                  </a:lnTo>
                  <a:lnTo>
                    <a:pt x="88" y="830"/>
                  </a:lnTo>
                  <a:lnTo>
                    <a:pt x="51" y="715"/>
                  </a:lnTo>
                  <a:lnTo>
                    <a:pt x="18" y="550"/>
                  </a:lnTo>
                  <a:lnTo>
                    <a:pt x="13" y="348"/>
                  </a:lnTo>
                  <a:lnTo>
                    <a:pt x="0" y="142"/>
                  </a:lnTo>
                  <a:lnTo>
                    <a:pt x="26" y="0"/>
                  </a:lnTo>
                  <a:lnTo>
                    <a:pt x="26" y="41"/>
                  </a:lnTo>
                </a:path>
              </a:pathLst>
            </a:custGeom>
            <a:solidFill>
              <a:srgbClr val="000000"/>
            </a:solidFill>
            <a:ln w="12700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99" name="Rectangle 47"/>
          <p:cNvSpPr>
            <a:spLocks noChangeArrowheads="1"/>
          </p:cNvSpPr>
          <p:nvPr/>
        </p:nvSpPr>
        <p:spPr bwMode="auto">
          <a:xfrm>
            <a:off x="4889500" y="3817938"/>
            <a:ext cx="2635250" cy="835025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课程介绍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5" name="Rectangle 47"/>
          <p:cNvSpPr>
            <a:spLocks noChangeArrowheads="1"/>
          </p:cNvSpPr>
          <p:nvPr/>
        </p:nvSpPr>
        <p:spPr bwMode="auto">
          <a:xfrm>
            <a:off x="4716463" y="3098800"/>
            <a:ext cx="3024188" cy="835025"/>
          </a:xfrm>
          <a:prstGeom prst="rect">
            <a:avLst/>
          </a:prstGeom>
          <a:noFill/>
          <a:ln>
            <a:noFill/>
          </a:ln>
        </p:spPr>
        <p:txBody>
          <a:bodyPr lIns="90488" tIns="44450" rIns="90488" bIns="44450">
            <a:spAutoFit/>
          </a:bodyPr>
          <a:lstStyle>
            <a:lvl1pPr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1pPr>
            <a:lvl2pPr marL="742950" indent="-28575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2pPr>
            <a:lvl3pPr marL="11430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3pPr>
            <a:lvl4pPr marL="16002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4pPr>
            <a:lvl5pPr marL="2057400" indent="-228600"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2"/>
                </a:solidFill>
                <a:latin typeface="楷体_GB2312"/>
                <a:ea typeface="楷体_GB2312"/>
                <a:cs typeface="楷体_GB231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0000"/>
              <a:buFont typeface="Monotype Sorts"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教师介绍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华文行楷" panose="02010800040101010101" pitchFamily="2" charset="-122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861" name="Rectangle 47"/>
          <p:cNvSpPr/>
          <p:nvPr/>
        </p:nvSpPr>
        <p:spPr>
          <a:xfrm>
            <a:off x="4716463" y="4581525"/>
            <a:ext cx="3024187" cy="833438"/>
          </a:xfrm>
          <a:prstGeom prst="rect">
            <a:avLst/>
          </a:prstGeom>
          <a:noFill/>
          <a:ln w="12700">
            <a:noFill/>
          </a:ln>
        </p:spPr>
        <p:txBody>
          <a:bodyPr lIns="90488" tIns="44450" rIns="90488" bIns="44450" anchor="t" anchorCtr="0">
            <a:spAutoFit/>
          </a:bodyPr>
          <a:lstStyle/>
          <a:p>
            <a:pPr algn="ctr" eaLnBrk="0" hangingPunct="0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考核介绍</a:t>
            </a:r>
            <a:endParaRPr lang="en-US" altLang="zh-CN" sz="44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4"/>
          <p:cNvSpPr>
            <a:spLocks noChangeArrowheads="1"/>
          </p:cNvSpPr>
          <p:nvPr/>
        </p:nvSpPr>
        <p:spPr bwMode="auto">
          <a:xfrm>
            <a:off x="3779838" y="1700213"/>
            <a:ext cx="5040313" cy="446563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期末笔试占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60%(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卷面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100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分试卷，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0.6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系数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)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实验占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20%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66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作业占</a:t>
            </a:r>
            <a:r>
              <a:rPr kumimoji="1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20%</a:t>
            </a:r>
          </a:p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Tx/>
              <a:buNone/>
              <a:defRPr/>
            </a:pP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杜绝抄袭！！！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华文行楷" panose="02010800040101010101" pitchFamily="2" charset="-122"/>
              <a:cs typeface="+mn-cs"/>
            </a:endParaRPr>
          </a:p>
        </p:txBody>
      </p:sp>
      <p:sp>
        <p:nvSpPr>
          <p:cNvPr id="55" name="Text Box 5"/>
          <p:cNvSpPr txBox="1">
            <a:spLocks noChangeArrowheads="1"/>
          </p:cNvSpPr>
          <p:nvPr/>
        </p:nvSpPr>
        <p:spPr bwMode="auto">
          <a:xfrm>
            <a:off x="857255" y="1139595"/>
            <a:ext cx="2786051" cy="646331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spAutoFit/>
          </a:bodyPr>
          <a:lstStyle/>
          <a:p>
            <a:pPr marL="342900" marR="0" indent="-342900" algn="ctr" defTabSz="914400">
              <a:spcBef>
                <a:spcPct val="20000"/>
              </a:spcBef>
              <a:buClr>
                <a:schemeClr val="hlink"/>
              </a:buClr>
              <a:buSzPct val="50000"/>
              <a:buFont typeface="Monotype Sorts" charset="2"/>
              <a:buNone/>
              <a:defRPr/>
            </a:pPr>
            <a:r>
              <a:rPr kumimoji="1" lang="zh-CN" altLang="en-US" sz="3600" kern="1200" cap="none" spc="0" normalizeH="0" baseline="0" noProof="0" dirty="0">
                <a:solidFill>
                  <a:srgbClr val="C00000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+mn-cs"/>
              </a:rPr>
              <a:t> 成绩计算</a:t>
            </a:r>
          </a:p>
        </p:txBody>
      </p:sp>
      <p:pic>
        <p:nvPicPr>
          <p:cNvPr id="3686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88" y="3860800"/>
            <a:ext cx="3248025" cy="266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ext Box 18"/>
          <p:cNvSpPr txBox="1"/>
          <p:nvPr/>
        </p:nvSpPr>
        <p:spPr>
          <a:xfrm>
            <a:off x="4643438" y="620713"/>
            <a:ext cx="4429125" cy="8350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r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4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</a:rPr>
              <a:t>作业</a:t>
            </a:r>
            <a:endParaRPr lang="en-US" altLang="zh-CN" sz="4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7890" name="内容占位符 2"/>
          <p:cNvSpPr>
            <a:spLocks noGrp="1"/>
          </p:cNvSpPr>
          <p:nvPr/>
        </p:nvSpPr>
        <p:spPr>
          <a:xfrm>
            <a:off x="1230313" y="1816100"/>
            <a:ext cx="7696200" cy="3657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>
              <a:spcBef>
                <a:spcPct val="20000"/>
              </a:spcBef>
              <a:buChar char="•"/>
            </a:pP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作业与学习资料通过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QQ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群下发</a:t>
            </a:r>
          </a:p>
          <a:p>
            <a:pPr marL="342900" indent="-342900">
              <a:spcBef>
                <a:spcPct val="20000"/>
              </a:spcBef>
              <a:buChar char="•"/>
            </a:pP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请各位同学以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word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或</a:t>
            </a:r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pdf</a:t>
            </a: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格式编辑作业文件</a:t>
            </a:r>
          </a:p>
          <a:p>
            <a:pPr marL="342900" indent="-342900">
              <a:spcBef>
                <a:spcPct val="20000"/>
              </a:spcBef>
              <a:buChar char="•"/>
            </a:pPr>
            <a:r>
              <a:rPr lang="zh-CN" altLang="en-US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作业文件命名方法：</a:t>
            </a:r>
            <a:endParaRPr lang="zh-CN" altLang="en-US" sz="320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marL="742950" lvl="1" indent="-285750" eaLnBrk="1" hangingPunct="1">
              <a:spcBef>
                <a:spcPct val="20000"/>
              </a:spcBef>
              <a:buChar char="–"/>
            </a:pPr>
            <a:r>
              <a:rPr lang="zh-CN" altLang="en-US" sz="3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“第</a:t>
            </a:r>
            <a:r>
              <a:rPr lang="en-US" altLang="zh-CN" sz="3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zh-CN" altLang="en-US" sz="3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次数据库系统作业</a:t>
            </a:r>
            <a:r>
              <a:rPr lang="en-US" altLang="zh-CN" sz="3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_</a:t>
            </a:r>
            <a:r>
              <a:rPr lang="zh-CN" altLang="en-US" sz="3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学号</a:t>
            </a:r>
            <a:r>
              <a:rPr lang="en-US" altLang="zh-CN" sz="3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_</a:t>
            </a:r>
            <a:r>
              <a:rPr lang="zh-CN" altLang="en-US" sz="3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姓名</a:t>
            </a:r>
            <a:r>
              <a:rPr lang="en-US" altLang="zh-CN" sz="3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. doc/docx/pdf"</a:t>
            </a:r>
            <a:r>
              <a:rPr lang="zh-CN" altLang="en-US" sz="3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，其中</a:t>
            </a:r>
            <a:r>
              <a:rPr lang="en-US" altLang="zh-CN" sz="3000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X=1,2,3...</a:t>
            </a:r>
          </a:p>
          <a:p>
            <a:pPr marL="342900" indent="-342900">
              <a:spcBef>
                <a:spcPct val="20000"/>
              </a:spcBef>
              <a:buChar char="•"/>
            </a:pP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cover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ext Box 18"/>
          <p:cNvSpPr txBox="1"/>
          <p:nvPr/>
        </p:nvSpPr>
        <p:spPr>
          <a:xfrm>
            <a:off x="4643438" y="620713"/>
            <a:ext cx="4429125" cy="8350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algn="r">
              <a:lnSpc>
                <a:spcPct val="110000"/>
              </a:lnSpc>
              <a:spcBef>
                <a:spcPct val="20000"/>
              </a:spcBef>
              <a:buClr>
                <a:schemeClr val="hlink"/>
              </a:buClr>
              <a:buSzPct val="50000"/>
            </a:pPr>
            <a:r>
              <a:rPr lang="zh-CN" altLang="en-US" sz="4400" b="1" dirty="0">
                <a:solidFill>
                  <a:srgbClr val="800000"/>
                </a:solidFill>
                <a:latin typeface="Times New Roman" panose="02020603050405020304" pitchFamily="18" charset="0"/>
                <a:ea typeface="楷体_GB2312"/>
              </a:rPr>
              <a:t>作业</a:t>
            </a:r>
            <a:endParaRPr lang="en-US" altLang="zh-CN" sz="4400" b="1" dirty="0">
              <a:solidFill>
                <a:srgbClr val="8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8915" name="内容占位符 2"/>
          <p:cNvSpPr>
            <a:spLocks noGrp="1"/>
          </p:cNvSpPr>
          <p:nvPr/>
        </p:nvSpPr>
        <p:spPr>
          <a:xfrm>
            <a:off x="1238250" y="1514475"/>
            <a:ext cx="7458075" cy="49958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3200" b="0" i="0" u="none" strike="noStrike" kern="1200" cap="none" spc="0" normalizeH="0" baseline="0" noProof="1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首先，各位同学将作业发送给班长，并由各个班长统一打成一个压缩包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3200" b="0" i="0" u="none" strike="noStrike" kern="1200" cap="none" spc="0" normalizeH="0" baseline="0" noProof="1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压缩包的命名方式为：</a:t>
            </a:r>
            <a:endParaRPr kumimoji="0" lang="zh-CN" altLang="en-US" sz="3200" b="0" i="0" u="none" strike="noStrike" kern="1200" cap="none" spc="0" normalizeH="0" baseline="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–"/>
            </a:pPr>
            <a:r>
              <a:rPr kumimoji="0" lang="zh-CN" altLang="en-US" sz="3000" b="0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“第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X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次数据库系统作业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_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班号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.rar/zip"</a:t>
            </a:r>
            <a:r>
              <a:rPr kumimoji="0" lang="zh-CN" altLang="en-US" sz="3000" b="0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，其中</a:t>
            </a:r>
            <a:r>
              <a:rPr kumimoji="0" lang="en-US" altLang="zh-CN" sz="3000" b="0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X=1,2,3...</a:t>
            </a: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3200" b="0" i="0" u="none" strike="noStrike" kern="1200" cap="none" spc="0" normalizeH="0" baseline="0" noProof="1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各班长将作业压缩包发送至</a:t>
            </a:r>
            <a:endParaRPr kumimoji="0" lang="zh-CN" altLang="en-US" sz="3200" b="0" i="0" u="none" strike="noStrike" kern="1200" cap="none" spc="0" normalizeH="0" baseline="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0" marR="0" lvl="1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32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	</a:t>
            </a:r>
            <a:r>
              <a:rPr kumimoji="1" lang="en-US" altLang="zh-CN" sz="3200" u="sng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  <a:sym typeface="+mn-ea"/>
              </a:rPr>
              <a:t>hitdbs2022cheng@163.com</a:t>
            </a:r>
            <a:r>
              <a:rPr kumimoji="0" lang="zh-CN" altLang="en-US" sz="3200" b="0" i="0" u="none" strike="noStrike" kern="1200" cap="none" spc="0" normalizeH="0" baseline="0" noProof="1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        </a:t>
            </a:r>
            <a:endParaRPr kumimoji="0" lang="en-US" altLang="zh-CN" sz="3200" b="0" i="0" u="none" strike="noStrike" kern="1200" cap="none" spc="0" normalizeH="0" baseline="0" noProof="1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Pct val="45000"/>
              <a:buFont typeface="Wingdings" panose="05000000000000000000" pitchFamily="2" charset="2"/>
              <a:buChar char="l"/>
            </a:pPr>
            <a:r>
              <a:rPr kumimoji="0" lang="zh-CN" altLang="en-US" sz="3200" b="0" i="0" u="none" strike="noStrike" kern="1200" cap="none" spc="0" normalizeH="0" baseline="0" noProof="1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请各班长于</a:t>
            </a:r>
            <a:r>
              <a:rPr kumimoji="0" lang="zh-CN" altLang="en-US" sz="3200" b="0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布置作业的一周后的</a:t>
            </a:r>
            <a:r>
              <a:rPr kumimoji="0" lang="en-US" altLang="zh-CN" sz="3200" b="0" i="0" u="none" strike="noStrike" kern="1200" cap="none" spc="0" normalizeH="0" baseline="0" noProof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23:59</a:t>
            </a:r>
            <a:r>
              <a:rPr kumimoji="0" lang="zh-CN" altLang="en-US" sz="3200" b="0" i="0" u="none" strike="noStrike" kern="1200" cap="none" spc="0" normalizeH="0" baseline="0" noProof="1">
                <a:solidFill>
                  <a:schemeClr val="bg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</a:rPr>
              <a:t>之前，提交作业。</a:t>
            </a:r>
            <a:endParaRPr kumimoji="0" lang="zh-CN" altLang="en-US" sz="3200" b="0" i="0" u="none" strike="noStrike" kern="1200" cap="none" spc="0" normalizeH="0" baseline="0" noProof="1">
              <a:solidFill>
                <a:schemeClr val="tx1"/>
              </a:solidFill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>
    <p:cover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55.3"/>
</p:tagLst>
</file>

<file path=ppt/theme/theme1.xml><?xml version="1.0" encoding="utf-8"?>
<a:theme xmlns:a="http://schemas.openxmlformats.org/drawingml/2006/main" name="通用信息 (标准)">
  <a:themeElements>
    <a:clrScheme name="通用信息 (标准) 1">
      <a:dk1>
        <a:srgbClr val="009999"/>
      </a:dk1>
      <a:lt1>
        <a:srgbClr val="FFFFFF"/>
      </a:lt1>
      <a:dk2>
        <a:srgbClr val="336699"/>
      </a:dk2>
      <a:lt2>
        <a:srgbClr val="010000"/>
      </a:lt2>
      <a:accent1>
        <a:srgbClr val="CCECFF"/>
      </a:accent1>
      <a:accent2>
        <a:srgbClr val="FFFFCC"/>
      </a:accent2>
      <a:accent3>
        <a:srgbClr val="FFFFFF"/>
      </a:accent3>
      <a:accent4>
        <a:srgbClr val="008282"/>
      </a:accent4>
      <a:accent5>
        <a:srgbClr val="E2F4FF"/>
      </a:accent5>
      <a:accent6>
        <a:srgbClr val="E7E7B9"/>
      </a:accent6>
      <a:hlink>
        <a:srgbClr val="FF9966"/>
      </a:hlink>
      <a:folHlink>
        <a:srgbClr val="FFFFCC"/>
      </a:folHlink>
    </a:clrScheme>
    <a:fontScheme name="通用信息 (标准)">
      <a:majorFont>
        <a:latin typeface="Arial Narrow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50000"/>
          <a:buFont typeface="Monotype Sorts" charset="2"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50000"/>
          <a:buFont typeface="Monotype Sorts" charset="2"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通用信息 (标准)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信息 (标准)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信息 (标准)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通用信息 (标准)">
  <a:themeElements>
    <a:clrScheme name="通用信息 (标准) 1">
      <a:dk1>
        <a:srgbClr val="009999"/>
      </a:dk1>
      <a:lt1>
        <a:srgbClr val="FFFFFF"/>
      </a:lt1>
      <a:dk2>
        <a:srgbClr val="336699"/>
      </a:dk2>
      <a:lt2>
        <a:srgbClr val="010000"/>
      </a:lt2>
      <a:accent1>
        <a:srgbClr val="CCECFF"/>
      </a:accent1>
      <a:accent2>
        <a:srgbClr val="FFFFCC"/>
      </a:accent2>
      <a:accent3>
        <a:srgbClr val="FFFFFF"/>
      </a:accent3>
      <a:accent4>
        <a:srgbClr val="008282"/>
      </a:accent4>
      <a:accent5>
        <a:srgbClr val="E2F4FF"/>
      </a:accent5>
      <a:accent6>
        <a:srgbClr val="E7E7B9"/>
      </a:accent6>
      <a:hlink>
        <a:srgbClr val="FF9966"/>
      </a:hlink>
      <a:folHlink>
        <a:srgbClr val="FFFFCC"/>
      </a:folHlink>
    </a:clrScheme>
    <a:fontScheme name="通用信息 (标准)">
      <a:majorFont>
        <a:latin typeface="Arial Narrow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50000"/>
          <a:buFont typeface="Monotype Sorts" charset="2"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50000"/>
          <a:buFont typeface="Monotype Sorts" charset="2"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通用信息 (标准)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信息 (标准)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信息 (标准)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通用信息 (标准)">
  <a:themeElements>
    <a:clrScheme name="通用信息 (标准) 1">
      <a:dk1>
        <a:srgbClr val="009999"/>
      </a:dk1>
      <a:lt1>
        <a:srgbClr val="FFFFFF"/>
      </a:lt1>
      <a:dk2>
        <a:srgbClr val="336699"/>
      </a:dk2>
      <a:lt2>
        <a:srgbClr val="010000"/>
      </a:lt2>
      <a:accent1>
        <a:srgbClr val="CCECFF"/>
      </a:accent1>
      <a:accent2>
        <a:srgbClr val="FFFFCC"/>
      </a:accent2>
      <a:accent3>
        <a:srgbClr val="FFFFFF"/>
      </a:accent3>
      <a:accent4>
        <a:srgbClr val="008282"/>
      </a:accent4>
      <a:accent5>
        <a:srgbClr val="E2F4FF"/>
      </a:accent5>
      <a:accent6>
        <a:srgbClr val="E7E7B9"/>
      </a:accent6>
      <a:hlink>
        <a:srgbClr val="FF9966"/>
      </a:hlink>
      <a:folHlink>
        <a:srgbClr val="FFFFCC"/>
      </a:folHlink>
    </a:clrScheme>
    <a:fontScheme name="通用信息 (标准)">
      <a:majorFont>
        <a:latin typeface="Arial Narrow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50000"/>
          <a:buFont typeface="Monotype Sorts" charset="2"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50000"/>
          <a:buFont typeface="Monotype Sorts" charset="2"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通用信息 (标准)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信息 (标准)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信息 (标准)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通用信息 (标准)">
  <a:themeElements>
    <a:clrScheme name="通用信息 (标准) 1">
      <a:dk1>
        <a:srgbClr val="009999"/>
      </a:dk1>
      <a:lt1>
        <a:srgbClr val="FFFFFF"/>
      </a:lt1>
      <a:dk2>
        <a:srgbClr val="336699"/>
      </a:dk2>
      <a:lt2>
        <a:srgbClr val="010000"/>
      </a:lt2>
      <a:accent1>
        <a:srgbClr val="CCECFF"/>
      </a:accent1>
      <a:accent2>
        <a:srgbClr val="FFFFCC"/>
      </a:accent2>
      <a:accent3>
        <a:srgbClr val="FFFFFF"/>
      </a:accent3>
      <a:accent4>
        <a:srgbClr val="008282"/>
      </a:accent4>
      <a:accent5>
        <a:srgbClr val="E2F4FF"/>
      </a:accent5>
      <a:accent6>
        <a:srgbClr val="E7E7B9"/>
      </a:accent6>
      <a:hlink>
        <a:srgbClr val="FF9966"/>
      </a:hlink>
      <a:folHlink>
        <a:srgbClr val="FFFFCC"/>
      </a:folHlink>
    </a:clrScheme>
    <a:fontScheme name="通用信息 (标准)">
      <a:majorFont>
        <a:latin typeface="Arial Narrow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50000"/>
          <a:buFont typeface="Monotype Sorts" charset="2"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10000"/>
          </a:lnSpc>
          <a:spcBef>
            <a:spcPct val="20000"/>
          </a:spcBef>
          <a:spcAft>
            <a:spcPct val="0"/>
          </a:spcAft>
          <a:buClr>
            <a:schemeClr val="hlink"/>
          </a:buClr>
          <a:buSzPct val="50000"/>
          <a:buFont typeface="Monotype Sorts" charset="2"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</a:objectDefaults>
  <a:extraClrSchemeLst>
    <a:extraClrScheme>
      <a:clrScheme name="通用信息 (标准) 1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FF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通用信息 (标准) 2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000000"/>
        </a:accent1>
        <a:accent2>
          <a:srgbClr val="000099"/>
        </a:accent2>
        <a:accent3>
          <a:srgbClr val="AAAAAA"/>
        </a:accent3>
        <a:accent4>
          <a:srgbClr val="DADADA"/>
        </a:accent4>
        <a:accent5>
          <a:srgbClr val="AAAAAA"/>
        </a:accent5>
        <a:accent6>
          <a:srgbClr val="00008A"/>
        </a:accent6>
        <a:hlink>
          <a:srgbClr val="800000"/>
        </a:hlink>
        <a:folHlink>
          <a:srgbClr val="00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通用信息 (标准)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C:\Microsoft Office\Templates\演示文稿\通用信息 (标准).pot</Template>
  <TotalTime>0</TotalTime>
  <Words>1015</Words>
  <Application>Microsoft Office PowerPoint</Application>
  <PresentationFormat>全屏显示(4:3)</PresentationFormat>
  <Paragraphs>216</Paragraphs>
  <Slides>26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4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7" baseType="lpstr">
      <vt:lpstr>Elephant</vt:lpstr>
      <vt:lpstr>Monotype Sorts</vt:lpstr>
      <vt:lpstr>仿宋_GB2312</vt:lpstr>
      <vt:lpstr>黑体</vt:lpstr>
      <vt:lpstr>华文琥珀</vt:lpstr>
      <vt:lpstr>华文新魏</vt:lpstr>
      <vt:lpstr>华文行楷</vt:lpstr>
      <vt:lpstr>楷体_GB2312</vt:lpstr>
      <vt:lpstr>宋体</vt:lpstr>
      <vt:lpstr>Arial</vt:lpstr>
      <vt:lpstr>Arial Narrow</vt:lpstr>
      <vt:lpstr>Bodoni MT Black</vt:lpstr>
      <vt:lpstr>Cambria Math</vt:lpstr>
      <vt:lpstr>Garamond</vt:lpstr>
      <vt:lpstr>Times New Roman</vt:lpstr>
      <vt:lpstr>Wingdings</vt:lpstr>
      <vt:lpstr>通用信息 (标准)</vt:lpstr>
      <vt:lpstr>1_通用信息 (标准)</vt:lpstr>
      <vt:lpstr>2_通用信息 (标准)</vt:lpstr>
      <vt:lpstr>3_通用信息 (标准)</vt:lpstr>
      <vt:lpstr>Visio.Drawing.11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教学内容概述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重要国际期刊</vt:lpstr>
      <vt:lpstr>PowerPoint 演示文稿</vt:lpstr>
      <vt:lpstr>PowerPoint 演示文稿</vt:lpstr>
      <vt:lpstr>PowerPoint 演示文稿</vt:lpstr>
      <vt:lpstr>PowerPoint 演示文稿</vt:lpstr>
    </vt:vector>
  </TitlesOfParts>
  <Company>人民大学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数据库管理系统与虚拟制造平台</dc:title>
  <dc:creator>LI-JIANZHONG</dc:creator>
  <cp:lastModifiedBy>Dell</cp:lastModifiedBy>
  <cp:revision>1305</cp:revision>
  <cp:lastPrinted>2015-03-04T07:30:00Z</cp:lastPrinted>
  <dcterms:created xsi:type="dcterms:W3CDTF">2001-03-21T12:57:00Z</dcterms:created>
  <dcterms:modified xsi:type="dcterms:W3CDTF">2022-02-21T12:57:47Z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77EC077BFAB14159A5197FFD52C092DC</vt:lpwstr>
  </property>
</Properties>
</file>