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4" r:id="rId7"/>
    <p:sldId id="264" r:id="rId8"/>
    <p:sldId id="277" r:id="rId9"/>
    <p:sldId id="265" r:id="rId10"/>
    <p:sldId id="280" r:id="rId11"/>
    <p:sldId id="284" r:id="rId12"/>
    <p:sldId id="288" r:id="rId13"/>
    <p:sldId id="285" r:id="rId14"/>
    <p:sldId id="282" r:id="rId15"/>
    <p:sldId id="263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70" y="30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AA2CE-B526-4B82-93C5-FF9E3DC046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A07B8-B1A3-4D36-ABB3-266BB203CD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60CB959-3F8B-4280-A93D-18E6E9FD2942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en-US" sz="240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805DCF-1577-42CE-B254-4FF01F8E256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11D8-1751-4F10-BE5E-4A377659A3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AD08D-0DBC-435B-A3B5-CB3DC8153B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4506102" y="3556352"/>
            <a:ext cx="3373359" cy="2551392"/>
            <a:chOff x="3903663" y="1768476"/>
            <a:chExt cx="4384675" cy="3316288"/>
          </a:xfrm>
        </p:grpSpPr>
        <p:sp>
          <p:nvSpPr>
            <p:cNvPr id="7" name="Freeform 5"/>
            <p:cNvSpPr/>
            <p:nvPr/>
          </p:nvSpPr>
          <p:spPr bwMode="auto">
            <a:xfrm>
              <a:off x="4068763" y="1768476"/>
              <a:ext cx="3846513" cy="2359025"/>
            </a:xfrm>
            <a:custGeom>
              <a:avLst/>
              <a:gdLst>
                <a:gd name="T0" fmla="*/ 772 w 772"/>
                <a:gd name="T1" fmla="*/ 473 h 473"/>
                <a:gd name="T2" fmla="*/ 772 w 772"/>
                <a:gd name="T3" fmla="*/ 21 h 473"/>
                <a:gd name="T4" fmla="*/ 751 w 772"/>
                <a:gd name="T5" fmla="*/ 0 h 473"/>
                <a:gd name="T6" fmla="*/ 21 w 772"/>
                <a:gd name="T7" fmla="*/ 0 h 473"/>
                <a:gd name="T8" fmla="*/ 0 w 772"/>
                <a:gd name="T9" fmla="*/ 21 h 473"/>
                <a:gd name="T10" fmla="*/ 0 w 772"/>
                <a:gd name="T11" fmla="*/ 473 h 473"/>
                <a:gd name="T12" fmla="*/ 772 w 772"/>
                <a:gd name="T1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2" h="473">
                  <a:moveTo>
                    <a:pt x="772" y="473"/>
                  </a:moveTo>
                  <a:cubicBezTo>
                    <a:pt x="772" y="21"/>
                    <a:pt x="772" y="21"/>
                    <a:pt x="772" y="21"/>
                  </a:cubicBezTo>
                  <a:cubicBezTo>
                    <a:pt x="772" y="9"/>
                    <a:pt x="763" y="0"/>
                    <a:pt x="75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473"/>
                    <a:pt x="0" y="473"/>
                    <a:pt x="0" y="473"/>
                  </a:cubicBezTo>
                  <a:lnTo>
                    <a:pt x="772" y="473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248151" y="1947864"/>
              <a:ext cx="3487738" cy="1990725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062413" y="4122739"/>
              <a:ext cx="3857625" cy="458788"/>
            </a:xfrm>
            <a:custGeom>
              <a:avLst/>
              <a:gdLst>
                <a:gd name="T0" fmla="*/ 0 w 774"/>
                <a:gd name="T1" fmla="*/ 0 h 92"/>
                <a:gd name="T2" fmla="*/ 0 w 774"/>
                <a:gd name="T3" fmla="*/ 65 h 92"/>
                <a:gd name="T4" fmla="*/ 26 w 774"/>
                <a:gd name="T5" fmla="*/ 92 h 92"/>
                <a:gd name="T6" fmla="*/ 754 w 774"/>
                <a:gd name="T7" fmla="*/ 92 h 92"/>
                <a:gd name="T8" fmla="*/ 774 w 774"/>
                <a:gd name="T9" fmla="*/ 66 h 92"/>
                <a:gd name="T10" fmla="*/ 774 w 774"/>
                <a:gd name="T11" fmla="*/ 0 h 92"/>
                <a:gd name="T12" fmla="*/ 0 w 774"/>
                <a:gd name="T1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4" h="92">
                  <a:moveTo>
                    <a:pt x="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78"/>
                    <a:pt x="13" y="92"/>
                    <a:pt x="26" y="92"/>
                  </a:cubicBezTo>
                  <a:cubicBezTo>
                    <a:pt x="754" y="92"/>
                    <a:pt x="754" y="92"/>
                    <a:pt x="754" y="92"/>
                  </a:cubicBezTo>
                  <a:cubicBezTo>
                    <a:pt x="766" y="92"/>
                    <a:pt x="774" y="79"/>
                    <a:pt x="774" y="66"/>
                  </a:cubicBezTo>
                  <a:cubicBezTo>
                    <a:pt x="774" y="0"/>
                    <a:pt x="774" y="0"/>
                    <a:pt x="774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5387976" y="4581526"/>
              <a:ext cx="1206500" cy="503238"/>
            </a:xfrm>
            <a:custGeom>
              <a:avLst/>
              <a:gdLst>
                <a:gd name="T0" fmla="*/ 242 w 242"/>
                <a:gd name="T1" fmla="*/ 101 h 101"/>
                <a:gd name="T2" fmla="*/ 222 w 242"/>
                <a:gd name="T3" fmla="*/ 91 h 101"/>
                <a:gd name="T4" fmla="*/ 209 w 242"/>
                <a:gd name="T5" fmla="*/ 70 h 101"/>
                <a:gd name="T6" fmla="*/ 207 w 242"/>
                <a:gd name="T7" fmla="*/ 1 h 101"/>
                <a:gd name="T8" fmla="*/ 35 w 242"/>
                <a:gd name="T9" fmla="*/ 0 h 101"/>
                <a:gd name="T10" fmla="*/ 34 w 242"/>
                <a:gd name="T11" fmla="*/ 70 h 101"/>
                <a:gd name="T12" fmla="*/ 20 w 242"/>
                <a:gd name="T13" fmla="*/ 91 h 101"/>
                <a:gd name="T14" fmla="*/ 0 w 242"/>
                <a:gd name="T15" fmla="*/ 101 h 101"/>
                <a:gd name="T16" fmla="*/ 0 w 242"/>
                <a:gd name="T1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2" h="101">
                  <a:moveTo>
                    <a:pt x="242" y="101"/>
                  </a:moveTo>
                  <a:cubicBezTo>
                    <a:pt x="235" y="98"/>
                    <a:pt x="227" y="94"/>
                    <a:pt x="222" y="91"/>
                  </a:cubicBezTo>
                  <a:cubicBezTo>
                    <a:pt x="214" y="87"/>
                    <a:pt x="212" y="86"/>
                    <a:pt x="209" y="70"/>
                  </a:cubicBezTo>
                  <a:cubicBezTo>
                    <a:pt x="205" y="52"/>
                    <a:pt x="208" y="17"/>
                    <a:pt x="207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16"/>
                    <a:pt x="37" y="52"/>
                    <a:pt x="34" y="70"/>
                  </a:cubicBezTo>
                  <a:cubicBezTo>
                    <a:pt x="30" y="86"/>
                    <a:pt x="28" y="87"/>
                    <a:pt x="20" y="91"/>
                  </a:cubicBezTo>
                  <a:cubicBezTo>
                    <a:pt x="15" y="94"/>
                    <a:pt x="7" y="98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278438" y="5084764"/>
              <a:ext cx="14255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4541838" y="2257426"/>
              <a:ext cx="1389063" cy="822325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4541838" y="2257426"/>
              <a:ext cx="1389063" cy="16986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4595813" y="2346326"/>
              <a:ext cx="5238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5129213" y="2620964"/>
              <a:ext cx="328613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5129213" y="2746376"/>
              <a:ext cx="6127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129213" y="2870201"/>
              <a:ext cx="6127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811838" y="2346326"/>
              <a:ext cx="55563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4681538" y="2571751"/>
              <a:ext cx="323850" cy="184150"/>
            </a:xfrm>
            <a:custGeom>
              <a:avLst/>
              <a:gdLst>
                <a:gd name="T0" fmla="*/ 100 w 204"/>
                <a:gd name="T1" fmla="*/ 0 h 116"/>
                <a:gd name="T2" fmla="*/ 204 w 204"/>
                <a:gd name="T3" fmla="*/ 56 h 116"/>
                <a:gd name="T4" fmla="*/ 100 w 204"/>
                <a:gd name="T5" fmla="*/ 116 h 116"/>
                <a:gd name="T6" fmla="*/ 0 w 204"/>
                <a:gd name="T7" fmla="*/ 59 h 116"/>
                <a:gd name="T8" fmla="*/ 100 w 204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116">
                  <a:moveTo>
                    <a:pt x="100" y="0"/>
                  </a:moveTo>
                  <a:lnTo>
                    <a:pt x="204" y="56"/>
                  </a:lnTo>
                  <a:lnTo>
                    <a:pt x="100" y="116"/>
                  </a:lnTo>
                  <a:lnTo>
                    <a:pt x="0" y="5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4681538" y="2571751"/>
              <a:ext cx="323850" cy="184150"/>
            </a:xfrm>
            <a:custGeom>
              <a:avLst/>
              <a:gdLst>
                <a:gd name="T0" fmla="*/ 100 w 204"/>
                <a:gd name="T1" fmla="*/ 0 h 116"/>
                <a:gd name="T2" fmla="*/ 204 w 204"/>
                <a:gd name="T3" fmla="*/ 56 h 116"/>
                <a:gd name="T4" fmla="*/ 100 w 204"/>
                <a:gd name="T5" fmla="*/ 116 h 116"/>
                <a:gd name="T6" fmla="*/ 0 w 204"/>
                <a:gd name="T7" fmla="*/ 59 h 116"/>
                <a:gd name="T8" fmla="*/ 100 w 204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116">
                  <a:moveTo>
                    <a:pt x="100" y="0"/>
                  </a:moveTo>
                  <a:lnTo>
                    <a:pt x="204" y="56"/>
                  </a:lnTo>
                  <a:lnTo>
                    <a:pt x="100" y="116"/>
                  </a:lnTo>
                  <a:lnTo>
                    <a:pt x="0" y="5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840288" y="2660651"/>
              <a:ext cx="165100" cy="284163"/>
            </a:xfrm>
            <a:custGeom>
              <a:avLst/>
              <a:gdLst>
                <a:gd name="T0" fmla="*/ 104 w 104"/>
                <a:gd name="T1" fmla="*/ 0 h 179"/>
                <a:gd name="T2" fmla="*/ 104 w 104"/>
                <a:gd name="T3" fmla="*/ 120 h 179"/>
                <a:gd name="T4" fmla="*/ 0 w 104"/>
                <a:gd name="T5" fmla="*/ 179 h 179"/>
                <a:gd name="T6" fmla="*/ 0 w 104"/>
                <a:gd name="T7" fmla="*/ 60 h 179"/>
                <a:gd name="T8" fmla="*/ 104 w 104"/>
                <a:gd name="T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79">
                  <a:moveTo>
                    <a:pt x="104" y="0"/>
                  </a:moveTo>
                  <a:lnTo>
                    <a:pt x="104" y="120"/>
                  </a:lnTo>
                  <a:lnTo>
                    <a:pt x="0" y="179"/>
                  </a:lnTo>
                  <a:lnTo>
                    <a:pt x="0" y="60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840288" y="2660651"/>
              <a:ext cx="165100" cy="284163"/>
            </a:xfrm>
            <a:custGeom>
              <a:avLst/>
              <a:gdLst>
                <a:gd name="T0" fmla="*/ 104 w 104"/>
                <a:gd name="T1" fmla="*/ 0 h 179"/>
                <a:gd name="T2" fmla="*/ 104 w 104"/>
                <a:gd name="T3" fmla="*/ 120 h 179"/>
                <a:gd name="T4" fmla="*/ 0 w 104"/>
                <a:gd name="T5" fmla="*/ 179 h 179"/>
                <a:gd name="T6" fmla="*/ 0 w 104"/>
                <a:gd name="T7" fmla="*/ 60 h 179"/>
                <a:gd name="T8" fmla="*/ 104 w 104"/>
                <a:gd name="T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79">
                  <a:moveTo>
                    <a:pt x="104" y="0"/>
                  </a:moveTo>
                  <a:lnTo>
                    <a:pt x="104" y="120"/>
                  </a:lnTo>
                  <a:lnTo>
                    <a:pt x="0" y="179"/>
                  </a:lnTo>
                  <a:lnTo>
                    <a:pt x="0" y="60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4681538" y="2665414"/>
              <a:ext cx="158750" cy="279400"/>
            </a:xfrm>
            <a:custGeom>
              <a:avLst/>
              <a:gdLst>
                <a:gd name="T0" fmla="*/ 100 w 100"/>
                <a:gd name="T1" fmla="*/ 57 h 176"/>
                <a:gd name="T2" fmla="*/ 100 w 100"/>
                <a:gd name="T3" fmla="*/ 176 h 176"/>
                <a:gd name="T4" fmla="*/ 0 w 100"/>
                <a:gd name="T5" fmla="*/ 117 h 176"/>
                <a:gd name="T6" fmla="*/ 0 w 100"/>
                <a:gd name="T7" fmla="*/ 0 h 176"/>
                <a:gd name="T8" fmla="*/ 100 w 100"/>
                <a:gd name="T9" fmla="*/ 5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76">
                  <a:moveTo>
                    <a:pt x="100" y="57"/>
                  </a:moveTo>
                  <a:lnTo>
                    <a:pt x="100" y="176"/>
                  </a:lnTo>
                  <a:lnTo>
                    <a:pt x="0" y="117"/>
                  </a:lnTo>
                  <a:lnTo>
                    <a:pt x="0" y="0"/>
                  </a:lnTo>
                  <a:lnTo>
                    <a:pt x="100" y="5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6"/>
            <p:cNvSpPr/>
            <p:nvPr/>
          </p:nvSpPr>
          <p:spPr bwMode="auto">
            <a:xfrm>
              <a:off x="4681538" y="2665414"/>
              <a:ext cx="158750" cy="279400"/>
            </a:xfrm>
            <a:custGeom>
              <a:avLst/>
              <a:gdLst>
                <a:gd name="T0" fmla="*/ 100 w 100"/>
                <a:gd name="T1" fmla="*/ 57 h 176"/>
                <a:gd name="T2" fmla="*/ 100 w 100"/>
                <a:gd name="T3" fmla="*/ 176 h 176"/>
                <a:gd name="T4" fmla="*/ 0 w 100"/>
                <a:gd name="T5" fmla="*/ 117 h 176"/>
                <a:gd name="T6" fmla="*/ 0 w 100"/>
                <a:gd name="T7" fmla="*/ 0 h 176"/>
                <a:gd name="T8" fmla="*/ 100 w 100"/>
                <a:gd name="T9" fmla="*/ 5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76">
                  <a:moveTo>
                    <a:pt x="100" y="57"/>
                  </a:moveTo>
                  <a:lnTo>
                    <a:pt x="100" y="176"/>
                  </a:lnTo>
                  <a:lnTo>
                    <a:pt x="0" y="117"/>
                  </a:lnTo>
                  <a:lnTo>
                    <a:pt x="0" y="0"/>
                  </a:lnTo>
                  <a:lnTo>
                    <a:pt x="100" y="57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7391401" y="2097089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7342188" y="2322514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7391401" y="2416176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7342188" y="2641601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7391401" y="2735264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7342188" y="2960689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7391401" y="3060701"/>
              <a:ext cx="123825" cy="11906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7342188" y="3279776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6773863" y="5084764"/>
              <a:ext cx="15144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3903663" y="5084764"/>
              <a:ext cx="1290638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3666456" y="5398518"/>
            <a:ext cx="618372" cy="745488"/>
            <a:chOff x="3059113" y="4256088"/>
            <a:chExt cx="741363" cy="893763"/>
          </a:xfrm>
        </p:grpSpPr>
        <p:sp>
          <p:nvSpPr>
            <p:cNvPr id="43" name="Freeform 40"/>
            <p:cNvSpPr/>
            <p:nvPr/>
          </p:nvSpPr>
          <p:spPr bwMode="auto">
            <a:xfrm>
              <a:off x="3059113" y="4659313"/>
              <a:ext cx="211138" cy="339725"/>
            </a:xfrm>
            <a:custGeom>
              <a:avLst/>
              <a:gdLst>
                <a:gd name="T0" fmla="*/ 56 w 56"/>
                <a:gd name="T1" fmla="*/ 90 h 90"/>
                <a:gd name="T2" fmla="*/ 13 w 56"/>
                <a:gd name="T3" fmla="*/ 90 h 90"/>
                <a:gd name="T4" fmla="*/ 0 w 56"/>
                <a:gd name="T5" fmla="*/ 76 h 90"/>
                <a:gd name="T6" fmla="*/ 0 w 56"/>
                <a:gd name="T7" fmla="*/ 13 h 90"/>
                <a:gd name="T8" fmla="*/ 13 w 56"/>
                <a:gd name="T9" fmla="*/ 0 h 90"/>
                <a:gd name="T10" fmla="*/ 56 w 56"/>
                <a:gd name="T1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90">
                  <a:moveTo>
                    <a:pt x="56" y="90"/>
                  </a:moveTo>
                  <a:cubicBezTo>
                    <a:pt x="13" y="90"/>
                    <a:pt x="13" y="90"/>
                    <a:pt x="13" y="90"/>
                  </a:cubicBezTo>
                  <a:cubicBezTo>
                    <a:pt x="6" y="90"/>
                    <a:pt x="0" y="84"/>
                    <a:pt x="0" y="7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44" name="Freeform 41"/>
            <p:cNvSpPr/>
            <p:nvPr/>
          </p:nvSpPr>
          <p:spPr bwMode="auto">
            <a:xfrm>
              <a:off x="3201988" y="4524376"/>
              <a:ext cx="598488" cy="625475"/>
            </a:xfrm>
            <a:custGeom>
              <a:avLst/>
              <a:gdLst>
                <a:gd name="T0" fmla="*/ 0 w 159"/>
                <a:gd name="T1" fmla="*/ 0 h 166"/>
                <a:gd name="T2" fmla="*/ 0 w 159"/>
                <a:gd name="T3" fmla="*/ 142 h 166"/>
                <a:gd name="T4" fmla="*/ 24 w 159"/>
                <a:gd name="T5" fmla="*/ 166 h 166"/>
                <a:gd name="T6" fmla="*/ 135 w 159"/>
                <a:gd name="T7" fmla="*/ 166 h 166"/>
                <a:gd name="T8" fmla="*/ 159 w 159"/>
                <a:gd name="T9" fmla="*/ 142 h 166"/>
                <a:gd name="T10" fmla="*/ 159 w 159"/>
                <a:gd name="T11" fmla="*/ 0 h 166"/>
                <a:gd name="T12" fmla="*/ 0 w 159"/>
                <a:gd name="T1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166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55"/>
                    <a:pt x="11" y="166"/>
                    <a:pt x="24" y="166"/>
                  </a:cubicBezTo>
                  <a:cubicBezTo>
                    <a:pt x="135" y="166"/>
                    <a:pt x="135" y="166"/>
                    <a:pt x="135" y="166"/>
                  </a:cubicBezTo>
                  <a:cubicBezTo>
                    <a:pt x="148" y="166"/>
                    <a:pt x="159" y="155"/>
                    <a:pt x="159" y="142"/>
                  </a:cubicBezTo>
                  <a:cubicBezTo>
                    <a:pt x="159" y="0"/>
                    <a:pt x="159" y="0"/>
                    <a:pt x="159" y="0"/>
                  </a:cubicBezTo>
                  <a:lnTo>
                    <a:pt x="0" y="0"/>
                  </a:lnTo>
                  <a:close/>
                </a:path>
              </a:pathLst>
            </a:custGeom>
            <a:ln w="46038" cap="rnd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2"/>
            <p:cNvSpPr/>
            <p:nvPr/>
          </p:nvSpPr>
          <p:spPr bwMode="auto">
            <a:xfrm>
              <a:off x="3552826" y="4256088"/>
              <a:ext cx="96838" cy="180975"/>
            </a:xfrm>
            <a:custGeom>
              <a:avLst/>
              <a:gdLst>
                <a:gd name="T0" fmla="*/ 13 w 26"/>
                <a:gd name="T1" fmla="*/ 0 h 48"/>
                <a:gd name="T2" fmla="*/ 13 w 26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48">
                  <a:moveTo>
                    <a:pt x="13" y="0"/>
                  </a:moveTo>
                  <a:cubicBezTo>
                    <a:pt x="0" y="16"/>
                    <a:pt x="26" y="32"/>
                    <a:pt x="13" y="48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3451226" y="4256088"/>
              <a:ext cx="101600" cy="180975"/>
            </a:xfrm>
            <a:custGeom>
              <a:avLst/>
              <a:gdLst>
                <a:gd name="T0" fmla="*/ 14 w 27"/>
                <a:gd name="T1" fmla="*/ 48 h 48"/>
                <a:gd name="T2" fmla="*/ 14 w 27"/>
                <a:gd name="T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" h="48">
                  <a:moveTo>
                    <a:pt x="14" y="48"/>
                  </a:moveTo>
                  <a:cubicBezTo>
                    <a:pt x="27" y="32"/>
                    <a:pt x="0" y="16"/>
                    <a:pt x="14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4"/>
            <p:cNvSpPr/>
            <p:nvPr/>
          </p:nvSpPr>
          <p:spPr bwMode="auto">
            <a:xfrm>
              <a:off x="3352801" y="4256088"/>
              <a:ext cx="98425" cy="180975"/>
            </a:xfrm>
            <a:custGeom>
              <a:avLst/>
              <a:gdLst>
                <a:gd name="T0" fmla="*/ 13 w 26"/>
                <a:gd name="T1" fmla="*/ 48 h 48"/>
                <a:gd name="T2" fmla="*/ 13 w 26"/>
                <a:gd name="T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48">
                  <a:moveTo>
                    <a:pt x="13" y="48"/>
                  </a:moveTo>
                  <a:cubicBezTo>
                    <a:pt x="26" y="32"/>
                    <a:pt x="0" y="16"/>
                    <a:pt x="13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3206751" y="5045076"/>
              <a:ext cx="244475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>
              <a:off x="3481388" y="5045076"/>
              <a:ext cx="33338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7"/>
            <p:cNvSpPr/>
            <p:nvPr/>
          </p:nvSpPr>
          <p:spPr bwMode="auto">
            <a:xfrm>
              <a:off x="3355976" y="4656138"/>
              <a:ext cx="207963" cy="219075"/>
            </a:xfrm>
            <a:custGeom>
              <a:avLst/>
              <a:gdLst>
                <a:gd name="T0" fmla="*/ 0 w 131"/>
                <a:gd name="T1" fmla="*/ 38 h 138"/>
                <a:gd name="T2" fmla="*/ 67 w 131"/>
                <a:gd name="T3" fmla="*/ 0 h 138"/>
                <a:gd name="T4" fmla="*/ 131 w 131"/>
                <a:gd name="T5" fmla="*/ 38 h 138"/>
                <a:gd name="T6" fmla="*/ 131 w 131"/>
                <a:gd name="T7" fmla="*/ 138 h 138"/>
                <a:gd name="T8" fmla="*/ 67 w 131"/>
                <a:gd name="T9" fmla="*/ 138 h 138"/>
                <a:gd name="T10" fmla="*/ 0 w 131"/>
                <a:gd name="T11" fmla="*/ 138 h 138"/>
                <a:gd name="T12" fmla="*/ 0 w 131"/>
                <a:gd name="T13" fmla="*/ 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" h="138">
                  <a:moveTo>
                    <a:pt x="0" y="38"/>
                  </a:moveTo>
                  <a:lnTo>
                    <a:pt x="67" y="0"/>
                  </a:lnTo>
                  <a:lnTo>
                    <a:pt x="131" y="38"/>
                  </a:lnTo>
                  <a:lnTo>
                    <a:pt x="131" y="138"/>
                  </a:lnTo>
                  <a:lnTo>
                    <a:pt x="67" y="138"/>
                  </a:lnTo>
                  <a:lnTo>
                    <a:pt x="0" y="138"/>
                  </a:lnTo>
                  <a:lnTo>
                    <a:pt x="0" y="38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3462338" y="4516438"/>
              <a:ext cx="0" cy="20320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1290958" y="6144006"/>
            <a:ext cx="462124" cy="0"/>
          </a:xfrm>
          <a:prstGeom prst="line">
            <a:avLst/>
          </a:prstGeom>
          <a:noFill/>
          <a:ln w="460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58" name="组合 157"/>
          <p:cNvGrpSpPr/>
          <p:nvPr/>
        </p:nvGrpSpPr>
        <p:grpSpPr>
          <a:xfrm>
            <a:off x="2838872" y="5153554"/>
            <a:ext cx="717681" cy="987804"/>
            <a:chOff x="2066926" y="3962401"/>
            <a:chExt cx="860425" cy="1184275"/>
          </a:xfrm>
        </p:grpSpPr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724151" y="3962401"/>
              <a:ext cx="203200" cy="11842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2724151" y="4064001"/>
              <a:ext cx="203200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503488" y="4017963"/>
              <a:ext cx="217488" cy="1128713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>
              <a:off x="2611438" y="4286251"/>
              <a:ext cx="0" cy="106363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2611438" y="4437063"/>
              <a:ext cx="0" cy="569913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2574926" y="4102101"/>
              <a:ext cx="74613" cy="793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6"/>
            <p:cNvSpPr/>
            <p:nvPr/>
          </p:nvSpPr>
          <p:spPr bwMode="auto">
            <a:xfrm>
              <a:off x="2066926" y="4067176"/>
              <a:ext cx="292100" cy="1071563"/>
            </a:xfrm>
            <a:custGeom>
              <a:avLst/>
              <a:gdLst>
                <a:gd name="T0" fmla="*/ 71 w 184"/>
                <a:gd name="T1" fmla="*/ 0 h 675"/>
                <a:gd name="T2" fmla="*/ 0 w 184"/>
                <a:gd name="T3" fmla="*/ 663 h 675"/>
                <a:gd name="T4" fmla="*/ 113 w 184"/>
                <a:gd name="T5" fmla="*/ 675 h 675"/>
                <a:gd name="T6" fmla="*/ 184 w 184"/>
                <a:gd name="T7" fmla="*/ 12 h 675"/>
                <a:gd name="T8" fmla="*/ 71 w 184"/>
                <a:gd name="T9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" h="675">
                  <a:moveTo>
                    <a:pt x="71" y="0"/>
                  </a:moveTo>
                  <a:lnTo>
                    <a:pt x="0" y="663"/>
                  </a:lnTo>
                  <a:lnTo>
                    <a:pt x="113" y="675"/>
                  </a:lnTo>
                  <a:lnTo>
                    <a:pt x="184" y="12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7"/>
            <p:cNvSpPr/>
            <p:nvPr/>
          </p:nvSpPr>
          <p:spPr bwMode="auto">
            <a:xfrm>
              <a:off x="2078038" y="4856163"/>
              <a:ext cx="198438" cy="180975"/>
            </a:xfrm>
            <a:custGeom>
              <a:avLst/>
              <a:gdLst>
                <a:gd name="T0" fmla="*/ 12 w 125"/>
                <a:gd name="T1" fmla="*/ 0 h 114"/>
                <a:gd name="T2" fmla="*/ 0 w 125"/>
                <a:gd name="T3" fmla="*/ 100 h 114"/>
                <a:gd name="T4" fmla="*/ 113 w 125"/>
                <a:gd name="T5" fmla="*/ 114 h 114"/>
                <a:gd name="T6" fmla="*/ 125 w 125"/>
                <a:gd name="T7" fmla="*/ 12 h 114"/>
                <a:gd name="T8" fmla="*/ 12 w 125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14">
                  <a:moveTo>
                    <a:pt x="12" y="0"/>
                  </a:moveTo>
                  <a:lnTo>
                    <a:pt x="0" y="100"/>
                  </a:lnTo>
                  <a:lnTo>
                    <a:pt x="113" y="114"/>
                  </a:lnTo>
                  <a:lnTo>
                    <a:pt x="125" y="12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8"/>
            <p:cNvSpPr/>
            <p:nvPr/>
          </p:nvSpPr>
          <p:spPr bwMode="auto">
            <a:xfrm>
              <a:off x="2193926" y="4256088"/>
              <a:ext cx="57150" cy="517525"/>
            </a:xfrm>
            <a:custGeom>
              <a:avLst/>
              <a:gdLst>
                <a:gd name="T0" fmla="*/ 36 w 36"/>
                <a:gd name="T1" fmla="*/ 0 h 326"/>
                <a:gd name="T2" fmla="*/ 0 w 36"/>
                <a:gd name="T3" fmla="*/ 326 h 326"/>
                <a:gd name="T4" fmla="*/ 36 w 36"/>
                <a:gd name="T5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26">
                  <a:moveTo>
                    <a:pt x="36" y="0"/>
                  </a:moveTo>
                  <a:lnTo>
                    <a:pt x="0" y="32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DC6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 flipH="1">
              <a:off x="2193926" y="4256088"/>
              <a:ext cx="57150" cy="517525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Rectangle 60"/>
            <p:cNvSpPr>
              <a:spLocks noChangeArrowheads="1"/>
            </p:cNvSpPr>
            <p:nvPr/>
          </p:nvSpPr>
          <p:spPr bwMode="auto">
            <a:xfrm>
              <a:off x="2371726" y="4187826"/>
              <a:ext cx="131763" cy="958850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2371726" y="4294188"/>
              <a:ext cx="131763" cy="7461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1721302" y="4580203"/>
            <a:ext cx="1042094" cy="1561155"/>
            <a:chOff x="727076" y="3275013"/>
            <a:chExt cx="1249363" cy="1871663"/>
          </a:xfrm>
        </p:grpSpPr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1257301" y="4513263"/>
              <a:ext cx="87313" cy="131763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63"/>
            <p:cNvSpPr/>
            <p:nvPr/>
          </p:nvSpPr>
          <p:spPr bwMode="auto">
            <a:xfrm>
              <a:off x="968376" y="3343276"/>
              <a:ext cx="1008063" cy="1249363"/>
            </a:xfrm>
            <a:custGeom>
              <a:avLst/>
              <a:gdLst>
                <a:gd name="T0" fmla="*/ 143 w 268"/>
                <a:gd name="T1" fmla="*/ 0 h 331"/>
                <a:gd name="T2" fmla="*/ 158 w 268"/>
                <a:gd name="T3" fmla="*/ 6 h 331"/>
                <a:gd name="T4" fmla="*/ 229 w 268"/>
                <a:gd name="T5" fmla="*/ 221 h 331"/>
                <a:gd name="T6" fmla="*/ 14 w 268"/>
                <a:gd name="T7" fmla="*/ 291 h 331"/>
                <a:gd name="T8" fmla="*/ 0 w 268"/>
                <a:gd name="T9" fmla="*/ 283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31">
                  <a:moveTo>
                    <a:pt x="143" y="0"/>
                  </a:moveTo>
                  <a:cubicBezTo>
                    <a:pt x="148" y="1"/>
                    <a:pt x="153" y="4"/>
                    <a:pt x="158" y="6"/>
                  </a:cubicBezTo>
                  <a:cubicBezTo>
                    <a:pt x="237" y="46"/>
                    <a:pt x="268" y="142"/>
                    <a:pt x="229" y="221"/>
                  </a:cubicBezTo>
                  <a:cubicBezTo>
                    <a:pt x="189" y="300"/>
                    <a:pt x="93" y="331"/>
                    <a:pt x="14" y="291"/>
                  </a:cubicBezTo>
                  <a:cubicBezTo>
                    <a:pt x="9" y="289"/>
                    <a:pt x="4" y="286"/>
                    <a:pt x="0" y="283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64"/>
            <p:cNvSpPr/>
            <p:nvPr/>
          </p:nvSpPr>
          <p:spPr bwMode="auto">
            <a:xfrm>
              <a:off x="877888" y="4625976"/>
              <a:ext cx="846138" cy="82550"/>
            </a:xfrm>
            <a:custGeom>
              <a:avLst/>
              <a:gdLst>
                <a:gd name="T0" fmla="*/ 0 w 225"/>
                <a:gd name="T1" fmla="*/ 22 h 22"/>
                <a:gd name="T2" fmla="*/ 23 w 225"/>
                <a:gd name="T3" fmla="*/ 0 h 22"/>
                <a:gd name="T4" fmla="*/ 202 w 225"/>
                <a:gd name="T5" fmla="*/ 0 h 22"/>
                <a:gd name="T6" fmla="*/ 225 w 225"/>
                <a:gd name="T7" fmla="*/ 22 h 22"/>
                <a:gd name="T8" fmla="*/ 0 w 225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22">
                  <a:moveTo>
                    <a:pt x="0" y="22"/>
                  </a:moveTo>
                  <a:cubicBezTo>
                    <a:pt x="0" y="10"/>
                    <a:pt x="10" y="0"/>
                    <a:pt x="23" y="0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215" y="0"/>
                    <a:pt x="225" y="10"/>
                    <a:pt x="225" y="22"/>
                  </a:cubicBezTo>
                  <a:lnTo>
                    <a:pt x="0" y="22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 flipH="1">
              <a:off x="941388" y="3275013"/>
              <a:ext cx="620713" cy="1222375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8"/>
            <p:cNvSpPr/>
            <p:nvPr/>
          </p:nvSpPr>
          <p:spPr bwMode="auto">
            <a:xfrm>
              <a:off x="1155701" y="3622676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73"/>
            <p:cNvSpPr>
              <a:spLocks noEditPoints="1"/>
            </p:cNvSpPr>
            <p:nvPr/>
          </p:nvSpPr>
          <p:spPr bwMode="auto">
            <a:xfrm>
              <a:off x="727076" y="3395663"/>
              <a:ext cx="1147763" cy="1011238"/>
            </a:xfrm>
            <a:custGeom>
              <a:avLst/>
              <a:gdLst>
                <a:gd name="T0" fmla="*/ 153 w 305"/>
                <a:gd name="T1" fmla="*/ 12 h 268"/>
                <a:gd name="T2" fmla="*/ 202 w 305"/>
                <a:gd name="T3" fmla="*/ 23 h 268"/>
                <a:gd name="T4" fmla="*/ 264 w 305"/>
                <a:gd name="T5" fmla="*/ 183 h 268"/>
                <a:gd name="T6" fmla="*/ 152 w 305"/>
                <a:gd name="T7" fmla="*/ 256 h 268"/>
                <a:gd name="T8" fmla="*/ 103 w 305"/>
                <a:gd name="T9" fmla="*/ 246 h 268"/>
                <a:gd name="T10" fmla="*/ 41 w 305"/>
                <a:gd name="T11" fmla="*/ 85 h 268"/>
                <a:gd name="T12" fmla="*/ 153 w 305"/>
                <a:gd name="T13" fmla="*/ 12 h 268"/>
                <a:gd name="T14" fmla="*/ 153 w 305"/>
                <a:gd name="T15" fmla="*/ 0 h 268"/>
                <a:gd name="T16" fmla="*/ 30 w 305"/>
                <a:gd name="T17" fmla="*/ 80 h 268"/>
                <a:gd name="T18" fmla="*/ 99 w 305"/>
                <a:gd name="T19" fmla="*/ 257 h 268"/>
                <a:gd name="T20" fmla="*/ 152 w 305"/>
                <a:gd name="T21" fmla="*/ 268 h 268"/>
                <a:gd name="T22" fmla="*/ 275 w 305"/>
                <a:gd name="T23" fmla="*/ 188 h 268"/>
                <a:gd name="T24" fmla="*/ 206 w 305"/>
                <a:gd name="T25" fmla="*/ 12 h 268"/>
                <a:gd name="T26" fmla="*/ 153 w 305"/>
                <a:gd name="T27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5" h="268">
                  <a:moveTo>
                    <a:pt x="153" y="12"/>
                  </a:moveTo>
                  <a:cubicBezTo>
                    <a:pt x="169" y="12"/>
                    <a:pt x="186" y="16"/>
                    <a:pt x="202" y="23"/>
                  </a:cubicBezTo>
                  <a:cubicBezTo>
                    <a:pt x="263" y="50"/>
                    <a:pt x="291" y="122"/>
                    <a:pt x="264" y="183"/>
                  </a:cubicBezTo>
                  <a:cubicBezTo>
                    <a:pt x="244" y="229"/>
                    <a:pt x="199" y="256"/>
                    <a:pt x="152" y="256"/>
                  </a:cubicBezTo>
                  <a:cubicBezTo>
                    <a:pt x="136" y="256"/>
                    <a:pt x="119" y="253"/>
                    <a:pt x="103" y="246"/>
                  </a:cubicBezTo>
                  <a:cubicBezTo>
                    <a:pt x="42" y="219"/>
                    <a:pt x="14" y="147"/>
                    <a:pt x="41" y="85"/>
                  </a:cubicBezTo>
                  <a:cubicBezTo>
                    <a:pt x="61" y="40"/>
                    <a:pt x="106" y="12"/>
                    <a:pt x="153" y="12"/>
                  </a:cubicBezTo>
                  <a:moveTo>
                    <a:pt x="153" y="0"/>
                  </a:moveTo>
                  <a:cubicBezTo>
                    <a:pt x="100" y="0"/>
                    <a:pt x="51" y="32"/>
                    <a:pt x="30" y="80"/>
                  </a:cubicBezTo>
                  <a:cubicBezTo>
                    <a:pt x="0" y="148"/>
                    <a:pt x="31" y="227"/>
                    <a:pt x="99" y="257"/>
                  </a:cubicBezTo>
                  <a:cubicBezTo>
                    <a:pt x="116" y="264"/>
                    <a:pt x="134" y="268"/>
                    <a:pt x="152" y="268"/>
                  </a:cubicBezTo>
                  <a:cubicBezTo>
                    <a:pt x="205" y="268"/>
                    <a:pt x="254" y="237"/>
                    <a:pt x="275" y="188"/>
                  </a:cubicBezTo>
                  <a:cubicBezTo>
                    <a:pt x="305" y="121"/>
                    <a:pt x="274" y="42"/>
                    <a:pt x="206" y="12"/>
                  </a:cubicBezTo>
                  <a:cubicBezTo>
                    <a:pt x="189" y="4"/>
                    <a:pt x="171" y="0"/>
                    <a:pt x="153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74"/>
            <p:cNvSpPr/>
            <p:nvPr/>
          </p:nvSpPr>
          <p:spPr bwMode="auto">
            <a:xfrm>
              <a:off x="1182688" y="347186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75"/>
            <p:cNvSpPr/>
            <p:nvPr/>
          </p:nvSpPr>
          <p:spPr bwMode="auto">
            <a:xfrm>
              <a:off x="1166813" y="363061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76"/>
            <p:cNvSpPr/>
            <p:nvPr/>
          </p:nvSpPr>
          <p:spPr bwMode="auto">
            <a:xfrm>
              <a:off x="892176" y="3795713"/>
              <a:ext cx="200025" cy="339725"/>
            </a:xfrm>
            <a:custGeom>
              <a:avLst/>
              <a:gdLst>
                <a:gd name="T0" fmla="*/ 78 w 126"/>
                <a:gd name="T1" fmla="*/ 0 h 214"/>
                <a:gd name="T2" fmla="*/ 24 w 126"/>
                <a:gd name="T3" fmla="*/ 50 h 214"/>
                <a:gd name="T4" fmla="*/ 29 w 126"/>
                <a:gd name="T5" fmla="*/ 109 h 214"/>
                <a:gd name="T6" fmla="*/ 0 w 126"/>
                <a:gd name="T7" fmla="*/ 169 h 214"/>
                <a:gd name="T8" fmla="*/ 0 w 126"/>
                <a:gd name="T9" fmla="*/ 214 h 214"/>
                <a:gd name="T10" fmla="*/ 126 w 126"/>
                <a:gd name="T11" fmla="*/ 107 h 214"/>
                <a:gd name="T12" fmla="*/ 78 w 126"/>
                <a:gd name="T13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14">
                  <a:moveTo>
                    <a:pt x="78" y="0"/>
                  </a:moveTo>
                  <a:lnTo>
                    <a:pt x="24" y="50"/>
                  </a:lnTo>
                  <a:lnTo>
                    <a:pt x="29" y="109"/>
                  </a:lnTo>
                  <a:lnTo>
                    <a:pt x="0" y="169"/>
                  </a:lnTo>
                  <a:lnTo>
                    <a:pt x="0" y="214"/>
                  </a:lnTo>
                  <a:lnTo>
                    <a:pt x="126" y="107"/>
                  </a:lnTo>
                  <a:lnTo>
                    <a:pt x="78" y="0"/>
                  </a:lnTo>
                  <a:close/>
                </a:path>
              </a:pathLst>
            </a:custGeom>
            <a:noFill/>
            <a:ln w="46038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77"/>
            <p:cNvSpPr/>
            <p:nvPr/>
          </p:nvSpPr>
          <p:spPr bwMode="auto">
            <a:xfrm>
              <a:off x="873126" y="3441701"/>
              <a:ext cx="342900" cy="381000"/>
            </a:xfrm>
            <a:custGeom>
              <a:avLst/>
              <a:gdLst>
                <a:gd name="T0" fmla="*/ 216 w 216"/>
                <a:gd name="T1" fmla="*/ 0 h 240"/>
                <a:gd name="T2" fmla="*/ 171 w 216"/>
                <a:gd name="T3" fmla="*/ 33 h 240"/>
                <a:gd name="T4" fmla="*/ 124 w 216"/>
                <a:gd name="T5" fmla="*/ 71 h 240"/>
                <a:gd name="T6" fmla="*/ 128 w 216"/>
                <a:gd name="T7" fmla="*/ 109 h 240"/>
                <a:gd name="T8" fmla="*/ 159 w 216"/>
                <a:gd name="T9" fmla="*/ 85 h 240"/>
                <a:gd name="T10" fmla="*/ 178 w 216"/>
                <a:gd name="T11" fmla="*/ 147 h 240"/>
                <a:gd name="T12" fmla="*/ 88 w 216"/>
                <a:gd name="T13" fmla="*/ 178 h 240"/>
                <a:gd name="T14" fmla="*/ 50 w 216"/>
                <a:gd name="T15" fmla="*/ 164 h 240"/>
                <a:gd name="T16" fmla="*/ 34 w 216"/>
                <a:gd name="T17" fmla="*/ 183 h 240"/>
                <a:gd name="T18" fmla="*/ 50 w 216"/>
                <a:gd name="T19" fmla="*/ 240 h 240"/>
                <a:gd name="T20" fmla="*/ 8 w 216"/>
                <a:gd name="T21" fmla="*/ 192 h 240"/>
                <a:gd name="T22" fmla="*/ 0 w 216"/>
                <a:gd name="T23" fmla="*/ 16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6" h="240">
                  <a:moveTo>
                    <a:pt x="216" y="0"/>
                  </a:moveTo>
                  <a:lnTo>
                    <a:pt x="171" y="33"/>
                  </a:lnTo>
                  <a:lnTo>
                    <a:pt x="124" y="71"/>
                  </a:lnTo>
                  <a:lnTo>
                    <a:pt x="128" y="109"/>
                  </a:lnTo>
                  <a:lnTo>
                    <a:pt x="159" y="85"/>
                  </a:lnTo>
                  <a:lnTo>
                    <a:pt x="178" y="147"/>
                  </a:lnTo>
                  <a:lnTo>
                    <a:pt x="88" y="178"/>
                  </a:lnTo>
                  <a:lnTo>
                    <a:pt x="50" y="164"/>
                  </a:lnTo>
                  <a:lnTo>
                    <a:pt x="34" y="183"/>
                  </a:lnTo>
                  <a:lnTo>
                    <a:pt x="50" y="240"/>
                  </a:lnTo>
                  <a:lnTo>
                    <a:pt x="8" y="192"/>
                  </a:lnTo>
                  <a:lnTo>
                    <a:pt x="0" y="168"/>
                  </a:ln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78"/>
            <p:cNvSpPr/>
            <p:nvPr/>
          </p:nvSpPr>
          <p:spPr bwMode="auto">
            <a:xfrm>
              <a:off x="1201738" y="3478213"/>
              <a:ext cx="173038" cy="144463"/>
            </a:xfrm>
            <a:custGeom>
              <a:avLst/>
              <a:gdLst>
                <a:gd name="T0" fmla="*/ 0 w 46"/>
                <a:gd name="T1" fmla="*/ 2 h 38"/>
                <a:gd name="T2" fmla="*/ 2 w 46"/>
                <a:gd name="T3" fmla="*/ 38 h 38"/>
                <a:gd name="T4" fmla="*/ 28 w 46"/>
                <a:gd name="T5" fmla="*/ 31 h 38"/>
                <a:gd name="T6" fmla="*/ 46 w 46"/>
                <a:gd name="T7" fmla="*/ 7 h 38"/>
                <a:gd name="T8" fmla="*/ 0 w 46"/>
                <a:gd name="T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8">
                  <a:moveTo>
                    <a:pt x="0" y="2"/>
                  </a:moveTo>
                  <a:cubicBezTo>
                    <a:pt x="2" y="38"/>
                    <a:pt x="2" y="38"/>
                    <a:pt x="2" y="38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31" y="0"/>
                    <a:pt x="0" y="2"/>
                  </a:cubicBez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79"/>
            <p:cNvSpPr/>
            <p:nvPr/>
          </p:nvSpPr>
          <p:spPr bwMode="auto">
            <a:xfrm>
              <a:off x="1171576" y="3644901"/>
              <a:ext cx="601663" cy="520700"/>
            </a:xfrm>
            <a:custGeom>
              <a:avLst/>
              <a:gdLst>
                <a:gd name="T0" fmla="*/ 149 w 160"/>
                <a:gd name="T1" fmla="*/ 15 h 138"/>
                <a:gd name="T2" fmla="*/ 115 w 160"/>
                <a:gd name="T3" fmla="*/ 17 h 138"/>
                <a:gd name="T4" fmla="*/ 84 w 160"/>
                <a:gd name="T5" fmla="*/ 14 h 138"/>
                <a:gd name="T6" fmla="*/ 70 w 160"/>
                <a:gd name="T7" fmla="*/ 0 h 138"/>
                <a:gd name="T8" fmla="*/ 45 w 160"/>
                <a:gd name="T9" fmla="*/ 9 h 138"/>
                <a:gd name="T10" fmla="*/ 47 w 160"/>
                <a:gd name="T11" fmla="*/ 21 h 138"/>
                <a:gd name="T12" fmla="*/ 28 w 160"/>
                <a:gd name="T13" fmla="*/ 23 h 138"/>
                <a:gd name="T14" fmla="*/ 26 w 160"/>
                <a:gd name="T15" fmla="*/ 31 h 138"/>
                <a:gd name="T16" fmla="*/ 42 w 160"/>
                <a:gd name="T17" fmla="*/ 41 h 138"/>
                <a:gd name="T18" fmla="*/ 54 w 160"/>
                <a:gd name="T19" fmla="*/ 57 h 138"/>
                <a:gd name="T20" fmla="*/ 40 w 160"/>
                <a:gd name="T21" fmla="*/ 54 h 138"/>
                <a:gd name="T22" fmla="*/ 34 w 160"/>
                <a:gd name="T23" fmla="*/ 46 h 138"/>
                <a:gd name="T24" fmla="*/ 20 w 160"/>
                <a:gd name="T25" fmla="*/ 43 h 138"/>
                <a:gd name="T26" fmla="*/ 0 w 160"/>
                <a:gd name="T27" fmla="*/ 63 h 138"/>
                <a:gd name="T28" fmla="*/ 2 w 160"/>
                <a:gd name="T29" fmla="*/ 79 h 138"/>
                <a:gd name="T30" fmla="*/ 16 w 160"/>
                <a:gd name="T31" fmla="*/ 85 h 138"/>
                <a:gd name="T32" fmla="*/ 8 w 160"/>
                <a:gd name="T33" fmla="*/ 115 h 138"/>
                <a:gd name="T34" fmla="*/ 8 w 160"/>
                <a:gd name="T35" fmla="*/ 138 h 138"/>
                <a:gd name="T36" fmla="*/ 22 w 160"/>
                <a:gd name="T37" fmla="*/ 136 h 138"/>
                <a:gd name="T38" fmla="*/ 63 w 160"/>
                <a:gd name="T39" fmla="*/ 96 h 138"/>
                <a:gd name="T40" fmla="*/ 53 w 160"/>
                <a:gd name="T41" fmla="*/ 86 h 138"/>
                <a:gd name="T42" fmla="*/ 56 w 160"/>
                <a:gd name="T43" fmla="*/ 75 h 138"/>
                <a:gd name="T44" fmla="*/ 65 w 160"/>
                <a:gd name="T45" fmla="*/ 84 h 138"/>
                <a:gd name="T46" fmla="*/ 70 w 160"/>
                <a:gd name="T47" fmla="*/ 88 h 138"/>
                <a:gd name="T48" fmla="*/ 83 w 160"/>
                <a:gd name="T49" fmla="*/ 81 h 138"/>
                <a:gd name="T50" fmla="*/ 85 w 160"/>
                <a:gd name="T51" fmla="*/ 104 h 138"/>
                <a:gd name="T52" fmla="*/ 105 w 160"/>
                <a:gd name="T53" fmla="*/ 100 h 138"/>
                <a:gd name="T54" fmla="*/ 106 w 160"/>
                <a:gd name="T55" fmla="*/ 127 h 138"/>
                <a:gd name="T56" fmla="*/ 140 w 160"/>
                <a:gd name="T57" fmla="*/ 99 h 138"/>
                <a:gd name="T58" fmla="*/ 160 w 160"/>
                <a:gd name="T59" fmla="*/ 8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0" h="138">
                  <a:moveTo>
                    <a:pt x="149" y="15"/>
                  </a:moveTo>
                  <a:cubicBezTo>
                    <a:pt x="132" y="16"/>
                    <a:pt x="115" y="17"/>
                    <a:pt x="115" y="17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22" y="136"/>
                    <a:pt x="22" y="136"/>
                    <a:pt x="22" y="136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65" y="84"/>
                    <a:pt x="65" y="84"/>
                    <a:pt x="65" y="84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85" y="104"/>
                    <a:pt x="85" y="104"/>
                    <a:pt x="85" y="104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06" y="127"/>
                    <a:pt x="106" y="127"/>
                    <a:pt x="106" y="127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60" y="83"/>
                    <a:pt x="160" y="83"/>
                    <a:pt x="160" y="83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Rectangle 80"/>
            <p:cNvSpPr>
              <a:spLocks noChangeArrowheads="1"/>
            </p:cNvSpPr>
            <p:nvPr/>
          </p:nvSpPr>
          <p:spPr bwMode="auto">
            <a:xfrm>
              <a:off x="842963" y="4984751"/>
              <a:ext cx="1122363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Rectangle 81"/>
            <p:cNvSpPr>
              <a:spLocks noChangeArrowheads="1"/>
            </p:cNvSpPr>
            <p:nvPr/>
          </p:nvSpPr>
          <p:spPr bwMode="auto">
            <a:xfrm>
              <a:off x="1649413" y="4984751"/>
              <a:ext cx="190500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Rectangle 82"/>
            <p:cNvSpPr>
              <a:spLocks noChangeArrowheads="1"/>
            </p:cNvSpPr>
            <p:nvPr/>
          </p:nvSpPr>
          <p:spPr bwMode="auto">
            <a:xfrm>
              <a:off x="784226" y="4719638"/>
              <a:ext cx="1049338" cy="2571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Line 83"/>
            <p:cNvSpPr>
              <a:spLocks noChangeShapeType="1"/>
            </p:cNvSpPr>
            <p:nvPr/>
          </p:nvSpPr>
          <p:spPr bwMode="auto">
            <a:xfrm flipH="1">
              <a:off x="1438276" y="4848226"/>
              <a:ext cx="127000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 flipV="1">
              <a:off x="1735138" y="4784726"/>
              <a:ext cx="0" cy="128588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Line 85"/>
            <p:cNvSpPr>
              <a:spLocks noChangeShapeType="1"/>
            </p:cNvSpPr>
            <p:nvPr/>
          </p:nvSpPr>
          <p:spPr bwMode="auto">
            <a:xfrm flipV="1">
              <a:off x="889001" y="4784726"/>
              <a:ext cx="0" cy="128588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Line 86"/>
            <p:cNvSpPr>
              <a:spLocks noChangeShapeType="1"/>
            </p:cNvSpPr>
            <p:nvPr/>
          </p:nvSpPr>
          <p:spPr bwMode="auto">
            <a:xfrm flipH="1">
              <a:off x="990601" y="4848226"/>
              <a:ext cx="395288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8703466" y="4120729"/>
            <a:ext cx="948081" cy="952053"/>
            <a:chOff x="9097965" y="2724151"/>
            <a:chExt cx="1136650" cy="1141413"/>
          </a:xfrm>
        </p:grpSpPr>
        <p:sp>
          <p:nvSpPr>
            <p:cNvPr id="94" name="Oval 90"/>
            <p:cNvSpPr>
              <a:spLocks noChangeArrowheads="1"/>
            </p:cNvSpPr>
            <p:nvPr/>
          </p:nvSpPr>
          <p:spPr bwMode="auto">
            <a:xfrm>
              <a:off x="9097965" y="2724151"/>
              <a:ext cx="1136650" cy="1141413"/>
            </a:xfrm>
            <a:prstGeom prst="ellipse">
              <a:avLst/>
            </a:prstGeom>
            <a:noFill/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Oval 91"/>
            <p:cNvSpPr>
              <a:spLocks noChangeArrowheads="1"/>
            </p:cNvSpPr>
            <p:nvPr/>
          </p:nvSpPr>
          <p:spPr bwMode="auto">
            <a:xfrm>
              <a:off x="9180515" y="2809876"/>
              <a:ext cx="966788" cy="968375"/>
            </a:xfrm>
            <a:prstGeom prst="ellipse">
              <a:avLst/>
            </a:prstGeom>
            <a:noFill/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Line 92"/>
            <p:cNvSpPr>
              <a:spLocks noChangeShapeType="1"/>
            </p:cNvSpPr>
            <p:nvPr/>
          </p:nvSpPr>
          <p:spPr bwMode="auto">
            <a:xfrm>
              <a:off x="9666290" y="2897189"/>
              <a:ext cx="0" cy="825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Line 93"/>
            <p:cNvSpPr>
              <a:spLocks noChangeShapeType="1"/>
            </p:cNvSpPr>
            <p:nvPr/>
          </p:nvSpPr>
          <p:spPr bwMode="auto">
            <a:xfrm flipH="1">
              <a:off x="9823452" y="2949576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Line 94"/>
            <p:cNvSpPr>
              <a:spLocks noChangeShapeType="1"/>
            </p:cNvSpPr>
            <p:nvPr/>
          </p:nvSpPr>
          <p:spPr bwMode="auto">
            <a:xfrm flipH="1">
              <a:off x="9936165" y="3097214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Line 95"/>
            <p:cNvSpPr>
              <a:spLocks noChangeShapeType="1"/>
            </p:cNvSpPr>
            <p:nvPr/>
          </p:nvSpPr>
          <p:spPr bwMode="auto">
            <a:xfrm flipH="1">
              <a:off x="9982202" y="3292476"/>
              <a:ext cx="7937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Line 96"/>
            <p:cNvSpPr>
              <a:spLocks noChangeShapeType="1"/>
            </p:cNvSpPr>
            <p:nvPr/>
          </p:nvSpPr>
          <p:spPr bwMode="auto">
            <a:xfrm flipH="1" flipV="1">
              <a:off x="9936165" y="3451226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Line 97"/>
            <p:cNvSpPr>
              <a:spLocks noChangeShapeType="1"/>
            </p:cNvSpPr>
            <p:nvPr/>
          </p:nvSpPr>
          <p:spPr bwMode="auto">
            <a:xfrm flipH="1" flipV="1">
              <a:off x="9823452" y="3567114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Line 98"/>
            <p:cNvSpPr>
              <a:spLocks noChangeShapeType="1"/>
            </p:cNvSpPr>
            <p:nvPr/>
          </p:nvSpPr>
          <p:spPr bwMode="auto">
            <a:xfrm flipV="1">
              <a:off x="9666290" y="3608389"/>
              <a:ext cx="0" cy="841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Line 99"/>
            <p:cNvSpPr>
              <a:spLocks noChangeShapeType="1"/>
            </p:cNvSpPr>
            <p:nvPr/>
          </p:nvSpPr>
          <p:spPr bwMode="auto">
            <a:xfrm flipV="1">
              <a:off x="9466265" y="3567114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Line 100"/>
            <p:cNvSpPr>
              <a:spLocks noChangeShapeType="1"/>
            </p:cNvSpPr>
            <p:nvPr/>
          </p:nvSpPr>
          <p:spPr bwMode="auto">
            <a:xfrm flipV="1">
              <a:off x="9320215" y="3451226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Line 101"/>
            <p:cNvSpPr>
              <a:spLocks noChangeShapeType="1"/>
            </p:cNvSpPr>
            <p:nvPr/>
          </p:nvSpPr>
          <p:spPr bwMode="auto">
            <a:xfrm>
              <a:off x="9266240" y="3292476"/>
              <a:ext cx="84138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Line 102"/>
            <p:cNvSpPr>
              <a:spLocks noChangeShapeType="1"/>
            </p:cNvSpPr>
            <p:nvPr/>
          </p:nvSpPr>
          <p:spPr bwMode="auto">
            <a:xfrm>
              <a:off x="9320215" y="3097214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Line 103"/>
            <p:cNvSpPr>
              <a:spLocks noChangeShapeType="1"/>
            </p:cNvSpPr>
            <p:nvPr/>
          </p:nvSpPr>
          <p:spPr bwMode="auto">
            <a:xfrm>
              <a:off x="9466265" y="2949576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104"/>
            <p:cNvSpPr/>
            <p:nvPr/>
          </p:nvSpPr>
          <p:spPr bwMode="auto">
            <a:xfrm>
              <a:off x="9639302" y="3267076"/>
              <a:ext cx="52388" cy="55563"/>
            </a:xfrm>
            <a:custGeom>
              <a:avLst/>
              <a:gdLst>
                <a:gd name="T0" fmla="*/ 2 w 14"/>
                <a:gd name="T1" fmla="*/ 3 h 15"/>
                <a:gd name="T2" fmla="*/ 2 w 14"/>
                <a:gd name="T3" fmla="*/ 12 h 15"/>
                <a:gd name="T4" fmla="*/ 12 w 14"/>
                <a:gd name="T5" fmla="*/ 12 h 15"/>
                <a:gd name="T6" fmla="*/ 11 w 14"/>
                <a:gd name="T7" fmla="*/ 3 h 15"/>
                <a:gd name="T8" fmla="*/ 2 w 14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2" y="3"/>
                  </a:moveTo>
                  <a:cubicBezTo>
                    <a:pt x="0" y="6"/>
                    <a:pt x="0" y="10"/>
                    <a:pt x="2" y="12"/>
                  </a:cubicBezTo>
                  <a:cubicBezTo>
                    <a:pt x="5" y="15"/>
                    <a:pt x="9" y="15"/>
                    <a:pt x="12" y="12"/>
                  </a:cubicBezTo>
                  <a:cubicBezTo>
                    <a:pt x="14" y="9"/>
                    <a:pt x="14" y="5"/>
                    <a:pt x="11" y="3"/>
                  </a:cubicBezTo>
                  <a:cubicBezTo>
                    <a:pt x="9" y="0"/>
                    <a:pt x="4" y="0"/>
                    <a:pt x="2" y="3"/>
                  </a:cubicBezTo>
                  <a:close/>
                </a:path>
              </a:pathLst>
            </a:custGeom>
            <a:solidFill>
              <a:srgbClr val="F7F8FC"/>
            </a:solidFill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Line 105"/>
            <p:cNvSpPr>
              <a:spLocks noChangeShapeType="1"/>
            </p:cNvSpPr>
            <p:nvPr/>
          </p:nvSpPr>
          <p:spPr bwMode="auto">
            <a:xfrm flipH="1">
              <a:off x="9680577" y="3081339"/>
              <a:ext cx="173038" cy="1968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Line 106"/>
            <p:cNvSpPr>
              <a:spLocks noChangeShapeType="1"/>
            </p:cNvSpPr>
            <p:nvPr/>
          </p:nvSpPr>
          <p:spPr bwMode="auto">
            <a:xfrm>
              <a:off x="9485315" y="3130551"/>
              <a:ext cx="169863" cy="1539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1" name="Line 107"/>
          <p:cNvSpPr>
            <a:spLocks noChangeShapeType="1"/>
          </p:cNvSpPr>
          <p:nvPr/>
        </p:nvSpPr>
        <p:spPr bwMode="auto">
          <a:xfrm>
            <a:off x="10608897" y="6113552"/>
            <a:ext cx="109903" cy="0"/>
          </a:xfrm>
          <a:prstGeom prst="line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2" name="Line 108"/>
          <p:cNvSpPr>
            <a:spLocks noChangeShapeType="1"/>
          </p:cNvSpPr>
          <p:nvPr/>
        </p:nvSpPr>
        <p:spPr bwMode="auto">
          <a:xfrm>
            <a:off x="9899160" y="6113552"/>
            <a:ext cx="135062" cy="0"/>
          </a:xfrm>
          <a:prstGeom prst="line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56" name="组合 155"/>
          <p:cNvGrpSpPr/>
          <p:nvPr/>
        </p:nvGrpSpPr>
        <p:grpSpPr>
          <a:xfrm>
            <a:off x="8050668" y="5038354"/>
            <a:ext cx="558785" cy="1077845"/>
            <a:chOff x="8315327" y="3824289"/>
            <a:chExt cx="669925" cy="1292225"/>
          </a:xfrm>
        </p:grpSpPr>
        <p:sp>
          <p:nvSpPr>
            <p:cNvPr id="113" name="Rectangle 109"/>
            <p:cNvSpPr>
              <a:spLocks noChangeArrowheads="1"/>
            </p:cNvSpPr>
            <p:nvPr/>
          </p:nvSpPr>
          <p:spPr bwMode="auto">
            <a:xfrm>
              <a:off x="8845552" y="3989389"/>
              <a:ext cx="104775" cy="482600"/>
            </a:xfrm>
            <a:prstGeom prst="rect">
              <a:avLst/>
            </a:prstGeom>
            <a:noFill/>
            <a:ln w="44450" cap="rnd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110"/>
            <p:cNvSpPr/>
            <p:nvPr/>
          </p:nvSpPr>
          <p:spPr bwMode="auto">
            <a:xfrm>
              <a:off x="8845552" y="3854451"/>
              <a:ext cx="104775" cy="142875"/>
            </a:xfrm>
            <a:custGeom>
              <a:avLst/>
              <a:gdLst>
                <a:gd name="T0" fmla="*/ 14 w 28"/>
                <a:gd name="T1" fmla="*/ 38 h 38"/>
                <a:gd name="T2" fmla="*/ 28 w 28"/>
                <a:gd name="T3" fmla="*/ 36 h 38"/>
                <a:gd name="T4" fmla="*/ 14 w 28"/>
                <a:gd name="T5" fmla="*/ 0 h 38"/>
                <a:gd name="T6" fmla="*/ 0 w 28"/>
                <a:gd name="T7" fmla="*/ 36 h 38"/>
                <a:gd name="T8" fmla="*/ 14 w 28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14" y="38"/>
                  </a:moveTo>
                  <a:cubicBezTo>
                    <a:pt x="19" y="38"/>
                    <a:pt x="24" y="38"/>
                    <a:pt x="28" y="3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8"/>
                    <a:pt x="9" y="38"/>
                    <a:pt x="14" y="38"/>
                  </a:cubicBezTo>
                  <a:close/>
                </a:path>
              </a:pathLst>
            </a:custGeom>
            <a:noFill/>
            <a:ln w="44450" cap="rnd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111"/>
            <p:cNvSpPr/>
            <p:nvPr/>
          </p:nvSpPr>
          <p:spPr bwMode="auto">
            <a:xfrm>
              <a:off x="8883652" y="3854451"/>
              <a:ext cx="33338" cy="44450"/>
            </a:xfrm>
            <a:custGeom>
              <a:avLst/>
              <a:gdLst>
                <a:gd name="T0" fmla="*/ 0 w 9"/>
                <a:gd name="T1" fmla="*/ 12 h 12"/>
                <a:gd name="T2" fmla="*/ 4 w 9"/>
                <a:gd name="T3" fmla="*/ 12 h 12"/>
                <a:gd name="T4" fmla="*/ 9 w 9"/>
                <a:gd name="T5" fmla="*/ 12 h 12"/>
                <a:gd name="T6" fmla="*/ 4 w 9"/>
                <a:gd name="T7" fmla="*/ 0 h 12"/>
                <a:gd name="T8" fmla="*/ 0 w 9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cubicBezTo>
                    <a:pt x="1" y="12"/>
                    <a:pt x="3" y="12"/>
                    <a:pt x="4" y="12"/>
                  </a:cubicBezTo>
                  <a:cubicBezTo>
                    <a:pt x="6" y="12"/>
                    <a:pt x="7" y="12"/>
                    <a:pt x="9" y="12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12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Rectangle 112"/>
            <p:cNvSpPr>
              <a:spLocks noChangeArrowheads="1"/>
            </p:cNvSpPr>
            <p:nvPr/>
          </p:nvSpPr>
          <p:spPr bwMode="auto">
            <a:xfrm>
              <a:off x="8540752" y="3824289"/>
              <a:ext cx="217488" cy="650875"/>
            </a:xfrm>
            <a:prstGeom prst="rect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Line 113"/>
            <p:cNvSpPr>
              <a:spLocks noChangeShapeType="1"/>
            </p:cNvSpPr>
            <p:nvPr/>
          </p:nvSpPr>
          <p:spPr bwMode="auto">
            <a:xfrm flipH="1">
              <a:off x="8661402" y="3917951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Line 114"/>
            <p:cNvSpPr>
              <a:spLocks noChangeShapeType="1"/>
            </p:cNvSpPr>
            <p:nvPr/>
          </p:nvSpPr>
          <p:spPr bwMode="auto">
            <a:xfrm flipH="1">
              <a:off x="8697915" y="4008439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Line 115"/>
            <p:cNvSpPr>
              <a:spLocks noChangeShapeType="1"/>
            </p:cNvSpPr>
            <p:nvPr/>
          </p:nvSpPr>
          <p:spPr bwMode="auto">
            <a:xfrm flipH="1">
              <a:off x="8661402" y="4102101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Line 116"/>
            <p:cNvSpPr>
              <a:spLocks noChangeShapeType="1"/>
            </p:cNvSpPr>
            <p:nvPr/>
          </p:nvSpPr>
          <p:spPr bwMode="auto">
            <a:xfrm flipH="1">
              <a:off x="8697915" y="4197351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Line 117"/>
            <p:cNvSpPr>
              <a:spLocks noChangeShapeType="1"/>
            </p:cNvSpPr>
            <p:nvPr/>
          </p:nvSpPr>
          <p:spPr bwMode="auto">
            <a:xfrm flipH="1">
              <a:off x="8661402" y="4291014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Line 118"/>
            <p:cNvSpPr>
              <a:spLocks noChangeShapeType="1"/>
            </p:cNvSpPr>
            <p:nvPr/>
          </p:nvSpPr>
          <p:spPr bwMode="auto">
            <a:xfrm flipH="1">
              <a:off x="8697915" y="4384676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119"/>
            <p:cNvSpPr/>
            <p:nvPr/>
          </p:nvSpPr>
          <p:spPr bwMode="auto">
            <a:xfrm>
              <a:off x="8375652" y="3876676"/>
              <a:ext cx="77788" cy="90488"/>
            </a:xfrm>
            <a:custGeom>
              <a:avLst/>
              <a:gdLst>
                <a:gd name="T0" fmla="*/ 3 w 21"/>
                <a:gd name="T1" fmla="*/ 24 h 24"/>
                <a:gd name="T2" fmla="*/ 21 w 21"/>
                <a:gd name="T3" fmla="*/ 20 h 24"/>
                <a:gd name="T4" fmla="*/ 17 w 21"/>
                <a:gd name="T5" fmla="*/ 2 h 24"/>
                <a:gd name="T6" fmla="*/ 0 w 21"/>
                <a:gd name="T7" fmla="*/ 6 h 24"/>
                <a:gd name="T8" fmla="*/ 3 w 21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4">
                  <a:moveTo>
                    <a:pt x="3" y="24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0" y="14"/>
                    <a:pt x="18" y="8"/>
                    <a:pt x="17" y="2"/>
                  </a:cubicBezTo>
                  <a:cubicBezTo>
                    <a:pt x="11" y="0"/>
                    <a:pt x="4" y="1"/>
                    <a:pt x="0" y="6"/>
                  </a:cubicBezTo>
                  <a:cubicBezTo>
                    <a:pt x="1" y="12"/>
                    <a:pt x="2" y="18"/>
                    <a:pt x="3" y="24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120"/>
            <p:cNvSpPr/>
            <p:nvPr/>
          </p:nvSpPr>
          <p:spPr bwMode="auto">
            <a:xfrm>
              <a:off x="8386765" y="3951289"/>
              <a:ext cx="198438" cy="573088"/>
            </a:xfrm>
            <a:custGeom>
              <a:avLst/>
              <a:gdLst>
                <a:gd name="T0" fmla="*/ 53 w 53"/>
                <a:gd name="T1" fmla="*/ 147 h 152"/>
                <a:gd name="T2" fmla="*/ 51 w 53"/>
                <a:gd name="T3" fmla="*/ 135 h 152"/>
                <a:gd name="T4" fmla="*/ 18 w 53"/>
                <a:gd name="T5" fmla="*/ 0 h 152"/>
                <a:gd name="T6" fmla="*/ 0 w 53"/>
                <a:gd name="T7" fmla="*/ 4 h 152"/>
                <a:gd name="T8" fmla="*/ 27 w 53"/>
                <a:gd name="T9" fmla="*/ 140 h 152"/>
                <a:gd name="T10" fmla="*/ 30 w 53"/>
                <a:gd name="T11" fmla="*/ 152 h 152"/>
                <a:gd name="T12" fmla="*/ 53 w 53"/>
                <a:gd name="T13" fmla="*/ 14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152">
                  <a:moveTo>
                    <a:pt x="53" y="147"/>
                  </a:moveTo>
                  <a:cubicBezTo>
                    <a:pt x="52" y="143"/>
                    <a:pt x="51" y="139"/>
                    <a:pt x="51" y="135"/>
                  </a:cubicBezTo>
                  <a:cubicBezTo>
                    <a:pt x="40" y="85"/>
                    <a:pt x="28" y="38"/>
                    <a:pt x="1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43"/>
                    <a:pt x="16" y="90"/>
                    <a:pt x="27" y="140"/>
                  </a:cubicBezTo>
                  <a:cubicBezTo>
                    <a:pt x="28" y="144"/>
                    <a:pt x="29" y="148"/>
                    <a:pt x="30" y="152"/>
                  </a:cubicBezTo>
                  <a:lnTo>
                    <a:pt x="53" y="147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Line 121"/>
            <p:cNvSpPr>
              <a:spLocks noChangeShapeType="1"/>
            </p:cNvSpPr>
            <p:nvPr/>
          </p:nvSpPr>
          <p:spPr bwMode="auto">
            <a:xfrm flipV="1">
              <a:off x="8488365" y="4438651"/>
              <a:ext cx="74613" cy="142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122"/>
            <p:cNvSpPr/>
            <p:nvPr/>
          </p:nvSpPr>
          <p:spPr bwMode="auto">
            <a:xfrm>
              <a:off x="8315327" y="3959226"/>
              <a:ext cx="107950" cy="463550"/>
            </a:xfrm>
            <a:custGeom>
              <a:avLst/>
              <a:gdLst>
                <a:gd name="T0" fmla="*/ 57 w 68"/>
                <a:gd name="T1" fmla="*/ 292 h 292"/>
                <a:gd name="T2" fmla="*/ 0 w 68"/>
                <a:gd name="T3" fmla="*/ 36 h 292"/>
                <a:gd name="T4" fmla="*/ 45 w 68"/>
                <a:gd name="T5" fmla="*/ 5 h 292"/>
                <a:gd name="T6" fmla="*/ 68 w 68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92">
                  <a:moveTo>
                    <a:pt x="57" y="292"/>
                  </a:moveTo>
                  <a:lnTo>
                    <a:pt x="0" y="36"/>
                  </a:lnTo>
                  <a:lnTo>
                    <a:pt x="45" y="5"/>
                  </a:lnTo>
                  <a:lnTo>
                    <a:pt x="68" y="0"/>
                  </a:lnTo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127" name="Freeform 123"/>
            <p:cNvSpPr/>
            <p:nvPr/>
          </p:nvSpPr>
          <p:spPr bwMode="auto">
            <a:xfrm>
              <a:off x="8423277" y="4441826"/>
              <a:ext cx="561975" cy="674688"/>
            </a:xfrm>
            <a:custGeom>
              <a:avLst/>
              <a:gdLst>
                <a:gd name="T0" fmla="*/ 0 w 149"/>
                <a:gd name="T1" fmla="*/ 0 h 179"/>
                <a:gd name="T2" fmla="*/ 0 w 149"/>
                <a:gd name="T3" fmla="*/ 165 h 179"/>
                <a:gd name="T4" fmla="*/ 14 w 149"/>
                <a:gd name="T5" fmla="*/ 179 h 179"/>
                <a:gd name="T6" fmla="*/ 135 w 149"/>
                <a:gd name="T7" fmla="*/ 179 h 179"/>
                <a:gd name="T8" fmla="*/ 149 w 149"/>
                <a:gd name="T9" fmla="*/ 165 h 179"/>
                <a:gd name="T10" fmla="*/ 149 w 149"/>
                <a:gd name="T11" fmla="*/ 0 h 179"/>
                <a:gd name="T12" fmla="*/ 0 w 149"/>
                <a:gd name="T1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79">
                  <a:moveTo>
                    <a:pt x="0" y="0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0" y="173"/>
                    <a:pt x="6" y="179"/>
                    <a:pt x="14" y="179"/>
                  </a:cubicBezTo>
                  <a:cubicBezTo>
                    <a:pt x="135" y="179"/>
                    <a:pt x="135" y="179"/>
                    <a:pt x="135" y="179"/>
                  </a:cubicBezTo>
                  <a:cubicBezTo>
                    <a:pt x="143" y="179"/>
                    <a:pt x="149" y="173"/>
                    <a:pt x="149" y="165"/>
                  </a:cubicBezTo>
                  <a:cubicBezTo>
                    <a:pt x="149" y="0"/>
                    <a:pt x="149" y="0"/>
                    <a:pt x="149" y="0"/>
                  </a:cubicBezTo>
                  <a:lnTo>
                    <a:pt x="0" y="0"/>
                  </a:lnTo>
                  <a:close/>
                </a:path>
              </a:pathLst>
            </a:custGeom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 useBgFill="1">
        <p:nvSpPr>
          <p:cNvPr id="128" name="Rectangle 124"/>
          <p:cNvSpPr>
            <a:spLocks noChangeArrowheads="1"/>
          </p:cNvSpPr>
          <p:nvPr/>
        </p:nvSpPr>
        <p:spPr bwMode="auto">
          <a:xfrm>
            <a:off x="8360515" y="5965248"/>
            <a:ext cx="986481" cy="150951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 useBgFill="1">
        <p:nvSpPr>
          <p:cNvPr id="129" name="Rectangle 125"/>
          <p:cNvSpPr>
            <a:spLocks noChangeArrowheads="1"/>
          </p:cNvSpPr>
          <p:nvPr/>
        </p:nvSpPr>
        <p:spPr bwMode="auto">
          <a:xfrm>
            <a:off x="8449233" y="5965248"/>
            <a:ext cx="135062" cy="150951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0" name="Rectangle 126"/>
          <p:cNvSpPr>
            <a:spLocks noChangeArrowheads="1"/>
          </p:cNvSpPr>
          <p:nvPr/>
        </p:nvSpPr>
        <p:spPr bwMode="auto">
          <a:xfrm>
            <a:off x="8408185" y="5848724"/>
            <a:ext cx="794481" cy="113875"/>
          </a:xfrm>
          <a:prstGeom prst="rect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 useBgFill="1">
        <p:nvSpPr>
          <p:cNvPr id="131" name="Rectangle 127"/>
          <p:cNvSpPr>
            <a:spLocks noChangeArrowheads="1"/>
          </p:cNvSpPr>
          <p:nvPr/>
        </p:nvSpPr>
        <p:spPr bwMode="auto">
          <a:xfrm>
            <a:off x="8495577" y="5848724"/>
            <a:ext cx="622343" cy="113875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993174" y="5091320"/>
            <a:ext cx="655447" cy="1024880"/>
            <a:chOff x="10644190" y="3887789"/>
            <a:chExt cx="785813" cy="1228725"/>
          </a:xfrm>
        </p:grpSpPr>
        <p:sp>
          <p:nvSpPr>
            <p:cNvPr id="132" name="Line 128"/>
            <p:cNvSpPr>
              <a:spLocks noChangeShapeType="1"/>
            </p:cNvSpPr>
            <p:nvPr/>
          </p:nvSpPr>
          <p:spPr bwMode="auto">
            <a:xfrm>
              <a:off x="11036302" y="3975101"/>
              <a:ext cx="0" cy="8064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129"/>
            <p:cNvSpPr/>
            <p:nvPr/>
          </p:nvSpPr>
          <p:spPr bwMode="auto">
            <a:xfrm>
              <a:off x="10907715" y="3887789"/>
              <a:ext cx="255588" cy="392113"/>
            </a:xfrm>
            <a:custGeom>
              <a:avLst/>
              <a:gdLst>
                <a:gd name="T0" fmla="*/ 0 w 68"/>
                <a:gd name="T1" fmla="*/ 52 h 104"/>
                <a:gd name="T2" fmla="*/ 34 w 68"/>
                <a:gd name="T3" fmla="*/ 104 h 104"/>
                <a:gd name="T4" fmla="*/ 68 w 68"/>
                <a:gd name="T5" fmla="*/ 52 h 104"/>
                <a:gd name="T6" fmla="*/ 34 w 68"/>
                <a:gd name="T7" fmla="*/ 0 h 104"/>
                <a:gd name="T8" fmla="*/ 0 w 68"/>
                <a:gd name="T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0" y="52"/>
                  </a:moveTo>
                  <a:cubicBezTo>
                    <a:pt x="0" y="73"/>
                    <a:pt x="14" y="91"/>
                    <a:pt x="34" y="104"/>
                  </a:cubicBezTo>
                  <a:cubicBezTo>
                    <a:pt x="55" y="91"/>
                    <a:pt x="68" y="73"/>
                    <a:pt x="68" y="52"/>
                  </a:cubicBezTo>
                  <a:cubicBezTo>
                    <a:pt x="68" y="30"/>
                    <a:pt x="55" y="12"/>
                    <a:pt x="34" y="0"/>
                  </a:cubicBezTo>
                  <a:cubicBezTo>
                    <a:pt x="14" y="12"/>
                    <a:pt x="0" y="30"/>
                    <a:pt x="0" y="52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Line 130"/>
            <p:cNvSpPr>
              <a:spLocks noChangeShapeType="1"/>
            </p:cNvSpPr>
            <p:nvPr/>
          </p:nvSpPr>
          <p:spPr bwMode="auto">
            <a:xfrm>
              <a:off x="11036302" y="3887789"/>
              <a:ext cx="0" cy="52070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Line 131"/>
            <p:cNvSpPr>
              <a:spLocks noChangeShapeType="1"/>
            </p:cNvSpPr>
            <p:nvPr/>
          </p:nvSpPr>
          <p:spPr bwMode="auto">
            <a:xfrm>
              <a:off x="10922002" y="4049714"/>
              <a:ext cx="109538" cy="11271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Line 132"/>
            <p:cNvSpPr>
              <a:spLocks noChangeShapeType="1"/>
            </p:cNvSpPr>
            <p:nvPr/>
          </p:nvSpPr>
          <p:spPr bwMode="auto">
            <a:xfrm flipH="1">
              <a:off x="11039477" y="4005264"/>
              <a:ext cx="112713" cy="13176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133"/>
            <p:cNvSpPr/>
            <p:nvPr/>
          </p:nvSpPr>
          <p:spPr bwMode="auto">
            <a:xfrm>
              <a:off x="10644190" y="4219576"/>
              <a:ext cx="320675" cy="320675"/>
            </a:xfrm>
            <a:custGeom>
              <a:avLst/>
              <a:gdLst>
                <a:gd name="T0" fmla="*/ 19 w 85"/>
                <a:gd name="T1" fmla="*/ 67 h 85"/>
                <a:gd name="T2" fmla="*/ 79 w 85"/>
                <a:gd name="T3" fmla="*/ 79 h 85"/>
                <a:gd name="T4" fmla="*/ 67 w 85"/>
                <a:gd name="T5" fmla="*/ 18 h 85"/>
                <a:gd name="T6" fmla="*/ 6 w 85"/>
                <a:gd name="T7" fmla="*/ 6 h 85"/>
                <a:gd name="T8" fmla="*/ 19 w 85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5">
                  <a:moveTo>
                    <a:pt x="19" y="67"/>
                  </a:moveTo>
                  <a:cubicBezTo>
                    <a:pt x="33" y="82"/>
                    <a:pt x="56" y="85"/>
                    <a:pt x="79" y="79"/>
                  </a:cubicBezTo>
                  <a:cubicBezTo>
                    <a:pt x="85" y="56"/>
                    <a:pt x="82" y="33"/>
                    <a:pt x="67" y="18"/>
                  </a:cubicBezTo>
                  <a:cubicBezTo>
                    <a:pt x="52" y="3"/>
                    <a:pt x="29" y="0"/>
                    <a:pt x="6" y="6"/>
                  </a:cubicBezTo>
                  <a:cubicBezTo>
                    <a:pt x="0" y="29"/>
                    <a:pt x="4" y="52"/>
                    <a:pt x="19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Line 134"/>
            <p:cNvSpPr>
              <a:spLocks noChangeShapeType="1"/>
            </p:cNvSpPr>
            <p:nvPr/>
          </p:nvSpPr>
          <p:spPr bwMode="auto">
            <a:xfrm>
              <a:off x="10666415" y="4241801"/>
              <a:ext cx="369888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Line 135"/>
            <p:cNvSpPr>
              <a:spLocks noChangeShapeType="1"/>
            </p:cNvSpPr>
            <p:nvPr/>
          </p:nvSpPr>
          <p:spPr bwMode="auto">
            <a:xfrm>
              <a:off x="10701340" y="4438651"/>
              <a:ext cx="157163" cy="31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Line 136"/>
            <p:cNvSpPr>
              <a:spLocks noChangeShapeType="1"/>
            </p:cNvSpPr>
            <p:nvPr/>
          </p:nvSpPr>
          <p:spPr bwMode="auto">
            <a:xfrm>
              <a:off x="10833102" y="4241801"/>
              <a:ext cx="11113" cy="1730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137"/>
            <p:cNvSpPr/>
            <p:nvPr/>
          </p:nvSpPr>
          <p:spPr bwMode="auto">
            <a:xfrm>
              <a:off x="11107740" y="4219576"/>
              <a:ext cx="322263" cy="320675"/>
            </a:xfrm>
            <a:custGeom>
              <a:avLst/>
              <a:gdLst>
                <a:gd name="T0" fmla="*/ 67 w 86"/>
                <a:gd name="T1" fmla="*/ 67 h 85"/>
                <a:gd name="T2" fmla="*/ 6 w 86"/>
                <a:gd name="T3" fmla="*/ 79 h 85"/>
                <a:gd name="T4" fmla="*/ 19 w 86"/>
                <a:gd name="T5" fmla="*/ 18 h 85"/>
                <a:gd name="T6" fmla="*/ 80 w 86"/>
                <a:gd name="T7" fmla="*/ 6 h 85"/>
                <a:gd name="T8" fmla="*/ 67 w 86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67" y="67"/>
                  </a:moveTo>
                  <a:cubicBezTo>
                    <a:pt x="52" y="82"/>
                    <a:pt x="29" y="85"/>
                    <a:pt x="6" y="79"/>
                  </a:cubicBezTo>
                  <a:cubicBezTo>
                    <a:pt x="0" y="56"/>
                    <a:pt x="4" y="33"/>
                    <a:pt x="19" y="18"/>
                  </a:cubicBezTo>
                  <a:cubicBezTo>
                    <a:pt x="34" y="3"/>
                    <a:pt x="57" y="0"/>
                    <a:pt x="80" y="6"/>
                  </a:cubicBezTo>
                  <a:cubicBezTo>
                    <a:pt x="86" y="29"/>
                    <a:pt x="82" y="52"/>
                    <a:pt x="67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Line 138"/>
            <p:cNvSpPr>
              <a:spLocks noChangeShapeType="1"/>
            </p:cNvSpPr>
            <p:nvPr/>
          </p:nvSpPr>
          <p:spPr bwMode="auto">
            <a:xfrm flipH="1">
              <a:off x="11039477" y="4241801"/>
              <a:ext cx="368300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Line 139"/>
            <p:cNvSpPr>
              <a:spLocks noChangeShapeType="1"/>
            </p:cNvSpPr>
            <p:nvPr/>
          </p:nvSpPr>
          <p:spPr bwMode="auto">
            <a:xfrm flipH="1">
              <a:off x="11234740" y="4400551"/>
              <a:ext cx="158750" cy="79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140"/>
            <p:cNvSpPr/>
            <p:nvPr/>
          </p:nvSpPr>
          <p:spPr bwMode="auto">
            <a:xfrm>
              <a:off x="10731502" y="4773614"/>
              <a:ext cx="612775" cy="342900"/>
            </a:xfrm>
            <a:custGeom>
              <a:avLst/>
              <a:gdLst>
                <a:gd name="T0" fmla="*/ 12 w 163"/>
                <a:gd name="T1" fmla="*/ 85 h 91"/>
                <a:gd name="T2" fmla="*/ 19 w 163"/>
                <a:gd name="T3" fmla="*/ 91 h 91"/>
                <a:gd name="T4" fmla="*/ 143 w 163"/>
                <a:gd name="T5" fmla="*/ 91 h 91"/>
                <a:gd name="T6" fmla="*/ 150 w 163"/>
                <a:gd name="T7" fmla="*/ 85 h 91"/>
                <a:gd name="T8" fmla="*/ 162 w 163"/>
                <a:gd name="T9" fmla="*/ 7 h 91"/>
                <a:gd name="T10" fmla="*/ 156 w 163"/>
                <a:gd name="T11" fmla="*/ 0 h 91"/>
                <a:gd name="T12" fmla="*/ 7 w 163"/>
                <a:gd name="T13" fmla="*/ 0 h 91"/>
                <a:gd name="T14" fmla="*/ 1 w 163"/>
                <a:gd name="T15" fmla="*/ 7 h 91"/>
                <a:gd name="T16" fmla="*/ 12 w 163"/>
                <a:gd name="T17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91">
                  <a:moveTo>
                    <a:pt x="12" y="85"/>
                  </a:moveTo>
                  <a:cubicBezTo>
                    <a:pt x="13" y="88"/>
                    <a:pt x="16" y="91"/>
                    <a:pt x="19" y="91"/>
                  </a:cubicBezTo>
                  <a:cubicBezTo>
                    <a:pt x="61" y="91"/>
                    <a:pt x="102" y="91"/>
                    <a:pt x="143" y="91"/>
                  </a:cubicBezTo>
                  <a:cubicBezTo>
                    <a:pt x="147" y="91"/>
                    <a:pt x="150" y="88"/>
                    <a:pt x="150" y="85"/>
                  </a:cubicBezTo>
                  <a:cubicBezTo>
                    <a:pt x="154" y="54"/>
                    <a:pt x="158" y="37"/>
                    <a:pt x="162" y="7"/>
                  </a:cubicBezTo>
                  <a:cubicBezTo>
                    <a:pt x="163" y="3"/>
                    <a:pt x="160" y="0"/>
                    <a:pt x="156" y="0"/>
                  </a:cubicBezTo>
                  <a:cubicBezTo>
                    <a:pt x="106" y="0"/>
                    <a:pt x="57" y="0"/>
                    <a:pt x="7" y="0"/>
                  </a:cubicBezTo>
                  <a:cubicBezTo>
                    <a:pt x="3" y="0"/>
                    <a:pt x="0" y="3"/>
                    <a:pt x="1" y="7"/>
                  </a:cubicBezTo>
                  <a:cubicBezTo>
                    <a:pt x="5" y="37"/>
                    <a:pt x="8" y="54"/>
                    <a:pt x="12" y="85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141"/>
            <p:cNvSpPr/>
            <p:nvPr/>
          </p:nvSpPr>
          <p:spPr bwMode="auto">
            <a:xfrm>
              <a:off x="10693402" y="4672014"/>
              <a:ext cx="684213" cy="142875"/>
            </a:xfrm>
            <a:custGeom>
              <a:avLst/>
              <a:gdLst>
                <a:gd name="T0" fmla="*/ 419 w 431"/>
                <a:gd name="T1" fmla="*/ 90 h 90"/>
                <a:gd name="T2" fmla="*/ 14 w 431"/>
                <a:gd name="T3" fmla="*/ 90 h 90"/>
                <a:gd name="T4" fmla="*/ 0 w 431"/>
                <a:gd name="T5" fmla="*/ 0 h 90"/>
                <a:gd name="T6" fmla="*/ 431 w 431"/>
                <a:gd name="T7" fmla="*/ 0 h 90"/>
                <a:gd name="T8" fmla="*/ 419 w 431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90">
                  <a:moveTo>
                    <a:pt x="419" y="90"/>
                  </a:moveTo>
                  <a:lnTo>
                    <a:pt x="14" y="9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19" y="90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8982859" y="5503125"/>
            <a:ext cx="859364" cy="613075"/>
            <a:chOff x="9432927" y="4381501"/>
            <a:chExt cx="1030288" cy="735013"/>
          </a:xfrm>
        </p:grpSpPr>
        <p:sp useBgFill="1">
          <p:nvSpPr>
            <p:cNvPr id="146" name="Rectangle 142"/>
            <p:cNvSpPr>
              <a:spLocks noChangeArrowheads="1"/>
            </p:cNvSpPr>
            <p:nvPr/>
          </p:nvSpPr>
          <p:spPr bwMode="auto">
            <a:xfrm>
              <a:off x="9432927" y="4381501"/>
              <a:ext cx="1030288" cy="735013"/>
            </a:xfrm>
            <a:prstGeom prst="rect">
              <a:avLst/>
            </a:prstGeom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143"/>
            <p:cNvSpPr>
              <a:spLocks noEditPoints="1"/>
            </p:cNvSpPr>
            <p:nvPr/>
          </p:nvSpPr>
          <p:spPr bwMode="auto">
            <a:xfrm>
              <a:off x="9504365" y="4457701"/>
              <a:ext cx="884238" cy="587375"/>
            </a:xfrm>
            <a:custGeom>
              <a:avLst/>
              <a:gdLst>
                <a:gd name="T0" fmla="*/ 528 w 557"/>
                <a:gd name="T1" fmla="*/ 28 h 370"/>
                <a:gd name="T2" fmla="*/ 528 w 557"/>
                <a:gd name="T3" fmla="*/ 341 h 370"/>
                <a:gd name="T4" fmla="*/ 28 w 557"/>
                <a:gd name="T5" fmla="*/ 341 h 370"/>
                <a:gd name="T6" fmla="*/ 28 w 557"/>
                <a:gd name="T7" fmla="*/ 28 h 370"/>
                <a:gd name="T8" fmla="*/ 528 w 557"/>
                <a:gd name="T9" fmla="*/ 28 h 370"/>
                <a:gd name="T10" fmla="*/ 557 w 557"/>
                <a:gd name="T11" fmla="*/ 0 h 370"/>
                <a:gd name="T12" fmla="*/ 528 w 557"/>
                <a:gd name="T13" fmla="*/ 0 h 370"/>
                <a:gd name="T14" fmla="*/ 28 w 557"/>
                <a:gd name="T15" fmla="*/ 0 h 370"/>
                <a:gd name="T16" fmla="*/ 0 w 557"/>
                <a:gd name="T17" fmla="*/ 0 h 370"/>
                <a:gd name="T18" fmla="*/ 0 w 557"/>
                <a:gd name="T19" fmla="*/ 28 h 370"/>
                <a:gd name="T20" fmla="*/ 0 w 557"/>
                <a:gd name="T21" fmla="*/ 341 h 370"/>
                <a:gd name="T22" fmla="*/ 0 w 557"/>
                <a:gd name="T23" fmla="*/ 370 h 370"/>
                <a:gd name="T24" fmla="*/ 28 w 557"/>
                <a:gd name="T25" fmla="*/ 370 h 370"/>
                <a:gd name="T26" fmla="*/ 528 w 557"/>
                <a:gd name="T27" fmla="*/ 370 h 370"/>
                <a:gd name="T28" fmla="*/ 557 w 557"/>
                <a:gd name="T29" fmla="*/ 370 h 370"/>
                <a:gd name="T30" fmla="*/ 557 w 557"/>
                <a:gd name="T31" fmla="*/ 341 h 370"/>
                <a:gd name="T32" fmla="*/ 557 w 557"/>
                <a:gd name="T33" fmla="*/ 28 h 370"/>
                <a:gd name="T34" fmla="*/ 557 w 557"/>
                <a:gd name="T35" fmla="*/ 0 h 370"/>
                <a:gd name="T36" fmla="*/ 557 w 557"/>
                <a:gd name="T37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370">
                  <a:moveTo>
                    <a:pt x="528" y="28"/>
                  </a:moveTo>
                  <a:lnTo>
                    <a:pt x="528" y="341"/>
                  </a:lnTo>
                  <a:lnTo>
                    <a:pt x="28" y="341"/>
                  </a:lnTo>
                  <a:lnTo>
                    <a:pt x="28" y="28"/>
                  </a:lnTo>
                  <a:lnTo>
                    <a:pt x="528" y="28"/>
                  </a:lnTo>
                  <a:close/>
                  <a:moveTo>
                    <a:pt x="557" y="0"/>
                  </a:moveTo>
                  <a:lnTo>
                    <a:pt x="528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0" y="341"/>
                  </a:lnTo>
                  <a:lnTo>
                    <a:pt x="0" y="370"/>
                  </a:lnTo>
                  <a:lnTo>
                    <a:pt x="28" y="370"/>
                  </a:lnTo>
                  <a:lnTo>
                    <a:pt x="528" y="370"/>
                  </a:lnTo>
                  <a:lnTo>
                    <a:pt x="557" y="370"/>
                  </a:lnTo>
                  <a:lnTo>
                    <a:pt x="557" y="341"/>
                  </a:lnTo>
                  <a:lnTo>
                    <a:pt x="557" y="28"/>
                  </a:lnTo>
                  <a:lnTo>
                    <a:pt x="557" y="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144"/>
            <p:cNvSpPr>
              <a:spLocks noEditPoints="1"/>
            </p:cNvSpPr>
            <p:nvPr/>
          </p:nvSpPr>
          <p:spPr bwMode="auto">
            <a:xfrm>
              <a:off x="9504365" y="4457701"/>
              <a:ext cx="884238" cy="587375"/>
            </a:xfrm>
            <a:custGeom>
              <a:avLst/>
              <a:gdLst>
                <a:gd name="T0" fmla="*/ 528 w 557"/>
                <a:gd name="T1" fmla="*/ 28 h 370"/>
                <a:gd name="T2" fmla="*/ 528 w 557"/>
                <a:gd name="T3" fmla="*/ 341 h 370"/>
                <a:gd name="T4" fmla="*/ 28 w 557"/>
                <a:gd name="T5" fmla="*/ 341 h 370"/>
                <a:gd name="T6" fmla="*/ 28 w 557"/>
                <a:gd name="T7" fmla="*/ 28 h 370"/>
                <a:gd name="T8" fmla="*/ 528 w 557"/>
                <a:gd name="T9" fmla="*/ 28 h 370"/>
                <a:gd name="T10" fmla="*/ 557 w 557"/>
                <a:gd name="T11" fmla="*/ 0 h 370"/>
                <a:gd name="T12" fmla="*/ 528 w 557"/>
                <a:gd name="T13" fmla="*/ 0 h 370"/>
                <a:gd name="T14" fmla="*/ 28 w 557"/>
                <a:gd name="T15" fmla="*/ 0 h 370"/>
                <a:gd name="T16" fmla="*/ 0 w 557"/>
                <a:gd name="T17" fmla="*/ 0 h 370"/>
                <a:gd name="T18" fmla="*/ 0 w 557"/>
                <a:gd name="T19" fmla="*/ 28 h 370"/>
                <a:gd name="T20" fmla="*/ 0 w 557"/>
                <a:gd name="T21" fmla="*/ 341 h 370"/>
                <a:gd name="T22" fmla="*/ 0 w 557"/>
                <a:gd name="T23" fmla="*/ 370 h 370"/>
                <a:gd name="T24" fmla="*/ 28 w 557"/>
                <a:gd name="T25" fmla="*/ 370 h 370"/>
                <a:gd name="T26" fmla="*/ 528 w 557"/>
                <a:gd name="T27" fmla="*/ 370 h 370"/>
                <a:gd name="T28" fmla="*/ 557 w 557"/>
                <a:gd name="T29" fmla="*/ 370 h 370"/>
                <a:gd name="T30" fmla="*/ 557 w 557"/>
                <a:gd name="T31" fmla="*/ 341 h 370"/>
                <a:gd name="T32" fmla="*/ 557 w 557"/>
                <a:gd name="T33" fmla="*/ 28 h 370"/>
                <a:gd name="T34" fmla="*/ 557 w 557"/>
                <a:gd name="T35" fmla="*/ 0 h 370"/>
                <a:gd name="T36" fmla="*/ 557 w 557"/>
                <a:gd name="T37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370">
                  <a:moveTo>
                    <a:pt x="528" y="28"/>
                  </a:moveTo>
                  <a:lnTo>
                    <a:pt x="528" y="341"/>
                  </a:lnTo>
                  <a:lnTo>
                    <a:pt x="28" y="341"/>
                  </a:lnTo>
                  <a:lnTo>
                    <a:pt x="28" y="28"/>
                  </a:lnTo>
                  <a:lnTo>
                    <a:pt x="528" y="28"/>
                  </a:lnTo>
                  <a:moveTo>
                    <a:pt x="557" y="0"/>
                  </a:moveTo>
                  <a:lnTo>
                    <a:pt x="528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0" y="341"/>
                  </a:lnTo>
                  <a:lnTo>
                    <a:pt x="0" y="370"/>
                  </a:lnTo>
                  <a:lnTo>
                    <a:pt x="28" y="370"/>
                  </a:lnTo>
                  <a:lnTo>
                    <a:pt x="528" y="370"/>
                  </a:lnTo>
                  <a:lnTo>
                    <a:pt x="557" y="370"/>
                  </a:lnTo>
                  <a:lnTo>
                    <a:pt x="557" y="341"/>
                  </a:lnTo>
                  <a:lnTo>
                    <a:pt x="557" y="28"/>
                  </a:lnTo>
                  <a:lnTo>
                    <a:pt x="557" y="0"/>
                  </a:lnTo>
                  <a:lnTo>
                    <a:pt x="5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Oval 145"/>
            <p:cNvSpPr>
              <a:spLocks noChangeArrowheads="1"/>
            </p:cNvSpPr>
            <p:nvPr/>
          </p:nvSpPr>
          <p:spPr bwMode="auto">
            <a:xfrm>
              <a:off x="10113965" y="4573589"/>
              <a:ext cx="120650" cy="120650"/>
            </a:xfrm>
            <a:prstGeom prst="ellips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150" name="Freeform 146"/>
            <p:cNvSpPr/>
            <p:nvPr/>
          </p:nvSpPr>
          <p:spPr bwMode="auto">
            <a:xfrm>
              <a:off x="9526590" y="4576764"/>
              <a:ext cx="839788" cy="446088"/>
            </a:xfrm>
            <a:custGeom>
              <a:avLst/>
              <a:gdLst>
                <a:gd name="T0" fmla="*/ 0 w 529"/>
                <a:gd name="T1" fmla="*/ 281 h 281"/>
                <a:gd name="T2" fmla="*/ 0 w 529"/>
                <a:gd name="T3" fmla="*/ 131 h 281"/>
                <a:gd name="T4" fmla="*/ 97 w 529"/>
                <a:gd name="T5" fmla="*/ 0 h 281"/>
                <a:gd name="T6" fmla="*/ 180 w 529"/>
                <a:gd name="T7" fmla="*/ 110 h 281"/>
                <a:gd name="T8" fmla="*/ 235 w 529"/>
                <a:gd name="T9" fmla="*/ 38 h 281"/>
                <a:gd name="T10" fmla="*/ 322 w 529"/>
                <a:gd name="T11" fmla="*/ 159 h 281"/>
                <a:gd name="T12" fmla="*/ 529 w 529"/>
                <a:gd name="T13" fmla="*/ 159 h 281"/>
                <a:gd name="T14" fmla="*/ 529 w 529"/>
                <a:gd name="T15" fmla="*/ 281 h 281"/>
                <a:gd name="T16" fmla="*/ 0 w 529"/>
                <a:gd name="T17" fmla="*/ 28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281">
                  <a:moveTo>
                    <a:pt x="0" y="281"/>
                  </a:moveTo>
                  <a:lnTo>
                    <a:pt x="0" y="131"/>
                  </a:lnTo>
                  <a:lnTo>
                    <a:pt x="97" y="0"/>
                  </a:lnTo>
                  <a:lnTo>
                    <a:pt x="180" y="110"/>
                  </a:lnTo>
                  <a:lnTo>
                    <a:pt x="235" y="38"/>
                  </a:lnTo>
                  <a:lnTo>
                    <a:pt x="322" y="159"/>
                  </a:lnTo>
                  <a:lnTo>
                    <a:pt x="529" y="159"/>
                  </a:lnTo>
                  <a:lnTo>
                    <a:pt x="529" y="281"/>
                  </a:lnTo>
                  <a:lnTo>
                    <a:pt x="0" y="281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147"/>
            <p:cNvSpPr>
              <a:spLocks noEditPoints="1"/>
            </p:cNvSpPr>
            <p:nvPr/>
          </p:nvSpPr>
          <p:spPr bwMode="auto">
            <a:xfrm>
              <a:off x="9504365" y="4540251"/>
              <a:ext cx="884238" cy="504825"/>
            </a:xfrm>
            <a:custGeom>
              <a:avLst/>
              <a:gdLst>
                <a:gd name="T0" fmla="*/ 111 w 557"/>
                <a:gd name="T1" fmla="*/ 47 h 318"/>
                <a:gd name="T2" fmla="*/ 194 w 557"/>
                <a:gd name="T3" fmla="*/ 156 h 318"/>
                <a:gd name="T4" fmla="*/ 249 w 557"/>
                <a:gd name="T5" fmla="*/ 85 h 318"/>
                <a:gd name="T6" fmla="*/ 315 w 557"/>
                <a:gd name="T7" fmla="*/ 175 h 318"/>
                <a:gd name="T8" fmla="*/ 329 w 557"/>
                <a:gd name="T9" fmla="*/ 197 h 318"/>
                <a:gd name="T10" fmla="*/ 528 w 557"/>
                <a:gd name="T11" fmla="*/ 197 h 318"/>
                <a:gd name="T12" fmla="*/ 528 w 557"/>
                <a:gd name="T13" fmla="*/ 289 h 318"/>
                <a:gd name="T14" fmla="*/ 28 w 557"/>
                <a:gd name="T15" fmla="*/ 289 h 318"/>
                <a:gd name="T16" fmla="*/ 28 w 557"/>
                <a:gd name="T17" fmla="*/ 270 h 318"/>
                <a:gd name="T18" fmla="*/ 28 w 557"/>
                <a:gd name="T19" fmla="*/ 197 h 318"/>
                <a:gd name="T20" fmla="*/ 28 w 557"/>
                <a:gd name="T21" fmla="*/ 159 h 318"/>
                <a:gd name="T22" fmla="*/ 111 w 557"/>
                <a:gd name="T23" fmla="*/ 47 h 318"/>
                <a:gd name="T24" fmla="*/ 111 w 557"/>
                <a:gd name="T25" fmla="*/ 0 h 318"/>
                <a:gd name="T26" fmla="*/ 90 w 557"/>
                <a:gd name="T27" fmla="*/ 31 h 318"/>
                <a:gd name="T28" fmla="*/ 7 w 557"/>
                <a:gd name="T29" fmla="*/ 142 h 318"/>
                <a:gd name="T30" fmla="*/ 0 w 557"/>
                <a:gd name="T31" fmla="*/ 149 h 318"/>
                <a:gd name="T32" fmla="*/ 0 w 557"/>
                <a:gd name="T33" fmla="*/ 159 h 318"/>
                <a:gd name="T34" fmla="*/ 0 w 557"/>
                <a:gd name="T35" fmla="*/ 197 h 318"/>
                <a:gd name="T36" fmla="*/ 0 w 557"/>
                <a:gd name="T37" fmla="*/ 270 h 318"/>
                <a:gd name="T38" fmla="*/ 0 w 557"/>
                <a:gd name="T39" fmla="*/ 289 h 318"/>
                <a:gd name="T40" fmla="*/ 0 w 557"/>
                <a:gd name="T41" fmla="*/ 318 h 318"/>
                <a:gd name="T42" fmla="*/ 28 w 557"/>
                <a:gd name="T43" fmla="*/ 318 h 318"/>
                <a:gd name="T44" fmla="*/ 528 w 557"/>
                <a:gd name="T45" fmla="*/ 318 h 318"/>
                <a:gd name="T46" fmla="*/ 557 w 557"/>
                <a:gd name="T47" fmla="*/ 318 h 318"/>
                <a:gd name="T48" fmla="*/ 557 w 557"/>
                <a:gd name="T49" fmla="*/ 289 h 318"/>
                <a:gd name="T50" fmla="*/ 557 w 557"/>
                <a:gd name="T51" fmla="*/ 197 h 318"/>
                <a:gd name="T52" fmla="*/ 557 w 557"/>
                <a:gd name="T53" fmla="*/ 168 h 318"/>
                <a:gd name="T54" fmla="*/ 528 w 557"/>
                <a:gd name="T55" fmla="*/ 168 h 318"/>
                <a:gd name="T56" fmla="*/ 343 w 557"/>
                <a:gd name="T57" fmla="*/ 168 h 318"/>
                <a:gd name="T58" fmla="*/ 339 w 557"/>
                <a:gd name="T59" fmla="*/ 159 h 318"/>
                <a:gd name="T60" fmla="*/ 270 w 557"/>
                <a:gd name="T61" fmla="*/ 69 h 318"/>
                <a:gd name="T62" fmla="*/ 249 w 557"/>
                <a:gd name="T63" fmla="*/ 38 h 318"/>
                <a:gd name="T64" fmla="*/ 225 w 557"/>
                <a:gd name="T65" fmla="*/ 69 h 318"/>
                <a:gd name="T66" fmla="*/ 194 w 557"/>
                <a:gd name="T67" fmla="*/ 109 h 318"/>
                <a:gd name="T68" fmla="*/ 135 w 557"/>
                <a:gd name="T69" fmla="*/ 31 h 318"/>
                <a:gd name="T70" fmla="*/ 111 w 557"/>
                <a:gd name="T71" fmla="*/ 0 h 318"/>
                <a:gd name="T72" fmla="*/ 111 w 557"/>
                <a:gd name="T7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7" h="318">
                  <a:moveTo>
                    <a:pt x="111" y="47"/>
                  </a:moveTo>
                  <a:lnTo>
                    <a:pt x="194" y="156"/>
                  </a:lnTo>
                  <a:lnTo>
                    <a:pt x="249" y="85"/>
                  </a:lnTo>
                  <a:lnTo>
                    <a:pt x="315" y="175"/>
                  </a:lnTo>
                  <a:lnTo>
                    <a:pt x="329" y="197"/>
                  </a:lnTo>
                  <a:lnTo>
                    <a:pt x="528" y="197"/>
                  </a:lnTo>
                  <a:lnTo>
                    <a:pt x="528" y="289"/>
                  </a:lnTo>
                  <a:lnTo>
                    <a:pt x="28" y="289"/>
                  </a:lnTo>
                  <a:lnTo>
                    <a:pt x="28" y="270"/>
                  </a:lnTo>
                  <a:lnTo>
                    <a:pt x="28" y="197"/>
                  </a:lnTo>
                  <a:lnTo>
                    <a:pt x="28" y="159"/>
                  </a:lnTo>
                  <a:lnTo>
                    <a:pt x="111" y="47"/>
                  </a:lnTo>
                  <a:close/>
                  <a:moveTo>
                    <a:pt x="111" y="0"/>
                  </a:moveTo>
                  <a:lnTo>
                    <a:pt x="90" y="31"/>
                  </a:lnTo>
                  <a:lnTo>
                    <a:pt x="7" y="142"/>
                  </a:lnTo>
                  <a:lnTo>
                    <a:pt x="0" y="149"/>
                  </a:lnTo>
                  <a:lnTo>
                    <a:pt x="0" y="159"/>
                  </a:lnTo>
                  <a:lnTo>
                    <a:pt x="0" y="197"/>
                  </a:lnTo>
                  <a:lnTo>
                    <a:pt x="0" y="270"/>
                  </a:lnTo>
                  <a:lnTo>
                    <a:pt x="0" y="289"/>
                  </a:lnTo>
                  <a:lnTo>
                    <a:pt x="0" y="318"/>
                  </a:lnTo>
                  <a:lnTo>
                    <a:pt x="28" y="318"/>
                  </a:lnTo>
                  <a:lnTo>
                    <a:pt x="528" y="318"/>
                  </a:lnTo>
                  <a:lnTo>
                    <a:pt x="557" y="318"/>
                  </a:lnTo>
                  <a:lnTo>
                    <a:pt x="557" y="289"/>
                  </a:lnTo>
                  <a:lnTo>
                    <a:pt x="557" y="197"/>
                  </a:lnTo>
                  <a:lnTo>
                    <a:pt x="557" y="168"/>
                  </a:lnTo>
                  <a:lnTo>
                    <a:pt x="528" y="168"/>
                  </a:lnTo>
                  <a:lnTo>
                    <a:pt x="343" y="168"/>
                  </a:lnTo>
                  <a:lnTo>
                    <a:pt x="339" y="159"/>
                  </a:lnTo>
                  <a:lnTo>
                    <a:pt x="270" y="69"/>
                  </a:lnTo>
                  <a:lnTo>
                    <a:pt x="249" y="38"/>
                  </a:lnTo>
                  <a:lnTo>
                    <a:pt x="225" y="69"/>
                  </a:lnTo>
                  <a:lnTo>
                    <a:pt x="194" y="109"/>
                  </a:lnTo>
                  <a:lnTo>
                    <a:pt x="135" y="31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148"/>
            <p:cNvSpPr>
              <a:spLocks noEditPoints="1"/>
            </p:cNvSpPr>
            <p:nvPr/>
          </p:nvSpPr>
          <p:spPr bwMode="auto">
            <a:xfrm>
              <a:off x="9504365" y="4540251"/>
              <a:ext cx="884238" cy="504825"/>
            </a:xfrm>
            <a:custGeom>
              <a:avLst/>
              <a:gdLst>
                <a:gd name="T0" fmla="*/ 111 w 557"/>
                <a:gd name="T1" fmla="*/ 47 h 318"/>
                <a:gd name="T2" fmla="*/ 194 w 557"/>
                <a:gd name="T3" fmla="*/ 156 h 318"/>
                <a:gd name="T4" fmla="*/ 249 w 557"/>
                <a:gd name="T5" fmla="*/ 85 h 318"/>
                <a:gd name="T6" fmla="*/ 315 w 557"/>
                <a:gd name="T7" fmla="*/ 175 h 318"/>
                <a:gd name="T8" fmla="*/ 329 w 557"/>
                <a:gd name="T9" fmla="*/ 197 h 318"/>
                <a:gd name="T10" fmla="*/ 528 w 557"/>
                <a:gd name="T11" fmla="*/ 197 h 318"/>
                <a:gd name="T12" fmla="*/ 528 w 557"/>
                <a:gd name="T13" fmla="*/ 289 h 318"/>
                <a:gd name="T14" fmla="*/ 28 w 557"/>
                <a:gd name="T15" fmla="*/ 289 h 318"/>
                <a:gd name="T16" fmla="*/ 28 w 557"/>
                <a:gd name="T17" fmla="*/ 270 h 318"/>
                <a:gd name="T18" fmla="*/ 28 w 557"/>
                <a:gd name="T19" fmla="*/ 197 h 318"/>
                <a:gd name="T20" fmla="*/ 28 w 557"/>
                <a:gd name="T21" fmla="*/ 159 h 318"/>
                <a:gd name="T22" fmla="*/ 111 w 557"/>
                <a:gd name="T23" fmla="*/ 47 h 318"/>
                <a:gd name="T24" fmla="*/ 111 w 557"/>
                <a:gd name="T25" fmla="*/ 0 h 318"/>
                <a:gd name="T26" fmla="*/ 90 w 557"/>
                <a:gd name="T27" fmla="*/ 31 h 318"/>
                <a:gd name="T28" fmla="*/ 7 w 557"/>
                <a:gd name="T29" fmla="*/ 142 h 318"/>
                <a:gd name="T30" fmla="*/ 0 w 557"/>
                <a:gd name="T31" fmla="*/ 149 h 318"/>
                <a:gd name="T32" fmla="*/ 0 w 557"/>
                <a:gd name="T33" fmla="*/ 159 h 318"/>
                <a:gd name="T34" fmla="*/ 0 w 557"/>
                <a:gd name="T35" fmla="*/ 197 h 318"/>
                <a:gd name="T36" fmla="*/ 0 w 557"/>
                <a:gd name="T37" fmla="*/ 270 h 318"/>
                <a:gd name="T38" fmla="*/ 0 w 557"/>
                <a:gd name="T39" fmla="*/ 289 h 318"/>
                <a:gd name="T40" fmla="*/ 0 w 557"/>
                <a:gd name="T41" fmla="*/ 318 h 318"/>
                <a:gd name="T42" fmla="*/ 28 w 557"/>
                <a:gd name="T43" fmla="*/ 318 h 318"/>
                <a:gd name="T44" fmla="*/ 528 w 557"/>
                <a:gd name="T45" fmla="*/ 318 h 318"/>
                <a:gd name="T46" fmla="*/ 557 w 557"/>
                <a:gd name="T47" fmla="*/ 318 h 318"/>
                <a:gd name="T48" fmla="*/ 557 w 557"/>
                <a:gd name="T49" fmla="*/ 289 h 318"/>
                <a:gd name="T50" fmla="*/ 557 w 557"/>
                <a:gd name="T51" fmla="*/ 197 h 318"/>
                <a:gd name="T52" fmla="*/ 557 w 557"/>
                <a:gd name="T53" fmla="*/ 168 h 318"/>
                <a:gd name="T54" fmla="*/ 528 w 557"/>
                <a:gd name="T55" fmla="*/ 168 h 318"/>
                <a:gd name="T56" fmla="*/ 343 w 557"/>
                <a:gd name="T57" fmla="*/ 168 h 318"/>
                <a:gd name="T58" fmla="*/ 339 w 557"/>
                <a:gd name="T59" fmla="*/ 159 h 318"/>
                <a:gd name="T60" fmla="*/ 270 w 557"/>
                <a:gd name="T61" fmla="*/ 69 h 318"/>
                <a:gd name="T62" fmla="*/ 249 w 557"/>
                <a:gd name="T63" fmla="*/ 38 h 318"/>
                <a:gd name="T64" fmla="*/ 225 w 557"/>
                <a:gd name="T65" fmla="*/ 69 h 318"/>
                <a:gd name="T66" fmla="*/ 194 w 557"/>
                <a:gd name="T67" fmla="*/ 109 h 318"/>
                <a:gd name="T68" fmla="*/ 135 w 557"/>
                <a:gd name="T69" fmla="*/ 31 h 318"/>
                <a:gd name="T70" fmla="*/ 111 w 557"/>
                <a:gd name="T71" fmla="*/ 0 h 318"/>
                <a:gd name="T72" fmla="*/ 111 w 557"/>
                <a:gd name="T7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7" h="318">
                  <a:moveTo>
                    <a:pt x="111" y="47"/>
                  </a:moveTo>
                  <a:lnTo>
                    <a:pt x="194" y="156"/>
                  </a:lnTo>
                  <a:lnTo>
                    <a:pt x="249" y="85"/>
                  </a:lnTo>
                  <a:lnTo>
                    <a:pt x="315" y="175"/>
                  </a:lnTo>
                  <a:lnTo>
                    <a:pt x="329" y="197"/>
                  </a:lnTo>
                  <a:lnTo>
                    <a:pt x="528" y="197"/>
                  </a:lnTo>
                  <a:lnTo>
                    <a:pt x="528" y="289"/>
                  </a:lnTo>
                  <a:lnTo>
                    <a:pt x="28" y="289"/>
                  </a:lnTo>
                  <a:lnTo>
                    <a:pt x="28" y="270"/>
                  </a:lnTo>
                  <a:lnTo>
                    <a:pt x="28" y="197"/>
                  </a:lnTo>
                  <a:lnTo>
                    <a:pt x="28" y="159"/>
                  </a:lnTo>
                  <a:lnTo>
                    <a:pt x="111" y="47"/>
                  </a:lnTo>
                  <a:moveTo>
                    <a:pt x="111" y="0"/>
                  </a:moveTo>
                  <a:lnTo>
                    <a:pt x="90" y="31"/>
                  </a:lnTo>
                  <a:lnTo>
                    <a:pt x="7" y="142"/>
                  </a:lnTo>
                  <a:lnTo>
                    <a:pt x="0" y="149"/>
                  </a:lnTo>
                  <a:lnTo>
                    <a:pt x="0" y="159"/>
                  </a:lnTo>
                  <a:lnTo>
                    <a:pt x="0" y="197"/>
                  </a:lnTo>
                  <a:lnTo>
                    <a:pt x="0" y="270"/>
                  </a:lnTo>
                  <a:lnTo>
                    <a:pt x="0" y="289"/>
                  </a:lnTo>
                  <a:lnTo>
                    <a:pt x="0" y="318"/>
                  </a:lnTo>
                  <a:lnTo>
                    <a:pt x="28" y="318"/>
                  </a:lnTo>
                  <a:lnTo>
                    <a:pt x="528" y="318"/>
                  </a:lnTo>
                  <a:lnTo>
                    <a:pt x="557" y="318"/>
                  </a:lnTo>
                  <a:lnTo>
                    <a:pt x="557" y="289"/>
                  </a:lnTo>
                  <a:lnTo>
                    <a:pt x="557" y="197"/>
                  </a:lnTo>
                  <a:lnTo>
                    <a:pt x="557" y="168"/>
                  </a:lnTo>
                  <a:lnTo>
                    <a:pt x="528" y="168"/>
                  </a:lnTo>
                  <a:lnTo>
                    <a:pt x="343" y="168"/>
                  </a:lnTo>
                  <a:lnTo>
                    <a:pt x="339" y="159"/>
                  </a:lnTo>
                  <a:lnTo>
                    <a:pt x="270" y="69"/>
                  </a:lnTo>
                  <a:lnTo>
                    <a:pt x="249" y="38"/>
                  </a:lnTo>
                  <a:lnTo>
                    <a:pt x="225" y="69"/>
                  </a:lnTo>
                  <a:lnTo>
                    <a:pt x="194" y="109"/>
                  </a:lnTo>
                  <a:lnTo>
                    <a:pt x="135" y="31"/>
                  </a:lnTo>
                  <a:lnTo>
                    <a:pt x="111" y="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2454072" y="1121296"/>
            <a:ext cx="72494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7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算法简介</a:t>
            </a:r>
            <a:endParaRPr lang="zh-CN" altLang="en-US" sz="72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8" name="任意多边形 167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任意多边形 168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任意多边形 169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任意多边形 170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Freeform 21"/>
          <p:cNvSpPr/>
          <p:nvPr/>
        </p:nvSpPr>
        <p:spPr bwMode="auto">
          <a:xfrm>
            <a:off x="5172873" y="2962842"/>
            <a:ext cx="1950560" cy="106556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74" name="组合 42"/>
          <p:cNvGrpSpPr/>
          <p:nvPr/>
        </p:nvGrpSpPr>
        <p:grpSpPr>
          <a:xfrm rot="9749835">
            <a:off x="7181506" y="2908440"/>
            <a:ext cx="383835" cy="404907"/>
            <a:chOff x="4197350" y="2182813"/>
            <a:chExt cx="608013" cy="641350"/>
          </a:xfrm>
          <a:solidFill>
            <a:schemeClr val="bg1"/>
          </a:solidFill>
        </p:grpSpPr>
        <p:sp>
          <p:nvSpPr>
            <p:cNvPr id="175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6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7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8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9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0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1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2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3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4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5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6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7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8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9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0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1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2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3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4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5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6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7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8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9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0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1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2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3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4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5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6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7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8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9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0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1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2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3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4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5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6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7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8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9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0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 flipH="1">
            <a:off x="1493250" y="1587115"/>
            <a:ext cx="3189604" cy="3886127"/>
            <a:chOff x="1255" y="1061"/>
            <a:chExt cx="1905" cy="2321"/>
          </a:xfrm>
          <a:noFill/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1355" y="1897"/>
              <a:ext cx="58" cy="58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V="1">
              <a:off x="1255" y="1756"/>
              <a:ext cx="79" cy="21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255" y="1574"/>
              <a:ext cx="79" cy="21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 flipV="1">
              <a:off x="1715" y="1984"/>
              <a:ext cx="21" cy="78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1533" y="1984"/>
              <a:ext cx="20" cy="78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1429" y="1425"/>
              <a:ext cx="456" cy="464"/>
            </a:xfrm>
            <a:custGeom>
              <a:avLst/>
              <a:gdLst>
                <a:gd name="T0" fmla="*/ 11 w 110"/>
                <a:gd name="T1" fmla="*/ 57 h 112"/>
                <a:gd name="T2" fmla="*/ 12 w 110"/>
                <a:gd name="T3" fmla="*/ 101 h 112"/>
                <a:gd name="T4" fmla="*/ 12 w 110"/>
                <a:gd name="T5" fmla="*/ 101 h 112"/>
                <a:gd name="T6" fmla="*/ 55 w 110"/>
                <a:gd name="T7" fmla="*/ 100 h 112"/>
                <a:gd name="T8" fmla="*/ 99 w 110"/>
                <a:gd name="T9" fmla="*/ 55 h 112"/>
                <a:gd name="T10" fmla="*/ 98 w 110"/>
                <a:gd name="T11" fmla="*/ 12 h 112"/>
                <a:gd name="T12" fmla="*/ 98 w 110"/>
                <a:gd name="T13" fmla="*/ 12 h 112"/>
                <a:gd name="T14" fmla="*/ 55 w 110"/>
                <a:gd name="T15" fmla="*/ 13 h 112"/>
                <a:gd name="T16" fmla="*/ 11 w 110"/>
                <a:gd name="T17" fmla="*/ 5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112">
                  <a:moveTo>
                    <a:pt x="11" y="57"/>
                  </a:moveTo>
                  <a:cubicBezTo>
                    <a:pt x="0" y="69"/>
                    <a:pt x="0" y="89"/>
                    <a:pt x="12" y="101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24" y="112"/>
                    <a:pt x="43" y="112"/>
                    <a:pt x="55" y="100"/>
                  </a:cubicBezTo>
                  <a:cubicBezTo>
                    <a:pt x="99" y="55"/>
                    <a:pt x="99" y="55"/>
                    <a:pt x="99" y="55"/>
                  </a:cubicBezTo>
                  <a:cubicBezTo>
                    <a:pt x="110" y="43"/>
                    <a:pt x="110" y="24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86" y="0"/>
                    <a:pt x="67" y="1"/>
                    <a:pt x="55" y="13"/>
                  </a:cubicBezTo>
                  <a:lnTo>
                    <a:pt x="11" y="57"/>
                  </a:lnTo>
                  <a:close/>
                </a:path>
              </a:pathLst>
            </a:cu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968" y="1061"/>
              <a:ext cx="294" cy="294"/>
            </a:xfrm>
            <a:custGeom>
              <a:avLst/>
              <a:gdLst>
                <a:gd name="T0" fmla="*/ 294 w 294"/>
                <a:gd name="T1" fmla="*/ 199 h 294"/>
                <a:gd name="T2" fmla="*/ 95 w 294"/>
                <a:gd name="T3" fmla="*/ 0 h 294"/>
                <a:gd name="T4" fmla="*/ 0 w 294"/>
                <a:gd name="T5" fmla="*/ 95 h 294"/>
                <a:gd name="T6" fmla="*/ 198 w 294"/>
                <a:gd name="T7" fmla="*/ 294 h 294"/>
                <a:gd name="T8" fmla="*/ 294 w 294"/>
                <a:gd name="T9" fmla="*/ 199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294">
                  <a:moveTo>
                    <a:pt x="294" y="199"/>
                  </a:moveTo>
                  <a:lnTo>
                    <a:pt x="95" y="0"/>
                  </a:lnTo>
                  <a:lnTo>
                    <a:pt x="0" y="95"/>
                  </a:lnTo>
                  <a:lnTo>
                    <a:pt x="198" y="294"/>
                  </a:lnTo>
                  <a:lnTo>
                    <a:pt x="294" y="199"/>
                  </a:lnTo>
                  <a:close/>
                </a:path>
              </a:pathLst>
            </a:cu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616" y="1098"/>
              <a:ext cx="608" cy="609"/>
            </a:xfrm>
            <a:custGeom>
              <a:avLst/>
              <a:gdLst>
                <a:gd name="T0" fmla="*/ 256 w 608"/>
                <a:gd name="T1" fmla="*/ 609 h 609"/>
                <a:gd name="T2" fmla="*/ 0 w 608"/>
                <a:gd name="T3" fmla="*/ 352 h 609"/>
                <a:gd name="T4" fmla="*/ 352 w 608"/>
                <a:gd name="T5" fmla="*/ 0 h 609"/>
                <a:gd name="T6" fmla="*/ 608 w 608"/>
                <a:gd name="T7" fmla="*/ 257 h 609"/>
                <a:gd name="T8" fmla="*/ 256 w 608"/>
                <a:gd name="T9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8" h="609">
                  <a:moveTo>
                    <a:pt x="256" y="609"/>
                  </a:moveTo>
                  <a:lnTo>
                    <a:pt x="0" y="352"/>
                  </a:lnTo>
                  <a:lnTo>
                    <a:pt x="352" y="0"/>
                  </a:lnTo>
                  <a:lnTo>
                    <a:pt x="608" y="257"/>
                  </a:lnTo>
                  <a:lnTo>
                    <a:pt x="256" y="609"/>
                  </a:lnTo>
                  <a:close/>
                </a:path>
              </a:pathLst>
            </a:cu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13" name="Freeform 13"/>
            <p:cNvSpPr/>
            <p:nvPr/>
          </p:nvSpPr>
          <p:spPr bwMode="auto">
            <a:xfrm>
              <a:off x="1284" y="1272"/>
              <a:ext cx="762" cy="757"/>
            </a:xfrm>
            <a:custGeom>
              <a:avLst/>
              <a:gdLst>
                <a:gd name="T0" fmla="*/ 0 w 762"/>
                <a:gd name="T1" fmla="*/ 182 h 757"/>
                <a:gd name="T2" fmla="*/ 514 w 762"/>
                <a:gd name="T3" fmla="*/ 0 h 757"/>
                <a:gd name="T4" fmla="*/ 762 w 762"/>
                <a:gd name="T5" fmla="*/ 248 h 757"/>
                <a:gd name="T6" fmla="*/ 580 w 762"/>
                <a:gd name="T7" fmla="*/ 757 h 757"/>
                <a:gd name="T8" fmla="*/ 0 w 762"/>
                <a:gd name="T9" fmla="*/ 18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2" h="757">
                  <a:moveTo>
                    <a:pt x="0" y="182"/>
                  </a:moveTo>
                  <a:lnTo>
                    <a:pt x="514" y="0"/>
                  </a:lnTo>
                  <a:lnTo>
                    <a:pt x="762" y="248"/>
                  </a:lnTo>
                  <a:lnTo>
                    <a:pt x="580" y="757"/>
                  </a:lnTo>
                  <a:lnTo>
                    <a:pt x="0" y="182"/>
                  </a:lnTo>
                  <a:close/>
                </a:path>
              </a:pathLst>
            </a:custGeom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2108" y="1405"/>
              <a:ext cx="1031" cy="1832"/>
            </a:xfrm>
            <a:custGeom>
              <a:avLst/>
              <a:gdLst>
                <a:gd name="T0" fmla="*/ 443 w 1031"/>
                <a:gd name="T1" fmla="*/ 1832 h 1832"/>
                <a:gd name="T2" fmla="*/ 336 w 1031"/>
                <a:gd name="T3" fmla="*/ 1832 h 1832"/>
                <a:gd name="T4" fmla="*/ 336 w 1031"/>
                <a:gd name="T5" fmla="*/ 1481 h 1832"/>
                <a:gd name="T6" fmla="*/ 878 w 1031"/>
                <a:gd name="T7" fmla="*/ 612 h 1832"/>
                <a:gd name="T8" fmla="*/ 0 w 1031"/>
                <a:gd name="T9" fmla="*/ 86 h 1832"/>
                <a:gd name="T10" fmla="*/ 67 w 1031"/>
                <a:gd name="T11" fmla="*/ 0 h 1832"/>
                <a:gd name="T12" fmla="*/ 1031 w 1031"/>
                <a:gd name="T13" fmla="*/ 562 h 1832"/>
                <a:gd name="T14" fmla="*/ 443 w 1031"/>
                <a:gd name="T15" fmla="*/ 1526 h 1832"/>
                <a:gd name="T16" fmla="*/ 443 w 1031"/>
                <a:gd name="T17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1" h="1832">
                  <a:moveTo>
                    <a:pt x="443" y="1832"/>
                  </a:moveTo>
                  <a:lnTo>
                    <a:pt x="336" y="1832"/>
                  </a:lnTo>
                  <a:lnTo>
                    <a:pt x="336" y="1481"/>
                  </a:lnTo>
                  <a:lnTo>
                    <a:pt x="878" y="612"/>
                  </a:lnTo>
                  <a:lnTo>
                    <a:pt x="0" y="86"/>
                  </a:lnTo>
                  <a:lnTo>
                    <a:pt x="67" y="0"/>
                  </a:lnTo>
                  <a:lnTo>
                    <a:pt x="1031" y="562"/>
                  </a:lnTo>
                  <a:lnTo>
                    <a:pt x="443" y="1526"/>
                  </a:lnTo>
                  <a:lnTo>
                    <a:pt x="443" y="1832"/>
                  </a:lnTo>
                  <a:close/>
                </a:path>
              </a:pathLst>
            </a:cu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16" name="Freeform 16"/>
            <p:cNvSpPr/>
            <p:nvPr/>
          </p:nvSpPr>
          <p:spPr bwMode="auto">
            <a:xfrm>
              <a:off x="2005" y="3204"/>
              <a:ext cx="969" cy="104"/>
            </a:xfrm>
            <a:custGeom>
              <a:avLst/>
              <a:gdLst>
                <a:gd name="T0" fmla="*/ 0 w 969"/>
                <a:gd name="T1" fmla="*/ 104 h 104"/>
                <a:gd name="T2" fmla="*/ 389 w 969"/>
                <a:gd name="T3" fmla="*/ 0 h 104"/>
                <a:gd name="T4" fmla="*/ 575 w 969"/>
                <a:gd name="T5" fmla="*/ 0 h 104"/>
                <a:gd name="T6" fmla="*/ 969 w 969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9" h="104">
                  <a:moveTo>
                    <a:pt x="0" y="104"/>
                  </a:moveTo>
                  <a:lnTo>
                    <a:pt x="389" y="0"/>
                  </a:lnTo>
                  <a:lnTo>
                    <a:pt x="575" y="0"/>
                  </a:lnTo>
                  <a:lnTo>
                    <a:pt x="969" y="104"/>
                  </a:lnTo>
                </a:path>
              </a:pathLst>
            </a:custGeom>
            <a:ln w="7778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2009" y="3299"/>
              <a:ext cx="957" cy="83"/>
            </a:xfrm>
            <a:custGeom>
              <a:avLst/>
              <a:gdLst>
                <a:gd name="T0" fmla="*/ 563 w 957"/>
                <a:gd name="T1" fmla="*/ 0 h 83"/>
                <a:gd name="T2" fmla="*/ 298 w 957"/>
                <a:gd name="T3" fmla="*/ 0 h 83"/>
                <a:gd name="T4" fmla="*/ 0 w 957"/>
                <a:gd name="T5" fmla="*/ 0 h 83"/>
                <a:gd name="T6" fmla="*/ 0 w 957"/>
                <a:gd name="T7" fmla="*/ 83 h 83"/>
                <a:gd name="T8" fmla="*/ 957 w 957"/>
                <a:gd name="T9" fmla="*/ 83 h 83"/>
                <a:gd name="T10" fmla="*/ 957 w 957"/>
                <a:gd name="T11" fmla="*/ 0 h 83"/>
                <a:gd name="T12" fmla="*/ 733 w 957"/>
                <a:gd name="T1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7" h="83">
                  <a:moveTo>
                    <a:pt x="563" y="0"/>
                  </a:moveTo>
                  <a:lnTo>
                    <a:pt x="298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957" y="83"/>
                  </a:lnTo>
                  <a:lnTo>
                    <a:pt x="957" y="0"/>
                  </a:lnTo>
                  <a:lnTo>
                    <a:pt x="733" y="0"/>
                  </a:lnTo>
                </a:path>
              </a:pathLst>
            </a:cu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622" y="3299"/>
              <a:ext cx="91" cy="0"/>
            </a:xfrm>
            <a:prstGeom prst="lin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2937" y="1913"/>
              <a:ext cx="223" cy="224"/>
            </a:xfrm>
            <a:prstGeom prst="ellipse">
              <a:avLst/>
            </a:prstGeom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3007" y="1984"/>
              <a:ext cx="83" cy="83"/>
            </a:xfrm>
            <a:prstGeom prst="ellips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038" y="1338"/>
              <a:ext cx="224" cy="228"/>
            </a:xfrm>
            <a:prstGeom prst="ellipse">
              <a:avLst/>
            </a:prstGeom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108" y="1413"/>
              <a:ext cx="83" cy="78"/>
            </a:xfrm>
            <a:prstGeom prst="ellips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373" y="2795"/>
              <a:ext cx="228" cy="227"/>
            </a:xfrm>
            <a:prstGeom prst="ellipse">
              <a:avLst/>
            </a:prstGeom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448" y="2869"/>
              <a:ext cx="79" cy="79"/>
            </a:xfrm>
            <a:prstGeom prst="ellipse">
              <a:avLst/>
            </a:prstGeom>
            <a:grpFill/>
            <a:ln w="7778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6" name="Freeform 21"/>
          <p:cNvSpPr/>
          <p:nvPr/>
        </p:nvSpPr>
        <p:spPr bwMode="auto">
          <a:xfrm>
            <a:off x="6015046" y="2539247"/>
            <a:ext cx="4254496" cy="176212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Freeform 21"/>
          <p:cNvSpPr/>
          <p:nvPr/>
        </p:nvSpPr>
        <p:spPr bwMode="auto">
          <a:xfrm>
            <a:off x="6015542" y="3997746"/>
            <a:ext cx="4254496" cy="176212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8" name="Freeform 21"/>
          <p:cNvSpPr/>
          <p:nvPr/>
        </p:nvSpPr>
        <p:spPr bwMode="auto">
          <a:xfrm>
            <a:off x="6015464" y="5455859"/>
            <a:ext cx="4254496" cy="176212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979497" y="2013587"/>
            <a:ext cx="307977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算法是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什么</a:t>
            </a:r>
            <a:endParaRPr lang="zh-CN" altLang="en-US" sz="28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979497" y="3475853"/>
            <a:ext cx="307977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算法的组成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</a:t>
            </a:r>
            <a:endParaRPr lang="zh-CN" altLang="en-US" sz="28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979199" y="4938372"/>
            <a:ext cx="307977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算法的</a:t>
            </a:r>
            <a:r>
              <a:rPr lang="zh-CN" altLang="en-US" sz="28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实例</a:t>
            </a:r>
            <a:endParaRPr lang="zh-CN" altLang="en-US" sz="28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40787" y="3793490"/>
            <a:ext cx="1652588" cy="1666876"/>
            <a:chOff x="3730627" y="3803650"/>
            <a:chExt cx="1652588" cy="1666876"/>
          </a:xfrm>
        </p:grpSpPr>
        <p:sp>
          <p:nvSpPr>
            <p:cNvPr id="45" name="Freeform 29"/>
            <p:cNvSpPr/>
            <p:nvPr/>
          </p:nvSpPr>
          <p:spPr bwMode="auto">
            <a:xfrm>
              <a:off x="4152902" y="3844925"/>
              <a:ext cx="812800" cy="434975"/>
            </a:xfrm>
            <a:custGeom>
              <a:avLst/>
              <a:gdLst>
                <a:gd name="T0" fmla="*/ 0 w 512"/>
                <a:gd name="T1" fmla="*/ 274 h 274"/>
                <a:gd name="T2" fmla="*/ 255 w 512"/>
                <a:gd name="T3" fmla="*/ 0 h 274"/>
                <a:gd name="T4" fmla="*/ 512 w 512"/>
                <a:gd name="T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2" h="274">
                  <a:moveTo>
                    <a:pt x="0" y="274"/>
                  </a:moveTo>
                  <a:lnTo>
                    <a:pt x="255" y="0"/>
                  </a:lnTo>
                  <a:lnTo>
                    <a:pt x="512" y="274"/>
                  </a:lnTo>
                </a:path>
              </a:pathLst>
            </a:custGeom>
            <a:noFill/>
            <a:ln w="539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Rectangle 30"/>
            <p:cNvSpPr>
              <a:spLocks noChangeArrowheads="1"/>
            </p:cNvSpPr>
            <p:nvPr/>
          </p:nvSpPr>
          <p:spPr bwMode="auto">
            <a:xfrm>
              <a:off x="3730627" y="4132263"/>
              <a:ext cx="1652588" cy="1338263"/>
            </a:xfrm>
            <a:prstGeom prst="rect">
              <a:avLst/>
            </a:prstGeom>
            <a:noFill/>
            <a:ln w="53975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 useBgFill="1">
          <p:nvSpPr>
            <p:cNvPr id="47" name="Rectangle 31"/>
            <p:cNvSpPr>
              <a:spLocks noChangeArrowheads="1"/>
            </p:cNvSpPr>
            <p:nvPr/>
          </p:nvSpPr>
          <p:spPr bwMode="auto">
            <a:xfrm>
              <a:off x="3829052" y="4230688"/>
              <a:ext cx="1455738" cy="1146175"/>
            </a:xfrm>
            <a:prstGeom prst="rect">
              <a:avLst/>
            </a:prstGeom>
            <a:ln w="53975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Line 33"/>
            <p:cNvSpPr>
              <a:spLocks noChangeShapeType="1"/>
            </p:cNvSpPr>
            <p:nvPr/>
          </p:nvSpPr>
          <p:spPr bwMode="auto">
            <a:xfrm flipH="1">
              <a:off x="5280027" y="4137025"/>
              <a:ext cx="98425" cy="93663"/>
            </a:xfrm>
            <a:prstGeom prst="line">
              <a:avLst/>
            </a:prstGeom>
            <a:noFill/>
            <a:ln w="539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Line 34"/>
            <p:cNvSpPr>
              <a:spLocks noChangeShapeType="1"/>
            </p:cNvSpPr>
            <p:nvPr/>
          </p:nvSpPr>
          <p:spPr bwMode="auto">
            <a:xfrm flipH="1" flipV="1">
              <a:off x="5280027" y="5372100"/>
              <a:ext cx="98425" cy="93663"/>
            </a:xfrm>
            <a:prstGeom prst="line">
              <a:avLst/>
            </a:prstGeom>
            <a:noFill/>
            <a:ln w="539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35"/>
            <p:cNvSpPr>
              <a:spLocks noChangeShapeType="1"/>
            </p:cNvSpPr>
            <p:nvPr/>
          </p:nvSpPr>
          <p:spPr bwMode="auto">
            <a:xfrm>
              <a:off x="3744915" y="4137025"/>
              <a:ext cx="98425" cy="93663"/>
            </a:xfrm>
            <a:prstGeom prst="line">
              <a:avLst/>
            </a:prstGeom>
            <a:noFill/>
            <a:ln w="539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36"/>
            <p:cNvSpPr>
              <a:spLocks noChangeShapeType="1"/>
            </p:cNvSpPr>
            <p:nvPr/>
          </p:nvSpPr>
          <p:spPr bwMode="auto">
            <a:xfrm flipV="1">
              <a:off x="3744915" y="5372100"/>
              <a:ext cx="98425" cy="93663"/>
            </a:xfrm>
            <a:prstGeom prst="line">
              <a:avLst/>
            </a:prstGeom>
            <a:noFill/>
            <a:ln w="539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4511677" y="3803650"/>
              <a:ext cx="90488" cy="90488"/>
            </a:xfrm>
            <a:prstGeom prst="ellipse">
              <a:avLst/>
            </a:prstGeom>
            <a:solidFill>
              <a:schemeClr val="tx1"/>
            </a:solidFill>
            <a:ln w="53975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3693209" y="4406982"/>
            <a:ext cx="1749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5"/>
          <p:cNvSpPr/>
          <p:nvPr/>
        </p:nvSpPr>
        <p:spPr bwMode="auto">
          <a:xfrm>
            <a:off x="1788322" y="2306672"/>
            <a:ext cx="2959323" cy="1814920"/>
          </a:xfrm>
          <a:custGeom>
            <a:avLst/>
            <a:gdLst>
              <a:gd name="T0" fmla="*/ 772 w 772"/>
              <a:gd name="T1" fmla="*/ 473 h 473"/>
              <a:gd name="T2" fmla="*/ 772 w 772"/>
              <a:gd name="T3" fmla="*/ 21 h 473"/>
              <a:gd name="T4" fmla="*/ 751 w 772"/>
              <a:gd name="T5" fmla="*/ 0 h 473"/>
              <a:gd name="T6" fmla="*/ 21 w 772"/>
              <a:gd name="T7" fmla="*/ 0 h 473"/>
              <a:gd name="T8" fmla="*/ 0 w 772"/>
              <a:gd name="T9" fmla="*/ 21 h 473"/>
              <a:gd name="T10" fmla="*/ 0 w 772"/>
              <a:gd name="T11" fmla="*/ 473 h 473"/>
              <a:gd name="T12" fmla="*/ 772 w 772"/>
              <a:gd name="T13" fmla="*/ 473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2" h="473">
                <a:moveTo>
                  <a:pt x="772" y="473"/>
                </a:moveTo>
                <a:cubicBezTo>
                  <a:pt x="772" y="21"/>
                  <a:pt x="772" y="21"/>
                  <a:pt x="772" y="21"/>
                </a:cubicBezTo>
                <a:cubicBezTo>
                  <a:pt x="772" y="9"/>
                  <a:pt x="763" y="0"/>
                  <a:pt x="75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473"/>
                  <a:pt x="0" y="473"/>
                  <a:pt x="0" y="473"/>
                </a:cubicBezTo>
                <a:lnTo>
                  <a:pt x="772" y="473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925722" y="2516196"/>
            <a:ext cx="2683299" cy="1531568"/>
          </a:xfrm>
          <a:prstGeom prst="rect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/>
        </p:nvSpPr>
        <p:spPr bwMode="auto">
          <a:xfrm>
            <a:off x="1783437" y="4117928"/>
            <a:ext cx="2967872" cy="352969"/>
          </a:xfrm>
          <a:custGeom>
            <a:avLst/>
            <a:gdLst>
              <a:gd name="T0" fmla="*/ 0 w 774"/>
              <a:gd name="T1" fmla="*/ 0 h 92"/>
              <a:gd name="T2" fmla="*/ 0 w 774"/>
              <a:gd name="T3" fmla="*/ 65 h 92"/>
              <a:gd name="T4" fmla="*/ 26 w 774"/>
              <a:gd name="T5" fmla="*/ 92 h 92"/>
              <a:gd name="T6" fmla="*/ 754 w 774"/>
              <a:gd name="T7" fmla="*/ 92 h 92"/>
              <a:gd name="T8" fmla="*/ 774 w 774"/>
              <a:gd name="T9" fmla="*/ 66 h 92"/>
              <a:gd name="T10" fmla="*/ 774 w 774"/>
              <a:gd name="T11" fmla="*/ 0 h 92"/>
              <a:gd name="T12" fmla="*/ 0 w 774"/>
              <a:gd name="T13" fmla="*/ 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4" h="92">
                <a:moveTo>
                  <a:pt x="0" y="0"/>
                </a:moveTo>
                <a:cubicBezTo>
                  <a:pt x="0" y="65"/>
                  <a:pt x="0" y="65"/>
                  <a:pt x="0" y="65"/>
                </a:cubicBezTo>
                <a:cubicBezTo>
                  <a:pt x="0" y="78"/>
                  <a:pt x="13" y="92"/>
                  <a:pt x="26" y="92"/>
                </a:cubicBezTo>
                <a:cubicBezTo>
                  <a:pt x="754" y="92"/>
                  <a:pt x="754" y="92"/>
                  <a:pt x="754" y="92"/>
                </a:cubicBezTo>
                <a:cubicBezTo>
                  <a:pt x="766" y="92"/>
                  <a:pt x="774" y="79"/>
                  <a:pt x="774" y="66"/>
                </a:cubicBezTo>
                <a:cubicBezTo>
                  <a:pt x="774" y="0"/>
                  <a:pt x="774" y="0"/>
                  <a:pt x="774" y="0"/>
                </a:cubicBezTo>
                <a:lnTo>
                  <a:pt x="0" y="0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9"/>
          <p:cNvSpPr/>
          <p:nvPr/>
        </p:nvSpPr>
        <p:spPr bwMode="auto">
          <a:xfrm>
            <a:off x="2803261" y="4470897"/>
            <a:ext cx="928223" cy="387167"/>
          </a:xfrm>
          <a:custGeom>
            <a:avLst/>
            <a:gdLst>
              <a:gd name="T0" fmla="*/ 242 w 242"/>
              <a:gd name="T1" fmla="*/ 101 h 101"/>
              <a:gd name="T2" fmla="*/ 222 w 242"/>
              <a:gd name="T3" fmla="*/ 91 h 101"/>
              <a:gd name="T4" fmla="*/ 209 w 242"/>
              <a:gd name="T5" fmla="*/ 70 h 101"/>
              <a:gd name="T6" fmla="*/ 207 w 242"/>
              <a:gd name="T7" fmla="*/ 1 h 101"/>
              <a:gd name="T8" fmla="*/ 35 w 242"/>
              <a:gd name="T9" fmla="*/ 0 h 101"/>
              <a:gd name="T10" fmla="*/ 34 w 242"/>
              <a:gd name="T11" fmla="*/ 70 h 101"/>
              <a:gd name="T12" fmla="*/ 20 w 242"/>
              <a:gd name="T13" fmla="*/ 91 h 101"/>
              <a:gd name="T14" fmla="*/ 0 w 242"/>
              <a:gd name="T15" fmla="*/ 101 h 101"/>
              <a:gd name="T16" fmla="*/ 0 w 242"/>
              <a:gd name="T17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2" h="101">
                <a:moveTo>
                  <a:pt x="242" y="101"/>
                </a:moveTo>
                <a:cubicBezTo>
                  <a:pt x="235" y="98"/>
                  <a:pt x="227" y="94"/>
                  <a:pt x="222" y="91"/>
                </a:cubicBezTo>
                <a:cubicBezTo>
                  <a:pt x="214" y="87"/>
                  <a:pt x="212" y="86"/>
                  <a:pt x="209" y="70"/>
                </a:cubicBezTo>
                <a:cubicBezTo>
                  <a:pt x="205" y="52"/>
                  <a:pt x="208" y="17"/>
                  <a:pt x="207" y="1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16"/>
                  <a:pt x="37" y="52"/>
                  <a:pt x="34" y="70"/>
                </a:cubicBezTo>
                <a:cubicBezTo>
                  <a:pt x="30" y="86"/>
                  <a:pt x="28" y="87"/>
                  <a:pt x="20" y="91"/>
                </a:cubicBezTo>
                <a:cubicBezTo>
                  <a:pt x="15" y="94"/>
                  <a:pt x="7" y="98"/>
                  <a:pt x="0" y="101"/>
                </a:cubicBezTo>
                <a:cubicBezTo>
                  <a:pt x="0" y="101"/>
                  <a:pt x="0" y="101"/>
                  <a:pt x="0" y="101"/>
                </a:cubicBezTo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718988" y="4858064"/>
            <a:ext cx="1096769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869496" y="4858064"/>
            <a:ext cx="116516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1661302" y="4858064"/>
            <a:ext cx="99295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793597" y="2656140"/>
            <a:ext cx="2814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bg1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01</a:t>
            </a:r>
            <a:endParaRPr lang="zh-CN" altLang="en-US" sz="7200">
              <a:solidFill>
                <a:schemeClr val="bg1"/>
              </a:solidFill>
              <a:latin typeface="新蒂黑板报" panose="03000600000000000000" pitchFamily="66" charset="-122"/>
              <a:ea typeface="新蒂黑板报" panose="03000600000000000000" pitchFamily="66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751955" y="3161665"/>
            <a:ext cx="43078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算法是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什么</a:t>
            </a:r>
            <a:endParaRPr lang="zh-CN" altLang="en-US" sz="42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227948" y="3794988"/>
            <a:ext cx="695332" cy="1087246"/>
            <a:chOff x="10644190" y="3887789"/>
            <a:chExt cx="785813" cy="1228725"/>
          </a:xfrm>
        </p:grpSpPr>
        <p:sp>
          <p:nvSpPr>
            <p:cNvPr id="56" name="Line 128"/>
            <p:cNvSpPr>
              <a:spLocks noChangeShapeType="1"/>
            </p:cNvSpPr>
            <p:nvPr/>
          </p:nvSpPr>
          <p:spPr bwMode="auto">
            <a:xfrm>
              <a:off x="11036302" y="3975101"/>
              <a:ext cx="0" cy="8064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29"/>
            <p:cNvSpPr/>
            <p:nvPr/>
          </p:nvSpPr>
          <p:spPr bwMode="auto">
            <a:xfrm>
              <a:off x="10907715" y="3887789"/>
              <a:ext cx="255588" cy="392113"/>
            </a:xfrm>
            <a:custGeom>
              <a:avLst/>
              <a:gdLst>
                <a:gd name="T0" fmla="*/ 0 w 68"/>
                <a:gd name="T1" fmla="*/ 52 h 104"/>
                <a:gd name="T2" fmla="*/ 34 w 68"/>
                <a:gd name="T3" fmla="*/ 104 h 104"/>
                <a:gd name="T4" fmla="*/ 68 w 68"/>
                <a:gd name="T5" fmla="*/ 52 h 104"/>
                <a:gd name="T6" fmla="*/ 34 w 68"/>
                <a:gd name="T7" fmla="*/ 0 h 104"/>
                <a:gd name="T8" fmla="*/ 0 w 68"/>
                <a:gd name="T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0" y="52"/>
                  </a:moveTo>
                  <a:cubicBezTo>
                    <a:pt x="0" y="73"/>
                    <a:pt x="14" y="91"/>
                    <a:pt x="34" y="104"/>
                  </a:cubicBezTo>
                  <a:cubicBezTo>
                    <a:pt x="55" y="91"/>
                    <a:pt x="68" y="73"/>
                    <a:pt x="68" y="52"/>
                  </a:cubicBezTo>
                  <a:cubicBezTo>
                    <a:pt x="68" y="30"/>
                    <a:pt x="55" y="12"/>
                    <a:pt x="34" y="0"/>
                  </a:cubicBezTo>
                  <a:cubicBezTo>
                    <a:pt x="14" y="12"/>
                    <a:pt x="0" y="30"/>
                    <a:pt x="0" y="52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Line 130"/>
            <p:cNvSpPr>
              <a:spLocks noChangeShapeType="1"/>
            </p:cNvSpPr>
            <p:nvPr/>
          </p:nvSpPr>
          <p:spPr bwMode="auto">
            <a:xfrm>
              <a:off x="11036302" y="3887789"/>
              <a:ext cx="0" cy="52070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Line 131"/>
            <p:cNvSpPr>
              <a:spLocks noChangeShapeType="1"/>
            </p:cNvSpPr>
            <p:nvPr/>
          </p:nvSpPr>
          <p:spPr bwMode="auto">
            <a:xfrm>
              <a:off x="10922002" y="4049714"/>
              <a:ext cx="109538" cy="11271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Line 132"/>
            <p:cNvSpPr>
              <a:spLocks noChangeShapeType="1"/>
            </p:cNvSpPr>
            <p:nvPr/>
          </p:nvSpPr>
          <p:spPr bwMode="auto">
            <a:xfrm flipH="1">
              <a:off x="11039477" y="4005264"/>
              <a:ext cx="112713" cy="13176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33"/>
            <p:cNvSpPr/>
            <p:nvPr/>
          </p:nvSpPr>
          <p:spPr bwMode="auto">
            <a:xfrm>
              <a:off x="10644190" y="4219576"/>
              <a:ext cx="320675" cy="320675"/>
            </a:xfrm>
            <a:custGeom>
              <a:avLst/>
              <a:gdLst>
                <a:gd name="T0" fmla="*/ 19 w 85"/>
                <a:gd name="T1" fmla="*/ 67 h 85"/>
                <a:gd name="T2" fmla="*/ 79 w 85"/>
                <a:gd name="T3" fmla="*/ 79 h 85"/>
                <a:gd name="T4" fmla="*/ 67 w 85"/>
                <a:gd name="T5" fmla="*/ 18 h 85"/>
                <a:gd name="T6" fmla="*/ 6 w 85"/>
                <a:gd name="T7" fmla="*/ 6 h 85"/>
                <a:gd name="T8" fmla="*/ 19 w 85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5">
                  <a:moveTo>
                    <a:pt x="19" y="67"/>
                  </a:moveTo>
                  <a:cubicBezTo>
                    <a:pt x="33" y="82"/>
                    <a:pt x="56" y="85"/>
                    <a:pt x="79" y="79"/>
                  </a:cubicBezTo>
                  <a:cubicBezTo>
                    <a:pt x="85" y="56"/>
                    <a:pt x="82" y="33"/>
                    <a:pt x="67" y="18"/>
                  </a:cubicBezTo>
                  <a:cubicBezTo>
                    <a:pt x="52" y="3"/>
                    <a:pt x="29" y="0"/>
                    <a:pt x="6" y="6"/>
                  </a:cubicBezTo>
                  <a:cubicBezTo>
                    <a:pt x="0" y="29"/>
                    <a:pt x="4" y="52"/>
                    <a:pt x="19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Line 134"/>
            <p:cNvSpPr>
              <a:spLocks noChangeShapeType="1"/>
            </p:cNvSpPr>
            <p:nvPr/>
          </p:nvSpPr>
          <p:spPr bwMode="auto">
            <a:xfrm>
              <a:off x="10666415" y="4241801"/>
              <a:ext cx="369888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Line 135"/>
            <p:cNvSpPr>
              <a:spLocks noChangeShapeType="1"/>
            </p:cNvSpPr>
            <p:nvPr/>
          </p:nvSpPr>
          <p:spPr bwMode="auto">
            <a:xfrm>
              <a:off x="10701340" y="4438651"/>
              <a:ext cx="157163" cy="31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Line 136"/>
            <p:cNvSpPr>
              <a:spLocks noChangeShapeType="1"/>
            </p:cNvSpPr>
            <p:nvPr/>
          </p:nvSpPr>
          <p:spPr bwMode="auto">
            <a:xfrm>
              <a:off x="10833102" y="4241801"/>
              <a:ext cx="11113" cy="1730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37"/>
            <p:cNvSpPr/>
            <p:nvPr/>
          </p:nvSpPr>
          <p:spPr bwMode="auto">
            <a:xfrm>
              <a:off x="11107740" y="4219576"/>
              <a:ext cx="322263" cy="320675"/>
            </a:xfrm>
            <a:custGeom>
              <a:avLst/>
              <a:gdLst>
                <a:gd name="T0" fmla="*/ 67 w 86"/>
                <a:gd name="T1" fmla="*/ 67 h 85"/>
                <a:gd name="T2" fmla="*/ 6 w 86"/>
                <a:gd name="T3" fmla="*/ 79 h 85"/>
                <a:gd name="T4" fmla="*/ 19 w 86"/>
                <a:gd name="T5" fmla="*/ 18 h 85"/>
                <a:gd name="T6" fmla="*/ 80 w 86"/>
                <a:gd name="T7" fmla="*/ 6 h 85"/>
                <a:gd name="T8" fmla="*/ 67 w 86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67" y="67"/>
                  </a:moveTo>
                  <a:cubicBezTo>
                    <a:pt x="52" y="82"/>
                    <a:pt x="29" y="85"/>
                    <a:pt x="6" y="79"/>
                  </a:cubicBezTo>
                  <a:cubicBezTo>
                    <a:pt x="0" y="56"/>
                    <a:pt x="4" y="33"/>
                    <a:pt x="19" y="18"/>
                  </a:cubicBezTo>
                  <a:cubicBezTo>
                    <a:pt x="34" y="3"/>
                    <a:pt x="57" y="0"/>
                    <a:pt x="80" y="6"/>
                  </a:cubicBezTo>
                  <a:cubicBezTo>
                    <a:pt x="86" y="29"/>
                    <a:pt x="82" y="52"/>
                    <a:pt x="67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Line 138"/>
            <p:cNvSpPr>
              <a:spLocks noChangeShapeType="1"/>
            </p:cNvSpPr>
            <p:nvPr/>
          </p:nvSpPr>
          <p:spPr bwMode="auto">
            <a:xfrm flipH="1">
              <a:off x="11039477" y="4241801"/>
              <a:ext cx="368300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Line 139"/>
            <p:cNvSpPr>
              <a:spLocks noChangeShapeType="1"/>
            </p:cNvSpPr>
            <p:nvPr/>
          </p:nvSpPr>
          <p:spPr bwMode="auto">
            <a:xfrm flipH="1">
              <a:off x="11234740" y="4400551"/>
              <a:ext cx="158750" cy="79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40"/>
            <p:cNvSpPr/>
            <p:nvPr/>
          </p:nvSpPr>
          <p:spPr bwMode="auto">
            <a:xfrm>
              <a:off x="10731502" y="4773614"/>
              <a:ext cx="612775" cy="342900"/>
            </a:xfrm>
            <a:custGeom>
              <a:avLst/>
              <a:gdLst>
                <a:gd name="T0" fmla="*/ 12 w 163"/>
                <a:gd name="T1" fmla="*/ 85 h 91"/>
                <a:gd name="T2" fmla="*/ 19 w 163"/>
                <a:gd name="T3" fmla="*/ 91 h 91"/>
                <a:gd name="T4" fmla="*/ 143 w 163"/>
                <a:gd name="T5" fmla="*/ 91 h 91"/>
                <a:gd name="T6" fmla="*/ 150 w 163"/>
                <a:gd name="T7" fmla="*/ 85 h 91"/>
                <a:gd name="T8" fmla="*/ 162 w 163"/>
                <a:gd name="T9" fmla="*/ 7 h 91"/>
                <a:gd name="T10" fmla="*/ 156 w 163"/>
                <a:gd name="T11" fmla="*/ 0 h 91"/>
                <a:gd name="T12" fmla="*/ 7 w 163"/>
                <a:gd name="T13" fmla="*/ 0 h 91"/>
                <a:gd name="T14" fmla="*/ 1 w 163"/>
                <a:gd name="T15" fmla="*/ 7 h 91"/>
                <a:gd name="T16" fmla="*/ 12 w 163"/>
                <a:gd name="T17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91">
                  <a:moveTo>
                    <a:pt x="12" y="85"/>
                  </a:moveTo>
                  <a:cubicBezTo>
                    <a:pt x="13" y="88"/>
                    <a:pt x="16" y="91"/>
                    <a:pt x="19" y="91"/>
                  </a:cubicBezTo>
                  <a:cubicBezTo>
                    <a:pt x="61" y="91"/>
                    <a:pt x="102" y="91"/>
                    <a:pt x="143" y="91"/>
                  </a:cubicBezTo>
                  <a:cubicBezTo>
                    <a:pt x="147" y="91"/>
                    <a:pt x="150" y="88"/>
                    <a:pt x="150" y="85"/>
                  </a:cubicBezTo>
                  <a:cubicBezTo>
                    <a:pt x="154" y="54"/>
                    <a:pt x="158" y="37"/>
                    <a:pt x="162" y="7"/>
                  </a:cubicBezTo>
                  <a:cubicBezTo>
                    <a:pt x="163" y="3"/>
                    <a:pt x="160" y="0"/>
                    <a:pt x="156" y="0"/>
                  </a:cubicBezTo>
                  <a:cubicBezTo>
                    <a:pt x="106" y="0"/>
                    <a:pt x="57" y="0"/>
                    <a:pt x="7" y="0"/>
                  </a:cubicBezTo>
                  <a:cubicBezTo>
                    <a:pt x="3" y="0"/>
                    <a:pt x="0" y="3"/>
                    <a:pt x="1" y="7"/>
                  </a:cubicBezTo>
                  <a:cubicBezTo>
                    <a:pt x="5" y="37"/>
                    <a:pt x="8" y="54"/>
                    <a:pt x="12" y="85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141"/>
            <p:cNvSpPr/>
            <p:nvPr/>
          </p:nvSpPr>
          <p:spPr bwMode="auto">
            <a:xfrm>
              <a:off x="10693402" y="4672014"/>
              <a:ext cx="684213" cy="142875"/>
            </a:xfrm>
            <a:custGeom>
              <a:avLst/>
              <a:gdLst>
                <a:gd name="T0" fmla="*/ 419 w 431"/>
                <a:gd name="T1" fmla="*/ 90 h 90"/>
                <a:gd name="T2" fmla="*/ 14 w 431"/>
                <a:gd name="T3" fmla="*/ 90 h 90"/>
                <a:gd name="T4" fmla="*/ 0 w 431"/>
                <a:gd name="T5" fmla="*/ 0 h 90"/>
                <a:gd name="T6" fmla="*/ 431 w 431"/>
                <a:gd name="T7" fmla="*/ 0 h 90"/>
                <a:gd name="T8" fmla="*/ 419 w 431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90">
                  <a:moveTo>
                    <a:pt x="419" y="90"/>
                  </a:moveTo>
                  <a:lnTo>
                    <a:pt x="14" y="9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19" y="90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任意多边形 70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2" name="任意多边形 71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4" name="任意多边形 73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01775" y="1220470"/>
            <a:ext cx="5981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bg1"/>
                </a:solidFill>
              </a:rPr>
              <a:t>GA ------- gen</a:t>
            </a:r>
            <a:r>
              <a:rPr lang="en-US" altLang="zh-CN" sz="3600">
                <a:solidFill>
                  <a:schemeClr val="bg1"/>
                </a:solidFill>
              </a:rPr>
              <a:t>etic algorithm</a:t>
            </a:r>
            <a:endParaRPr lang="en-US" altLang="zh-CN" sz="3600">
              <a:solidFill>
                <a:schemeClr val="bg1"/>
              </a:solidFill>
            </a:endParaRPr>
          </a:p>
          <a:p>
            <a:r>
              <a:rPr lang="zh-CN" altLang="en-US" sz="3600">
                <a:solidFill>
                  <a:schemeClr val="bg1"/>
                </a:solidFill>
              </a:rPr>
              <a:t>遗传</a:t>
            </a:r>
            <a:r>
              <a:rPr lang="zh-CN" altLang="en-US" sz="3600">
                <a:solidFill>
                  <a:schemeClr val="bg1"/>
                </a:solidFill>
              </a:rPr>
              <a:t>算法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39215" y="3334385"/>
            <a:ext cx="95129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遗传算法(Genetic Algorithm, GA)起源于对生物系统所进行的计算机模拟研究。它是模仿自然界生物进化机制发展起来的随机全局搜索和优化方法，借鉴了达尔文的进化论和孟德尔的遗传学说。其本质是一种高效、 并行、全局搜索的方法，能在搜索过程中自动获取和积累有关搜索空间的知识，并自适应地控制搜索过程以求得最佳解。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5"/>
          <p:cNvSpPr/>
          <p:nvPr/>
        </p:nvSpPr>
        <p:spPr bwMode="auto">
          <a:xfrm>
            <a:off x="1788322" y="2306672"/>
            <a:ext cx="2959323" cy="1814920"/>
          </a:xfrm>
          <a:custGeom>
            <a:avLst/>
            <a:gdLst>
              <a:gd name="T0" fmla="*/ 772 w 772"/>
              <a:gd name="T1" fmla="*/ 473 h 473"/>
              <a:gd name="T2" fmla="*/ 772 w 772"/>
              <a:gd name="T3" fmla="*/ 21 h 473"/>
              <a:gd name="T4" fmla="*/ 751 w 772"/>
              <a:gd name="T5" fmla="*/ 0 h 473"/>
              <a:gd name="T6" fmla="*/ 21 w 772"/>
              <a:gd name="T7" fmla="*/ 0 h 473"/>
              <a:gd name="T8" fmla="*/ 0 w 772"/>
              <a:gd name="T9" fmla="*/ 21 h 473"/>
              <a:gd name="T10" fmla="*/ 0 w 772"/>
              <a:gd name="T11" fmla="*/ 473 h 473"/>
              <a:gd name="T12" fmla="*/ 772 w 772"/>
              <a:gd name="T13" fmla="*/ 473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2" h="473">
                <a:moveTo>
                  <a:pt x="772" y="473"/>
                </a:moveTo>
                <a:cubicBezTo>
                  <a:pt x="772" y="21"/>
                  <a:pt x="772" y="21"/>
                  <a:pt x="772" y="21"/>
                </a:cubicBezTo>
                <a:cubicBezTo>
                  <a:pt x="772" y="9"/>
                  <a:pt x="763" y="0"/>
                  <a:pt x="75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473"/>
                  <a:pt x="0" y="473"/>
                  <a:pt x="0" y="473"/>
                </a:cubicBezTo>
                <a:lnTo>
                  <a:pt x="772" y="473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925722" y="2516196"/>
            <a:ext cx="2683299" cy="1531568"/>
          </a:xfrm>
          <a:prstGeom prst="rect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/>
        </p:nvSpPr>
        <p:spPr bwMode="auto">
          <a:xfrm>
            <a:off x="1783437" y="4117928"/>
            <a:ext cx="2967872" cy="352969"/>
          </a:xfrm>
          <a:custGeom>
            <a:avLst/>
            <a:gdLst>
              <a:gd name="T0" fmla="*/ 0 w 774"/>
              <a:gd name="T1" fmla="*/ 0 h 92"/>
              <a:gd name="T2" fmla="*/ 0 w 774"/>
              <a:gd name="T3" fmla="*/ 65 h 92"/>
              <a:gd name="T4" fmla="*/ 26 w 774"/>
              <a:gd name="T5" fmla="*/ 92 h 92"/>
              <a:gd name="T6" fmla="*/ 754 w 774"/>
              <a:gd name="T7" fmla="*/ 92 h 92"/>
              <a:gd name="T8" fmla="*/ 774 w 774"/>
              <a:gd name="T9" fmla="*/ 66 h 92"/>
              <a:gd name="T10" fmla="*/ 774 w 774"/>
              <a:gd name="T11" fmla="*/ 0 h 92"/>
              <a:gd name="T12" fmla="*/ 0 w 774"/>
              <a:gd name="T13" fmla="*/ 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4" h="92">
                <a:moveTo>
                  <a:pt x="0" y="0"/>
                </a:moveTo>
                <a:cubicBezTo>
                  <a:pt x="0" y="65"/>
                  <a:pt x="0" y="65"/>
                  <a:pt x="0" y="65"/>
                </a:cubicBezTo>
                <a:cubicBezTo>
                  <a:pt x="0" y="78"/>
                  <a:pt x="13" y="92"/>
                  <a:pt x="26" y="92"/>
                </a:cubicBezTo>
                <a:cubicBezTo>
                  <a:pt x="754" y="92"/>
                  <a:pt x="754" y="92"/>
                  <a:pt x="754" y="92"/>
                </a:cubicBezTo>
                <a:cubicBezTo>
                  <a:pt x="766" y="92"/>
                  <a:pt x="774" y="79"/>
                  <a:pt x="774" y="66"/>
                </a:cubicBezTo>
                <a:cubicBezTo>
                  <a:pt x="774" y="0"/>
                  <a:pt x="774" y="0"/>
                  <a:pt x="774" y="0"/>
                </a:cubicBezTo>
                <a:lnTo>
                  <a:pt x="0" y="0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9"/>
          <p:cNvSpPr/>
          <p:nvPr/>
        </p:nvSpPr>
        <p:spPr bwMode="auto">
          <a:xfrm>
            <a:off x="2803261" y="4470897"/>
            <a:ext cx="928223" cy="387167"/>
          </a:xfrm>
          <a:custGeom>
            <a:avLst/>
            <a:gdLst>
              <a:gd name="T0" fmla="*/ 242 w 242"/>
              <a:gd name="T1" fmla="*/ 101 h 101"/>
              <a:gd name="T2" fmla="*/ 222 w 242"/>
              <a:gd name="T3" fmla="*/ 91 h 101"/>
              <a:gd name="T4" fmla="*/ 209 w 242"/>
              <a:gd name="T5" fmla="*/ 70 h 101"/>
              <a:gd name="T6" fmla="*/ 207 w 242"/>
              <a:gd name="T7" fmla="*/ 1 h 101"/>
              <a:gd name="T8" fmla="*/ 35 w 242"/>
              <a:gd name="T9" fmla="*/ 0 h 101"/>
              <a:gd name="T10" fmla="*/ 34 w 242"/>
              <a:gd name="T11" fmla="*/ 70 h 101"/>
              <a:gd name="T12" fmla="*/ 20 w 242"/>
              <a:gd name="T13" fmla="*/ 91 h 101"/>
              <a:gd name="T14" fmla="*/ 0 w 242"/>
              <a:gd name="T15" fmla="*/ 101 h 101"/>
              <a:gd name="T16" fmla="*/ 0 w 242"/>
              <a:gd name="T17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2" h="101">
                <a:moveTo>
                  <a:pt x="242" y="101"/>
                </a:moveTo>
                <a:cubicBezTo>
                  <a:pt x="235" y="98"/>
                  <a:pt x="227" y="94"/>
                  <a:pt x="222" y="91"/>
                </a:cubicBezTo>
                <a:cubicBezTo>
                  <a:pt x="214" y="87"/>
                  <a:pt x="212" y="86"/>
                  <a:pt x="209" y="70"/>
                </a:cubicBezTo>
                <a:cubicBezTo>
                  <a:pt x="205" y="52"/>
                  <a:pt x="208" y="17"/>
                  <a:pt x="207" y="1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16"/>
                  <a:pt x="37" y="52"/>
                  <a:pt x="34" y="70"/>
                </a:cubicBezTo>
                <a:cubicBezTo>
                  <a:pt x="30" y="86"/>
                  <a:pt x="28" y="87"/>
                  <a:pt x="20" y="91"/>
                </a:cubicBezTo>
                <a:cubicBezTo>
                  <a:pt x="15" y="94"/>
                  <a:pt x="7" y="98"/>
                  <a:pt x="0" y="101"/>
                </a:cubicBezTo>
                <a:cubicBezTo>
                  <a:pt x="0" y="101"/>
                  <a:pt x="0" y="101"/>
                  <a:pt x="0" y="101"/>
                </a:cubicBezTo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718988" y="4858064"/>
            <a:ext cx="1096769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869496" y="4858064"/>
            <a:ext cx="116516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1661302" y="4858064"/>
            <a:ext cx="99295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793597" y="2656140"/>
            <a:ext cx="2814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bg1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02</a:t>
            </a:r>
            <a:endParaRPr lang="zh-CN" altLang="en-US" sz="7200">
              <a:solidFill>
                <a:schemeClr val="bg1"/>
              </a:solidFill>
              <a:latin typeface="新蒂黑板报" panose="03000600000000000000" pitchFamily="66" charset="-122"/>
              <a:ea typeface="新蒂黑板报" panose="03000600000000000000" pitchFamily="66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45760" y="2678297"/>
            <a:ext cx="541629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算法的组成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</a:t>
            </a:r>
            <a:endParaRPr lang="zh-CN" altLang="en-US" sz="42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227948" y="3794988"/>
            <a:ext cx="695332" cy="1087246"/>
            <a:chOff x="10644190" y="3887789"/>
            <a:chExt cx="785813" cy="1228725"/>
          </a:xfrm>
        </p:grpSpPr>
        <p:sp>
          <p:nvSpPr>
            <p:cNvPr id="56" name="Line 128"/>
            <p:cNvSpPr>
              <a:spLocks noChangeShapeType="1"/>
            </p:cNvSpPr>
            <p:nvPr/>
          </p:nvSpPr>
          <p:spPr bwMode="auto">
            <a:xfrm>
              <a:off x="11036302" y="3975101"/>
              <a:ext cx="0" cy="8064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29"/>
            <p:cNvSpPr/>
            <p:nvPr/>
          </p:nvSpPr>
          <p:spPr bwMode="auto">
            <a:xfrm>
              <a:off x="10907715" y="3887789"/>
              <a:ext cx="255588" cy="392113"/>
            </a:xfrm>
            <a:custGeom>
              <a:avLst/>
              <a:gdLst>
                <a:gd name="T0" fmla="*/ 0 w 68"/>
                <a:gd name="T1" fmla="*/ 52 h 104"/>
                <a:gd name="T2" fmla="*/ 34 w 68"/>
                <a:gd name="T3" fmla="*/ 104 h 104"/>
                <a:gd name="T4" fmla="*/ 68 w 68"/>
                <a:gd name="T5" fmla="*/ 52 h 104"/>
                <a:gd name="T6" fmla="*/ 34 w 68"/>
                <a:gd name="T7" fmla="*/ 0 h 104"/>
                <a:gd name="T8" fmla="*/ 0 w 68"/>
                <a:gd name="T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0" y="52"/>
                  </a:moveTo>
                  <a:cubicBezTo>
                    <a:pt x="0" y="73"/>
                    <a:pt x="14" y="91"/>
                    <a:pt x="34" y="104"/>
                  </a:cubicBezTo>
                  <a:cubicBezTo>
                    <a:pt x="55" y="91"/>
                    <a:pt x="68" y="73"/>
                    <a:pt x="68" y="52"/>
                  </a:cubicBezTo>
                  <a:cubicBezTo>
                    <a:pt x="68" y="30"/>
                    <a:pt x="55" y="12"/>
                    <a:pt x="34" y="0"/>
                  </a:cubicBezTo>
                  <a:cubicBezTo>
                    <a:pt x="14" y="12"/>
                    <a:pt x="0" y="30"/>
                    <a:pt x="0" y="52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Line 130"/>
            <p:cNvSpPr>
              <a:spLocks noChangeShapeType="1"/>
            </p:cNvSpPr>
            <p:nvPr/>
          </p:nvSpPr>
          <p:spPr bwMode="auto">
            <a:xfrm>
              <a:off x="11036302" y="3887789"/>
              <a:ext cx="0" cy="52070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Line 131"/>
            <p:cNvSpPr>
              <a:spLocks noChangeShapeType="1"/>
            </p:cNvSpPr>
            <p:nvPr/>
          </p:nvSpPr>
          <p:spPr bwMode="auto">
            <a:xfrm>
              <a:off x="10922002" y="4049714"/>
              <a:ext cx="109538" cy="11271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Line 132"/>
            <p:cNvSpPr>
              <a:spLocks noChangeShapeType="1"/>
            </p:cNvSpPr>
            <p:nvPr/>
          </p:nvSpPr>
          <p:spPr bwMode="auto">
            <a:xfrm flipH="1">
              <a:off x="11039477" y="4005264"/>
              <a:ext cx="112713" cy="13176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33"/>
            <p:cNvSpPr/>
            <p:nvPr/>
          </p:nvSpPr>
          <p:spPr bwMode="auto">
            <a:xfrm>
              <a:off x="10644190" y="4219576"/>
              <a:ext cx="320675" cy="320675"/>
            </a:xfrm>
            <a:custGeom>
              <a:avLst/>
              <a:gdLst>
                <a:gd name="T0" fmla="*/ 19 w 85"/>
                <a:gd name="T1" fmla="*/ 67 h 85"/>
                <a:gd name="T2" fmla="*/ 79 w 85"/>
                <a:gd name="T3" fmla="*/ 79 h 85"/>
                <a:gd name="T4" fmla="*/ 67 w 85"/>
                <a:gd name="T5" fmla="*/ 18 h 85"/>
                <a:gd name="T6" fmla="*/ 6 w 85"/>
                <a:gd name="T7" fmla="*/ 6 h 85"/>
                <a:gd name="T8" fmla="*/ 19 w 85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5">
                  <a:moveTo>
                    <a:pt x="19" y="67"/>
                  </a:moveTo>
                  <a:cubicBezTo>
                    <a:pt x="33" y="82"/>
                    <a:pt x="56" y="85"/>
                    <a:pt x="79" y="79"/>
                  </a:cubicBezTo>
                  <a:cubicBezTo>
                    <a:pt x="85" y="56"/>
                    <a:pt x="82" y="33"/>
                    <a:pt x="67" y="18"/>
                  </a:cubicBezTo>
                  <a:cubicBezTo>
                    <a:pt x="52" y="3"/>
                    <a:pt x="29" y="0"/>
                    <a:pt x="6" y="6"/>
                  </a:cubicBezTo>
                  <a:cubicBezTo>
                    <a:pt x="0" y="29"/>
                    <a:pt x="4" y="52"/>
                    <a:pt x="19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Line 134"/>
            <p:cNvSpPr>
              <a:spLocks noChangeShapeType="1"/>
            </p:cNvSpPr>
            <p:nvPr/>
          </p:nvSpPr>
          <p:spPr bwMode="auto">
            <a:xfrm>
              <a:off x="10666415" y="4241801"/>
              <a:ext cx="369888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Line 135"/>
            <p:cNvSpPr>
              <a:spLocks noChangeShapeType="1"/>
            </p:cNvSpPr>
            <p:nvPr/>
          </p:nvSpPr>
          <p:spPr bwMode="auto">
            <a:xfrm>
              <a:off x="10701340" y="4438651"/>
              <a:ext cx="157163" cy="31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Line 136"/>
            <p:cNvSpPr>
              <a:spLocks noChangeShapeType="1"/>
            </p:cNvSpPr>
            <p:nvPr/>
          </p:nvSpPr>
          <p:spPr bwMode="auto">
            <a:xfrm>
              <a:off x="10833102" y="4241801"/>
              <a:ext cx="11113" cy="1730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37"/>
            <p:cNvSpPr/>
            <p:nvPr/>
          </p:nvSpPr>
          <p:spPr bwMode="auto">
            <a:xfrm>
              <a:off x="11107740" y="4219576"/>
              <a:ext cx="322263" cy="320675"/>
            </a:xfrm>
            <a:custGeom>
              <a:avLst/>
              <a:gdLst>
                <a:gd name="T0" fmla="*/ 67 w 86"/>
                <a:gd name="T1" fmla="*/ 67 h 85"/>
                <a:gd name="T2" fmla="*/ 6 w 86"/>
                <a:gd name="T3" fmla="*/ 79 h 85"/>
                <a:gd name="T4" fmla="*/ 19 w 86"/>
                <a:gd name="T5" fmla="*/ 18 h 85"/>
                <a:gd name="T6" fmla="*/ 80 w 86"/>
                <a:gd name="T7" fmla="*/ 6 h 85"/>
                <a:gd name="T8" fmla="*/ 67 w 86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67" y="67"/>
                  </a:moveTo>
                  <a:cubicBezTo>
                    <a:pt x="52" y="82"/>
                    <a:pt x="29" y="85"/>
                    <a:pt x="6" y="79"/>
                  </a:cubicBezTo>
                  <a:cubicBezTo>
                    <a:pt x="0" y="56"/>
                    <a:pt x="4" y="33"/>
                    <a:pt x="19" y="18"/>
                  </a:cubicBezTo>
                  <a:cubicBezTo>
                    <a:pt x="34" y="3"/>
                    <a:pt x="57" y="0"/>
                    <a:pt x="80" y="6"/>
                  </a:cubicBezTo>
                  <a:cubicBezTo>
                    <a:pt x="86" y="29"/>
                    <a:pt x="82" y="52"/>
                    <a:pt x="67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Line 138"/>
            <p:cNvSpPr>
              <a:spLocks noChangeShapeType="1"/>
            </p:cNvSpPr>
            <p:nvPr/>
          </p:nvSpPr>
          <p:spPr bwMode="auto">
            <a:xfrm flipH="1">
              <a:off x="11039477" y="4241801"/>
              <a:ext cx="368300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Line 139"/>
            <p:cNvSpPr>
              <a:spLocks noChangeShapeType="1"/>
            </p:cNvSpPr>
            <p:nvPr/>
          </p:nvSpPr>
          <p:spPr bwMode="auto">
            <a:xfrm flipH="1">
              <a:off x="11234740" y="4400551"/>
              <a:ext cx="158750" cy="79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40"/>
            <p:cNvSpPr/>
            <p:nvPr/>
          </p:nvSpPr>
          <p:spPr bwMode="auto">
            <a:xfrm>
              <a:off x="10731502" y="4773614"/>
              <a:ext cx="612775" cy="342900"/>
            </a:xfrm>
            <a:custGeom>
              <a:avLst/>
              <a:gdLst>
                <a:gd name="T0" fmla="*/ 12 w 163"/>
                <a:gd name="T1" fmla="*/ 85 h 91"/>
                <a:gd name="T2" fmla="*/ 19 w 163"/>
                <a:gd name="T3" fmla="*/ 91 h 91"/>
                <a:gd name="T4" fmla="*/ 143 w 163"/>
                <a:gd name="T5" fmla="*/ 91 h 91"/>
                <a:gd name="T6" fmla="*/ 150 w 163"/>
                <a:gd name="T7" fmla="*/ 85 h 91"/>
                <a:gd name="T8" fmla="*/ 162 w 163"/>
                <a:gd name="T9" fmla="*/ 7 h 91"/>
                <a:gd name="T10" fmla="*/ 156 w 163"/>
                <a:gd name="T11" fmla="*/ 0 h 91"/>
                <a:gd name="T12" fmla="*/ 7 w 163"/>
                <a:gd name="T13" fmla="*/ 0 h 91"/>
                <a:gd name="T14" fmla="*/ 1 w 163"/>
                <a:gd name="T15" fmla="*/ 7 h 91"/>
                <a:gd name="T16" fmla="*/ 12 w 163"/>
                <a:gd name="T17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91">
                  <a:moveTo>
                    <a:pt x="12" y="85"/>
                  </a:moveTo>
                  <a:cubicBezTo>
                    <a:pt x="13" y="88"/>
                    <a:pt x="16" y="91"/>
                    <a:pt x="19" y="91"/>
                  </a:cubicBezTo>
                  <a:cubicBezTo>
                    <a:pt x="61" y="91"/>
                    <a:pt x="102" y="91"/>
                    <a:pt x="143" y="91"/>
                  </a:cubicBezTo>
                  <a:cubicBezTo>
                    <a:pt x="147" y="91"/>
                    <a:pt x="150" y="88"/>
                    <a:pt x="150" y="85"/>
                  </a:cubicBezTo>
                  <a:cubicBezTo>
                    <a:pt x="154" y="54"/>
                    <a:pt x="158" y="37"/>
                    <a:pt x="162" y="7"/>
                  </a:cubicBezTo>
                  <a:cubicBezTo>
                    <a:pt x="163" y="3"/>
                    <a:pt x="160" y="0"/>
                    <a:pt x="156" y="0"/>
                  </a:cubicBezTo>
                  <a:cubicBezTo>
                    <a:pt x="106" y="0"/>
                    <a:pt x="57" y="0"/>
                    <a:pt x="7" y="0"/>
                  </a:cubicBezTo>
                  <a:cubicBezTo>
                    <a:pt x="3" y="0"/>
                    <a:pt x="0" y="3"/>
                    <a:pt x="1" y="7"/>
                  </a:cubicBezTo>
                  <a:cubicBezTo>
                    <a:pt x="5" y="37"/>
                    <a:pt x="8" y="54"/>
                    <a:pt x="12" y="85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141"/>
            <p:cNvSpPr/>
            <p:nvPr/>
          </p:nvSpPr>
          <p:spPr bwMode="auto">
            <a:xfrm>
              <a:off x="10693402" y="4672014"/>
              <a:ext cx="684213" cy="142875"/>
            </a:xfrm>
            <a:custGeom>
              <a:avLst/>
              <a:gdLst>
                <a:gd name="T0" fmla="*/ 419 w 431"/>
                <a:gd name="T1" fmla="*/ 90 h 90"/>
                <a:gd name="T2" fmla="*/ 14 w 431"/>
                <a:gd name="T3" fmla="*/ 90 h 90"/>
                <a:gd name="T4" fmla="*/ 0 w 431"/>
                <a:gd name="T5" fmla="*/ 0 h 90"/>
                <a:gd name="T6" fmla="*/ 431 w 431"/>
                <a:gd name="T7" fmla="*/ 0 h 90"/>
                <a:gd name="T8" fmla="*/ 419 w 431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90">
                  <a:moveTo>
                    <a:pt x="419" y="90"/>
                  </a:moveTo>
                  <a:lnTo>
                    <a:pt x="14" y="9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19" y="90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9201" y="2162422"/>
            <a:ext cx="11768847" cy="3294256"/>
          </a:xfrm>
          <a:custGeom>
            <a:avLst/>
            <a:gdLst>
              <a:gd name="connsiteX0" fmla="*/ 30480 w 11744960"/>
              <a:gd name="connsiteY0" fmla="*/ 2865120 h 3291840"/>
              <a:gd name="connsiteX1" fmla="*/ 11744960 w 11744960"/>
              <a:gd name="connsiteY1" fmla="*/ 0 h 3291840"/>
              <a:gd name="connsiteX2" fmla="*/ 0 w 11744960"/>
              <a:gd name="connsiteY2" fmla="*/ 3291840 h 3291840"/>
              <a:gd name="connsiteX3" fmla="*/ 30480 w 11744960"/>
              <a:gd name="connsiteY3" fmla="*/ 2865120 h 3291840"/>
              <a:gd name="connsiteX0-1" fmla="*/ 1481529 w 13196010"/>
              <a:gd name="connsiteY0-2" fmla="*/ 2866676 h 3516971"/>
              <a:gd name="connsiteX1-3" fmla="*/ 13196009 w 13196010"/>
              <a:gd name="connsiteY1-4" fmla="*/ 1556 h 3516971"/>
              <a:gd name="connsiteX2-5" fmla="*/ 1451049 w 13196010"/>
              <a:gd name="connsiteY2-6" fmla="*/ 3293396 h 3516971"/>
              <a:gd name="connsiteX3-7" fmla="*/ 1481529 w 13196010"/>
              <a:gd name="connsiteY3-8" fmla="*/ 2866676 h 3516971"/>
              <a:gd name="connsiteX0-9" fmla="*/ 903124 w 12617605"/>
              <a:gd name="connsiteY0-10" fmla="*/ 2866418 h 3438918"/>
              <a:gd name="connsiteX1-11" fmla="*/ 12617604 w 12617605"/>
              <a:gd name="connsiteY1-12" fmla="*/ 1298 h 3438918"/>
              <a:gd name="connsiteX2-13" fmla="*/ 872644 w 12617605"/>
              <a:gd name="connsiteY2-14" fmla="*/ 3293138 h 3438918"/>
              <a:gd name="connsiteX3-15" fmla="*/ 903124 w 12617605"/>
              <a:gd name="connsiteY3-16" fmla="*/ 2866418 h 3438918"/>
              <a:gd name="connsiteX0-17" fmla="*/ 903124 w 13248889"/>
              <a:gd name="connsiteY0-18" fmla="*/ 3059588 h 3632088"/>
              <a:gd name="connsiteX1-19" fmla="*/ 12617604 w 13248889"/>
              <a:gd name="connsiteY1-20" fmla="*/ 194468 h 3632088"/>
              <a:gd name="connsiteX2-21" fmla="*/ 872644 w 13248889"/>
              <a:gd name="connsiteY2-22" fmla="*/ 3486308 h 3632088"/>
              <a:gd name="connsiteX3-23" fmla="*/ 903124 w 13248889"/>
              <a:gd name="connsiteY3-24" fmla="*/ 3059588 h 3632088"/>
              <a:gd name="connsiteX0-25" fmla="*/ 903124 w 12617631"/>
              <a:gd name="connsiteY0-26" fmla="*/ 2866806 h 3439306"/>
              <a:gd name="connsiteX1-27" fmla="*/ 12617604 w 12617631"/>
              <a:gd name="connsiteY1-28" fmla="*/ 1686 h 3439306"/>
              <a:gd name="connsiteX2-29" fmla="*/ 872644 w 12617631"/>
              <a:gd name="connsiteY2-30" fmla="*/ 3293526 h 3439306"/>
              <a:gd name="connsiteX3-31" fmla="*/ 903124 w 12617631"/>
              <a:gd name="connsiteY3-32" fmla="*/ 2866806 h 3439306"/>
              <a:gd name="connsiteX0-33" fmla="*/ 903124 w 12617625"/>
              <a:gd name="connsiteY0-34" fmla="*/ 2866806 h 3439306"/>
              <a:gd name="connsiteX1-35" fmla="*/ 12617604 w 12617625"/>
              <a:gd name="connsiteY1-36" fmla="*/ 1686 h 3439306"/>
              <a:gd name="connsiteX2-37" fmla="*/ 872644 w 12617625"/>
              <a:gd name="connsiteY2-38" fmla="*/ 3293526 h 3439306"/>
              <a:gd name="connsiteX3-39" fmla="*/ 903124 w 12617625"/>
              <a:gd name="connsiteY3-40" fmla="*/ 2866806 h 3439306"/>
              <a:gd name="connsiteX0-41" fmla="*/ 63551 w 11778049"/>
              <a:gd name="connsiteY0-42" fmla="*/ 2866806 h 3295390"/>
              <a:gd name="connsiteX1-43" fmla="*/ 11778031 w 11778049"/>
              <a:gd name="connsiteY1-44" fmla="*/ 1686 h 3295390"/>
              <a:gd name="connsiteX2-45" fmla="*/ 33071 w 11778049"/>
              <a:gd name="connsiteY2-46" fmla="*/ 3293526 h 3295390"/>
              <a:gd name="connsiteX3-47" fmla="*/ 63551 w 11778049"/>
              <a:gd name="connsiteY3-48" fmla="*/ 2866806 h 3295390"/>
              <a:gd name="connsiteX0-49" fmla="*/ 68657 w 11783155"/>
              <a:gd name="connsiteY0-50" fmla="*/ 2866806 h 3295390"/>
              <a:gd name="connsiteX1-51" fmla="*/ 11783137 w 11783155"/>
              <a:gd name="connsiteY1-52" fmla="*/ 1686 h 3295390"/>
              <a:gd name="connsiteX2-53" fmla="*/ 38177 w 11783155"/>
              <a:gd name="connsiteY2-54" fmla="*/ 3293526 h 3295390"/>
              <a:gd name="connsiteX3-55" fmla="*/ 68657 w 11783155"/>
              <a:gd name="connsiteY3-56" fmla="*/ 2866806 h 3295390"/>
              <a:gd name="connsiteX0-57" fmla="*/ 50147 w 11764645"/>
              <a:gd name="connsiteY0-58" fmla="*/ 2866806 h 3295767"/>
              <a:gd name="connsiteX1-59" fmla="*/ 11764627 w 11764645"/>
              <a:gd name="connsiteY1-60" fmla="*/ 1686 h 3295767"/>
              <a:gd name="connsiteX2-61" fmla="*/ 19667 w 11764645"/>
              <a:gd name="connsiteY2-62" fmla="*/ 3293526 h 3295767"/>
              <a:gd name="connsiteX3-63" fmla="*/ 50147 w 11764645"/>
              <a:gd name="connsiteY3-64" fmla="*/ 2866806 h 3295767"/>
              <a:gd name="connsiteX0-65" fmla="*/ 59875 w 11774373"/>
              <a:gd name="connsiteY0-66" fmla="*/ 2866806 h 3294284"/>
              <a:gd name="connsiteX1-67" fmla="*/ 11774355 w 11774373"/>
              <a:gd name="connsiteY1-68" fmla="*/ 1686 h 3294284"/>
              <a:gd name="connsiteX2-69" fmla="*/ 29395 w 11774373"/>
              <a:gd name="connsiteY2-70" fmla="*/ 3293526 h 3294284"/>
              <a:gd name="connsiteX3-71" fmla="*/ 59875 w 11774373"/>
              <a:gd name="connsiteY3-72" fmla="*/ 2866806 h 3294284"/>
              <a:gd name="connsiteX0-73" fmla="*/ 54349 w 11768847"/>
              <a:gd name="connsiteY0-74" fmla="*/ 2866778 h 3294256"/>
              <a:gd name="connsiteX1-75" fmla="*/ 11768829 w 11768847"/>
              <a:gd name="connsiteY1-76" fmla="*/ 1658 h 3294256"/>
              <a:gd name="connsiteX2-77" fmla="*/ 23869 w 11768847"/>
              <a:gd name="connsiteY2-78" fmla="*/ 3293498 h 3294256"/>
              <a:gd name="connsiteX3-79" fmla="*/ 54349 w 11768847"/>
              <a:gd name="connsiteY3-80" fmla="*/ 2866778 h 32942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768847" h="3294256">
                <a:moveTo>
                  <a:pt x="54349" y="2866778"/>
                </a:moveTo>
                <a:cubicBezTo>
                  <a:pt x="111740" y="2854586"/>
                  <a:pt x="11751896" y="-79622"/>
                  <a:pt x="11768829" y="1658"/>
                </a:cubicBezTo>
                <a:cubicBezTo>
                  <a:pt x="11785762" y="82938"/>
                  <a:pt x="65639" y="3351319"/>
                  <a:pt x="23869" y="3293498"/>
                </a:cubicBezTo>
                <a:cubicBezTo>
                  <a:pt x="-17901" y="3235677"/>
                  <a:pt x="-3042" y="2878970"/>
                  <a:pt x="54349" y="2866778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 useBgFill="1">
        <p:nvSpPr>
          <p:cNvPr id="4" name="椭圆 31"/>
          <p:cNvSpPr/>
          <p:nvPr/>
        </p:nvSpPr>
        <p:spPr>
          <a:xfrm rot="16516285">
            <a:off x="1681346" y="3842006"/>
            <a:ext cx="1491390" cy="1467904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ln w="25400" cap="rnd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 useBgFill="1">
        <p:nvSpPr>
          <p:cNvPr id="5" name="椭圆 31"/>
          <p:cNvSpPr/>
          <p:nvPr/>
        </p:nvSpPr>
        <p:spPr>
          <a:xfrm rot="16516285">
            <a:off x="4067704" y="3489011"/>
            <a:ext cx="1177314" cy="1158774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ln w="25400" cap="rnd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 useBgFill="1">
        <p:nvSpPr>
          <p:cNvPr id="6" name="椭圆 31"/>
          <p:cNvSpPr/>
          <p:nvPr/>
        </p:nvSpPr>
        <p:spPr>
          <a:xfrm rot="16516285">
            <a:off x="8521357" y="2448419"/>
            <a:ext cx="1009985" cy="994080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ln w="25400" cap="rnd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 useBgFill="1">
        <p:nvSpPr>
          <p:cNvPr id="7" name="椭圆 31"/>
          <p:cNvSpPr/>
          <p:nvPr/>
        </p:nvSpPr>
        <p:spPr>
          <a:xfrm rot="16516285">
            <a:off x="6269759" y="2912367"/>
            <a:ext cx="1163443" cy="1145121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ln w="25400" cap="rnd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34961" y="3748901"/>
            <a:ext cx="600786" cy="635195"/>
            <a:chOff x="5181601" y="2120900"/>
            <a:chExt cx="665163" cy="703263"/>
          </a:xfrm>
          <a:solidFill>
            <a:schemeClr val="bg1"/>
          </a:solidFill>
        </p:grpSpPr>
        <p:sp>
          <p:nvSpPr>
            <p:cNvPr id="9" name="Freeform 540"/>
            <p:cNvSpPr/>
            <p:nvPr/>
          </p:nvSpPr>
          <p:spPr bwMode="auto">
            <a:xfrm>
              <a:off x="5226051" y="2433638"/>
              <a:ext cx="6350" cy="44450"/>
            </a:xfrm>
            <a:custGeom>
              <a:avLst/>
              <a:gdLst/>
              <a:ahLst/>
              <a:cxnLst>
                <a:cxn ang="0">
                  <a:pos x="11" y="47"/>
                </a:cxn>
                <a:cxn ang="0">
                  <a:pos x="11" y="47"/>
                </a:cxn>
                <a:cxn ang="0">
                  <a:pos x="11" y="36"/>
                </a:cxn>
                <a:cxn ang="0">
                  <a:pos x="11" y="26"/>
                </a:cxn>
                <a:cxn ang="0">
                  <a:pos x="11" y="4"/>
                </a:cxn>
                <a:cxn ang="0">
                  <a:pos x="11" y="4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0"/>
                </a:cxn>
                <a:cxn ang="0">
                  <a:pos x="1" y="40"/>
                </a:cxn>
                <a:cxn ang="0">
                  <a:pos x="3" y="60"/>
                </a:cxn>
                <a:cxn ang="0">
                  <a:pos x="3" y="70"/>
                </a:cxn>
                <a:cxn ang="0">
                  <a:pos x="2" y="74"/>
                </a:cxn>
                <a:cxn ang="0">
                  <a:pos x="1" y="79"/>
                </a:cxn>
                <a:cxn ang="0">
                  <a:pos x="1" y="79"/>
                </a:cxn>
                <a:cxn ang="0">
                  <a:pos x="0" y="81"/>
                </a:cxn>
                <a:cxn ang="0">
                  <a:pos x="1" y="82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8" y="84"/>
                </a:cxn>
                <a:cxn ang="0">
                  <a:pos x="10" y="83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13" y="73"/>
                </a:cxn>
                <a:cxn ang="0">
                  <a:pos x="13" y="64"/>
                </a:cxn>
                <a:cxn ang="0">
                  <a:pos x="11" y="47"/>
                </a:cxn>
                <a:cxn ang="0">
                  <a:pos x="11" y="47"/>
                </a:cxn>
              </a:cxnLst>
              <a:rect l="0" t="0" r="r" b="b"/>
              <a:pathLst>
                <a:path w="13" h="84">
                  <a:moveTo>
                    <a:pt x="11" y="47"/>
                  </a:moveTo>
                  <a:lnTo>
                    <a:pt x="11" y="47"/>
                  </a:lnTo>
                  <a:lnTo>
                    <a:pt x="11" y="36"/>
                  </a:lnTo>
                  <a:lnTo>
                    <a:pt x="11" y="26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3" y="60"/>
                  </a:lnTo>
                  <a:lnTo>
                    <a:pt x="3" y="70"/>
                  </a:lnTo>
                  <a:lnTo>
                    <a:pt x="2" y="74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1" y="82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8" y="84"/>
                  </a:lnTo>
                  <a:lnTo>
                    <a:pt x="10" y="83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13" y="73"/>
                  </a:lnTo>
                  <a:lnTo>
                    <a:pt x="13" y="64"/>
                  </a:lnTo>
                  <a:lnTo>
                    <a:pt x="11" y="47"/>
                  </a:lnTo>
                  <a:lnTo>
                    <a:pt x="11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" name="Freeform 541"/>
            <p:cNvSpPr/>
            <p:nvPr/>
          </p:nvSpPr>
          <p:spPr bwMode="auto">
            <a:xfrm>
              <a:off x="5240338" y="2468563"/>
              <a:ext cx="12700" cy="46038"/>
            </a:xfrm>
            <a:custGeom>
              <a:avLst/>
              <a:gdLst/>
              <a:ahLst/>
              <a:cxnLst>
                <a:cxn ang="0">
                  <a:pos x="23" y="76"/>
                </a:cxn>
                <a:cxn ang="0">
                  <a:pos x="23" y="76"/>
                </a:cxn>
                <a:cxn ang="0">
                  <a:pos x="19" y="73"/>
                </a:cxn>
                <a:cxn ang="0">
                  <a:pos x="15" y="70"/>
                </a:cxn>
                <a:cxn ang="0">
                  <a:pos x="13" y="66"/>
                </a:cxn>
                <a:cxn ang="0">
                  <a:pos x="11" y="62"/>
                </a:cxn>
                <a:cxn ang="0">
                  <a:pos x="10" y="58"/>
                </a:cxn>
                <a:cxn ang="0">
                  <a:pos x="10" y="54"/>
                </a:cxn>
                <a:cxn ang="0">
                  <a:pos x="10" y="43"/>
                </a:cxn>
                <a:cxn ang="0">
                  <a:pos x="11" y="34"/>
                </a:cxn>
                <a:cxn ang="0">
                  <a:pos x="13" y="24"/>
                </a:cxn>
                <a:cxn ang="0">
                  <a:pos x="15" y="13"/>
                </a:cxn>
                <a:cxn ang="0">
                  <a:pos x="16" y="5"/>
                </a:cxn>
                <a:cxn ang="0">
                  <a:pos x="16" y="5"/>
                </a:cxn>
                <a:cxn ang="0">
                  <a:pos x="16" y="3"/>
                </a:cxn>
                <a:cxn ang="0">
                  <a:pos x="15" y="1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1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  <a:cxn ang="0">
                  <a:pos x="5" y="15"/>
                </a:cxn>
                <a:cxn ang="0">
                  <a:pos x="3" y="26"/>
                </a:cxn>
                <a:cxn ang="0">
                  <a:pos x="1" y="37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3" y="69"/>
                </a:cxn>
                <a:cxn ang="0">
                  <a:pos x="5" y="73"/>
                </a:cxn>
                <a:cxn ang="0">
                  <a:pos x="9" y="77"/>
                </a:cxn>
                <a:cxn ang="0">
                  <a:pos x="13" y="81"/>
                </a:cxn>
                <a:cxn ang="0">
                  <a:pos x="18" y="85"/>
                </a:cxn>
                <a:cxn ang="0">
                  <a:pos x="18" y="85"/>
                </a:cxn>
                <a:cxn ang="0">
                  <a:pos x="20" y="86"/>
                </a:cxn>
                <a:cxn ang="0">
                  <a:pos x="22" y="86"/>
                </a:cxn>
                <a:cxn ang="0">
                  <a:pos x="23" y="85"/>
                </a:cxn>
                <a:cxn ang="0">
                  <a:pos x="24" y="82"/>
                </a:cxn>
                <a:cxn ang="0">
                  <a:pos x="25" y="81"/>
                </a:cxn>
                <a:cxn ang="0">
                  <a:pos x="25" y="79"/>
                </a:cxn>
                <a:cxn ang="0">
                  <a:pos x="24" y="77"/>
                </a:cxn>
                <a:cxn ang="0">
                  <a:pos x="23" y="76"/>
                </a:cxn>
                <a:cxn ang="0">
                  <a:pos x="23" y="76"/>
                </a:cxn>
              </a:cxnLst>
              <a:rect l="0" t="0" r="r" b="b"/>
              <a:pathLst>
                <a:path w="25" h="86">
                  <a:moveTo>
                    <a:pt x="23" y="76"/>
                  </a:moveTo>
                  <a:lnTo>
                    <a:pt x="23" y="76"/>
                  </a:lnTo>
                  <a:lnTo>
                    <a:pt x="19" y="73"/>
                  </a:lnTo>
                  <a:lnTo>
                    <a:pt x="15" y="70"/>
                  </a:lnTo>
                  <a:lnTo>
                    <a:pt x="13" y="66"/>
                  </a:lnTo>
                  <a:lnTo>
                    <a:pt x="11" y="62"/>
                  </a:lnTo>
                  <a:lnTo>
                    <a:pt x="10" y="58"/>
                  </a:lnTo>
                  <a:lnTo>
                    <a:pt x="10" y="54"/>
                  </a:lnTo>
                  <a:lnTo>
                    <a:pt x="10" y="43"/>
                  </a:lnTo>
                  <a:lnTo>
                    <a:pt x="11" y="34"/>
                  </a:lnTo>
                  <a:lnTo>
                    <a:pt x="13" y="24"/>
                  </a:lnTo>
                  <a:lnTo>
                    <a:pt x="15" y="13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3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15"/>
                  </a:lnTo>
                  <a:lnTo>
                    <a:pt x="3" y="26"/>
                  </a:lnTo>
                  <a:lnTo>
                    <a:pt x="1" y="37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4"/>
                  </a:lnTo>
                  <a:lnTo>
                    <a:pt x="3" y="69"/>
                  </a:lnTo>
                  <a:lnTo>
                    <a:pt x="5" y="73"/>
                  </a:lnTo>
                  <a:lnTo>
                    <a:pt x="9" y="77"/>
                  </a:lnTo>
                  <a:lnTo>
                    <a:pt x="13" y="81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6"/>
                  </a:lnTo>
                  <a:lnTo>
                    <a:pt x="22" y="86"/>
                  </a:lnTo>
                  <a:lnTo>
                    <a:pt x="23" y="85"/>
                  </a:lnTo>
                  <a:lnTo>
                    <a:pt x="24" y="82"/>
                  </a:lnTo>
                  <a:lnTo>
                    <a:pt x="25" y="81"/>
                  </a:lnTo>
                  <a:lnTo>
                    <a:pt x="25" y="79"/>
                  </a:lnTo>
                  <a:lnTo>
                    <a:pt x="24" y="77"/>
                  </a:lnTo>
                  <a:lnTo>
                    <a:pt x="23" y="76"/>
                  </a:lnTo>
                  <a:lnTo>
                    <a:pt x="23" y="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" name="Freeform 542"/>
            <p:cNvSpPr/>
            <p:nvPr/>
          </p:nvSpPr>
          <p:spPr bwMode="auto">
            <a:xfrm>
              <a:off x="5275263" y="2498725"/>
              <a:ext cx="6350" cy="460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1" y="82"/>
                </a:cxn>
                <a:cxn ang="0">
                  <a:pos x="2" y="84"/>
                </a:cxn>
                <a:cxn ang="0">
                  <a:pos x="3" y="84"/>
                </a:cxn>
                <a:cxn ang="0">
                  <a:pos x="6" y="85"/>
                </a:cxn>
                <a:cxn ang="0">
                  <a:pos x="8" y="84"/>
                </a:cxn>
                <a:cxn ang="0">
                  <a:pos x="9" y="84"/>
                </a:cxn>
                <a:cxn ang="0">
                  <a:pos x="10" y="82"/>
                </a:cxn>
                <a:cxn ang="0">
                  <a:pos x="11" y="80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1" h="85">
                  <a:moveTo>
                    <a:pt x="0" y="5"/>
                  </a:moveTo>
                  <a:lnTo>
                    <a:pt x="0" y="80"/>
                  </a:lnTo>
                  <a:lnTo>
                    <a:pt x="0" y="80"/>
                  </a:lnTo>
                  <a:lnTo>
                    <a:pt x="1" y="82"/>
                  </a:lnTo>
                  <a:lnTo>
                    <a:pt x="2" y="84"/>
                  </a:lnTo>
                  <a:lnTo>
                    <a:pt x="3" y="84"/>
                  </a:lnTo>
                  <a:lnTo>
                    <a:pt x="6" y="85"/>
                  </a:lnTo>
                  <a:lnTo>
                    <a:pt x="8" y="84"/>
                  </a:lnTo>
                  <a:lnTo>
                    <a:pt x="9" y="84"/>
                  </a:lnTo>
                  <a:lnTo>
                    <a:pt x="10" y="82"/>
                  </a:lnTo>
                  <a:lnTo>
                    <a:pt x="11" y="8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" name="Freeform 543"/>
            <p:cNvSpPr/>
            <p:nvPr/>
          </p:nvSpPr>
          <p:spPr bwMode="auto">
            <a:xfrm>
              <a:off x="5294313" y="2532063"/>
              <a:ext cx="6350" cy="317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17"/>
                </a:cxn>
                <a:cxn ang="0">
                  <a:pos x="3" y="31"/>
                </a:cxn>
                <a:cxn ang="0">
                  <a:pos x="4" y="43"/>
                </a:cxn>
                <a:cxn ang="0">
                  <a:pos x="5" y="56"/>
                </a:cxn>
                <a:cxn ang="0">
                  <a:pos x="5" y="56"/>
                </a:cxn>
                <a:cxn ang="0">
                  <a:pos x="6" y="58"/>
                </a:cxn>
                <a:cxn ang="0">
                  <a:pos x="7" y="60"/>
                </a:cxn>
                <a:cxn ang="0">
                  <a:pos x="8" y="61"/>
                </a:cxn>
                <a:cxn ang="0">
                  <a:pos x="10" y="61"/>
                </a:cxn>
                <a:cxn ang="0">
                  <a:pos x="11" y="61"/>
                </a:cxn>
                <a:cxn ang="0">
                  <a:pos x="13" y="60"/>
                </a:cxn>
                <a:cxn ang="0">
                  <a:pos x="14" y="58"/>
                </a:cxn>
                <a:cxn ang="0">
                  <a:pos x="14" y="56"/>
                </a:cxn>
                <a:cxn ang="0">
                  <a:pos x="14" y="56"/>
                </a:cxn>
                <a:cxn ang="0">
                  <a:pos x="13" y="43"/>
                </a:cxn>
                <a:cxn ang="0">
                  <a:pos x="12" y="31"/>
                </a:cxn>
                <a:cxn ang="0">
                  <a:pos x="10" y="1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61">
                  <a:moveTo>
                    <a:pt x="10" y="4"/>
                  </a:moveTo>
                  <a:lnTo>
                    <a:pt x="10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7"/>
                  </a:lnTo>
                  <a:lnTo>
                    <a:pt x="3" y="31"/>
                  </a:lnTo>
                  <a:lnTo>
                    <a:pt x="4" y="4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8"/>
                  </a:lnTo>
                  <a:lnTo>
                    <a:pt x="7" y="60"/>
                  </a:lnTo>
                  <a:lnTo>
                    <a:pt x="8" y="61"/>
                  </a:lnTo>
                  <a:lnTo>
                    <a:pt x="10" y="61"/>
                  </a:lnTo>
                  <a:lnTo>
                    <a:pt x="11" y="61"/>
                  </a:lnTo>
                  <a:lnTo>
                    <a:pt x="13" y="60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14" y="56"/>
                  </a:lnTo>
                  <a:lnTo>
                    <a:pt x="13" y="43"/>
                  </a:lnTo>
                  <a:lnTo>
                    <a:pt x="12" y="31"/>
                  </a:lnTo>
                  <a:lnTo>
                    <a:pt x="10" y="1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" name="Freeform 544"/>
            <p:cNvSpPr/>
            <p:nvPr/>
          </p:nvSpPr>
          <p:spPr bwMode="auto">
            <a:xfrm>
              <a:off x="5324476" y="2552700"/>
              <a:ext cx="4763" cy="349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5"/>
                </a:cxn>
                <a:cxn ang="0">
                  <a:pos x="4" y="66"/>
                </a:cxn>
                <a:cxn ang="0">
                  <a:pos x="6" y="65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66">
                  <a:moveTo>
                    <a:pt x="0" y="4"/>
                  </a:move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5"/>
                  </a:lnTo>
                  <a:lnTo>
                    <a:pt x="4" y="66"/>
                  </a:lnTo>
                  <a:lnTo>
                    <a:pt x="6" y="65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" name="Freeform 545"/>
            <p:cNvSpPr/>
            <p:nvPr/>
          </p:nvSpPr>
          <p:spPr bwMode="auto">
            <a:xfrm>
              <a:off x="5348288" y="2576513"/>
              <a:ext cx="7938" cy="42863"/>
            </a:xfrm>
            <a:custGeom>
              <a:avLst/>
              <a:gdLst/>
              <a:ahLst/>
              <a:cxnLst>
                <a:cxn ang="0">
                  <a:pos x="14" y="75"/>
                </a:cxn>
                <a:cxn ang="0">
                  <a:pos x="14" y="75"/>
                </a:cxn>
                <a:cxn ang="0">
                  <a:pos x="12" y="66"/>
                </a:cxn>
                <a:cxn ang="0">
                  <a:pos x="12" y="58"/>
                </a:cxn>
                <a:cxn ang="0">
                  <a:pos x="12" y="51"/>
                </a:cxn>
                <a:cxn ang="0">
                  <a:pos x="11" y="43"/>
                </a:cxn>
                <a:cxn ang="0">
                  <a:pos x="11" y="43"/>
                </a:cxn>
                <a:cxn ang="0">
                  <a:pos x="10" y="33"/>
                </a:cxn>
                <a:cxn ang="0">
                  <a:pos x="9" y="24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3"/>
                </a:cxn>
                <a:cxn ang="0">
                  <a:pos x="0" y="33"/>
                </a:cxn>
                <a:cxn ang="0">
                  <a:pos x="1" y="38"/>
                </a:cxn>
                <a:cxn ang="0">
                  <a:pos x="2" y="42"/>
                </a:cxn>
                <a:cxn ang="0">
                  <a:pos x="2" y="42"/>
                </a:cxn>
                <a:cxn ang="0">
                  <a:pos x="3" y="46"/>
                </a:cxn>
                <a:cxn ang="0">
                  <a:pos x="3" y="50"/>
                </a:cxn>
                <a:cxn ang="0">
                  <a:pos x="3" y="59"/>
                </a:cxn>
                <a:cxn ang="0">
                  <a:pos x="4" y="69"/>
                </a:cxn>
                <a:cxn ang="0">
                  <a:pos x="4" y="73"/>
                </a:cxn>
                <a:cxn ang="0">
                  <a:pos x="5" y="77"/>
                </a:cxn>
                <a:cxn ang="0">
                  <a:pos x="5" y="77"/>
                </a:cxn>
                <a:cxn ang="0">
                  <a:pos x="6" y="79"/>
                </a:cxn>
                <a:cxn ang="0">
                  <a:pos x="8" y="80"/>
                </a:cxn>
                <a:cxn ang="0">
                  <a:pos x="11" y="80"/>
                </a:cxn>
                <a:cxn ang="0">
                  <a:pos x="13" y="79"/>
                </a:cxn>
                <a:cxn ang="0">
                  <a:pos x="14" y="78"/>
                </a:cxn>
                <a:cxn ang="0">
                  <a:pos x="14" y="77"/>
                </a:cxn>
                <a:cxn ang="0">
                  <a:pos x="14" y="75"/>
                </a:cxn>
                <a:cxn ang="0">
                  <a:pos x="14" y="75"/>
                </a:cxn>
              </a:cxnLst>
              <a:rect l="0" t="0" r="r" b="b"/>
              <a:pathLst>
                <a:path w="14" h="80">
                  <a:moveTo>
                    <a:pt x="14" y="75"/>
                  </a:moveTo>
                  <a:lnTo>
                    <a:pt x="14" y="75"/>
                  </a:lnTo>
                  <a:lnTo>
                    <a:pt x="12" y="66"/>
                  </a:lnTo>
                  <a:lnTo>
                    <a:pt x="12" y="58"/>
                  </a:lnTo>
                  <a:lnTo>
                    <a:pt x="12" y="51"/>
                  </a:lnTo>
                  <a:lnTo>
                    <a:pt x="11" y="43"/>
                  </a:lnTo>
                  <a:lnTo>
                    <a:pt x="11" y="43"/>
                  </a:lnTo>
                  <a:lnTo>
                    <a:pt x="10" y="33"/>
                  </a:lnTo>
                  <a:lnTo>
                    <a:pt x="9" y="2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3"/>
                  </a:lnTo>
                  <a:lnTo>
                    <a:pt x="0" y="33"/>
                  </a:lnTo>
                  <a:lnTo>
                    <a:pt x="1" y="38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3" y="46"/>
                  </a:lnTo>
                  <a:lnTo>
                    <a:pt x="3" y="50"/>
                  </a:lnTo>
                  <a:lnTo>
                    <a:pt x="3" y="59"/>
                  </a:lnTo>
                  <a:lnTo>
                    <a:pt x="4" y="69"/>
                  </a:lnTo>
                  <a:lnTo>
                    <a:pt x="4" y="73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6" y="79"/>
                  </a:lnTo>
                  <a:lnTo>
                    <a:pt x="8" y="80"/>
                  </a:lnTo>
                  <a:lnTo>
                    <a:pt x="11" y="80"/>
                  </a:lnTo>
                  <a:lnTo>
                    <a:pt x="13" y="79"/>
                  </a:lnTo>
                  <a:lnTo>
                    <a:pt x="14" y="78"/>
                  </a:lnTo>
                  <a:lnTo>
                    <a:pt x="14" y="77"/>
                  </a:lnTo>
                  <a:lnTo>
                    <a:pt x="14" y="75"/>
                  </a:lnTo>
                  <a:lnTo>
                    <a:pt x="14" y="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" name="Freeform 546"/>
            <p:cNvSpPr/>
            <p:nvPr/>
          </p:nvSpPr>
          <p:spPr bwMode="auto">
            <a:xfrm>
              <a:off x="5380038" y="2606675"/>
              <a:ext cx="11113" cy="34925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12"/>
                </a:cxn>
                <a:cxn ang="0">
                  <a:pos x="2" y="19"/>
                </a:cxn>
                <a:cxn ang="0">
                  <a:pos x="6" y="33"/>
                </a:cxn>
                <a:cxn ang="0">
                  <a:pos x="11" y="47"/>
                </a:cxn>
                <a:cxn ang="0">
                  <a:pos x="13" y="54"/>
                </a:cxn>
                <a:cxn ang="0">
                  <a:pos x="13" y="61"/>
                </a:cxn>
                <a:cxn ang="0">
                  <a:pos x="13" y="61"/>
                </a:cxn>
                <a:cxn ang="0">
                  <a:pos x="14" y="63"/>
                </a:cxn>
                <a:cxn ang="0">
                  <a:pos x="15" y="65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20" y="65"/>
                </a:cxn>
                <a:cxn ang="0">
                  <a:pos x="21" y="65"/>
                </a:cxn>
                <a:cxn ang="0">
                  <a:pos x="22" y="63"/>
                </a:cxn>
                <a:cxn ang="0">
                  <a:pos x="23" y="61"/>
                </a:cxn>
                <a:cxn ang="0">
                  <a:pos x="23" y="61"/>
                </a:cxn>
                <a:cxn ang="0">
                  <a:pos x="22" y="54"/>
                </a:cxn>
                <a:cxn ang="0">
                  <a:pos x="20" y="47"/>
                </a:cxn>
                <a:cxn ang="0">
                  <a:pos x="16" y="33"/>
                </a:cxn>
                <a:cxn ang="0">
                  <a:pos x="11" y="19"/>
                </a:cxn>
                <a:cxn ang="0">
                  <a:pos x="9" y="1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23" h="66">
                  <a:moveTo>
                    <a:pt x="9" y="4"/>
                  </a:move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2"/>
                  </a:lnTo>
                  <a:lnTo>
                    <a:pt x="2" y="19"/>
                  </a:lnTo>
                  <a:lnTo>
                    <a:pt x="6" y="33"/>
                  </a:lnTo>
                  <a:lnTo>
                    <a:pt x="11" y="47"/>
                  </a:lnTo>
                  <a:lnTo>
                    <a:pt x="13" y="54"/>
                  </a:lnTo>
                  <a:lnTo>
                    <a:pt x="13" y="61"/>
                  </a:lnTo>
                  <a:lnTo>
                    <a:pt x="13" y="61"/>
                  </a:lnTo>
                  <a:lnTo>
                    <a:pt x="14" y="63"/>
                  </a:lnTo>
                  <a:lnTo>
                    <a:pt x="15" y="65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20" y="65"/>
                  </a:lnTo>
                  <a:lnTo>
                    <a:pt x="21" y="65"/>
                  </a:lnTo>
                  <a:lnTo>
                    <a:pt x="22" y="63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2" y="54"/>
                  </a:lnTo>
                  <a:lnTo>
                    <a:pt x="20" y="47"/>
                  </a:lnTo>
                  <a:lnTo>
                    <a:pt x="16" y="33"/>
                  </a:lnTo>
                  <a:lnTo>
                    <a:pt x="11" y="19"/>
                  </a:lnTo>
                  <a:lnTo>
                    <a:pt x="9" y="1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" name="Freeform 547"/>
            <p:cNvSpPr/>
            <p:nvPr/>
          </p:nvSpPr>
          <p:spPr bwMode="auto">
            <a:xfrm>
              <a:off x="5411788" y="2632075"/>
              <a:ext cx="9525" cy="44450"/>
            </a:xfrm>
            <a:custGeom>
              <a:avLst/>
              <a:gdLst/>
              <a:ahLst/>
              <a:cxnLst>
                <a:cxn ang="0">
                  <a:pos x="18" y="78"/>
                </a:cxn>
                <a:cxn ang="0">
                  <a:pos x="18" y="78"/>
                </a:cxn>
                <a:cxn ang="0">
                  <a:pos x="16" y="71"/>
                </a:cxn>
                <a:cxn ang="0">
                  <a:pos x="15" y="63"/>
                </a:cxn>
                <a:cxn ang="0">
                  <a:pos x="14" y="46"/>
                </a:cxn>
                <a:cxn ang="0">
                  <a:pos x="14" y="46"/>
                </a:cxn>
                <a:cxn ang="0">
                  <a:pos x="13" y="41"/>
                </a:cxn>
                <a:cxn ang="0">
                  <a:pos x="12" y="36"/>
                </a:cxn>
                <a:cxn ang="0">
                  <a:pos x="10" y="25"/>
                </a:cxn>
                <a:cxn ang="0">
                  <a:pos x="10" y="25"/>
                </a:cxn>
                <a:cxn ang="0">
                  <a:pos x="9" y="14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3"/>
                </a:cxn>
                <a:cxn ang="0">
                  <a:pos x="2" y="33"/>
                </a:cxn>
                <a:cxn ang="0">
                  <a:pos x="3" y="42"/>
                </a:cxn>
                <a:cxn ang="0">
                  <a:pos x="3" y="42"/>
                </a:cxn>
                <a:cxn ang="0">
                  <a:pos x="5" y="52"/>
                </a:cxn>
                <a:cxn ang="0">
                  <a:pos x="6" y="62"/>
                </a:cxn>
                <a:cxn ang="0">
                  <a:pos x="7" y="72"/>
                </a:cxn>
                <a:cxn ang="0">
                  <a:pos x="10" y="81"/>
                </a:cxn>
                <a:cxn ang="0">
                  <a:pos x="10" y="81"/>
                </a:cxn>
                <a:cxn ang="0">
                  <a:pos x="11" y="82"/>
                </a:cxn>
                <a:cxn ang="0">
                  <a:pos x="12" y="83"/>
                </a:cxn>
                <a:cxn ang="0">
                  <a:pos x="16" y="84"/>
                </a:cxn>
                <a:cxn ang="0">
                  <a:pos x="17" y="83"/>
                </a:cxn>
                <a:cxn ang="0">
                  <a:pos x="18" y="82"/>
                </a:cxn>
                <a:cxn ang="0">
                  <a:pos x="19" y="80"/>
                </a:cxn>
                <a:cxn ang="0">
                  <a:pos x="18" y="78"/>
                </a:cxn>
                <a:cxn ang="0">
                  <a:pos x="18" y="78"/>
                </a:cxn>
              </a:cxnLst>
              <a:rect l="0" t="0" r="r" b="b"/>
              <a:pathLst>
                <a:path w="19" h="84">
                  <a:moveTo>
                    <a:pt x="18" y="78"/>
                  </a:moveTo>
                  <a:lnTo>
                    <a:pt x="18" y="78"/>
                  </a:lnTo>
                  <a:lnTo>
                    <a:pt x="16" y="71"/>
                  </a:lnTo>
                  <a:lnTo>
                    <a:pt x="15" y="63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3" y="41"/>
                  </a:lnTo>
                  <a:lnTo>
                    <a:pt x="12" y="36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9" y="14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3"/>
                  </a:lnTo>
                  <a:lnTo>
                    <a:pt x="2" y="33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2"/>
                  </a:lnTo>
                  <a:lnTo>
                    <a:pt x="6" y="62"/>
                  </a:lnTo>
                  <a:lnTo>
                    <a:pt x="7" y="72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11" y="82"/>
                  </a:lnTo>
                  <a:lnTo>
                    <a:pt x="12" y="83"/>
                  </a:lnTo>
                  <a:lnTo>
                    <a:pt x="16" y="84"/>
                  </a:lnTo>
                  <a:lnTo>
                    <a:pt x="17" y="83"/>
                  </a:lnTo>
                  <a:lnTo>
                    <a:pt x="18" y="82"/>
                  </a:lnTo>
                  <a:lnTo>
                    <a:pt x="19" y="80"/>
                  </a:lnTo>
                  <a:lnTo>
                    <a:pt x="18" y="78"/>
                  </a:lnTo>
                  <a:lnTo>
                    <a:pt x="18" y="7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7" name="Freeform 548"/>
            <p:cNvSpPr/>
            <p:nvPr/>
          </p:nvSpPr>
          <p:spPr bwMode="auto">
            <a:xfrm>
              <a:off x="5434013" y="2662238"/>
              <a:ext cx="15875" cy="47625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5"/>
                </a:cxn>
                <a:cxn ang="0">
                  <a:pos x="3" y="25"/>
                </a:cxn>
                <a:cxn ang="0">
                  <a:pos x="9" y="45"/>
                </a:cxn>
                <a:cxn ang="0">
                  <a:pos x="15" y="65"/>
                </a:cxn>
                <a:cxn ang="0">
                  <a:pos x="17" y="75"/>
                </a:cxn>
                <a:cxn ang="0">
                  <a:pos x="19" y="85"/>
                </a:cxn>
                <a:cxn ang="0">
                  <a:pos x="19" y="85"/>
                </a:cxn>
                <a:cxn ang="0">
                  <a:pos x="19" y="87"/>
                </a:cxn>
                <a:cxn ang="0">
                  <a:pos x="21" y="88"/>
                </a:cxn>
                <a:cxn ang="0">
                  <a:pos x="22" y="89"/>
                </a:cxn>
                <a:cxn ang="0">
                  <a:pos x="24" y="90"/>
                </a:cxn>
                <a:cxn ang="0">
                  <a:pos x="25" y="89"/>
                </a:cxn>
                <a:cxn ang="0">
                  <a:pos x="27" y="88"/>
                </a:cxn>
                <a:cxn ang="0">
                  <a:pos x="28" y="87"/>
                </a:cxn>
                <a:cxn ang="0">
                  <a:pos x="28" y="85"/>
                </a:cxn>
                <a:cxn ang="0">
                  <a:pos x="28" y="85"/>
                </a:cxn>
                <a:cxn ang="0">
                  <a:pos x="27" y="75"/>
                </a:cxn>
                <a:cxn ang="0">
                  <a:pos x="25" y="65"/>
                </a:cxn>
                <a:cxn ang="0">
                  <a:pos x="19" y="45"/>
                </a:cxn>
                <a:cxn ang="0">
                  <a:pos x="12" y="25"/>
                </a:cxn>
                <a:cxn ang="0">
                  <a:pos x="10" y="15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28" h="90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5"/>
                  </a:lnTo>
                  <a:lnTo>
                    <a:pt x="3" y="25"/>
                  </a:lnTo>
                  <a:lnTo>
                    <a:pt x="9" y="45"/>
                  </a:lnTo>
                  <a:lnTo>
                    <a:pt x="15" y="65"/>
                  </a:lnTo>
                  <a:lnTo>
                    <a:pt x="17" y="75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19" y="87"/>
                  </a:lnTo>
                  <a:lnTo>
                    <a:pt x="21" y="88"/>
                  </a:lnTo>
                  <a:lnTo>
                    <a:pt x="22" y="89"/>
                  </a:lnTo>
                  <a:lnTo>
                    <a:pt x="24" y="90"/>
                  </a:lnTo>
                  <a:lnTo>
                    <a:pt x="25" y="89"/>
                  </a:lnTo>
                  <a:lnTo>
                    <a:pt x="27" y="88"/>
                  </a:lnTo>
                  <a:lnTo>
                    <a:pt x="28" y="87"/>
                  </a:lnTo>
                  <a:lnTo>
                    <a:pt x="28" y="85"/>
                  </a:lnTo>
                  <a:lnTo>
                    <a:pt x="28" y="85"/>
                  </a:lnTo>
                  <a:lnTo>
                    <a:pt x="27" y="75"/>
                  </a:lnTo>
                  <a:lnTo>
                    <a:pt x="25" y="65"/>
                  </a:lnTo>
                  <a:lnTo>
                    <a:pt x="19" y="45"/>
                  </a:lnTo>
                  <a:lnTo>
                    <a:pt x="12" y="25"/>
                  </a:lnTo>
                  <a:lnTo>
                    <a:pt x="10" y="15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8" name="Freeform 549"/>
            <p:cNvSpPr/>
            <p:nvPr/>
          </p:nvSpPr>
          <p:spPr bwMode="auto">
            <a:xfrm>
              <a:off x="5467351" y="2697163"/>
              <a:ext cx="6350" cy="44450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3"/>
                </a:cxn>
                <a:cxn ang="0">
                  <a:pos x="3" y="42"/>
                </a:cxn>
                <a:cxn ang="0">
                  <a:pos x="4" y="61"/>
                </a:cxn>
                <a:cxn ang="0">
                  <a:pos x="5" y="80"/>
                </a:cxn>
                <a:cxn ang="0">
                  <a:pos x="5" y="80"/>
                </a:cxn>
                <a:cxn ang="0">
                  <a:pos x="5" y="82"/>
                </a:cxn>
                <a:cxn ang="0">
                  <a:pos x="6" y="83"/>
                </a:cxn>
                <a:cxn ang="0">
                  <a:pos x="8" y="84"/>
                </a:cxn>
                <a:cxn ang="0">
                  <a:pos x="9" y="84"/>
                </a:cxn>
                <a:cxn ang="0">
                  <a:pos x="11" y="84"/>
                </a:cxn>
                <a:cxn ang="0">
                  <a:pos x="13" y="83"/>
                </a:cxn>
                <a:cxn ang="0">
                  <a:pos x="14" y="82"/>
                </a:cxn>
                <a:cxn ang="0">
                  <a:pos x="14" y="80"/>
                </a:cxn>
                <a:cxn ang="0">
                  <a:pos x="14" y="80"/>
                </a:cxn>
                <a:cxn ang="0">
                  <a:pos x="13" y="61"/>
                </a:cxn>
                <a:cxn ang="0">
                  <a:pos x="12" y="42"/>
                </a:cxn>
                <a:cxn ang="0">
                  <a:pos x="10" y="23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4" h="84">
                  <a:moveTo>
                    <a:pt x="9" y="4"/>
                  </a:move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3"/>
                  </a:lnTo>
                  <a:lnTo>
                    <a:pt x="3" y="42"/>
                  </a:lnTo>
                  <a:lnTo>
                    <a:pt x="4" y="61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2"/>
                  </a:lnTo>
                  <a:lnTo>
                    <a:pt x="6" y="83"/>
                  </a:lnTo>
                  <a:lnTo>
                    <a:pt x="8" y="84"/>
                  </a:lnTo>
                  <a:lnTo>
                    <a:pt x="9" y="84"/>
                  </a:lnTo>
                  <a:lnTo>
                    <a:pt x="11" y="84"/>
                  </a:lnTo>
                  <a:lnTo>
                    <a:pt x="13" y="83"/>
                  </a:lnTo>
                  <a:lnTo>
                    <a:pt x="14" y="82"/>
                  </a:lnTo>
                  <a:lnTo>
                    <a:pt x="14" y="80"/>
                  </a:lnTo>
                  <a:lnTo>
                    <a:pt x="14" y="80"/>
                  </a:lnTo>
                  <a:lnTo>
                    <a:pt x="13" y="61"/>
                  </a:lnTo>
                  <a:lnTo>
                    <a:pt x="12" y="42"/>
                  </a:lnTo>
                  <a:lnTo>
                    <a:pt x="10" y="23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9" name="Freeform 550"/>
            <p:cNvSpPr/>
            <p:nvPr/>
          </p:nvSpPr>
          <p:spPr bwMode="auto">
            <a:xfrm>
              <a:off x="5494338" y="2727325"/>
              <a:ext cx="7938" cy="31750"/>
            </a:xfrm>
            <a:custGeom>
              <a:avLst/>
              <a:gdLst/>
              <a:ahLst/>
              <a:cxnLst>
                <a:cxn ang="0">
                  <a:pos x="14" y="55"/>
                </a:cxn>
                <a:cxn ang="0">
                  <a:pos x="14" y="55"/>
                </a:cxn>
                <a:cxn ang="0">
                  <a:pos x="11" y="49"/>
                </a:cxn>
                <a:cxn ang="0">
                  <a:pos x="10" y="43"/>
                </a:cxn>
                <a:cxn ang="0">
                  <a:pos x="9" y="37"/>
                </a:cxn>
                <a:cxn ang="0">
                  <a:pos x="9" y="3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0" y="19"/>
                </a:cxn>
                <a:cxn ang="0">
                  <a:pos x="0" y="32"/>
                </a:cxn>
                <a:cxn ang="0">
                  <a:pos x="0" y="40"/>
                </a:cxn>
                <a:cxn ang="0">
                  <a:pos x="1" y="47"/>
                </a:cxn>
                <a:cxn ang="0">
                  <a:pos x="3" y="53"/>
                </a:cxn>
                <a:cxn ang="0">
                  <a:pos x="6" y="59"/>
                </a:cxn>
                <a:cxn ang="0">
                  <a:pos x="6" y="59"/>
                </a:cxn>
                <a:cxn ang="0">
                  <a:pos x="7" y="61"/>
                </a:cxn>
                <a:cxn ang="0">
                  <a:pos x="9" y="61"/>
                </a:cxn>
                <a:cxn ang="0">
                  <a:pos x="11" y="61"/>
                </a:cxn>
                <a:cxn ang="0">
                  <a:pos x="12" y="61"/>
                </a:cxn>
                <a:cxn ang="0">
                  <a:pos x="13" y="60"/>
                </a:cxn>
                <a:cxn ang="0">
                  <a:pos x="14" y="58"/>
                </a:cxn>
                <a:cxn ang="0">
                  <a:pos x="15" y="57"/>
                </a:cxn>
                <a:cxn ang="0">
                  <a:pos x="14" y="55"/>
                </a:cxn>
                <a:cxn ang="0">
                  <a:pos x="14" y="55"/>
                </a:cxn>
              </a:cxnLst>
              <a:rect l="0" t="0" r="r" b="b"/>
              <a:pathLst>
                <a:path w="15" h="61">
                  <a:moveTo>
                    <a:pt x="14" y="55"/>
                  </a:moveTo>
                  <a:lnTo>
                    <a:pt x="14" y="55"/>
                  </a:lnTo>
                  <a:lnTo>
                    <a:pt x="11" y="49"/>
                  </a:lnTo>
                  <a:lnTo>
                    <a:pt x="10" y="43"/>
                  </a:lnTo>
                  <a:lnTo>
                    <a:pt x="9" y="37"/>
                  </a:lnTo>
                  <a:lnTo>
                    <a:pt x="9" y="3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9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" y="47"/>
                  </a:lnTo>
                  <a:lnTo>
                    <a:pt x="3" y="53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7" y="61"/>
                  </a:lnTo>
                  <a:lnTo>
                    <a:pt x="9" y="61"/>
                  </a:lnTo>
                  <a:lnTo>
                    <a:pt x="11" y="61"/>
                  </a:lnTo>
                  <a:lnTo>
                    <a:pt x="12" y="61"/>
                  </a:lnTo>
                  <a:lnTo>
                    <a:pt x="13" y="60"/>
                  </a:lnTo>
                  <a:lnTo>
                    <a:pt x="14" y="58"/>
                  </a:lnTo>
                  <a:lnTo>
                    <a:pt x="15" y="57"/>
                  </a:lnTo>
                  <a:lnTo>
                    <a:pt x="14" y="55"/>
                  </a:lnTo>
                  <a:lnTo>
                    <a:pt x="14" y="5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0" name="Freeform 551"/>
            <p:cNvSpPr/>
            <p:nvPr/>
          </p:nvSpPr>
          <p:spPr bwMode="auto">
            <a:xfrm>
              <a:off x="5521326" y="2744788"/>
              <a:ext cx="11113" cy="39688"/>
            </a:xfrm>
            <a:custGeom>
              <a:avLst/>
              <a:gdLst/>
              <a:ahLst/>
              <a:cxnLst>
                <a:cxn ang="0">
                  <a:pos x="19" y="71"/>
                </a:cxn>
                <a:cxn ang="0">
                  <a:pos x="19" y="71"/>
                </a:cxn>
                <a:cxn ang="0">
                  <a:pos x="18" y="63"/>
                </a:cxn>
                <a:cxn ang="0">
                  <a:pos x="17" y="56"/>
                </a:cxn>
                <a:cxn ang="0">
                  <a:pos x="17" y="49"/>
                </a:cxn>
                <a:cxn ang="0">
                  <a:pos x="17" y="42"/>
                </a:cxn>
                <a:cxn ang="0">
                  <a:pos x="17" y="42"/>
                </a:cxn>
                <a:cxn ang="0">
                  <a:pos x="15" y="32"/>
                </a:cxn>
                <a:cxn ang="0">
                  <a:pos x="13" y="24"/>
                </a:cxn>
                <a:cxn ang="0">
                  <a:pos x="11" y="15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4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14"/>
                </a:cxn>
                <a:cxn ang="0">
                  <a:pos x="2" y="22"/>
                </a:cxn>
                <a:cxn ang="0">
                  <a:pos x="6" y="40"/>
                </a:cxn>
                <a:cxn ang="0">
                  <a:pos x="6" y="40"/>
                </a:cxn>
                <a:cxn ang="0">
                  <a:pos x="7" y="48"/>
                </a:cxn>
                <a:cxn ang="0">
                  <a:pos x="7" y="56"/>
                </a:cxn>
                <a:cxn ang="0">
                  <a:pos x="8" y="64"/>
                </a:cxn>
                <a:cxn ang="0">
                  <a:pos x="11" y="73"/>
                </a:cxn>
                <a:cxn ang="0">
                  <a:pos x="11" y="73"/>
                </a:cxn>
                <a:cxn ang="0">
                  <a:pos x="12" y="75"/>
                </a:cxn>
                <a:cxn ang="0">
                  <a:pos x="13" y="76"/>
                </a:cxn>
                <a:cxn ang="0">
                  <a:pos x="17" y="76"/>
                </a:cxn>
                <a:cxn ang="0">
                  <a:pos x="18" y="75"/>
                </a:cxn>
                <a:cxn ang="0">
                  <a:pos x="19" y="74"/>
                </a:cxn>
                <a:cxn ang="0">
                  <a:pos x="20" y="73"/>
                </a:cxn>
                <a:cxn ang="0">
                  <a:pos x="19" y="71"/>
                </a:cxn>
                <a:cxn ang="0">
                  <a:pos x="19" y="71"/>
                </a:cxn>
              </a:cxnLst>
              <a:rect l="0" t="0" r="r" b="b"/>
              <a:pathLst>
                <a:path w="20" h="76">
                  <a:moveTo>
                    <a:pt x="19" y="71"/>
                  </a:moveTo>
                  <a:lnTo>
                    <a:pt x="19" y="71"/>
                  </a:lnTo>
                  <a:lnTo>
                    <a:pt x="18" y="63"/>
                  </a:lnTo>
                  <a:lnTo>
                    <a:pt x="17" y="56"/>
                  </a:lnTo>
                  <a:lnTo>
                    <a:pt x="17" y="49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32"/>
                  </a:lnTo>
                  <a:lnTo>
                    <a:pt x="13" y="24"/>
                  </a:lnTo>
                  <a:lnTo>
                    <a:pt x="11" y="15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4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14"/>
                  </a:lnTo>
                  <a:lnTo>
                    <a:pt x="2" y="22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7" y="48"/>
                  </a:lnTo>
                  <a:lnTo>
                    <a:pt x="7" y="56"/>
                  </a:lnTo>
                  <a:lnTo>
                    <a:pt x="8" y="64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2" y="75"/>
                  </a:lnTo>
                  <a:lnTo>
                    <a:pt x="13" y="76"/>
                  </a:lnTo>
                  <a:lnTo>
                    <a:pt x="17" y="76"/>
                  </a:lnTo>
                  <a:lnTo>
                    <a:pt x="18" y="75"/>
                  </a:lnTo>
                  <a:lnTo>
                    <a:pt x="19" y="74"/>
                  </a:lnTo>
                  <a:lnTo>
                    <a:pt x="20" y="73"/>
                  </a:lnTo>
                  <a:lnTo>
                    <a:pt x="19" y="71"/>
                  </a:lnTo>
                  <a:lnTo>
                    <a:pt x="19" y="7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1" name="Freeform 552"/>
            <p:cNvSpPr/>
            <p:nvPr/>
          </p:nvSpPr>
          <p:spPr bwMode="auto">
            <a:xfrm>
              <a:off x="5551488" y="2767013"/>
              <a:ext cx="12700" cy="34925"/>
            </a:xfrm>
            <a:custGeom>
              <a:avLst/>
              <a:gdLst/>
              <a:ahLst/>
              <a:cxnLst>
                <a:cxn ang="0">
                  <a:pos x="24" y="61"/>
                </a:cxn>
                <a:cxn ang="0">
                  <a:pos x="24" y="61"/>
                </a:cxn>
                <a:cxn ang="0">
                  <a:pos x="21" y="46"/>
                </a:cxn>
                <a:cxn ang="0">
                  <a:pos x="19" y="32"/>
                </a:cxn>
                <a:cxn ang="0">
                  <a:pos x="19" y="32"/>
                </a:cxn>
                <a:cxn ang="0">
                  <a:pos x="17" y="26"/>
                </a:cxn>
                <a:cxn ang="0">
                  <a:pos x="13" y="18"/>
                </a:cxn>
                <a:cxn ang="0">
                  <a:pos x="11" y="1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1"/>
                </a:cxn>
                <a:cxn ang="0">
                  <a:pos x="3" y="16"/>
                </a:cxn>
                <a:cxn ang="0">
                  <a:pos x="6" y="23"/>
                </a:cxn>
                <a:cxn ang="0">
                  <a:pos x="8" y="29"/>
                </a:cxn>
                <a:cxn ang="0">
                  <a:pos x="8" y="29"/>
                </a:cxn>
                <a:cxn ang="0">
                  <a:pos x="11" y="45"/>
                </a:cxn>
                <a:cxn ang="0">
                  <a:pos x="12" y="55"/>
                </a:cxn>
                <a:cxn ang="0">
                  <a:pos x="14" y="63"/>
                </a:cxn>
                <a:cxn ang="0">
                  <a:pos x="14" y="63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6"/>
                </a:cxn>
                <a:cxn ang="0">
                  <a:pos x="24" y="64"/>
                </a:cxn>
                <a:cxn ang="0">
                  <a:pos x="24" y="63"/>
                </a:cxn>
                <a:cxn ang="0">
                  <a:pos x="24" y="61"/>
                </a:cxn>
                <a:cxn ang="0">
                  <a:pos x="24" y="61"/>
                </a:cxn>
              </a:cxnLst>
              <a:rect l="0" t="0" r="r" b="b"/>
              <a:pathLst>
                <a:path w="24" h="66">
                  <a:moveTo>
                    <a:pt x="24" y="61"/>
                  </a:moveTo>
                  <a:lnTo>
                    <a:pt x="24" y="61"/>
                  </a:lnTo>
                  <a:lnTo>
                    <a:pt x="21" y="46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17" y="26"/>
                  </a:lnTo>
                  <a:lnTo>
                    <a:pt x="13" y="18"/>
                  </a:lnTo>
                  <a:lnTo>
                    <a:pt x="11" y="1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1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11" y="45"/>
                  </a:lnTo>
                  <a:lnTo>
                    <a:pt x="12" y="5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6"/>
                  </a:lnTo>
                  <a:lnTo>
                    <a:pt x="24" y="64"/>
                  </a:lnTo>
                  <a:lnTo>
                    <a:pt x="24" y="63"/>
                  </a:lnTo>
                  <a:lnTo>
                    <a:pt x="24" y="61"/>
                  </a:lnTo>
                  <a:lnTo>
                    <a:pt x="24" y="6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2" name="Freeform 553"/>
            <p:cNvSpPr/>
            <p:nvPr/>
          </p:nvSpPr>
          <p:spPr bwMode="auto">
            <a:xfrm>
              <a:off x="5586413" y="2774950"/>
              <a:ext cx="7938" cy="31750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5" y="10"/>
                </a:cxn>
                <a:cxn ang="0">
                  <a:pos x="4" y="16"/>
                </a:cxn>
                <a:cxn ang="0">
                  <a:pos x="2" y="30"/>
                </a:cxn>
                <a:cxn ang="0">
                  <a:pos x="2" y="30"/>
                </a:cxn>
                <a:cxn ang="0">
                  <a:pos x="0" y="45"/>
                </a:cxn>
                <a:cxn ang="0">
                  <a:pos x="1" y="52"/>
                </a:cxn>
                <a:cxn ang="0">
                  <a:pos x="3" y="58"/>
                </a:cxn>
                <a:cxn ang="0">
                  <a:pos x="3" y="58"/>
                </a:cxn>
                <a:cxn ang="0">
                  <a:pos x="4" y="60"/>
                </a:cxn>
                <a:cxn ang="0">
                  <a:pos x="5" y="61"/>
                </a:cxn>
                <a:cxn ang="0">
                  <a:pos x="9" y="61"/>
                </a:cxn>
                <a:cxn ang="0">
                  <a:pos x="10" y="61"/>
                </a:cxn>
                <a:cxn ang="0">
                  <a:pos x="11" y="59"/>
                </a:cxn>
                <a:cxn ang="0">
                  <a:pos x="12" y="58"/>
                </a:cxn>
                <a:cxn ang="0">
                  <a:pos x="12" y="56"/>
                </a:cxn>
                <a:cxn ang="0">
                  <a:pos x="12" y="56"/>
                </a:cxn>
                <a:cxn ang="0">
                  <a:pos x="10" y="51"/>
                </a:cxn>
                <a:cxn ang="0">
                  <a:pos x="9" y="45"/>
                </a:cxn>
                <a:cxn ang="0">
                  <a:pos x="9" y="38"/>
                </a:cxn>
                <a:cxn ang="0">
                  <a:pos x="10" y="31"/>
                </a:cxn>
                <a:cxn ang="0">
                  <a:pos x="12" y="19"/>
                </a:cxn>
                <a:cxn ang="0">
                  <a:pos x="17" y="7"/>
                </a:cxn>
                <a:cxn ang="0">
                  <a:pos x="17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5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1">
                  <a:moveTo>
                    <a:pt x="8" y="2"/>
                  </a:moveTo>
                  <a:lnTo>
                    <a:pt x="8" y="2"/>
                  </a:lnTo>
                  <a:lnTo>
                    <a:pt x="5" y="10"/>
                  </a:lnTo>
                  <a:lnTo>
                    <a:pt x="4" y="16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0" y="45"/>
                  </a:lnTo>
                  <a:lnTo>
                    <a:pt x="1" y="52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4" y="60"/>
                  </a:lnTo>
                  <a:lnTo>
                    <a:pt x="5" y="61"/>
                  </a:lnTo>
                  <a:lnTo>
                    <a:pt x="9" y="61"/>
                  </a:lnTo>
                  <a:lnTo>
                    <a:pt x="10" y="61"/>
                  </a:lnTo>
                  <a:lnTo>
                    <a:pt x="11" y="59"/>
                  </a:lnTo>
                  <a:lnTo>
                    <a:pt x="12" y="58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0" y="51"/>
                  </a:lnTo>
                  <a:lnTo>
                    <a:pt x="9" y="45"/>
                  </a:lnTo>
                  <a:lnTo>
                    <a:pt x="9" y="38"/>
                  </a:lnTo>
                  <a:lnTo>
                    <a:pt x="10" y="31"/>
                  </a:lnTo>
                  <a:lnTo>
                    <a:pt x="12" y="19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3" name="Freeform 554"/>
            <p:cNvSpPr/>
            <p:nvPr/>
          </p:nvSpPr>
          <p:spPr bwMode="auto">
            <a:xfrm>
              <a:off x="5616576" y="2774950"/>
              <a:ext cx="6350" cy="42863"/>
            </a:xfrm>
            <a:custGeom>
              <a:avLst/>
              <a:gdLst/>
              <a:ahLst/>
              <a:cxnLst>
                <a:cxn ang="0">
                  <a:pos x="11" y="42"/>
                </a:cxn>
                <a:cxn ang="0">
                  <a:pos x="11" y="42"/>
                </a:cxn>
                <a:cxn ang="0">
                  <a:pos x="11" y="23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2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0" y="61"/>
                </a:cxn>
                <a:cxn ang="0">
                  <a:pos x="0" y="69"/>
                </a:cxn>
                <a:cxn ang="0">
                  <a:pos x="2" y="78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4" y="80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9"/>
                </a:cxn>
                <a:cxn ang="0">
                  <a:pos x="11" y="77"/>
                </a:cxn>
                <a:cxn ang="0">
                  <a:pos x="11" y="75"/>
                </a:cxn>
                <a:cxn ang="0">
                  <a:pos x="11" y="75"/>
                </a:cxn>
                <a:cxn ang="0">
                  <a:pos x="9" y="66"/>
                </a:cxn>
                <a:cxn ang="0">
                  <a:pos x="9" y="58"/>
                </a:cxn>
                <a:cxn ang="0">
                  <a:pos x="11" y="42"/>
                </a:cxn>
                <a:cxn ang="0">
                  <a:pos x="11" y="42"/>
                </a:cxn>
              </a:cxnLst>
              <a:rect l="0" t="0" r="r" b="b"/>
              <a:pathLst>
                <a:path w="11" h="81">
                  <a:moveTo>
                    <a:pt x="11" y="42"/>
                  </a:moveTo>
                  <a:lnTo>
                    <a:pt x="11" y="42"/>
                  </a:lnTo>
                  <a:lnTo>
                    <a:pt x="11" y="23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5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0" y="61"/>
                  </a:lnTo>
                  <a:lnTo>
                    <a:pt x="0" y="69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4" y="80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9" y="66"/>
                  </a:lnTo>
                  <a:lnTo>
                    <a:pt x="9" y="58"/>
                  </a:lnTo>
                  <a:lnTo>
                    <a:pt x="11" y="42"/>
                  </a:lnTo>
                  <a:lnTo>
                    <a:pt x="11" y="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4" name="Freeform 555"/>
            <p:cNvSpPr/>
            <p:nvPr/>
          </p:nvSpPr>
          <p:spPr bwMode="auto">
            <a:xfrm>
              <a:off x="5637213" y="2778125"/>
              <a:ext cx="4763" cy="317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7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61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5" name="Freeform 556"/>
            <p:cNvSpPr/>
            <p:nvPr/>
          </p:nvSpPr>
          <p:spPr bwMode="auto">
            <a:xfrm>
              <a:off x="5672138" y="2770188"/>
              <a:ext cx="7938" cy="31750"/>
            </a:xfrm>
            <a:custGeom>
              <a:avLst/>
              <a:gdLst/>
              <a:ahLst/>
              <a:cxnLst>
                <a:cxn ang="0">
                  <a:pos x="14" y="50"/>
                </a:cxn>
                <a:cxn ang="0">
                  <a:pos x="14" y="50"/>
                </a:cxn>
                <a:cxn ang="0">
                  <a:pos x="12" y="28"/>
                </a:cxn>
                <a:cxn ang="0">
                  <a:pos x="10" y="1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8"/>
                </a:cxn>
                <a:cxn ang="0">
                  <a:pos x="2" y="31"/>
                </a:cxn>
                <a:cxn ang="0">
                  <a:pos x="3" y="43"/>
                </a:cxn>
                <a:cxn ang="0">
                  <a:pos x="4" y="57"/>
                </a:cxn>
                <a:cxn ang="0">
                  <a:pos x="4" y="57"/>
                </a:cxn>
                <a:cxn ang="0">
                  <a:pos x="5" y="59"/>
                </a:cxn>
                <a:cxn ang="0">
                  <a:pos x="6" y="60"/>
                </a:cxn>
                <a:cxn ang="0">
                  <a:pos x="8" y="61"/>
                </a:cxn>
                <a:cxn ang="0">
                  <a:pos x="10" y="61"/>
                </a:cxn>
                <a:cxn ang="0">
                  <a:pos x="12" y="61"/>
                </a:cxn>
                <a:cxn ang="0">
                  <a:pos x="13" y="60"/>
                </a:cxn>
                <a:cxn ang="0">
                  <a:pos x="14" y="59"/>
                </a:cxn>
                <a:cxn ang="0">
                  <a:pos x="14" y="57"/>
                </a:cxn>
                <a:cxn ang="0">
                  <a:pos x="14" y="52"/>
                </a:cxn>
                <a:cxn ang="0">
                  <a:pos x="14" y="52"/>
                </a:cxn>
                <a:cxn ang="0">
                  <a:pos x="14" y="50"/>
                </a:cxn>
                <a:cxn ang="0">
                  <a:pos x="14" y="50"/>
                </a:cxn>
              </a:cxnLst>
              <a:rect l="0" t="0" r="r" b="b"/>
              <a:pathLst>
                <a:path w="14" h="61">
                  <a:moveTo>
                    <a:pt x="14" y="50"/>
                  </a:moveTo>
                  <a:lnTo>
                    <a:pt x="14" y="50"/>
                  </a:lnTo>
                  <a:lnTo>
                    <a:pt x="12" y="28"/>
                  </a:lnTo>
                  <a:lnTo>
                    <a:pt x="10" y="1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8"/>
                  </a:lnTo>
                  <a:lnTo>
                    <a:pt x="2" y="31"/>
                  </a:lnTo>
                  <a:lnTo>
                    <a:pt x="3" y="43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8" y="61"/>
                  </a:lnTo>
                  <a:lnTo>
                    <a:pt x="10" y="61"/>
                  </a:lnTo>
                  <a:lnTo>
                    <a:pt x="12" y="61"/>
                  </a:lnTo>
                  <a:lnTo>
                    <a:pt x="13" y="60"/>
                  </a:lnTo>
                  <a:lnTo>
                    <a:pt x="14" y="59"/>
                  </a:lnTo>
                  <a:lnTo>
                    <a:pt x="14" y="57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4" y="5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6" name="Freeform 557"/>
            <p:cNvSpPr/>
            <p:nvPr/>
          </p:nvSpPr>
          <p:spPr bwMode="auto">
            <a:xfrm>
              <a:off x="5702301" y="2749550"/>
              <a:ext cx="4763" cy="333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1" y="61"/>
                </a:cxn>
                <a:cxn ang="0">
                  <a:pos x="3" y="61"/>
                </a:cxn>
                <a:cxn ang="0">
                  <a:pos x="4" y="62"/>
                </a:cxn>
                <a:cxn ang="0">
                  <a:pos x="6" y="61"/>
                </a:cxn>
                <a:cxn ang="0">
                  <a:pos x="7" y="61"/>
                </a:cxn>
                <a:cxn ang="0">
                  <a:pos x="8" y="59"/>
                </a:cxn>
                <a:cxn ang="0">
                  <a:pos x="9" y="5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62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1" y="61"/>
                  </a:lnTo>
                  <a:lnTo>
                    <a:pt x="3" y="61"/>
                  </a:lnTo>
                  <a:lnTo>
                    <a:pt x="4" y="62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8" y="59"/>
                  </a:lnTo>
                  <a:lnTo>
                    <a:pt x="9" y="57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7" name="Freeform 558"/>
            <p:cNvSpPr/>
            <p:nvPr/>
          </p:nvSpPr>
          <p:spPr bwMode="auto">
            <a:xfrm>
              <a:off x="5722938" y="2735263"/>
              <a:ext cx="7938" cy="31750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17"/>
                </a:cxn>
                <a:cxn ang="0">
                  <a:pos x="3" y="30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9" y="60"/>
                </a:cxn>
                <a:cxn ang="0">
                  <a:pos x="10" y="59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0"/>
                </a:cxn>
                <a:cxn ang="0">
                  <a:pos x="14" y="17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2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61">
                  <a:moveTo>
                    <a:pt x="5" y="4"/>
                  </a:moveTo>
                  <a:lnTo>
                    <a:pt x="5" y="4"/>
                  </a:lnTo>
                  <a:lnTo>
                    <a:pt x="4" y="17"/>
                  </a:lnTo>
                  <a:lnTo>
                    <a:pt x="3" y="30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9" y="60"/>
                  </a:lnTo>
                  <a:lnTo>
                    <a:pt x="10" y="59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0"/>
                  </a:lnTo>
                  <a:lnTo>
                    <a:pt x="14" y="17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8" name="Freeform 559"/>
            <p:cNvSpPr/>
            <p:nvPr/>
          </p:nvSpPr>
          <p:spPr bwMode="auto">
            <a:xfrm>
              <a:off x="5740401" y="2724150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2" y="57"/>
                </a:cxn>
                <a:cxn ang="0">
                  <a:pos x="4" y="57"/>
                </a:cxn>
                <a:cxn ang="0">
                  <a:pos x="7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10" y="5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57">
                  <a:moveTo>
                    <a:pt x="0" y="5"/>
                  </a:move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2" y="57"/>
                  </a:lnTo>
                  <a:lnTo>
                    <a:pt x="4" y="57"/>
                  </a:lnTo>
                  <a:lnTo>
                    <a:pt x="7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10" y="5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29" name="Freeform 560"/>
            <p:cNvSpPr/>
            <p:nvPr/>
          </p:nvSpPr>
          <p:spPr bwMode="auto">
            <a:xfrm>
              <a:off x="5762626" y="2697163"/>
              <a:ext cx="4763" cy="3016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3" y="55"/>
                </a:cxn>
                <a:cxn ang="0">
                  <a:pos x="4" y="56"/>
                </a:cxn>
                <a:cxn ang="0">
                  <a:pos x="6" y="55"/>
                </a:cxn>
                <a:cxn ang="0">
                  <a:pos x="8" y="55"/>
                </a:cxn>
                <a:cxn ang="0">
                  <a:pos x="9" y="53"/>
                </a:cxn>
                <a:cxn ang="0">
                  <a:pos x="9" y="51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56">
                  <a:moveTo>
                    <a:pt x="0" y="4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3" y="55"/>
                  </a:lnTo>
                  <a:lnTo>
                    <a:pt x="4" y="56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9" y="51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0" name="Freeform 561"/>
            <p:cNvSpPr/>
            <p:nvPr/>
          </p:nvSpPr>
          <p:spPr bwMode="auto">
            <a:xfrm>
              <a:off x="5778501" y="2689225"/>
              <a:ext cx="4763" cy="333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2"/>
                </a:cxn>
                <a:cxn ang="0">
                  <a:pos x="7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62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2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1" name="Freeform 562"/>
            <p:cNvSpPr/>
            <p:nvPr/>
          </p:nvSpPr>
          <p:spPr bwMode="auto">
            <a:xfrm>
              <a:off x="5795963" y="2670175"/>
              <a:ext cx="6350" cy="30163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4"/>
                </a:cxn>
                <a:cxn ang="0">
                  <a:pos x="4" y="25"/>
                </a:cxn>
                <a:cxn ang="0">
                  <a:pos x="4" y="25"/>
                </a:cxn>
                <a:cxn ang="0">
                  <a:pos x="5" y="31"/>
                </a:cxn>
                <a:cxn ang="0">
                  <a:pos x="5" y="38"/>
                </a:cxn>
                <a:cxn ang="0">
                  <a:pos x="4" y="53"/>
                </a:cxn>
                <a:cxn ang="0">
                  <a:pos x="4" y="53"/>
                </a:cxn>
                <a:cxn ang="0">
                  <a:pos x="5" y="55"/>
                </a:cxn>
                <a:cxn ang="0">
                  <a:pos x="6" y="56"/>
                </a:cxn>
                <a:cxn ang="0">
                  <a:pos x="7" y="57"/>
                </a:cxn>
                <a:cxn ang="0">
                  <a:pos x="9" y="57"/>
                </a:cxn>
                <a:cxn ang="0">
                  <a:pos x="10" y="57"/>
                </a:cxn>
                <a:cxn ang="0">
                  <a:pos x="12" y="56"/>
                </a:cxn>
                <a:cxn ang="0">
                  <a:pos x="13" y="55"/>
                </a:cxn>
                <a:cxn ang="0">
                  <a:pos x="13" y="53"/>
                </a:cxn>
                <a:cxn ang="0">
                  <a:pos x="13" y="29"/>
                </a:cxn>
                <a:cxn ang="0">
                  <a:pos x="13" y="29"/>
                </a:cxn>
                <a:cxn ang="0">
                  <a:pos x="13" y="23"/>
                </a:cxn>
                <a:cxn ang="0">
                  <a:pos x="11" y="16"/>
                </a:cxn>
                <a:cxn ang="0">
                  <a:pos x="10" y="11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3" h="57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4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5" y="31"/>
                  </a:lnTo>
                  <a:lnTo>
                    <a:pt x="5" y="38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5" y="55"/>
                  </a:lnTo>
                  <a:lnTo>
                    <a:pt x="6" y="56"/>
                  </a:lnTo>
                  <a:lnTo>
                    <a:pt x="7" y="57"/>
                  </a:lnTo>
                  <a:lnTo>
                    <a:pt x="9" y="57"/>
                  </a:lnTo>
                  <a:lnTo>
                    <a:pt x="10" y="57"/>
                  </a:lnTo>
                  <a:lnTo>
                    <a:pt x="12" y="56"/>
                  </a:lnTo>
                  <a:lnTo>
                    <a:pt x="13" y="55"/>
                  </a:lnTo>
                  <a:lnTo>
                    <a:pt x="13" y="53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3"/>
                  </a:lnTo>
                  <a:lnTo>
                    <a:pt x="11" y="16"/>
                  </a:lnTo>
                  <a:lnTo>
                    <a:pt x="10" y="11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2" name="Freeform 563"/>
            <p:cNvSpPr/>
            <p:nvPr/>
          </p:nvSpPr>
          <p:spPr bwMode="auto">
            <a:xfrm>
              <a:off x="5291138" y="2278063"/>
              <a:ext cx="12700" cy="3016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6" y="2"/>
                </a:cxn>
                <a:cxn ang="0">
                  <a:pos x="12" y="8"/>
                </a:cxn>
                <a:cxn ang="0">
                  <a:pos x="9" y="13"/>
                </a:cxn>
                <a:cxn ang="0">
                  <a:pos x="5" y="19"/>
                </a:cxn>
                <a:cxn ang="0">
                  <a:pos x="3" y="26"/>
                </a:cxn>
                <a:cxn ang="0">
                  <a:pos x="1" y="40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7" y="57"/>
                </a:cxn>
                <a:cxn ang="0">
                  <a:pos x="9" y="56"/>
                </a:cxn>
                <a:cxn ang="0">
                  <a:pos x="10" y="55"/>
                </a:cxn>
                <a:cxn ang="0">
                  <a:pos x="10" y="53"/>
                </a:cxn>
                <a:cxn ang="0">
                  <a:pos x="10" y="53"/>
                </a:cxn>
                <a:cxn ang="0">
                  <a:pos x="11" y="42"/>
                </a:cxn>
                <a:cxn ang="0">
                  <a:pos x="13" y="29"/>
                </a:cxn>
                <a:cxn ang="0">
                  <a:pos x="14" y="24"/>
                </a:cxn>
                <a:cxn ang="0">
                  <a:pos x="17" y="18"/>
                </a:cxn>
                <a:cxn ang="0">
                  <a:pos x="19" y="13"/>
                </a:cxn>
                <a:cxn ang="0">
                  <a:pos x="23" y="9"/>
                </a:cxn>
                <a:cxn ang="0">
                  <a:pos x="23" y="9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3" y="3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8" y="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4" h="57">
                  <a:moveTo>
                    <a:pt x="16" y="2"/>
                  </a:moveTo>
                  <a:lnTo>
                    <a:pt x="16" y="2"/>
                  </a:lnTo>
                  <a:lnTo>
                    <a:pt x="12" y="8"/>
                  </a:lnTo>
                  <a:lnTo>
                    <a:pt x="9" y="13"/>
                  </a:lnTo>
                  <a:lnTo>
                    <a:pt x="5" y="19"/>
                  </a:lnTo>
                  <a:lnTo>
                    <a:pt x="3" y="26"/>
                  </a:lnTo>
                  <a:lnTo>
                    <a:pt x="1" y="40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7" y="57"/>
                  </a:lnTo>
                  <a:lnTo>
                    <a:pt x="9" y="56"/>
                  </a:lnTo>
                  <a:lnTo>
                    <a:pt x="10" y="55"/>
                  </a:lnTo>
                  <a:lnTo>
                    <a:pt x="10" y="53"/>
                  </a:lnTo>
                  <a:lnTo>
                    <a:pt x="10" y="53"/>
                  </a:lnTo>
                  <a:lnTo>
                    <a:pt x="11" y="42"/>
                  </a:lnTo>
                  <a:lnTo>
                    <a:pt x="13" y="29"/>
                  </a:lnTo>
                  <a:lnTo>
                    <a:pt x="14" y="24"/>
                  </a:lnTo>
                  <a:lnTo>
                    <a:pt x="17" y="18"/>
                  </a:lnTo>
                  <a:lnTo>
                    <a:pt x="19" y="13"/>
                  </a:lnTo>
                  <a:lnTo>
                    <a:pt x="23" y="9"/>
                  </a:lnTo>
                  <a:lnTo>
                    <a:pt x="23" y="9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3" name="Freeform 564"/>
            <p:cNvSpPr/>
            <p:nvPr/>
          </p:nvSpPr>
          <p:spPr bwMode="auto">
            <a:xfrm>
              <a:off x="5321301" y="2251075"/>
              <a:ext cx="7938" cy="2698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15"/>
                </a:cxn>
                <a:cxn ang="0">
                  <a:pos x="2" y="25"/>
                </a:cxn>
                <a:cxn ang="0">
                  <a:pos x="1" y="36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0" y="49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4" y="51"/>
                </a:cxn>
                <a:cxn ang="0">
                  <a:pos x="6" y="51"/>
                </a:cxn>
                <a:cxn ang="0">
                  <a:pos x="8" y="50"/>
                </a:cxn>
                <a:cxn ang="0">
                  <a:pos x="9" y="49"/>
                </a:cxn>
                <a:cxn ang="0">
                  <a:pos x="9" y="47"/>
                </a:cxn>
                <a:cxn ang="0">
                  <a:pos x="9" y="47"/>
                </a:cxn>
                <a:cxn ang="0">
                  <a:pos x="10" y="36"/>
                </a:cxn>
                <a:cxn ang="0">
                  <a:pos x="11" y="25"/>
                </a:cxn>
                <a:cxn ang="0">
                  <a:pos x="14" y="1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51">
                  <a:moveTo>
                    <a:pt x="5" y="4"/>
                  </a:moveTo>
                  <a:lnTo>
                    <a:pt x="5" y="4"/>
                  </a:lnTo>
                  <a:lnTo>
                    <a:pt x="4" y="15"/>
                  </a:lnTo>
                  <a:lnTo>
                    <a:pt x="2" y="25"/>
                  </a:lnTo>
                  <a:lnTo>
                    <a:pt x="1" y="36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4" y="51"/>
                  </a:lnTo>
                  <a:lnTo>
                    <a:pt x="6" y="51"/>
                  </a:lnTo>
                  <a:lnTo>
                    <a:pt x="8" y="50"/>
                  </a:lnTo>
                  <a:lnTo>
                    <a:pt x="9" y="49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10" y="36"/>
                  </a:lnTo>
                  <a:lnTo>
                    <a:pt x="11" y="25"/>
                  </a:lnTo>
                  <a:lnTo>
                    <a:pt x="14" y="1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4" name="Freeform 565"/>
            <p:cNvSpPr/>
            <p:nvPr/>
          </p:nvSpPr>
          <p:spPr bwMode="auto">
            <a:xfrm>
              <a:off x="5351463" y="2217738"/>
              <a:ext cx="9525" cy="26988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11" y="1"/>
                </a:cxn>
                <a:cxn ang="0">
                  <a:pos x="8" y="6"/>
                </a:cxn>
                <a:cxn ang="0">
                  <a:pos x="6" y="11"/>
                </a:cxn>
                <a:cxn ang="0">
                  <a:pos x="5" y="16"/>
                </a:cxn>
                <a:cxn ang="0">
                  <a:pos x="5" y="22"/>
                </a:cxn>
                <a:cxn ang="0">
                  <a:pos x="5" y="22"/>
                </a:cxn>
                <a:cxn ang="0">
                  <a:pos x="4" y="24"/>
                </a:cxn>
                <a:cxn ang="0">
                  <a:pos x="3" y="28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0" y="41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0" y="49"/>
                </a:cxn>
                <a:cxn ang="0">
                  <a:pos x="2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6" y="51"/>
                </a:cxn>
                <a:cxn ang="0">
                  <a:pos x="8" y="50"/>
                </a:cxn>
                <a:cxn ang="0">
                  <a:pos x="9" y="49"/>
                </a:cxn>
                <a:cxn ang="0">
                  <a:pos x="9" y="47"/>
                </a:cxn>
                <a:cxn ang="0">
                  <a:pos x="9" y="47"/>
                </a:cxn>
                <a:cxn ang="0">
                  <a:pos x="10" y="36"/>
                </a:cxn>
                <a:cxn ang="0">
                  <a:pos x="11" y="31"/>
                </a:cxn>
                <a:cxn ang="0">
                  <a:pos x="13" y="26"/>
                </a:cxn>
                <a:cxn ang="0">
                  <a:pos x="13" y="26"/>
                </a:cxn>
                <a:cxn ang="0">
                  <a:pos x="14" y="21"/>
                </a:cxn>
                <a:cxn ang="0">
                  <a:pos x="14" y="17"/>
                </a:cxn>
                <a:cxn ang="0">
                  <a:pos x="15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9" h="51">
                  <a:moveTo>
                    <a:pt x="11" y="1"/>
                  </a:moveTo>
                  <a:lnTo>
                    <a:pt x="11" y="1"/>
                  </a:lnTo>
                  <a:lnTo>
                    <a:pt x="8" y="6"/>
                  </a:lnTo>
                  <a:lnTo>
                    <a:pt x="6" y="11"/>
                  </a:lnTo>
                  <a:lnTo>
                    <a:pt x="5" y="16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4" y="24"/>
                  </a:lnTo>
                  <a:lnTo>
                    <a:pt x="3" y="28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0" y="41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6" y="51"/>
                  </a:lnTo>
                  <a:lnTo>
                    <a:pt x="8" y="50"/>
                  </a:lnTo>
                  <a:lnTo>
                    <a:pt x="9" y="49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10" y="36"/>
                  </a:lnTo>
                  <a:lnTo>
                    <a:pt x="11" y="31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4" y="21"/>
                  </a:lnTo>
                  <a:lnTo>
                    <a:pt x="14" y="17"/>
                  </a:lnTo>
                  <a:lnTo>
                    <a:pt x="15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5" name="Freeform 566"/>
            <p:cNvSpPr/>
            <p:nvPr/>
          </p:nvSpPr>
          <p:spPr bwMode="auto">
            <a:xfrm>
              <a:off x="5380038" y="2195513"/>
              <a:ext cx="9525" cy="26988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7" y="16"/>
                </a:cxn>
                <a:cxn ang="0">
                  <a:pos x="4" y="26"/>
                </a:cxn>
                <a:cxn ang="0">
                  <a:pos x="1" y="3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1" y="51"/>
                </a:cxn>
                <a:cxn ang="0">
                  <a:pos x="2" y="52"/>
                </a:cxn>
                <a:cxn ang="0">
                  <a:pos x="4" y="52"/>
                </a:cxn>
                <a:cxn ang="0">
                  <a:pos x="6" y="52"/>
                </a:cxn>
                <a:cxn ang="0">
                  <a:pos x="7" y="51"/>
                </a:cxn>
                <a:cxn ang="0">
                  <a:pos x="8" y="50"/>
                </a:cxn>
                <a:cxn ang="0">
                  <a:pos x="9" y="48"/>
                </a:cxn>
                <a:cxn ang="0">
                  <a:pos x="9" y="48"/>
                </a:cxn>
                <a:cxn ang="0">
                  <a:pos x="10" y="36"/>
                </a:cxn>
                <a:cxn ang="0">
                  <a:pos x="13" y="26"/>
                </a:cxn>
                <a:cxn ang="0">
                  <a:pos x="16" y="16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8" h="52">
                  <a:moveTo>
                    <a:pt x="9" y="4"/>
                  </a:moveTo>
                  <a:lnTo>
                    <a:pt x="9" y="4"/>
                  </a:lnTo>
                  <a:lnTo>
                    <a:pt x="7" y="16"/>
                  </a:lnTo>
                  <a:lnTo>
                    <a:pt x="4" y="26"/>
                  </a:lnTo>
                  <a:lnTo>
                    <a:pt x="1" y="36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1" y="51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7" y="51"/>
                  </a:lnTo>
                  <a:lnTo>
                    <a:pt x="8" y="50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10" y="36"/>
                  </a:lnTo>
                  <a:lnTo>
                    <a:pt x="13" y="26"/>
                  </a:lnTo>
                  <a:lnTo>
                    <a:pt x="16" y="16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6" name="Freeform 567"/>
            <p:cNvSpPr/>
            <p:nvPr/>
          </p:nvSpPr>
          <p:spPr bwMode="auto">
            <a:xfrm>
              <a:off x="5414963" y="2174875"/>
              <a:ext cx="6350" cy="3016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5"/>
                </a:cxn>
                <a:cxn ang="0">
                  <a:pos x="4" y="17"/>
                </a:cxn>
                <a:cxn ang="0">
                  <a:pos x="2" y="29"/>
                </a:cxn>
                <a:cxn ang="0">
                  <a:pos x="1" y="40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9" y="53"/>
                </a:cxn>
                <a:cxn ang="0">
                  <a:pos x="9" y="53"/>
                </a:cxn>
                <a:cxn ang="0">
                  <a:pos x="10" y="40"/>
                </a:cxn>
                <a:cxn ang="0">
                  <a:pos x="11" y="29"/>
                </a:cxn>
                <a:cxn ang="0">
                  <a:pos x="13" y="1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14" h="57">
                  <a:moveTo>
                    <a:pt x="4" y="5"/>
                  </a:moveTo>
                  <a:lnTo>
                    <a:pt x="4" y="5"/>
                  </a:lnTo>
                  <a:lnTo>
                    <a:pt x="4" y="17"/>
                  </a:lnTo>
                  <a:lnTo>
                    <a:pt x="2" y="29"/>
                  </a:lnTo>
                  <a:lnTo>
                    <a:pt x="1" y="40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10" y="40"/>
                  </a:lnTo>
                  <a:lnTo>
                    <a:pt x="11" y="29"/>
                  </a:lnTo>
                  <a:lnTo>
                    <a:pt x="13" y="1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7" name="Freeform 568"/>
            <p:cNvSpPr/>
            <p:nvPr/>
          </p:nvSpPr>
          <p:spPr bwMode="auto">
            <a:xfrm>
              <a:off x="5441951" y="2174875"/>
              <a:ext cx="7938" cy="2540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2" y="7"/>
                </a:cxn>
                <a:cxn ang="0">
                  <a:pos x="3" y="9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4" y="9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4" y="16"/>
                </a:cxn>
                <a:cxn ang="0">
                  <a:pos x="4" y="16"/>
                </a:cxn>
                <a:cxn ang="0">
                  <a:pos x="3" y="26"/>
                </a:cxn>
                <a:cxn ang="0">
                  <a:pos x="3" y="26"/>
                </a:cxn>
                <a:cxn ang="0">
                  <a:pos x="1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8"/>
                </a:cxn>
                <a:cxn ang="0">
                  <a:pos x="6" y="48"/>
                </a:cxn>
                <a:cxn ang="0">
                  <a:pos x="7" y="48"/>
                </a:cxn>
                <a:cxn ang="0">
                  <a:pos x="9" y="47"/>
                </a:cxn>
                <a:cxn ang="0">
                  <a:pos x="10" y="45"/>
                </a:cxn>
                <a:cxn ang="0">
                  <a:pos x="11" y="42"/>
                </a:cxn>
                <a:cxn ang="0">
                  <a:pos x="11" y="42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5" y="11"/>
                </a:cxn>
                <a:cxn ang="0">
                  <a:pos x="14" y="6"/>
                </a:cxn>
                <a:cxn ang="0">
                  <a:pos x="13" y="4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5" h="48">
                  <a:moveTo>
                    <a:pt x="6" y="0"/>
                  </a:moveTo>
                  <a:lnTo>
                    <a:pt x="6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7"/>
                  </a:lnTo>
                  <a:lnTo>
                    <a:pt x="3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8"/>
                  </a:lnTo>
                  <a:lnTo>
                    <a:pt x="6" y="48"/>
                  </a:lnTo>
                  <a:lnTo>
                    <a:pt x="7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5" y="11"/>
                  </a:lnTo>
                  <a:lnTo>
                    <a:pt x="14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8" name="Freeform 569"/>
            <p:cNvSpPr/>
            <p:nvPr/>
          </p:nvSpPr>
          <p:spPr bwMode="auto">
            <a:xfrm>
              <a:off x="5473701" y="2173288"/>
              <a:ext cx="14288" cy="36513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4" y="2"/>
                </a:cxn>
                <a:cxn ang="0">
                  <a:pos x="23" y="1"/>
                </a:cxn>
                <a:cxn ang="0">
                  <a:pos x="21" y="0"/>
                </a:cxn>
                <a:cxn ang="0">
                  <a:pos x="19" y="0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5" y="2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22"/>
                </a:cxn>
                <a:cxn ang="0">
                  <a:pos x="15" y="30"/>
                </a:cxn>
                <a:cxn ang="0">
                  <a:pos x="14" y="38"/>
                </a:cxn>
                <a:cxn ang="0">
                  <a:pos x="14" y="38"/>
                </a:cxn>
                <a:cxn ang="0">
                  <a:pos x="12" y="45"/>
                </a:cxn>
                <a:cxn ang="0">
                  <a:pos x="9" y="52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0"/>
                </a:cxn>
                <a:cxn ang="0">
                  <a:pos x="7" y="70"/>
                </a:cxn>
                <a:cxn ang="0">
                  <a:pos x="8" y="70"/>
                </a:cxn>
                <a:cxn ang="0">
                  <a:pos x="10" y="68"/>
                </a:cxn>
                <a:cxn ang="0">
                  <a:pos x="10" y="68"/>
                </a:cxn>
                <a:cxn ang="0">
                  <a:pos x="16" y="57"/>
                </a:cxn>
                <a:cxn ang="0">
                  <a:pos x="19" y="51"/>
                </a:cxn>
                <a:cxn ang="0">
                  <a:pos x="22" y="44"/>
                </a:cxn>
                <a:cxn ang="0">
                  <a:pos x="22" y="44"/>
                </a:cxn>
                <a:cxn ang="0">
                  <a:pos x="23" y="40"/>
                </a:cxn>
                <a:cxn ang="0">
                  <a:pos x="24" y="35"/>
                </a:cxn>
                <a:cxn ang="0">
                  <a:pos x="25" y="25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25" h="70">
                  <a:moveTo>
                    <a:pt x="24" y="4"/>
                  </a:moveTo>
                  <a:lnTo>
                    <a:pt x="24" y="4"/>
                  </a:lnTo>
                  <a:lnTo>
                    <a:pt x="24" y="2"/>
                  </a:lnTo>
                  <a:lnTo>
                    <a:pt x="23" y="1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2"/>
                  </a:lnTo>
                  <a:lnTo>
                    <a:pt x="15" y="30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5"/>
                  </a:lnTo>
                  <a:lnTo>
                    <a:pt x="9" y="52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0"/>
                  </a:lnTo>
                  <a:lnTo>
                    <a:pt x="7" y="70"/>
                  </a:lnTo>
                  <a:lnTo>
                    <a:pt x="8" y="70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6" y="57"/>
                  </a:lnTo>
                  <a:lnTo>
                    <a:pt x="19" y="51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3" y="40"/>
                  </a:lnTo>
                  <a:lnTo>
                    <a:pt x="24" y="35"/>
                  </a:lnTo>
                  <a:lnTo>
                    <a:pt x="25" y="25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39" name="Freeform 570"/>
            <p:cNvSpPr/>
            <p:nvPr/>
          </p:nvSpPr>
          <p:spPr bwMode="auto">
            <a:xfrm>
              <a:off x="5503863" y="2192338"/>
              <a:ext cx="4763" cy="2857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2" y="51"/>
                </a:cxn>
                <a:cxn ang="0">
                  <a:pos x="3" y="52"/>
                </a:cxn>
                <a:cxn ang="0">
                  <a:pos x="5" y="53"/>
                </a:cxn>
                <a:cxn ang="0">
                  <a:pos x="6" y="52"/>
                </a:cxn>
                <a:cxn ang="0">
                  <a:pos x="8" y="51"/>
                </a:cxn>
                <a:cxn ang="0">
                  <a:pos x="9" y="50"/>
                </a:cxn>
                <a:cxn ang="0">
                  <a:pos x="9" y="4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3">
                  <a:moveTo>
                    <a:pt x="0" y="5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2" y="51"/>
                  </a:lnTo>
                  <a:lnTo>
                    <a:pt x="3" y="52"/>
                  </a:lnTo>
                  <a:lnTo>
                    <a:pt x="5" y="53"/>
                  </a:lnTo>
                  <a:lnTo>
                    <a:pt x="6" y="52"/>
                  </a:lnTo>
                  <a:lnTo>
                    <a:pt x="8" y="51"/>
                  </a:lnTo>
                  <a:lnTo>
                    <a:pt x="9" y="50"/>
                  </a:lnTo>
                  <a:lnTo>
                    <a:pt x="9" y="4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0" name="Freeform 571"/>
            <p:cNvSpPr/>
            <p:nvPr/>
          </p:nvSpPr>
          <p:spPr bwMode="auto">
            <a:xfrm>
              <a:off x="5526088" y="2200275"/>
              <a:ext cx="7938" cy="30163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7" y="2"/>
                </a:cxn>
                <a:cxn ang="0">
                  <a:pos x="4" y="8"/>
                </a:cxn>
                <a:cxn ang="0">
                  <a:pos x="2" y="14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39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2" y="53"/>
                </a:cxn>
                <a:cxn ang="0">
                  <a:pos x="3" y="55"/>
                </a:cxn>
                <a:cxn ang="0">
                  <a:pos x="4" y="56"/>
                </a:cxn>
                <a:cxn ang="0">
                  <a:pos x="6" y="56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10" y="53"/>
                </a:cxn>
                <a:cxn ang="0">
                  <a:pos x="11" y="51"/>
                </a:cxn>
                <a:cxn ang="0">
                  <a:pos x="11" y="51"/>
                </a:cxn>
                <a:cxn ang="0">
                  <a:pos x="9" y="29"/>
                </a:cxn>
                <a:cxn ang="0">
                  <a:pos x="10" y="23"/>
                </a:cxn>
                <a:cxn ang="0">
                  <a:pos x="11" y="17"/>
                </a:cxn>
                <a:cxn ang="0">
                  <a:pos x="12" y="12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15" h="56">
                  <a:moveTo>
                    <a:pt x="7" y="2"/>
                  </a:moveTo>
                  <a:lnTo>
                    <a:pt x="7" y="2"/>
                  </a:lnTo>
                  <a:lnTo>
                    <a:pt x="4" y="8"/>
                  </a:lnTo>
                  <a:lnTo>
                    <a:pt x="2" y="14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39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2" y="53"/>
                  </a:lnTo>
                  <a:lnTo>
                    <a:pt x="3" y="55"/>
                  </a:lnTo>
                  <a:lnTo>
                    <a:pt x="4" y="56"/>
                  </a:lnTo>
                  <a:lnTo>
                    <a:pt x="6" y="56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10" y="53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9" y="29"/>
                  </a:lnTo>
                  <a:lnTo>
                    <a:pt x="10" y="23"/>
                  </a:lnTo>
                  <a:lnTo>
                    <a:pt x="11" y="17"/>
                  </a:lnTo>
                  <a:lnTo>
                    <a:pt x="12" y="12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1" name="Freeform 572"/>
            <p:cNvSpPr/>
            <p:nvPr/>
          </p:nvSpPr>
          <p:spPr bwMode="auto">
            <a:xfrm>
              <a:off x="5549901" y="2212975"/>
              <a:ext cx="4763" cy="254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45"/>
                </a:cxn>
                <a:cxn ang="0">
                  <a:pos x="1" y="47"/>
                </a:cxn>
                <a:cxn ang="0">
                  <a:pos x="3" y="47"/>
                </a:cxn>
                <a:cxn ang="0">
                  <a:pos x="4" y="48"/>
                </a:cxn>
                <a:cxn ang="0">
                  <a:pos x="6" y="47"/>
                </a:cxn>
                <a:cxn ang="0">
                  <a:pos x="7" y="47"/>
                </a:cxn>
                <a:cxn ang="0">
                  <a:pos x="8" y="45"/>
                </a:cxn>
                <a:cxn ang="0">
                  <a:pos x="9" y="43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9" h="48">
                  <a:moveTo>
                    <a:pt x="0" y="6"/>
                  </a:move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7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6" y="47"/>
                  </a:lnTo>
                  <a:lnTo>
                    <a:pt x="7" y="47"/>
                  </a:lnTo>
                  <a:lnTo>
                    <a:pt x="8" y="45"/>
                  </a:lnTo>
                  <a:lnTo>
                    <a:pt x="9" y="43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2" name="Freeform 573"/>
            <p:cNvSpPr/>
            <p:nvPr/>
          </p:nvSpPr>
          <p:spPr bwMode="auto">
            <a:xfrm>
              <a:off x="5567363" y="2225675"/>
              <a:ext cx="4763" cy="2540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1" y="47"/>
                </a:cxn>
                <a:cxn ang="0">
                  <a:pos x="3" y="47"/>
                </a:cxn>
                <a:cxn ang="0">
                  <a:pos x="4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48">
                  <a:moveTo>
                    <a:pt x="0" y="4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47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3" name="Freeform 574"/>
            <p:cNvSpPr/>
            <p:nvPr/>
          </p:nvSpPr>
          <p:spPr bwMode="auto">
            <a:xfrm>
              <a:off x="5597526" y="2243138"/>
              <a:ext cx="6350" cy="30163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7"/>
                </a:cxn>
                <a:cxn ang="0">
                  <a:pos x="2" y="28"/>
                </a:cxn>
                <a:cxn ang="0">
                  <a:pos x="2" y="39"/>
                </a:cxn>
                <a:cxn ang="0">
                  <a:pos x="1" y="46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2" y="56"/>
                </a:cxn>
                <a:cxn ang="0">
                  <a:pos x="3" y="57"/>
                </a:cxn>
                <a:cxn ang="0">
                  <a:pos x="5" y="57"/>
                </a:cxn>
                <a:cxn ang="0">
                  <a:pos x="7" y="57"/>
                </a:cxn>
                <a:cxn ang="0">
                  <a:pos x="8" y="55"/>
                </a:cxn>
                <a:cxn ang="0">
                  <a:pos x="9" y="54"/>
                </a:cxn>
                <a:cxn ang="0">
                  <a:pos x="9" y="54"/>
                </a:cxn>
                <a:cxn ang="0">
                  <a:pos x="10" y="48"/>
                </a:cxn>
                <a:cxn ang="0">
                  <a:pos x="11" y="42"/>
                </a:cxn>
                <a:cxn ang="0">
                  <a:pos x="11" y="29"/>
                </a:cxn>
                <a:cxn ang="0">
                  <a:pos x="10" y="17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1" h="57">
                  <a:moveTo>
                    <a:pt x="9" y="5"/>
                  </a:move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7"/>
                  </a:lnTo>
                  <a:lnTo>
                    <a:pt x="2" y="28"/>
                  </a:lnTo>
                  <a:lnTo>
                    <a:pt x="2" y="39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2" y="56"/>
                  </a:lnTo>
                  <a:lnTo>
                    <a:pt x="3" y="57"/>
                  </a:lnTo>
                  <a:lnTo>
                    <a:pt x="5" y="57"/>
                  </a:lnTo>
                  <a:lnTo>
                    <a:pt x="7" y="57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10" y="48"/>
                  </a:lnTo>
                  <a:lnTo>
                    <a:pt x="11" y="42"/>
                  </a:lnTo>
                  <a:lnTo>
                    <a:pt x="11" y="29"/>
                  </a:lnTo>
                  <a:lnTo>
                    <a:pt x="10" y="17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4" name="Freeform 575"/>
            <p:cNvSpPr/>
            <p:nvPr/>
          </p:nvSpPr>
          <p:spPr bwMode="auto">
            <a:xfrm>
              <a:off x="5354638" y="2393950"/>
              <a:ext cx="6350" cy="317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4" y="30"/>
                </a:cxn>
                <a:cxn ang="0">
                  <a:pos x="3" y="43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1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6" y="61"/>
                </a:cxn>
                <a:cxn ang="0">
                  <a:pos x="8" y="59"/>
                </a:cxn>
                <a:cxn ang="0">
                  <a:pos x="9" y="58"/>
                </a:cxn>
                <a:cxn ang="0">
                  <a:pos x="9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4" h="61">
                  <a:moveTo>
                    <a:pt x="4" y="4"/>
                  </a:moveTo>
                  <a:lnTo>
                    <a:pt x="4" y="4"/>
                  </a:lnTo>
                  <a:lnTo>
                    <a:pt x="4" y="30"/>
                  </a:lnTo>
                  <a:lnTo>
                    <a:pt x="3" y="43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1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8" y="59"/>
                  </a:lnTo>
                  <a:lnTo>
                    <a:pt x="9" y="58"/>
                  </a:lnTo>
                  <a:lnTo>
                    <a:pt x="9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5" name="Freeform 576"/>
            <p:cNvSpPr/>
            <p:nvPr/>
          </p:nvSpPr>
          <p:spPr bwMode="auto">
            <a:xfrm>
              <a:off x="5367338" y="2428875"/>
              <a:ext cx="4763" cy="396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1" y="75"/>
                </a:cxn>
                <a:cxn ang="0">
                  <a:pos x="3" y="76"/>
                </a:cxn>
                <a:cxn ang="0">
                  <a:pos x="4" y="76"/>
                </a:cxn>
                <a:cxn ang="0">
                  <a:pos x="6" y="76"/>
                </a:cxn>
                <a:cxn ang="0">
                  <a:pos x="7" y="75"/>
                </a:cxn>
                <a:cxn ang="0">
                  <a:pos x="8" y="73"/>
                </a:cxn>
                <a:cxn ang="0">
                  <a:pos x="9" y="7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76">
                  <a:moveTo>
                    <a:pt x="0" y="5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1" y="75"/>
                  </a:lnTo>
                  <a:lnTo>
                    <a:pt x="3" y="76"/>
                  </a:lnTo>
                  <a:lnTo>
                    <a:pt x="4" y="76"/>
                  </a:lnTo>
                  <a:lnTo>
                    <a:pt x="6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6" name="Freeform 577"/>
            <p:cNvSpPr/>
            <p:nvPr/>
          </p:nvSpPr>
          <p:spPr bwMode="auto">
            <a:xfrm>
              <a:off x="5384801" y="2454275"/>
              <a:ext cx="4763" cy="3968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" y="74"/>
                </a:cxn>
                <a:cxn ang="0">
                  <a:pos x="3" y="75"/>
                </a:cxn>
                <a:cxn ang="0">
                  <a:pos x="4" y="75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9" y="72"/>
                </a:cxn>
                <a:cxn ang="0">
                  <a:pos x="9" y="70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75">
                  <a:moveTo>
                    <a:pt x="0" y="4"/>
                  </a:moveTo>
                  <a:lnTo>
                    <a:pt x="0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" y="74"/>
                  </a:lnTo>
                  <a:lnTo>
                    <a:pt x="3" y="75"/>
                  </a:lnTo>
                  <a:lnTo>
                    <a:pt x="4" y="75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9" y="72"/>
                  </a:lnTo>
                  <a:lnTo>
                    <a:pt x="9" y="70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7" name="Freeform 578"/>
            <p:cNvSpPr/>
            <p:nvPr/>
          </p:nvSpPr>
          <p:spPr bwMode="auto">
            <a:xfrm>
              <a:off x="5402263" y="2479675"/>
              <a:ext cx="6350" cy="3968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4" y="5"/>
                </a:cxn>
                <a:cxn ang="0">
                  <a:pos x="13" y="2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14"/>
                </a:cxn>
                <a:cxn ang="0">
                  <a:pos x="2" y="23"/>
                </a:cxn>
                <a:cxn ang="0">
                  <a:pos x="1" y="32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9"/>
                </a:cxn>
                <a:cxn ang="0">
                  <a:pos x="1" y="57"/>
                </a:cxn>
                <a:cxn ang="0">
                  <a:pos x="3" y="66"/>
                </a:cxn>
                <a:cxn ang="0">
                  <a:pos x="5" y="74"/>
                </a:cxn>
                <a:cxn ang="0">
                  <a:pos x="5" y="74"/>
                </a:cxn>
                <a:cxn ang="0">
                  <a:pos x="6" y="75"/>
                </a:cxn>
                <a:cxn ang="0">
                  <a:pos x="8" y="76"/>
                </a:cxn>
                <a:cxn ang="0">
                  <a:pos x="9" y="76"/>
                </a:cxn>
                <a:cxn ang="0">
                  <a:pos x="11" y="75"/>
                </a:cxn>
                <a:cxn ang="0">
                  <a:pos x="13" y="73"/>
                </a:cxn>
                <a:cxn ang="0">
                  <a:pos x="13" y="71"/>
                </a:cxn>
                <a:cxn ang="0">
                  <a:pos x="13" y="69"/>
                </a:cxn>
                <a:cxn ang="0">
                  <a:pos x="13" y="69"/>
                </a:cxn>
                <a:cxn ang="0">
                  <a:pos x="11" y="60"/>
                </a:cxn>
                <a:cxn ang="0">
                  <a:pos x="9" y="53"/>
                </a:cxn>
                <a:cxn ang="0">
                  <a:pos x="9" y="45"/>
                </a:cxn>
                <a:cxn ang="0">
                  <a:pos x="10" y="37"/>
                </a:cxn>
                <a:cxn ang="0">
                  <a:pos x="12" y="21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4" h="76">
                  <a:moveTo>
                    <a:pt x="14" y="5"/>
                  </a:moveTo>
                  <a:lnTo>
                    <a:pt x="14" y="5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14"/>
                  </a:lnTo>
                  <a:lnTo>
                    <a:pt x="2" y="23"/>
                  </a:lnTo>
                  <a:lnTo>
                    <a:pt x="1" y="3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1" y="57"/>
                  </a:lnTo>
                  <a:lnTo>
                    <a:pt x="3" y="66"/>
                  </a:lnTo>
                  <a:lnTo>
                    <a:pt x="5" y="74"/>
                  </a:lnTo>
                  <a:lnTo>
                    <a:pt x="5" y="74"/>
                  </a:lnTo>
                  <a:lnTo>
                    <a:pt x="6" y="75"/>
                  </a:lnTo>
                  <a:lnTo>
                    <a:pt x="8" y="76"/>
                  </a:lnTo>
                  <a:lnTo>
                    <a:pt x="9" y="76"/>
                  </a:lnTo>
                  <a:lnTo>
                    <a:pt x="11" y="75"/>
                  </a:lnTo>
                  <a:lnTo>
                    <a:pt x="13" y="73"/>
                  </a:lnTo>
                  <a:lnTo>
                    <a:pt x="13" y="71"/>
                  </a:lnTo>
                  <a:lnTo>
                    <a:pt x="13" y="69"/>
                  </a:lnTo>
                  <a:lnTo>
                    <a:pt x="13" y="69"/>
                  </a:lnTo>
                  <a:lnTo>
                    <a:pt x="11" y="60"/>
                  </a:lnTo>
                  <a:lnTo>
                    <a:pt x="9" y="53"/>
                  </a:lnTo>
                  <a:lnTo>
                    <a:pt x="9" y="45"/>
                  </a:lnTo>
                  <a:lnTo>
                    <a:pt x="10" y="37"/>
                  </a:lnTo>
                  <a:lnTo>
                    <a:pt x="12" y="21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8" name="Freeform 579"/>
            <p:cNvSpPr/>
            <p:nvPr/>
          </p:nvSpPr>
          <p:spPr bwMode="auto">
            <a:xfrm>
              <a:off x="5426076" y="2497138"/>
              <a:ext cx="7938" cy="30163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3"/>
                </a:cxn>
                <a:cxn ang="0">
                  <a:pos x="4" y="9"/>
                </a:cxn>
                <a:cxn ang="0">
                  <a:pos x="1" y="14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1" y="52"/>
                </a:cxn>
                <a:cxn ang="0">
                  <a:pos x="1" y="52"/>
                </a:cxn>
                <a:cxn ang="0">
                  <a:pos x="1" y="54"/>
                </a:cxn>
                <a:cxn ang="0">
                  <a:pos x="3" y="55"/>
                </a:cxn>
                <a:cxn ang="0">
                  <a:pos x="5" y="56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10" y="55"/>
                </a:cxn>
                <a:cxn ang="0">
                  <a:pos x="11" y="54"/>
                </a:cxn>
                <a:cxn ang="0">
                  <a:pos x="11" y="52"/>
                </a:cxn>
                <a:cxn ang="0">
                  <a:pos x="11" y="52"/>
                </a:cxn>
                <a:cxn ang="0">
                  <a:pos x="10" y="29"/>
                </a:cxn>
                <a:cxn ang="0">
                  <a:pos x="10" y="23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15" y="8"/>
                </a:cxn>
                <a:cxn ang="0">
                  <a:pos x="15" y="8"/>
                </a:cxn>
                <a:cxn ang="0">
                  <a:pos x="16" y="6"/>
                </a:cxn>
                <a:cxn ang="0">
                  <a:pos x="15" y="4"/>
                </a:cxn>
                <a:cxn ang="0">
                  <a:pos x="15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16" h="57">
                  <a:moveTo>
                    <a:pt x="7" y="3"/>
                  </a:moveTo>
                  <a:lnTo>
                    <a:pt x="7" y="3"/>
                  </a:lnTo>
                  <a:lnTo>
                    <a:pt x="4" y="9"/>
                  </a:lnTo>
                  <a:lnTo>
                    <a:pt x="1" y="14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40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3" y="55"/>
                  </a:lnTo>
                  <a:lnTo>
                    <a:pt x="5" y="56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10" y="55"/>
                  </a:lnTo>
                  <a:lnTo>
                    <a:pt x="11" y="54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10" y="29"/>
                  </a:lnTo>
                  <a:lnTo>
                    <a:pt x="10" y="23"/>
                  </a:lnTo>
                  <a:lnTo>
                    <a:pt x="11" y="18"/>
                  </a:lnTo>
                  <a:lnTo>
                    <a:pt x="12" y="13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9" name="Freeform 580"/>
            <p:cNvSpPr/>
            <p:nvPr/>
          </p:nvSpPr>
          <p:spPr bwMode="auto">
            <a:xfrm>
              <a:off x="5446713" y="2514600"/>
              <a:ext cx="7938" cy="36513"/>
            </a:xfrm>
            <a:custGeom>
              <a:avLst/>
              <a:gdLst/>
              <a:ahLst/>
              <a:cxnLst>
                <a:cxn ang="0">
                  <a:pos x="15" y="64"/>
                </a:cxn>
                <a:cxn ang="0">
                  <a:pos x="15" y="64"/>
                </a:cxn>
                <a:cxn ang="0">
                  <a:pos x="12" y="56"/>
                </a:cxn>
                <a:cxn ang="0">
                  <a:pos x="10" y="49"/>
                </a:cxn>
                <a:cxn ang="0">
                  <a:pos x="9" y="42"/>
                </a:cxn>
                <a:cxn ang="0">
                  <a:pos x="9" y="35"/>
                </a:cxn>
                <a:cxn ang="0">
                  <a:pos x="10" y="19"/>
                </a:cxn>
                <a:cxn ang="0">
                  <a:pos x="11" y="4"/>
                </a:cxn>
                <a:cxn ang="0">
                  <a:pos x="11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1" y="20"/>
                </a:cxn>
                <a:cxn ang="0">
                  <a:pos x="0" y="37"/>
                </a:cxn>
                <a:cxn ang="0">
                  <a:pos x="0" y="45"/>
                </a:cxn>
                <a:cxn ang="0">
                  <a:pos x="1" y="53"/>
                </a:cxn>
                <a:cxn ang="0">
                  <a:pos x="3" y="60"/>
                </a:cxn>
                <a:cxn ang="0">
                  <a:pos x="7" y="68"/>
                </a:cxn>
                <a:cxn ang="0">
                  <a:pos x="7" y="68"/>
                </a:cxn>
                <a:cxn ang="0">
                  <a:pos x="8" y="70"/>
                </a:cxn>
                <a:cxn ang="0">
                  <a:pos x="10" y="70"/>
                </a:cxn>
                <a:cxn ang="0">
                  <a:pos x="11" y="70"/>
                </a:cxn>
                <a:cxn ang="0">
                  <a:pos x="13" y="70"/>
                </a:cxn>
                <a:cxn ang="0">
                  <a:pos x="14" y="69"/>
                </a:cxn>
                <a:cxn ang="0">
                  <a:pos x="15" y="67"/>
                </a:cxn>
                <a:cxn ang="0">
                  <a:pos x="15" y="66"/>
                </a:cxn>
                <a:cxn ang="0">
                  <a:pos x="15" y="64"/>
                </a:cxn>
                <a:cxn ang="0">
                  <a:pos x="15" y="64"/>
                </a:cxn>
              </a:cxnLst>
              <a:rect l="0" t="0" r="r" b="b"/>
              <a:pathLst>
                <a:path w="15" h="70">
                  <a:moveTo>
                    <a:pt x="15" y="64"/>
                  </a:moveTo>
                  <a:lnTo>
                    <a:pt x="15" y="64"/>
                  </a:lnTo>
                  <a:lnTo>
                    <a:pt x="12" y="56"/>
                  </a:lnTo>
                  <a:lnTo>
                    <a:pt x="10" y="49"/>
                  </a:lnTo>
                  <a:lnTo>
                    <a:pt x="9" y="42"/>
                  </a:lnTo>
                  <a:lnTo>
                    <a:pt x="9" y="35"/>
                  </a:lnTo>
                  <a:lnTo>
                    <a:pt x="10" y="19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20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1" y="53"/>
                  </a:lnTo>
                  <a:lnTo>
                    <a:pt x="3" y="60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8" y="70"/>
                  </a:lnTo>
                  <a:lnTo>
                    <a:pt x="10" y="70"/>
                  </a:lnTo>
                  <a:lnTo>
                    <a:pt x="11" y="70"/>
                  </a:lnTo>
                  <a:lnTo>
                    <a:pt x="13" y="70"/>
                  </a:lnTo>
                  <a:lnTo>
                    <a:pt x="14" y="69"/>
                  </a:lnTo>
                  <a:lnTo>
                    <a:pt x="15" y="67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5" y="6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0" name="Freeform 581"/>
            <p:cNvSpPr/>
            <p:nvPr/>
          </p:nvSpPr>
          <p:spPr bwMode="auto">
            <a:xfrm>
              <a:off x="5464176" y="2540000"/>
              <a:ext cx="9525" cy="31750"/>
            </a:xfrm>
            <a:custGeom>
              <a:avLst/>
              <a:gdLst/>
              <a:ahLst/>
              <a:cxnLst>
                <a:cxn ang="0">
                  <a:pos x="12" y="37"/>
                </a:cxn>
                <a:cxn ang="0">
                  <a:pos x="12" y="37"/>
                </a:cxn>
                <a:cxn ang="0">
                  <a:pos x="9" y="30"/>
                </a:cxn>
                <a:cxn ang="0">
                  <a:pos x="8" y="2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6"/>
                </a:cxn>
                <a:cxn ang="0">
                  <a:pos x="1" y="38"/>
                </a:cxn>
                <a:cxn ang="0">
                  <a:pos x="4" y="44"/>
                </a:cxn>
                <a:cxn ang="0">
                  <a:pos x="7" y="51"/>
                </a:cxn>
                <a:cxn ang="0">
                  <a:pos x="9" y="57"/>
                </a:cxn>
                <a:cxn ang="0">
                  <a:pos x="9" y="57"/>
                </a:cxn>
                <a:cxn ang="0">
                  <a:pos x="9" y="59"/>
                </a:cxn>
                <a:cxn ang="0">
                  <a:pos x="11" y="60"/>
                </a:cxn>
                <a:cxn ang="0">
                  <a:pos x="14" y="61"/>
                </a:cxn>
                <a:cxn ang="0">
                  <a:pos x="16" y="61"/>
                </a:cxn>
                <a:cxn ang="0">
                  <a:pos x="17" y="60"/>
                </a:cxn>
                <a:cxn ang="0">
                  <a:pos x="18" y="59"/>
                </a:cxn>
                <a:cxn ang="0">
                  <a:pos x="18" y="57"/>
                </a:cxn>
                <a:cxn ang="0">
                  <a:pos x="18" y="57"/>
                </a:cxn>
                <a:cxn ang="0">
                  <a:pos x="17" y="52"/>
                </a:cxn>
                <a:cxn ang="0">
                  <a:pos x="16" y="47"/>
                </a:cxn>
                <a:cxn ang="0">
                  <a:pos x="12" y="37"/>
                </a:cxn>
                <a:cxn ang="0">
                  <a:pos x="12" y="37"/>
                </a:cxn>
              </a:cxnLst>
              <a:rect l="0" t="0" r="r" b="b"/>
              <a:pathLst>
                <a:path w="18" h="61">
                  <a:moveTo>
                    <a:pt x="12" y="37"/>
                  </a:moveTo>
                  <a:lnTo>
                    <a:pt x="12" y="37"/>
                  </a:lnTo>
                  <a:lnTo>
                    <a:pt x="9" y="30"/>
                  </a:lnTo>
                  <a:lnTo>
                    <a:pt x="8" y="2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4" y="44"/>
                  </a:lnTo>
                  <a:lnTo>
                    <a:pt x="7" y="51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9" y="59"/>
                  </a:lnTo>
                  <a:lnTo>
                    <a:pt x="11" y="60"/>
                  </a:lnTo>
                  <a:lnTo>
                    <a:pt x="14" y="61"/>
                  </a:lnTo>
                  <a:lnTo>
                    <a:pt x="16" y="61"/>
                  </a:lnTo>
                  <a:lnTo>
                    <a:pt x="17" y="60"/>
                  </a:lnTo>
                  <a:lnTo>
                    <a:pt x="18" y="59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7" y="52"/>
                  </a:lnTo>
                  <a:lnTo>
                    <a:pt x="16" y="47"/>
                  </a:lnTo>
                  <a:lnTo>
                    <a:pt x="12" y="37"/>
                  </a:lnTo>
                  <a:lnTo>
                    <a:pt x="12" y="3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1" name="Freeform 582"/>
            <p:cNvSpPr/>
            <p:nvPr/>
          </p:nvSpPr>
          <p:spPr bwMode="auto">
            <a:xfrm>
              <a:off x="5489576" y="2562225"/>
              <a:ext cx="7938" cy="30163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14" y="6"/>
                </a:cxn>
                <a:cxn ang="0">
                  <a:pos x="14" y="4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3" y="11"/>
                </a:cxn>
                <a:cxn ang="0">
                  <a:pos x="2" y="17"/>
                </a:cxn>
                <a:cxn ang="0">
                  <a:pos x="1" y="23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0" y="34"/>
                </a:cxn>
                <a:cxn ang="0">
                  <a:pos x="1" y="41"/>
                </a:cxn>
                <a:cxn ang="0">
                  <a:pos x="3" y="47"/>
                </a:cxn>
                <a:cxn ang="0">
                  <a:pos x="4" y="52"/>
                </a:cxn>
                <a:cxn ang="0">
                  <a:pos x="4" y="52"/>
                </a:cxn>
                <a:cxn ang="0">
                  <a:pos x="5" y="54"/>
                </a:cxn>
                <a:cxn ang="0">
                  <a:pos x="6" y="56"/>
                </a:cxn>
                <a:cxn ang="0">
                  <a:pos x="7" y="57"/>
                </a:cxn>
                <a:cxn ang="0">
                  <a:pos x="10" y="57"/>
                </a:cxn>
                <a:cxn ang="0">
                  <a:pos x="12" y="57"/>
                </a:cxn>
                <a:cxn ang="0">
                  <a:pos x="13" y="56"/>
                </a:cxn>
                <a:cxn ang="0">
                  <a:pos x="14" y="54"/>
                </a:cxn>
                <a:cxn ang="0">
                  <a:pos x="14" y="52"/>
                </a:cxn>
                <a:cxn ang="0">
                  <a:pos x="14" y="52"/>
                </a:cxn>
                <a:cxn ang="0">
                  <a:pos x="13" y="47"/>
                </a:cxn>
                <a:cxn ang="0">
                  <a:pos x="12" y="41"/>
                </a:cxn>
                <a:cxn ang="0">
                  <a:pos x="11" y="34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10" y="23"/>
                </a:cxn>
                <a:cxn ang="0">
                  <a:pos x="12" y="17"/>
                </a:cxn>
                <a:cxn ang="0">
                  <a:pos x="13" y="11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14" h="57">
                  <a:moveTo>
                    <a:pt x="14" y="6"/>
                  </a:moveTo>
                  <a:lnTo>
                    <a:pt x="14" y="6"/>
                  </a:lnTo>
                  <a:lnTo>
                    <a:pt x="14" y="4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11"/>
                  </a:lnTo>
                  <a:lnTo>
                    <a:pt x="2" y="17"/>
                  </a:lnTo>
                  <a:lnTo>
                    <a:pt x="1" y="23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1" y="41"/>
                  </a:lnTo>
                  <a:lnTo>
                    <a:pt x="3" y="47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54"/>
                  </a:lnTo>
                  <a:lnTo>
                    <a:pt x="6" y="56"/>
                  </a:lnTo>
                  <a:lnTo>
                    <a:pt x="7" y="57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6"/>
                  </a:lnTo>
                  <a:lnTo>
                    <a:pt x="14" y="54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3" y="47"/>
                  </a:lnTo>
                  <a:lnTo>
                    <a:pt x="12" y="41"/>
                  </a:lnTo>
                  <a:lnTo>
                    <a:pt x="11" y="34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0" y="23"/>
                  </a:lnTo>
                  <a:lnTo>
                    <a:pt x="12" y="17"/>
                  </a:lnTo>
                  <a:lnTo>
                    <a:pt x="13" y="11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2" name="Freeform 583"/>
            <p:cNvSpPr/>
            <p:nvPr/>
          </p:nvSpPr>
          <p:spPr bwMode="auto">
            <a:xfrm>
              <a:off x="5514976" y="2584450"/>
              <a:ext cx="9525" cy="34925"/>
            </a:xfrm>
            <a:custGeom>
              <a:avLst/>
              <a:gdLst/>
              <a:ahLst/>
              <a:cxnLst>
                <a:cxn ang="0">
                  <a:pos x="14" y="41"/>
                </a:cxn>
                <a:cxn ang="0">
                  <a:pos x="14" y="41"/>
                </a:cxn>
                <a:cxn ang="0">
                  <a:pos x="12" y="33"/>
                </a:cxn>
                <a:cxn ang="0">
                  <a:pos x="10" y="24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8"/>
                </a:cxn>
                <a:cxn ang="0">
                  <a:pos x="2" y="32"/>
                </a:cxn>
                <a:cxn ang="0">
                  <a:pos x="2" y="32"/>
                </a:cxn>
                <a:cxn ang="0">
                  <a:pos x="4" y="40"/>
                </a:cxn>
                <a:cxn ang="0">
                  <a:pos x="6" y="47"/>
                </a:cxn>
                <a:cxn ang="0">
                  <a:pos x="8" y="55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64"/>
                </a:cxn>
                <a:cxn ang="0">
                  <a:pos x="11" y="65"/>
                </a:cxn>
                <a:cxn ang="0">
                  <a:pos x="15" y="66"/>
                </a:cxn>
                <a:cxn ang="0">
                  <a:pos x="16" y="66"/>
                </a:cxn>
                <a:cxn ang="0">
                  <a:pos x="18" y="65"/>
                </a:cxn>
                <a:cxn ang="0">
                  <a:pos x="19" y="64"/>
                </a:cxn>
                <a:cxn ang="0">
                  <a:pos x="19" y="62"/>
                </a:cxn>
                <a:cxn ang="0">
                  <a:pos x="19" y="62"/>
                </a:cxn>
                <a:cxn ang="0">
                  <a:pos x="17" y="51"/>
                </a:cxn>
                <a:cxn ang="0">
                  <a:pos x="14" y="41"/>
                </a:cxn>
                <a:cxn ang="0">
                  <a:pos x="14" y="41"/>
                </a:cxn>
              </a:cxnLst>
              <a:rect l="0" t="0" r="r" b="b"/>
              <a:pathLst>
                <a:path w="19" h="66">
                  <a:moveTo>
                    <a:pt x="14" y="41"/>
                  </a:moveTo>
                  <a:lnTo>
                    <a:pt x="14" y="41"/>
                  </a:lnTo>
                  <a:lnTo>
                    <a:pt x="12" y="33"/>
                  </a:lnTo>
                  <a:lnTo>
                    <a:pt x="10" y="24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8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4" y="40"/>
                  </a:lnTo>
                  <a:lnTo>
                    <a:pt x="6" y="47"/>
                  </a:lnTo>
                  <a:lnTo>
                    <a:pt x="8" y="55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4"/>
                  </a:lnTo>
                  <a:lnTo>
                    <a:pt x="11" y="65"/>
                  </a:lnTo>
                  <a:lnTo>
                    <a:pt x="15" y="66"/>
                  </a:lnTo>
                  <a:lnTo>
                    <a:pt x="16" y="66"/>
                  </a:lnTo>
                  <a:lnTo>
                    <a:pt x="18" y="65"/>
                  </a:lnTo>
                  <a:lnTo>
                    <a:pt x="19" y="64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7" y="51"/>
                  </a:lnTo>
                  <a:lnTo>
                    <a:pt x="14" y="41"/>
                  </a:lnTo>
                  <a:lnTo>
                    <a:pt x="14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3" name="Freeform 584"/>
            <p:cNvSpPr/>
            <p:nvPr/>
          </p:nvSpPr>
          <p:spPr bwMode="auto">
            <a:xfrm>
              <a:off x="5538788" y="2609850"/>
              <a:ext cx="11113" cy="34925"/>
            </a:xfrm>
            <a:custGeom>
              <a:avLst/>
              <a:gdLst/>
              <a:ahLst/>
              <a:cxnLst>
                <a:cxn ang="0">
                  <a:pos x="20" y="61"/>
                </a:cxn>
                <a:cxn ang="0">
                  <a:pos x="20" y="61"/>
                </a:cxn>
                <a:cxn ang="0">
                  <a:pos x="14" y="33"/>
                </a:cxn>
                <a:cxn ang="0">
                  <a:pos x="11" y="19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0"/>
                </a:cxn>
                <a:cxn ang="0">
                  <a:pos x="3" y="34"/>
                </a:cxn>
                <a:cxn ang="0">
                  <a:pos x="11" y="63"/>
                </a:cxn>
                <a:cxn ang="0">
                  <a:pos x="11" y="63"/>
                </a:cxn>
                <a:cxn ang="0">
                  <a:pos x="12" y="65"/>
                </a:cxn>
                <a:cxn ang="0">
                  <a:pos x="13" y="66"/>
                </a:cxn>
                <a:cxn ang="0">
                  <a:pos x="15" y="66"/>
                </a:cxn>
                <a:cxn ang="0">
                  <a:pos x="16" y="66"/>
                </a:cxn>
                <a:cxn ang="0">
                  <a:pos x="18" y="65"/>
                </a:cxn>
                <a:cxn ang="0">
                  <a:pos x="19" y="64"/>
                </a:cxn>
                <a:cxn ang="0">
                  <a:pos x="20" y="63"/>
                </a:cxn>
                <a:cxn ang="0">
                  <a:pos x="20" y="61"/>
                </a:cxn>
                <a:cxn ang="0">
                  <a:pos x="20" y="61"/>
                </a:cxn>
              </a:cxnLst>
              <a:rect l="0" t="0" r="r" b="b"/>
              <a:pathLst>
                <a:path w="20" h="66">
                  <a:moveTo>
                    <a:pt x="20" y="61"/>
                  </a:moveTo>
                  <a:lnTo>
                    <a:pt x="20" y="61"/>
                  </a:lnTo>
                  <a:lnTo>
                    <a:pt x="14" y="33"/>
                  </a:lnTo>
                  <a:lnTo>
                    <a:pt x="11" y="1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0"/>
                  </a:lnTo>
                  <a:lnTo>
                    <a:pt x="3" y="34"/>
                  </a:lnTo>
                  <a:lnTo>
                    <a:pt x="11" y="63"/>
                  </a:lnTo>
                  <a:lnTo>
                    <a:pt x="11" y="63"/>
                  </a:lnTo>
                  <a:lnTo>
                    <a:pt x="12" y="65"/>
                  </a:lnTo>
                  <a:lnTo>
                    <a:pt x="13" y="66"/>
                  </a:lnTo>
                  <a:lnTo>
                    <a:pt x="15" y="66"/>
                  </a:lnTo>
                  <a:lnTo>
                    <a:pt x="16" y="66"/>
                  </a:lnTo>
                  <a:lnTo>
                    <a:pt x="18" y="65"/>
                  </a:lnTo>
                  <a:lnTo>
                    <a:pt x="19" y="64"/>
                  </a:lnTo>
                  <a:lnTo>
                    <a:pt x="20" y="63"/>
                  </a:lnTo>
                  <a:lnTo>
                    <a:pt x="20" y="61"/>
                  </a:lnTo>
                  <a:lnTo>
                    <a:pt x="20" y="6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4" name="Freeform 585"/>
            <p:cNvSpPr/>
            <p:nvPr/>
          </p:nvSpPr>
          <p:spPr bwMode="auto">
            <a:xfrm>
              <a:off x="5562601" y="2635250"/>
              <a:ext cx="6350" cy="31750"/>
            </a:xfrm>
            <a:custGeom>
              <a:avLst/>
              <a:gdLst/>
              <a:ahLst/>
              <a:cxnLst>
                <a:cxn ang="0">
                  <a:pos x="13" y="56"/>
                </a:cxn>
                <a:cxn ang="0">
                  <a:pos x="13" y="56"/>
                </a:cxn>
                <a:cxn ang="0">
                  <a:pos x="11" y="43"/>
                </a:cxn>
                <a:cxn ang="0">
                  <a:pos x="10" y="30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32"/>
                </a:cxn>
                <a:cxn ang="0">
                  <a:pos x="2" y="45"/>
                </a:cxn>
                <a:cxn ang="0">
                  <a:pos x="4" y="58"/>
                </a:cxn>
                <a:cxn ang="0">
                  <a:pos x="4" y="58"/>
                </a:cxn>
                <a:cxn ang="0">
                  <a:pos x="5" y="60"/>
                </a:cxn>
                <a:cxn ang="0">
                  <a:pos x="7" y="61"/>
                </a:cxn>
                <a:cxn ang="0">
                  <a:pos x="8" y="62"/>
                </a:cxn>
                <a:cxn ang="0">
                  <a:pos x="10" y="61"/>
                </a:cxn>
                <a:cxn ang="0">
                  <a:pos x="11" y="61"/>
                </a:cxn>
                <a:cxn ang="0">
                  <a:pos x="13" y="60"/>
                </a:cxn>
                <a:cxn ang="0">
                  <a:pos x="13" y="58"/>
                </a:cxn>
                <a:cxn ang="0">
                  <a:pos x="13" y="56"/>
                </a:cxn>
                <a:cxn ang="0">
                  <a:pos x="13" y="56"/>
                </a:cxn>
              </a:cxnLst>
              <a:rect l="0" t="0" r="r" b="b"/>
              <a:pathLst>
                <a:path w="13" h="62">
                  <a:moveTo>
                    <a:pt x="13" y="56"/>
                  </a:moveTo>
                  <a:lnTo>
                    <a:pt x="13" y="56"/>
                  </a:lnTo>
                  <a:lnTo>
                    <a:pt x="11" y="43"/>
                  </a:lnTo>
                  <a:lnTo>
                    <a:pt x="10" y="30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2"/>
                  </a:lnTo>
                  <a:lnTo>
                    <a:pt x="2" y="45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5" y="60"/>
                  </a:lnTo>
                  <a:lnTo>
                    <a:pt x="7" y="61"/>
                  </a:lnTo>
                  <a:lnTo>
                    <a:pt x="8" y="62"/>
                  </a:lnTo>
                  <a:lnTo>
                    <a:pt x="10" y="61"/>
                  </a:lnTo>
                  <a:lnTo>
                    <a:pt x="11" y="61"/>
                  </a:lnTo>
                  <a:lnTo>
                    <a:pt x="13" y="60"/>
                  </a:lnTo>
                  <a:lnTo>
                    <a:pt x="13" y="58"/>
                  </a:lnTo>
                  <a:lnTo>
                    <a:pt x="13" y="56"/>
                  </a:lnTo>
                  <a:lnTo>
                    <a:pt x="13" y="5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5" name="Freeform 586"/>
            <p:cNvSpPr/>
            <p:nvPr/>
          </p:nvSpPr>
          <p:spPr bwMode="auto">
            <a:xfrm>
              <a:off x="5580063" y="2647950"/>
              <a:ext cx="9525" cy="23813"/>
            </a:xfrm>
            <a:custGeom>
              <a:avLst/>
              <a:gdLst/>
              <a:ahLst/>
              <a:cxnLst>
                <a:cxn ang="0">
                  <a:pos x="18" y="41"/>
                </a:cxn>
                <a:cxn ang="0">
                  <a:pos x="18" y="41"/>
                </a:cxn>
                <a:cxn ang="0">
                  <a:pos x="12" y="23"/>
                </a:cxn>
                <a:cxn ang="0">
                  <a:pos x="10" y="1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4"/>
                </a:cxn>
                <a:cxn ang="0">
                  <a:pos x="3" y="24"/>
                </a:cxn>
                <a:cxn ang="0">
                  <a:pos x="9" y="44"/>
                </a:cxn>
                <a:cxn ang="0">
                  <a:pos x="9" y="44"/>
                </a:cxn>
                <a:cxn ang="0">
                  <a:pos x="10" y="45"/>
                </a:cxn>
                <a:cxn ang="0">
                  <a:pos x="12" y="46"/>
                </a:cxn>
                <a:cxn ang="0">
                  <a:pos x="13" y="47"/>
                </a:cxn>
                <a:cxn ang="0">
                  <a:pos x="15" y="47"/>
                </a:cxn>
                <a:cxn ang="0">
                  <a:pos x="17" y="46"/>
                </a:cxn>
                <a:cxn ang="0">
                  <a:pos x="18" y="45"/>
                </a:cxn>
                <a:cxn ang="0">
                  <a:pos x="18" y="43"/>
                </a:cxn>
                <a:cxn ang="0">
                  <a:pos x="18" y="41"/>
                </a:cxn>
                <a:cxn ang="0">
                  <a:pos x="18" y="41"/>
                </a:cxn>
              </a:cxnLst>
              <a:rect l="0" t="0" r="r" b="b"/>
              <a:pathLst>
                <a:path w="18" h="47">
                  <a:moveTo>
                    <a:pt x="18" y="41"/>
                  </a:moveTo>
                  <a:lnTo>
                    <a:pt x="18" y="41"/>
                  </a:lnTo>
                  <a:lnTo>
                    <a:pt x="12" y="23"/>
                  </a:lnTo>
                  <a:lnTo>
                    <a:pt x="10" y="1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4"/>
                  </a:lnTo>
                  <a:lnTo>
                    <a:pt x="3" y="24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0" y="45"/>
                  </a:lnTo>
                  <a:lnTo>
                    <a:pt x="12" y="46"/>
                  </a:lnTo>
                  <a:lnTo>
                    <a:pt x="13" y="47"/>
                  </a:lnTo>
                  <a:lnTo>
                    <a:pt x="15" y="47"/>
                  </a:lnTo>
                  <a:lnTo>
                    <a:pt x="17" y="46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8" y="41"/>
                  </a:lnTo>
                  <a:lnTo>
                    <a:pt x="18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6" name="Freeform 587"/>
            <p:cNvSpPr/>
            <p:nvPr/>
          </p:nvSpPr>
          <p:spPr bwMode="auto">
            <a:xfrm>
              <a:off x="5429251" y="2311400"/>
              <a:ext cx="4763" cy="269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1" y="50"/>
                </a:cxn>
                <a:cxn ang="0">
                  <a:pos x="2" y="51"/>
                </a:cxn>
                <a:cxn ang="0">
                  <a:pos x="3" y="52"/>
                </a:cxn>
                <a:cxn ang="0">
                  <a:pos x="5" y="52"/>
                </a:cxn>
                <a:cxn ang="0">
                  <a:pos x="7" y="52"/>
                </a:cxn>
                <a:cxn ang="0">
                  <a:pos x="8" y="51"/>
                </a:cxn>
                <a:cxn ang="0">
                  <a:pos x="9" y="50"/>
                </a:cxn>
                <a:cxn ang="0">
                  <a:pos x="10" y="48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52">
                  <a:moveTo>
                    <a:pt x="0" y="5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1" y="50"/>
                  </a:lnTo>
                  <a:lnTo>
                    <a:pt x="2" y="51"/>
                  </a:lnTo>
                  <a:lnTo>
                    <a:pt x="3" y="52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8" y="51"/>
                  </a:lnTo>
                  <a:lnTo>
                    <a:pt x="9" y="50"/>
                  </a:lnTo>
                  <a:lnTo>
                    <a:pt x="10" y="4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7" name="Freeform 588"/>
            <p:cNvSpPr/>
            <p:nvPr/>
          </p:nvSpPr>
          <p:spPr bwMode="auto">
            <a:xfrm>
              <a:off x="5454651" y="2290763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2" y="56"/>
                </a:cxn>
                <a:cxn ang="0">
                  <a:pos x="3" y="57"/>
                </a:cxn>
                <a:cxn ang="0">
                  <a:pos x="5" y="57"/>
                </a:cxn>
                <a:cxn ang="0">
                  <a:pos x="7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9" y="5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7">
                  <a:moveTo>
                    <a:pt x="0" y="5"/>
                  </a:moveTo>
                  <a:lnTo>
                    <a:pt x="0" y="53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2" y="56"/>
                  </a:lnTo>
                  <a:lnTo>
                    <a:pt x="3" y="57"/>
                  </a:lnTo>
                  <a:lnTo>
                    <a:pt x="5" y="57"/>
                  </a:lnTo>
                  <a:lnTo>
                    <a:pt x="7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9" y="53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8" name="Freeform 589"/>
            <p:cNvSpPr/>
            <p:nvPr/>
          </p:nvSpPr>
          <p:spPr bwMode="auto">
            <a:xfrm>
              <a:off x="5481638" y="2281238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9" y="54"/>
                </a:cxn>
                <a:cxn ang="0">
                  <a:pos x="9" y="5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7">
                  <a:moveTo>
                    <a:pt x="0" y="5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9" name="Freeform 590"/>
            <p:cNvSpPr/>
            <p:nvPr/>
          </p:nvSpPr>
          <p:spPr bwMode="auto">
            <a:xfrm>
              <a:off x="5503863" y="2281238"/>
              <a:ext cx="4763" cy="317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6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9" y="5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61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9" y="5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0" name="Freeform 591"/>
            <p:cNvSpPr/>
            <p:nvPr/>
          </p:nvSpPr>
          <p:spPr bwMode="auto">
            <a:xfrm>
              <a:off x="5529263" y="2289175"/>
              <a:ext cx="11113" cy="428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0"/>
                </a:cxn>
                <a:cxn ang="0">
                  <a:pos x="5" y="17"/>
                </a:cxn>
                <a:cxn ang="0">
                  <a:pos x="5" y="33"/>
                </a:cxn>
                <a:cxn ang="0">
                  <a:pos x="5" y="33"/>
                </a:cxn>
                <a:cxn ang="0">
                  <a:pos x="4" y="43"/>
                </a:cxn>
                <a:cxn ang="0">
                  <a:pos x="2" y="54"/>
                </a:cxn>
                <a:cxn ang="0">
                  <a:pos x="1" y="65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0" y="77"/>
                </a:cxn>
                <a:cxn ang="0">
                  <a:pos x="1" y="78"/>
                </a:cxn>
                <a:cxn ang="0">
                  <a:pos x="3" y="79"/>
                </a:cxn>
                <a:cxn ang="0">
                  <a:pos x="4" y="81"/>
                </a:cxn>
                <a:cxn ang="0">
                  <a:pos x="6" y="79"/>
                </a:cxn>
                <a:cxn ang="0">
                  <a:pos x="8" y="78"/>
                </a:cxn>
                <a:cxn ang="0">
                  <a:pos x="9" y="77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60"/>
                </a:cxn>
                <a:cxn ang="0">
                  <a:pos x="13" y="43"/>
                </a:cxn>
                <a:cxn ang="0">
                  <a:pos x="13" y="43"/>
                </a:cxn>
                <a:cxn ang="0">
                  <a:pos x="14" y="25"/>
                </a:cxn>
                <a:cxn ang="0">
                  <a:pos x="15" y="14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9" h="81">
                  <a:moveTo>
                    <a:pt x="9" y="3"/>
                  </a:moveTo>
                  <a:lnTo>
                    <a:pt x="9" y="3"/>
                  </a:lnTo>
                  <a:lnTo>
                    <a:pt x="7" y="10"/>
                  </a:lnTo>
                  <a:lnTo>
                    <a:pt x="5" y="17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" y="43"/>
                  </a:lnTo>
                  <a:lnTo>
                    <a:pt x="2" y="54"/>
                  </a:lnTo>
                  <a:lnTo>
                    <a:pt x="1" y="6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7"/>
                  </a:lnTo>
                  <a:lnTo>
                    <a:pt x="1" y="78"/>
                  </a:lnTo>
                  <a:lnTo>
                    <a:pt x="3" y="79"/>
                  </a:lnTo>
                  <a:lnTo>
                    <a:pt x="4" y="81"/>
                  </a:lnTo>
                  <a:lnTo>
                    <a:pt x="6" y="79"/>
                  </a:lnTo>
                  <a:lnTo>
                    <a:pt x="8" y="78"/>
                  </a:lnTo>
                  <a:lnTo>
                    <a:pt x="9" y="77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60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4" y="25"/>
                  </a:lnTo>
                  <a:lnTo>
                    <a:pt x="15" y="14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1" name="Freeform 592"/>
            <p:cNvSpPr/>
            <p:nvPr/>
          </p:nvSpPr>
          <p:spPr bwMode="auto">
            <a:xfrm>
              <a:off x="5546726" y="2312988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3" y="13"/>
                </a:cxn>
                <a:cxn ang="0">
                  <a:pos x="1" y="22"/>
                </a:cxn>
                <a:cxn ang="0">
                  <a:pos x="0" y="32"/>
                </a:cxn>
                <a:cxn ang="0">
                  <a:pos x="0" y="42"/>
                </a:cxn>
                <a:cxn ang="0">
                  <a:pos x="1" y="61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2" y="83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5"/>
                </a:cxn>
                <a:cxn ang="0">
                  <a:pos x="9" y="84"/>
                </a:cxn>
                <a:cxn ang="0">
                  <a:pos x="10" y="83"/>
                </a:cxn>
                <a:cxn ang="0">
                  <a:pos x="10" y="81"/>
                </a:cxn>
                <a:cxn ang="0">
                  <a:pos x="10" y="81"/>
                </a:cxn>
                <a:cxn ang="0">
                  <a:pos x="10" y="61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0" y="24"/>
                </a:cxn>
                <a:cxn ang="0">
                  <a:pos x="12" y="15"/>
                </a:cxn>
                <a:cxn ang="0">
                  <a:pos x="15" y="6"/>
                </a:cxn>
                <a:cxn ang="0">
                  <a:pos x="15" y="6"/>
                </a:cxn>
                <a:cxn ang="0">
                  <a:pos x="15" y="4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5">
                  <a:moveTo>
                    <a:pt x="6" y="4"/>
                  </a:moveTo>
                  <a:lnTo>
                    <a:pt x="6" y="4"/>
                  </a:lnTo>
                  <a:lnTo>
                    <a:pt x="3" y="13"/>
                  </a:lnTo>
                  <a:lnTo>
                    <a:pt x="1" y="22"/>
                  </a:lnTo>
                  <a:lnTo>
                    <a:pt x="0" y="32"/>
                  </a:lnTo>
                  <a:lnTo>
                    <a:pt x="0" y="42"/>
                  </a:lnTo>
                  <a:lnTo>
                    <a:pt x="1" y="61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2" y="83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5"/>
                  </a:lnTo>
                  <a:lnTo>
                    <a:pt x="9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10" y="61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0" y="24"/>
                  </a:lnTo>
                  <a:lnTo>
                    <a:pt x="12" y="15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2" name="Freeform 593"/>
            <p:cNvSpPr/>
            <p:nvPr/>
          </p:nvSpPr>
          <p:spPr bwMode="auto">
            <a:xfrm>
              <a:off x="5567363" y="2338388"/>
              <a:ext cx="4763" cy="3016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1" y="55"/>
                </a:cxn>
                <a:cxn ang="0">
                  <a:pos x="3" y="56"/>
                </a:cxn>
                <a:cxn ang="0">
                  <a:pos x="4" y="56"/>
                </a:cxn>
                <a:cxn ang="0">
                  <a:pos x="6" y="56"/>
                </a:cxn>
                <a:cxn ang="0">
                  <a:pos x="8" y="55"/>
                </a:cxn>
                <a:cxn ang="0">
                  <a:pos x="9" y="54"/>
                </a:cxn>
                <a:cxn ang="0">
                  <a:pos x="9" y="5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56">
                  <a:moveTo>
                    <a:pt x="0" y="4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1" y="55"/>
                  </a:lnTo>
                  <a:lnTo>
                    <a:pt x="3" y="56"/>
                  </a:lnTo>
                  <a:lnTo>
                    <a:pt x="4" y="56"/>
                  </a:lnTo>
                  <a:lnTo>
                    <a:pt x="6" y="56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3" name="Freeform 594"/>
            <p:cNvSpPr/>
            <p:nvPr/>
          </p:nvSpPr>
          <p:spPr bwMode="auto">
            <a:xfrm>
              <a:off x="5591176" y="2354263"/>
              <a:ext cx="7938" cy="36513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7" y="2"/>
                </a:cxn>
                <a:cxn ang="0">
                  <a:pos x="4" y="10"/>
                </a:cxn>
                <a:cxn ang="0">
                  <a:pos x="1" y="17"/>
                </a:cxn>
                <a:cxn ang="0">
                  <a:pos x="0" y="26"/>
                </a:cxn>
                <a:cxn ang="0">
                  <a:pos x="0" y="34"/>
                </a:cxn>
                <a:cxn ang="0">
                  <a:pos x="0" y="49"/>
                </a:cxn>
                <a:cxn ang="0">
                  <a:pos x="1" y="66"/>
                </a:cxn>
                <a:cxn ang="0">
                  <a:pos x="1" y="66"/>
                </a:cxn>
                <a:cxn ang="0">
                  <a:pos x="1" y="68"/>
                </a:cxn>
                <a:cxn ang="0">
                  <a:pos x="2" y="70"/>
                </a:cxn>
                <a:cxn ang="0">
                  <a:pos x="5" y="70"/>
                </a:cxn>
                <a:cxn ang="0">
                  <a:pos x="6" y="71"/>
                </a:cxn>
                <a:cxn ang="0">
                  <a:pos x="8" y="70"/>
                </a:cxn>
                <a:cxn ang="0">
                  <a:pos x="10" y="70"/>
                </a:cxn>
                <a:cxn ang="0">
                  <a:pos x="11" y="68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10" y="36"/>
                </a:cxn>
                <a:cxn ang="0">
                  <a:pos x="10" y="29"/>
                </a:cxn>
                <a:cxn ang="0">
                  <a:pos x="11" y="22"/>
                </a:cxn>
                <a:cxn ang="0">
                  <a:pos x="12" y="14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15" h="71">
                  <a:moveTo>
                    <a:pt x="7" y="2"/>
                  </a:moveTo>
                  <a:lnTo>
                    <a:pt x="7" y="2"/>
                  </a:lnTo>
                  <a:lnTo>
                    <a:pt x="4" y="10"/>
                  </a:lnTo>
                  <a:lnTo>
                    <a:pt x="1" y="17"/>
                  </a:lnTo>
                  <a:lnTo>
                    <a:pt x="0" y="26"/>
                  </a:lnTo>
                  <a:lnTo>
                    <a:pt x="0" y="34"/>
                  </a:lnTo>
                  <a:lnTo>
                    <a:pt x="0" y="4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2" y="70"/>
                  </a:lnTo>
                  <a:lnTo>
                    <a:pt x="5" y="70"/>
                  </a:lnTo>
                  <a:lnTo>
                    <a:pt x="6" y="71"/>
                  </a:lnTo>
                  <a:lnTo>
                    <a:pt x="8" y="70"/>
                  </a:lnTo>
                  <a:lnTo>
                    <a:pt x="10" y="70"/>
                  </a:lnTo>
                  <a:lnTo>
                    <a:pt x="11" y="68"/>
                  </a:lnTo>
                  <a:lnTo>
                    <a:pt x="11" y="66"/>
                  </a:lnTo>
                  <a:lnTo>
                    <a:pt x="11" y="66"/>
                  </a:lnTo>
                  <a:lnTo>
                    <a:pt x="10" y="36"/>
                  </a:lnTo>
                  <a:lnTo>
                    <a:pt x="10" y="29"/>
                  </a:lnTo>
                  <a:lnTo>
                    <a:pt x="11" y="22"/>
                  </a:lnTo>
                  <a:lnTo>
                    <a:pt x="12" y="14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4" name="Freeform 595"/>
            <p:cNvSpPr/>
            <p:nvPr/>
          </p:nvSpPr>
          <p:spPr bwMode="auto">
            <a:xfrm>
              <a:off x="5614988" y="2376488"/>
              <a:ext cx="4763" cy="365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68"/>
                </a:cxn>
                <a:cxn ang="0">
                  <a:pos x="1" y="70"/>
                </a:cxn>
                <a:cxn ang="0">
                  <a:pos x="3" y="71"/>
                </a:cxn>
                <a:cxn ang="0">
                  <a:pos x="5" y="71"/>
                </a:cxn>
                <a:cxn ang="0">
                  <a:pos x="6" y="71"/>
                </a:cxn>
                <a:cxn ang="0">
                  <a:pos x="8" y="70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71">
                  <a:moveTo>
                    <a:pt x="0" y="5"/>
                  </a:moveTo>
                  <a:lnTo>
                    <a:pt x="0" y="67"/>
                  </a:lnTo>
                  <a:lnTo>
                    <a:pt x="0" y="67"/>
                  </a:lnTo>
                  <a:lnTo>
                    <a:pt x="0" y="68"/>
                  </a:lnTo>
                  <a:lnTo>
                    <a:pt x="1" y="70"/>
                  </a:lnTo>
                  <a:lnTo>
                    <a:pt x="3" y="71"/>
                  </a:lnTo>
                  <a:lnTo>
                    <a:pt x="5" y="71"/>
                  </a:lnTo>
                  <a:lnTo>
                    <a:pt x="6" y="71"/>
                  </a:lnTo>
                  <a:lnTo>
                    <a:pt x="8" y="70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5" name="Freeform 596"/>
            <p:cNvSpPr/>
            <p:nvPr/>
          </p:nvSpPr>
          <p:spPr bwMode="auto">
            <a:xfrm>
              <a:off x="5637213" y="2398713"/>
              <a:ext cx="4763" cy="349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3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66">
                  <a:moveTo>
                    <a:pt x="0" y="4"/>
                  </a:moveTo>
                  <a:lnTo>
                    <a:pt x="0" y="61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3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6" name="Freeform 597"/>
            <p:cNvSpPr/>
            <p:nvPr/>
          </p:nvSpPr>
          <p:spPr bwMode="auto">
            <a:xfrm>
              <a:off x="5657851" y="2419350"/>
              <a:ext cx="4763" cy="365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2" y="70"/>
                </a:cxn>
                <a:cxn ang="0">
                  <a:pos x="3" y="71"/>
                </a:cxn>
                <a:cxn ang="0">
                  <a:pos x="6" y="71"/>
                </a:cxn>
                <a:cxn ang="0">
                  <a:pos x="7" y="71"/>
                </a:cxn>
                <a:cxn ang="0">
                  <a:pos x="9" y="70"/>
                </a:cxn>
                <a:cxn ang="0">
                  <a:pos x="10" y="69"/>
                </a:cxn>
                <a:cxn ang="0">
                  <a:pos x="10" y="6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71">
                  <a:moveTo>
                    <a:pt x="0" y="5"/>
                  </a:moveTo>
                  <a:lnTo>
                    <a:pt x="0" y="67"/>
                  </a:lnTo>
                  <a:lnTo>
                    <a:pt x="0" y="67"/>
                  </a:lnTo>
                  <a:lnTo>
                    <a:pt x="0" y="69"/>
                  </a:lnTo>
                  <a:lnTo>
                    <a:pt x="2" y="70"/>
                  </a:lnTo>
                  <a:lnTo>
                    <a:pt x="3" y="71"/>
                  </a:lnTo>
                  <a:lnTo>
                    <a:pt x="6" y="71"/>
                  </a:lnTo>
                  <a:lnTo>
                    <a:pt x="7" y="71"/>
                  </a:lnTo>
                  <a:lnTo>
                    <a:pt x="9" y="70"/>
                  </a:lnTo>
                  <a:lnTo>
                    <a:pt x="10" y="69"/>
                  </a:lnTo>
                  <a:lnTo>
                    <a:pt x="10" y="6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7" name="Freeform 598"/>
            <p:cNvSpPr/>
            <p:nvPr/>
          </p:nvSpPr>
          <p:spPr bwMode="auto">
            <a:xfrm>
              <a:off x="5680076" y="2441575"/>
              <a:ext cx="7938" cy="36513"/>
            </a:xfrm>
            <a:custGeom>
              <a:avLst/>
              <a:gdLst/>
              <a:ahLst/>
              <a:cxnLst>
                <a:cxn ang="0">
                  <a:pos x="14" y="65"/>
                </a:cxn>
                <a:cxn ang="0">
                  <a:pos x="14" y="65"/>
                </a:cxn>
                <a:cxn ang="0">
                  <a:pos x="11" y="50"/>
                </a:cxn>
                <a:cxn ang="0">
                  <a:pos x="10" y="3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36"/>
                </a:cxn>
                <a:cxn ang="0">
                  <a:pos x="2" y="52"/>
                </a:cxn>
                <a:cxn ang="0">
                  <a:pos x="5" y="67"/>
                </a:cxn>
                <a:cxn ang="0">
                  <a:pos x="5" y="67"/>
                </a:cxn>
                <a:cxn ang="0">
                  <a:pos x="6" y="69"/>
                </a:cxn>
                <a:cxn ang="0">
                  <a:pos x="7" y="70"/>
                </a:cxn>
                <a:cxn ang="0">
                  <a:pos x="9" y="70"/>
                </a:cxn>
                <a:cxn ang="0">
                  <a:pos x="11" y="70"/>
                </a:cxn>
                <a:cxn ang="0">
                  <a:pos x="12" y="69"/>
                </a:cxn>
                <a:cxn ang="0">
                  <a:pos x="13" y="68"/>
                </a:cxn>
                <a:cxn ang="0">
                  <a:pos x="14" y="67"/>
                </a:cxn>
                <a:cxn ang="0">
                  <a:pos x="14" y="65"/>
                </a:cxn>
                <a:cxn ang="0">
                  <a:pos x="14" y="65"/>
                </a:cxn>
              </a:cxnLst>
              <a:rect l="0" t="0" r="r" b="b"/>
              <a:pathLst>
                <a:path w="14" h="70">
                  <a:moveTo>
                    <a:pt x="14" y="65"/>
                  </a:moveTo>
                  <a:lnTo>
                    <a:pt x="14" y="65"/>
                  </a:lnTo>
                  <a:lnTo>
                    <a:pt x="11" y="50"/>
                  </a:lnTo>
                  <a:lnTo>
                    <a:pt x="10" y="3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6"/>
                  </a:lnTo>
                  <a:lnTo>
                    <a:pt x="2" y="52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6" y="69"/>
                  </a:lnTo>
                  <a:lnTo>
                    <a:pt x="7" y="70"/>
                  </a:lnTo>
                  <a:lnTo>
                    <a:pt x="9" y="70"/>
                  </a:lnTo>
                  <a:lnTo>
                    <a:pt x="11" y="70"/>
                  </a:lnTo>
                  <a:lnTo>
                    <a:pt x="12" y="69"/>
                  </a:lnTo>
                  <a:lnTo>
                    <a:pt x="13" y="68"/>
                  </a:lnTo>
                  <a:lnTo>
                    <a:pt x="14" y="67"/>
                  </a:lnTo>
                  <a:lnTo>
                    <a:pt x="14" y="65"/>
                  </a:lnTo>
                  <a:lnTo>
                    <a:pt x="14" y="6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8" name="Freeform 599"/>
            <p:cNvSpPr/>
            <p:nvPr/>
          </p:nvSpPr>
          <p:spPr bwMode="auto">
            <a:xfrm>
              <a:off x="5705476" y="2463800"/>
              <a:ext cx="7938" cy="31750"/>
            </a:xfrm>
            <a:custGeom>
              <a:avLst/>
              <a:gdLst/>
              <a:ahLst/>
              <a:cxnLst>
                <a:cxn ang="0">
                  <a:pos x="10" y="3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9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3" y="50"/>
                </a:cxn>
                <a:cxn ang="0">
                  <a:pos x="5" y="56"/>
                </a:cxn>
                <a:cxn ang="0">
                  <a:pos x="5" y="56"/>
                </a:cxn>
                <a:cxn ang="0">
                  <a:pos x="5" y="58"/>
                </a:cxn>
                <a:cxn ang="0">
                  <a:pos x="7" y="59"/>
                </a:cxn>
                <a:cxn ang="0">
                  <a:pos x="11" y="60"/>
                </a:cxn>
                <a:cxn ang="0">
                  <a:pos x="13" y="60"/>
                </a:cxn>
                <a:cxn ang="0">
                  <a:pos x="14" y="59"/>
                </a:cxn>
                <a:cxn ang="0">
                  <a:pos x="15" y="58"/>
                </a:cxn>
                <a:cxn ang="0">
                  <a:pos x="15" y="56"/>
                </a:cxn>
                <a:cxn ang="0">
                  <a:pos x="15" y="56"/>
                </a:cxn>
                <a:cxn ang="0">
                  <a:pos x="14" y="51"/>
                </a:cxn>
                <a:cxn ang="0">
                  <a:pos x="12" y="46"/>
                </a:cxn>
                <a:cxn ang="0">
                  <a:pos x="11" y="41"/>
                </a:cxn>
                <a:cxn ang="0">
                  <a:pos x="10" y="35"/>
                </a:cxn>
                <a:cxn ang="0">
                  <a:pos x="10" y="35"/>
                </a:cxn>
              </a:cxnLst>
              <a:rect l="0" t="0" r="r" b="b"/>
              <a:pathLst>
                <a:path w="15" h="60">
                  <a:moveTo>
                    <a:pt x="10" y="35"/>
                  </a:move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9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7" y="59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4" y="59"/>
                  </a:lnTo>
                  <a:lnTo>
                    <a:pt x="15" y="58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4" y="51"/>
                  </a:lnTo>
                  <a:lnTo>
                    <a:pt x="12" y="46"/>
                  </a:lnTo>
                  <a:lnTo>
                    <a:pt x="11" y="41"/>
                  </a:lnTo>
                  <a:lnTo>
                    <a:pt x="10" y="35"/>
                  </a:lnTo>
                  <a:lnTo>
                    <a:pt x="1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9" name="Freeform 600"/>
            <p:cNvSpPr/>
            <p:nvPr/>
          </p:nvSpPr>
          <p:spPr bwMode="auto">
            <a:xfrm>
              <a:off x="5730876" y="2486025"/>
              <a:ext cx="4763" cy="460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1" y="82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6" y="85"/>
                </a:cxn>
                <a:cxn ang="0">
                  <a:pos x="8" y="85"/>
                </a:cxn>
                <a:cxn ang="0">
                  <a:pos x="9" y="82"/>
                </a:cxn>
                <a:cxn ang="0">
                  <a:pos x="9" y="80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6">
                  <a:moveTo>
                    <a:pt x="0" y="5"/>
                  </a:moveTo>
                  <a:lnTo>
                    <a:pt x="0" y="80"/>
                  </a:lnTo>
                  <a:lnTo>
                    <a:pt x="0" y="80"/>
                  </a:lnTo>
                  <a:lnTo>
                    <a:pt x="1" y="82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6" y="85"/>
                  </a:lnTo>
                  <a:lnTo>
                    <a:pt x="8" y="85"/>
                  </a:lnTo>
                  <a:lnTo>
                    <a:pt x="9" y="82"/>
                  </a:lnTo>
                  <a:lnTo>
                    <a:pt x="9" y="80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0" name="Freeform 601"/>
            <p:cNvSpPr/>
            <p:nvPr/>
          </p:nvSpPr>
          <p:spPr bwMode="auto">
            <a:xfrm>
              <a:off x="5748338" y="250666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1" y="78"/>
                </a:cxn>
                <a:cxn ang="0">
                  <a:pos x="2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7" y="81"/>
                </a:cxn>
                <a:cxn ang="0">
                  <a:pos x="8" y="80"/>
                </a:cxn>
                <a:cxn ang="0">
                  <a:pos x="9" y="78"/>
                </a:cxn>
                <a:cxn ang="0">
                  <a:pos x="10" y="7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81">
                  <a:moveTo>
                    <a:pt x="0" y="5"/>
                  </a:moveTo>
                  <a:lnTo>
                    <a:pt x="0" y="75"/>
                  </a:lnTo>
                  <a:lnTo>
                    <a:pt x="0" y="75"/>
                  </a:lnTo>
                  <a:lnTo>
                    <a:pt x="1" y="78"/>
                  </a:lnTo>
                  <a:lnTo>
                    <a:pt x="2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7" y="81"/>
                  </a:lnTo>
                  <a:lnTo>
                    <a:pt x="8" y="80"/>
                  </a:lnTo>
                  <a:lnTo>
                    <a:pt x="9" y="78"/>
                  </a:lnTo>
                  <a:lnTo>
                    <a:pt x="10" y="7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1" name="Freeform 602"/>
            <p:cNvSpPr/>
            <p:nvPr/>
          </p:nvSpPr>
          <p:spPr bwMode="auto">
            <a:xfrm>
              <a:off x="5761038" y="2528888"/>
              <a:ext cx="4763" cy="381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7" y="72"/>
                </a:cxn>
                <a:cxn ang="0">
                  <a:pos x="8" y="71"/>
                </a:cxn>
                <a:cxn ang="0">
                  <a:pos x="9" y="69"/>
                </a:cxn>
                <a:cxn ang="0">
                  <a:pos x="9" y="68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9" h="72">
                  <a:moveTo>
                    <a:pt x="0" y="6"/>
                  </a:moveTo>
                  <a:lnTo>
                    <a:pt x="0" y="68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7" y="72"/>
                  </a:lnTo>
                  <a:lnTo>
                    <a:pt x="8" y="71"/>
                  </a:lnTo>
                  <a:lnTo>
                    <a:pt x="9" y="69"/>
                  </a:lnTo>
                  <a:lnTo>
                    <a:pt x="9" y="68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2" name="Freeform 603"/>
            <p:cNvSpPr/>
            <p:nvPr/>
          </p:nvSpPr>
          <p:spPr bwMode="auto">
            <a:xfrm>
              <a:off x="5775326" y="2544763"/>
              <a:ext cx="4763" cy="3968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4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5"/>
                </a:cxn>
                <a:cxn ang="0">
                  <a:pos x="10" y="74"/>
                </a:cxn>
                <a:cxn ang="0">
                  <a:pos x="10" y="72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76">
                  <a:moveTo>
                    <a:pt x="0" y="4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74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5"/>
                  </a:lnTo>
                  <a:lnTo>
                    <a:pt x="10" y="74"/>
                  </a:lnTo>
                  <a:lnTo>
                    <a:pt x="10" y="7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3" name="Freeform 604"/>
            <p:cNvSpPr/>
            <p:nvPr/>
          </p:nvSpPr>
          <p:spPr bwMode="auto">
            <a:xfrm>
              <a:off x="5181601" y="2170113"/>
              <a:ext cx="665163" cy="654050"/>
            </a:xfrm>
            <a:custGeom>
              <a:avLst/>
              <a:gdLst/>
              <a:ahLst/>
              <a:cxnLst>
                <a:cxn ang="0">
                  <a:pos x="534" y="1115"/>
                </a:cxn>
                <a:cxn ang="0">
                  <a:pos x="311" y="889"/>
                </a:cxn>
                <a:cxn ang="0">
                  <a:pos x="124" y="701"/>
                </a:cxn>
                <a:cxn ang="0">
                  <a:pos x="14" y="547"/>
                </a:cxn>
                <a:cxn ang="0">
                  <a:pos x="5" y="361"/>
                </a:cxn>
                <a:cxn ang="0">
                  <a:pos x="109" y="152"/>
                </a:cxn>
                <a:cxn ang="0">
                  <a:pos x="270" y="29"/>
                </a:cxn>
                <a:cxn ang="0">
                  <a:pos x="103" y="233"/>
                </a:cxn>
                <a:cxn ang="0">
                  <a:pos x="38" y="486"/>
                </a:cxn>
                <a:cxn ang="0">
                  <a:pos x="137" y="664"/>
                </a:cxn>
                <a:cxn ang="0">
                  <a:pos x="467" y="998"/>
                </a:cxn>
                <a:cxn ang="0">
                  <a:pos x="676" y="1170"/>
                </a:cxn>
                <a:cxn ang="0">
                  <a:pos x="872" y="1193"/>
                </a:cxn>
                <a:cxn ang="0">
                  <a:pos x="1085" y="1070"/>
                </a:cxn>
                <a:cxn ang="0">
                  <a:pos x="1218" y="861"/>
                </a:cxn>
                <a:cxn ang="0">
                  <a:pos x="1167" y="643"/>
                </a:cxn>
                <a:cxn ang="0">
                  <a:pos x="1008" y="472"/>
                </a:cxn>
                <a:cxn ang="0">
                  <a:pos x="731" y="201"/>
                </a:cxn>
                <a:cxn ang="0">
                  <a:pos x="553" y="142"/>
                </a:cxn>
                <a:cxn ang="0">
                  <a:pos x="393" y="228"/>
                </a:cxn>
                <a:cxn ang="0">
                  <a:pos x="282" y="427"/>
                </a:cxn>
                <a:cxn ang="0">
                  <a:pos x="388" y="615"/>
                </a:cxn>
                <a:cxn ang="0">
                  <a:pos x="702" y="942"/>
                </a:cxn>
                <a:cxn ang="0">
                  <a:pos x="798" y="922"/>
                </a:cxn>
                <a:cxn ang="0">
                  <a:pos x="641" y="744"/>
                </a:cxn>
                <a:cxn ang="0">
                  <a:pos x="397" y="487"/>
                </a:cxn>
                <a:cxn ang="0">
                  <a:pos x="451" y="309"/>
                </a:cxn>
                <a:cxn ang="0">
                  <a:pos x="591" y="250"/>
                </a:cxn>
                <a:cxn ang="0">
                  <a:pos x="742" y="397"/>
                </a:cxn>
                <a:cxn ang="0">
                  <a:pos x="1076" y="711"/>
                </a:cxn>
                <a:cxn ang="0">
                  <a:pos x="1109" y="861"/>
                </a:cxn>
                <a:cxn ang="0">
                  <a:pos x="858" y="1104"/>
                </a:cxn>
                <a:cxn ang="0">
                  <a:pos x="618" y="1022"/>
                </a:cxn>
                <a:cxn ang="0">
                  <a:pos x="342" y="740"/>
                </a:cxn>
                <a:cxn ang="0">
                  <a:pos x="156" y="450"/>
                </a:cxn>
                <a:cxn ang="0">
                  <a:pos x="287" y="163"/>
                </a:cxn>
                <a:cxn ang="0">
                  <a:pos x="286" y="221"/>
                </a:cxn>
                <a:cxn ang="0">
                  <a:pos x="196" y="489"/>
                </a:cxn>
                <a:cxn ang="0">
                  <a:pos x="398" y="752"/>
                </a:cxn>
                <a:cxn ang="0">
                  <a:pos x="712" y="1049"/>
                </a:cxn>
                <a:cxn ang="0">
                  <a:pos x="926" y="1037"/>
                </a:cxn>
                <a:cxn ang="0">
                  <a:pos x="1077" y="824"/>
                </a:cxn>
                <a:cxn ang="0">
                  <a:pos x="900" y="596"/>
                </a:cxn>
                <a:cxn ang="0">
                  <a:pos x="612" y="298"/>
                </a:cxn>
                <a:cxn ang="0">
                  <a:pos x="527" y="303"/>
                </a:cxn>
                <a:cxn ang="0">
                  <a:pos x="477" y="332"/>
                </a:cxn>
                <a:cxn ang="0">
                  <a:pos x="441" y="486"/>
                </a:cxn>
                <a:cxn ang="0">
                  <a:pos x="731" y="783"/>
                </a:cxn>
                <a:cxn ang="0">
                  <a:pos x="829" y="884"/>
                </a:cxn>
                <a:cxn ang="0">
                  <a:pos x="783" y="989"/>
                </a:cxn>
                <a:cxn ang="0">
                  <a:pos x="669" y="962"/>
                </a:cxn>
                <a:cxn ang="0">
                  <a:pos x="450" y="729"/>
                </a:cxn>
                <a:cxn ang="0">
                  <a:pos x="256" y="471"/>
                </a:cxn>
                <a:cxn ang="0">
                  <a:pos x="300" y="284"/>
                </a:cxn>
                <a:cxn ang="0">
                  <a:pos x="464" y="137"/>
                </a:cxn>
                <a:cxn ang="0">
                  <a:pos x="670" y="122"/>
                </a:cxn>
                <a:cxn ang="0">
                  <a:pos x="759" y="177"/>
                </a:cxn>
                <a:cxn ang="0">
                  <a:pos x="1071" y="489"/>
                </a:cxn>
                <a:cxn ang="0">
                  <a:pos x="1188" y="605"/>
                </a:cxn>
                <a:cxn ang="0">
                  <a:pos x="1256" y="846"/>
                </a:cxn>
                <a:cxn ang="0">
                  <a:pos x="1180" y="1021"/>
                </a:cxn>
                <a:cxn ang="0">
                  <a:pos x="930" y="1212"/>
                </a:cxn>
              </a:cxnLst>
              <a:rect l="0" t="0" r="r" b="b"/>
              <a:pathLst>
                <a:path w="1256" h="1235">
                  <a:moveTo>
                    <a:pt x="808" y="1235"/>
                  </a:moveTo>
                  <a:lnTo>
                    <a:pt x="808" y="1235"/>
                  </a:lnTo>
                  <a:lnTo>
                    <a:pt x="792" y="1235"/>
                  </a:lnTo>
                  <a:lnTo>
                    <a:pt x="775" y="1234"/>
                  </a:lnTo>
                  <a:lnTo>
                    <a:pt x="757" y="1232"/>
                  </a:lnTo>
                  <a:lnTo>
                    <a:pt x="738" y="1230"/>
                  </a:lnTo>
                  <a:lnTo>
                    <a:pt x="719" y="1226"/>
                  </a:lnTo>
                  <a:lnTo>
                    <a:pt x="699" y="1220"/>
                  </a:lnTo>
                  <a:lnTo>
                    <a:pt x="679" y="1212"/>
                  </a:lnTo>
                  <a:lnTo>
                    <a:pt x="660" y="1203"/>
                  </a:lnTo>
                  <a:lnTo>
                    <a:pt x="660" y="1203"/>
                  </a:lnTo>
                  <a:lnTo>
                    <a:pt x="629" y="1186"/>
                  </a:lnTo>
                  <a:lnTo>
                    <a:pt x="598" y="1165"/>
                  </a:lnTo>
                  <a:lnTo>
                    <a:pt x="566" y="1141"/>
                  </a:lnTo>
                  <a:lnTo>
                    <a:pt x="534" y="1115"/>
                  </a:lnTo>
                  <a:lnTo>
                    <a:pt x="533" y="1114"/>
                  </a:lnTo>
                  <a:lnTo>
                    <a:pt x="531" y="1114"/>
                  </a:lnTo>
                  <a:lnTo>
                    <a:pt x="531" y="1114"/>
                  </a:lnTo>
                  <a:lnTo>
                    <a:pt x="527" y="1112"/>
                  </a:lnTo>
                  <a:lnTo>
                    <a:pt x="522" y="1109"/>
                  </a:lnTo>
                  <a:lnTo>
                    <a:pt x="518" y="1105"/>
                  </a:lnTo>
                  <a:lnTo>
                    <a:pt x="518" y="1105"/>
                  </a:lnTo>
                  <a:lnTo>
                    <a:pt x="465" y="1051"/>
                  </a:lnTo>
                  <a:lnTo>
                    <a:pt x="440" y="1024"/>
                  </a:lnTo>
                  <a:lnTo>
                    <a:pt x="415" y="997"/>
                  </a:lnTo>
                  <a:lnTo>
                    <a:pt x="415" y="997"/>
                  </a:lnTo>
                  <a:lnTo>
                    <a:pt x="389" y="968"/>
                  </a:lnTo>
                  <a:lnTo>
                    <a:pt x="358" y="935"/>
                  </a:lnTo>
                  <a:lnTo>
                    <a:pt x="326" y="903"/>
                  </a:lnTo>
                  <a:lnTo>
                    <a:pt x="311" y="889"/>
                  </a:lnTo>
                  <a:lnTo>
                    <a:pt x="296" y="878"/>
                  </a:lnTo>
                  <a:lnTo>
                    <a:pt x="296" y="878"/>
                  </a:lnTo>
                  <a:lnTo>
                    <a:pt x="281" y="865"/>
                  </a:lnTo>
                  <a:lnTo>
                    <a:pt x="265" y="852"/>
                  </a:lnTo>
                  <a:lnTo>
                    <a:pt x="250" y="839"/>
                  </a:lnTo>
                  <a:lnTo>
                    <a:pt x="235" y="823"/>
                  </a:lnTo>
                  <a:lnTo>
                    <a:pt x="207" y="793"/>
                  </a:lnTo>
                  <a:lnTo>
                    <a:pt x="180" y="761"/>
                  </a:lnTo>
                  <a:lnTo>
                    <a:pt x="180" y="761"/>
                  </a:lnTo>
                  <a:lnTo>
                    <a:pt x="156" y="732"/>
                  </a:lnTo>
                  <a:lnTo>
                    <a:pt x="130" y="704"/>
                  </a:lnTo>
                  <a:lnTo>
                    <a:pt x="129" y="703"/>
                  </a:lnTo>
                  <a:lnTo>
                    <a:pt x="128" y="703"/>
                  </a:lnTo>
                  <a:lnTo>
                    <a:pt x="128" y="703"/>
                  </a:lnTo>
                  <a:lnTo>
                    <a:pt x="124" y="701"/>
                  </a:lnTo>
                  <a:lnTo>
                    <a:pt x="120" y="698"/>
                  </a:lnTo>
                  <a:lnTo>
                    <a:pt x="74" y="653"/>
                  </a:lnTo>
                  <a:lnTo>
                    <a:pt x="74" y="653"/>
                  </a:lnTo>
                  <a:lnTo>
                    <a:pt x="70" y="648"/>
                  </a:lnTo>
                  <a:lnTo>
                    <a:pt x="67" y="643"/>
                  </a:lnTo>
                  <a:lnTo>
                    <a:pt x="63" y="635"/>
                  </a:lnTo>
                  <a:lnTo>
                    <a:pt x="63" y="635"/>
                  </a:lnTo>
                  <a:lnTo>
                    <a:pt x="60" y="627"/>
                  </a:lnTo>
                  <a:lnTo>
                    <a:pt x="54" y="619"/>
                  </a:lnTo>
                  <a:lnTo>
                    <a:pt x="54" y="619"/>
                  </a:lnTo>
                  <a:lnTo>
                    <a:pt x="40" y="596"/>
                  </a:lnTo>
                  <a:lnTo>
                    <a:pt x="28" y="572"/>
                  </a:lnTo>
                  <a:lnTo>
                    <a:pt x="28" y="572"/>
                  </a:lnTo>
                  <a:lnTo>
                    <a:pt x="14" y="547"/>
                  </a:lnTo>
                  <a:lnTo>
                    <a:pt x="14" y="547"/>
                  </a:lnTo>
                  <a:lnTo>
                    <a:pt x="11" y="540"/>
                  </a:lnTo>
                  <a:lnTo>
                    <a:pt x="7" y="532"/>
                  </a:lnTo>
                  <a:lnTo>
                    <a:pt x="5" y="522"/>
                  </a:lnTo>
                  <a:lnTo>
                    <a:pt x="3" y="513"/>
                  </a:lnTo>
                  <a:lnTo>
                    <a:pt x="0" y="494"/>
                  </a:lnTo>
                  <a:lnTo>
                    <a:pt x="0" y="484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1" y="452"/>
                  </a:lnTo>
                  <a:lnTo>
                    <a:pt x="1" y="431"/>
                  </a:lnTo>
                  <a:lnTo>
                    <a:pt x="1" y="431"/>
                  </a:lnTo>
                  <a:lnTo>
                    <a:pt x="1" y="413"/>
                  </a:lnTo>
                  <a:lnTo>
                    <a:pt x="1" y="395"/>
                  </a:lnTo>
                  <a:lnTo>
                    <a:pt x="2" y="378"/>
                  </a:lnTo>
                  <a:lnTo>
                    <a:pt x="5" y="361"/>
                  </a:lnTo>
                  <a:lnTo>
                    <a:pt x="5" y="361"/>
                  </a:lnTo>
                  <a:lnTo>
                    <a:pt x="8" y="347"/>
                  </a:lnTo>
                  <a:lnTo>
                    <a:pt x="12" y="333"/>
                  </a:lnTo>
                  <a:lnTo>
                    <a:pt x="17" y="320"/>
                  </a:lnTo>
                  <a:lnTo>
                    <a:pt x="22" y="308"/>
                  </a:lnTo>
                  <a:lnTo>
                    <a:pt x="35" y="283"/>
                  </a:lnTo>
                  <a:lnTo>
                    <a:pt x="48" y="260"/>
                  </a:lnTo>
                  <a:lnTo>
                    <a:pt x="48" y="260"/>
                  </a:lnTo>
                  <a:lnTo>
                    <a:pt x="60" y="239"/>
                  </a:lnTo>
                  <a:lnTo>
                    <a:pt x="70" y="219"/>
                  </a:lnTo>
                  <a:lnTo>
                    <a:pt x="70" y="219"/>
                  </a:lnTo>
                  <a:lnTo>
                    <a:pt x="89" y="185"/>
                  </a:lnTo>
                  <a:lnTo>
                    <a:pt x="98" y="168"/>
                  </a:lnTo>
                  <a:lnTo>
                    <a:pt x="109" y="152"/>
                  </a:lnTo>
                  <a:lnTo>
                    <a:pt x="109" y="152"/>
                  </a:lnTo>
                  <a:lnTo>
                    <a:pt x="126" y="130"/>
                  </a:lnTo>
                  <a:lnTo>
                    <a:pt x="142" y="108"/>
                  </a:lnTo>
                  <a:lnTo>
                    <a:pt x="160" y="89"/>
                  </a:lnTo>
                  <a:lnTo>
                    <a:pt x="177" y="69"/>
                  </a:lnTo>
                  <a:lnTo>
                    <a:pt x="195" y="50"/>
                  </a:lnTo>
                  <a:lnTo>
                    <a:pt x="213" y="33"/>
                  </a:lnTo>
                  <a:lnTo>
                    <a:pt x="231" y="16"/>
                  </a:lnTo>
                  <a:lnTo>
                    <a:pt x="250" y="1"/>
                  </a:lnTo>
                  <a:lnTo>
                    <a:pt x="250" y="1"/>
                  </a:lnTo>
                  <a:lnTo>
                    <a:pt x="251" y="0"/>
                  </a:lnTo>
                  <a:lnTo>
                    <a:pt x="251" y="0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4" y="34"/>
                  </a:lnTo>
                  <a:lnTo>
                    <a:pt x="264" y="34"/>
                  </a:lnTo>
                  <a:lnTo>
                    <a:pt x="246" y="49"/>
                  </a:lnTo>
                  <a:lnTo>
                    <a:pt x="228" y="67"/>
                  </a:lnTo>
                  <a:lnTo>
                    <a:pt x="210" y="84"/>
                  </a:lnTo>
                  <a:lnTo>
                    <a:pt x="193" y="103"/>
                  </a:lnTo>
                  <a:lnTo>
                    <a:pt x="176" y="122"/>
                  </a:lnTo>
                  <a:lnTo>
                    <a:pt x="161" y="141"/>
                  </a:lnTo>
                  <a:lnTo>
                    <a:pt x="145" y="161"/>
                  </a:lnTo>
                  <a:lnTo>
                    <a:pt x="132" y="182"/>
                  </a:lnTo>
                  <a:lnTo>
                    <a:pt x="132" y="182"/>
                  </a:lnTo>
                  <a:lnTo>
                    <a:pt x="124" y="194"/>
                  </a:lnTo>
                  <a:lnTo>
                    <a:pt x="116" y="207"/>
                  </a:lnTo>
                  <a:lnTo>
                    <a:pt x="103" y="233"/>
                  </a:lnTo>
                  <a:lnTo>
                    <a:pt x="103" y="233"/>
                  </a:lnTo>
                  <a:lnTo>
                    <a:pt x="92" y="256"/>
                  </a:lnTo>
                  <a:lnTo>
                    <a:pt x="79" y="278"/>
                  </a:lnTo>
                  <a:lnTo>
                    <a:pt x="79" y="278"/>
                  </a:lnTo>
                  <a:lnTo>
                    <a:pt x="67" y="299"/>
                  </a:lnTo>
                  <a:lnTo>
                    <a:pt x="56" y="322"/>
                  </a:lnTo>
                  <a:lnTo>
                    <a:pt x="50" y="333"/>
                  </a:lnTo>
                  <a:lnTo>
                    <a:pt x="45" y="346"/>
                  </a:lnTo>
                  <a:lnTo>
                    <a:pt x="42" y="358"/>
                  </a:lnTo>
                  <a:lnTo>
                    <a:pt x="39" y="371"/>
                  </a:lnTo>
                  <a:lnTo>
                    <a:pt x="39" y="371"/>
                  </a:lnTo>
                  <a:lnTo>
                    <a:pt x="36" y="396"/>
                  </a:lnTo>
                  <a:lnTo>
                    <a:pt x="35" y="420"/>
                  </a:lnTo>
                  <a:lnTo>
                    <a:pt x="34" y="443"/>
                  </a:lnTo>
                  <a:lnTo>
                    <a:pt x="35" y="465"/>
                  </a:lnTo>
                  <a:lnTo>
                    <a:pt x="38" y="486"/>
                  </a:lnTo>
                  <a:lnTo>
                    <a:pt x="42" y="506"/>
                  </a:lnTo>
                  <a:lnTo>
                    <a:pt x="47" y="525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62" y="559"/>
                  </a:lnTo>
                  <a:lnTo>
                    <a:pt x="70" y="575"/>
                  </a:lnTo>
                  <a:lnTo>
                    <a:pt x="79" y="591"/>
                  </a:lnTo>
                  <a:lnTo>
                    <a:pt x="89" y="605"/>
                  </a:lnTo>
                  <a:lnTo>
                    <a:pt x="99" y="620"/>
                  </a:lnTo>
                  <a:lnTo>
                    <a:pt x="110" y="634"/>
                  </a:lnTo>
                  <a:lnTo>
                    <a:pt x="122" y="647"/>
                  </a:lnTo>
                  <a:lnTo>
                    <a:pt x="135" y="662"/>
                  </a:lnTo>
                  <a:lnTo>
                    <a:pt x="136" y="663"/>
                  </a:lnTo>
                  <a:lnTo>
                    <a:pt x="137" y="664"/>
                  </a:lnTo>
                  <a:lnTo>
                    <a:pt x="137" y="664"/>
                  </a:lnTo>
                  <a:lnTo>
                    <a:pt x="141" y="665"/>
                  </a:lnTo>
                  <a:lnTo>
                    <a:pt x="145" y="668"/>
                  </a:lnTo>
                  <a:lnTo>
                    <a:pt x="145" y="668"/>
                  </a:lnTo>
                  <a:lnTo>
                    <a:pt x="178" y="702"/>
                  </a:lnTo>
                  <a:lnTo>
                    <a:pt x="209" y="736"/>
                  </a:lnTo>
                  <a:lnTo>
                    <a:pt x="209" y="736"/>
                  </a:lnTo>
                  <a:lnTo>
                    <a:pt x="238" y="767"/>
                  </a:lnTo>
                  <a:lnTo>
                    <a:pt x="268" y="799"/>
                  </a:lnTo>
                  <a:lnTo>
                    <a:pt x="298" y="829"/>
                  </a:lnTo>
                  <a:lnTo>
                    <a:pt x="330" y="858"/>
                  </a:lnTo>
                  <a:lnTo>
                    <a:pt x="330" y="858"/>
                  </a:lnTo>
                  <a:lnTo>
                    <a:pt x="362" y="889"/>
                  </a:lnTo>
                  <a:lnTo>
                    <a:pt x="396" y="923"/>
                  </a:lnTo>
                  <a:lnTo>
                    <a:pt x="431" y="960"/>
                  </a:lnTo>
                  <a:lnTo>
                    <a:pt x="467" y="998"/>
                  </a:lnTo>
                  <a:lnTo>
                    <a:pt x="467" y="998"/>
                  </a:lnTo>
                  <a:lnTo>
                    <a:pt x="506" y="1040"/>
                  </a:lnTo>
                  <a:lnTo>
                    <a:pt x="542" y="1078"/>
                  </a:lnTo>
                  <a:lnTo>
                    <a:pt x="543" y="1079"/>
                  </a:lnTo>
                  <a:lnTo>
                    <a:pt x="545" y="1080"/>
                  </a:lnTo>
                  <a:lnTo>
                    <a:pt x="545" y="1080"/>
                  </a:lnTo>
                  <a:lnTo>
                    <a:pt x="548" y="1081"/>
                  </a:lnTo>
                  <a:lnTo>
                    <a:pt x="552" y="1084"/>
                  </a:lnTo>
                  <a:lnTo>
                    <a:pt x="552" y="1084"/>
                  </a:lnTo>
                  <a:lnTo>
                    <a:pt x="575" y="1103"/>
                  </a:lnTo>
                  <a:lnTo>
                    <a:pt x="601" y="1124"/>
                  </a:lnTo>
                  <a:lnTo>
                    <a:pt x="630" y="1143"/>
                  </a:lnTo>
                  <a:lnTo>
                    <a:pt x="644" y="1153"/>
                  </a:lnTo>
                  <a:lnTo>
                    <a:pt x="661" y="1162"/>
                  </a:lnTo>
                  <a:lnTo>
                    <a:pt x="676" y="1170"/>
                  </a:lnTo>
                  <a:lnTo>
                    <a:pt x="693" y="1177"/>
                  </a:lnTo>
                  <a:lnTo>
                    <a:pt x="710" y="1185"/>
                  </a:lnTo>
                  <a:lnTo>
                    <a:pt x="728" y="1190"/>
                  </a:lnTo>
                  <a:lnTo>
                    <a:pt x="747" y="1195"/>
                  </a:lnTo>
                  <a:lnTo>
                    <a:pt x="765" y="1198"/>
                  </a:lnTo>
                  <a:lnTo>
                    <a:pt x="784" y="1200"/>
                  </a:lnTo>
                  <a:lnTo>
                    <a:pt x="803" y="1201"/>
                  </a:lnTo>
                  <a:lnTo>
                    <a:pt x="803" y="1201"/>
                  </a:lnTo>
                  <a:lnTo>
                    <a:pt x="816" y="1201"/>
                  </a:lnTo>
                  <a:lnTo>
                    <a:pt x="828" y="1200"/>
                  </a:lnTo>
                  <a:lnTo>
                    <a:pt x="841" y="1198"/>
                  </a:lnTo>
                  <a:lnTo>
                    <a:pt x="854" y="1196"/>
                  </a:lnTo>
                  <a:lnTo>
                    <a:pt x="854" y="1196"/>
                  </a:lnTo>
                  <a:lnTo>
                    <a:pt x="872" y="1193"/>
                  </a:lnTo>
                  <a:lnTo>
                    <a:pt x="872" y="1193"/>
                  </a:lnTo>
                  <a:lnTo>
                    <a:pt x="883" y="1191"/>
                  </a:lnTo>
                  <a:lnTo>
                    <a:pt x="895" y="1189"/>
                  </a:lnTo>
                  <a:lnTo>
                    <a:pt x="907" y="1185"/>
                  </a:lnTo>
                  <a:lnTo>
                    <a:pt x="918" y="1179"/>
                  </a:lnTo>
                  <a:lnTo>
                    <a:pt x="918" y="1179"/>
                  </a:lnTo>
                  <a:lnTo>
                    <a:pt x="945" y="1165"/>
                  </a:lnTo>
                  <a:lnTo>
                    <a:pt x="945" y="1165"/>
                  </a:lnTo>
                  <a:lnTo>
                    <a:pt x="977" y="1148"/>
                  </a:lnTo>
                  <a:lnTo>
                    <a:pt x="977" y="1148"/>
                  </a:lnTo>
                  <a:lnTo>
                    <a:pt x="1006" y="1132"/>
                  </a:lnTo>
                  <a:lnTo>
                    <a:pt x="1033" y="1114"/>
                  </a:lnTo>
                  <a:lnTo>
                    <a:pt x="1057" y="1096"/>
                  </a:lnTo>
                  <a:lnTo>
                    <a:pt x="1069" y="1086"/>
                  </a:lnTo>
                  <a:lnTo>
                    <a:pt x="1078" y="1077"/>
                  </a:lnTo>
                  <a:lnTo>
                    <a:pt x="1085" y="1070"/>
                  </a:lnTo>
                  <a:lnTo>
                    <a:pt x="1085" y="1070"/>
                  </a:lnTo>
                  <a:lnTo>
                    <a:pt x="1111" y="1044"/>
                  </a:lnTo>
                  <a:lnTo>
                    <a:pt x="1123" y="1032"/>
                  </a:lnTo>
                  <a:lnTo>
                    <a:pt x="1134" y="1018"/>
                  </a:lnTo>
                  <a:lnTo>
                    <a:pt x="1145" y="1005"/>
                  </a:lnTo>
                  <a:lnTo>
                    <a:pt x="1156" y="990"/>
                  </a:lnTo>
                  <a:lnTo>
                    <a:pt x="1165" y="975"/>
                  </a:lnTo>
                  <a:lnTo>
                    <a:pt x="1173" y="959"/>
                  </a:lnTo>
                  <a:lnTo>
                    <a:pt x="1173" y="959"/>
                  </a:lnTo>
                  <a:lnTo>
                    <a:pt x="1184" y="937"/>
                  </a:lnTo>
                  <a:lnTo>
                    <a:pt x="1184" y="937"/>
                  </a:lnTo>
                  <a:lnTo>
                    <a:pt x="1198" y="912"/>
                  </a:lnTo>
                  <a:lnTo>
                    <a:pt x="1209" y="886"/>
                  </a:lnTo>
                  <a:lnTo>
                    <a:pt x="1213" y="874"/>
                  </a:lnTo>
                  <a:lnTo>
                    <a:pt x="1218" y="861"/>
                  </a:lnTo>
                  <a:lnTo>
                    <a:pt x="1220" y="848"/>
                  </a:lnTo>
                  <a:lnTo>
                    <a:pt x="1222" y="835"/>
                  </a:lnTo>
                  <a:lnTo>
                    <a:pt x="1222" y="835"/>
                  </a:lnTo>
                  <a:lnTo>
                    <a:pt x="1221" y="819"/>
                  </a:lnTo>
                  <a:lnTo>
                    <a:pt x="1220" y="802"/>
                  </a:lnTo>
                  <a:lnTo>
                    <a:pt x="1216" y="784"/>
                  </a:lnTo>
                  <a:lnTo>
                    <a:pt x="1212" y="765"/>
                  </a:lnTo>
                  <a:lnTo>
                    <a:pt x="1207" y="746"/>
                  </a:lnTo>
                  <a:lnTo>
                    <a:pt x="1200" y="724"/>
                  </a:lnTo>
                  <a:lnTo>
                    <a:pt x="1193" y="702"/>
                  </a:lnTo>
                  <a:lnTo>
                    <a:pt x="1183" y="678"/>
                  </a:lnTo>
                  <a:lnTo>
                    <a:pt x="1182" y="677"/>
                  </a:lnTo>
                  <a:lnTo>
                    <a:pt x="1182" y="677"/>
                  </a:lnTo>
                  <a:lnTo>
                    <a:pt x="1174" y="660"/>
                  </a:lnTo>
                  <a:lnTo>
                    <a:pt x="1167" y="643"/>
                  </a:lnTo>
                  <a:lnTo>
                    <a:pt x="1158" y="627"/>
                  </a:lnTo>
                  <a:lnTo>
                    <a:pt x="1151" y="620"/>
                  </a:lnTo>
                  <a:lnTo>
                    <a:pt x="1146" y="612"/>
                  </a:lnTo>
                  <a:lnTo>
                    <a:pt x="1146" y="612"/>
                  </a:lnTo>
                  <a:lnTo>
                    <a:pt x="1138" y="602"/>
                  </a:lnTo>
                  <a:lnTo>
                    <a:pt x="1131" y="592"/>
                  </a:lnTo>
                  <a:lnTo>
                    <a:pt x="1131" y="591"/>
                  </a:lnTo>
                  <a:lnTo>
                    <a:pt x="1130" y="591"/>
                  </a:lnTo>
                  <a:lnTo>
                    <a:pt x="1130" y="591"/>
                  </a:lnTo>
                  <a:lnTo>
                    <a:pt x="1090" y="554"/>
                  </a:lnTo>
                  <a:lnTo>
                    <a:pt x="1090" y="554"/>
                  </a:lnTo>
                  <a:lnTo>
                    <a:pt x="1069" y="535"/>
                  </a:lnTo>
                  <a:lnTo>
                    <a:pt x="1048" y="515"/>
                  </a:lnTo>
                  <a:lnTo>
                    <a:pt x="1027" y="495"/>
                  </a:lnTo>
                  <a:lnTo>
                    <a:pt x="1008" y="472"/>
                  </a:lnTo>
                  <a:lnTo>
                    <a:pt x="1008" y="472"/>
                  </a:lnTo>
                  <a:lnTo>
                    <a:pt x="992" y="454"/>
                  </a:lnTo>
                  <a:lnTo>
                    <a:pt x="972" y="432"/>
                  </a:lnTo>
                  <a:lnTo>
                    <a:pt x="918" y="375"/>
                  </a:lnTo>
                  <a:lnTo>
                    <a:pt x="864" y="319"/>
                  </a:lnTo>
                  <a:lnTo>
                    <a:pt x="824" y="280"/>
                  </a:lnTo>
                  <a:lnTo>
                    <a:pt x="824" y="280"/>
                  </a:lnTo>
                  <a:lnTo>
                    <a:pt x="804" y="262"/>
                  </a:lnTo>
                  <a:lnTo>
                    <a:pt x="783" y="246"/>
                  </a:lnTo>
                  <a:lnTo>
                    <a:pt x="783" y="246"/>
                  </a:lnTo>
                  <a:lnTo>
                    <a:pt x="757" y="225"/>
                  </a:lnTo>
                  <a:lnTo>
                    <a:pt x="743" y="214"/>
                  </a:lnTo>
                  <a:lnTo>
                    <a:pt x="732" y="202"/>
                  </a:lnTo>
                  <a:lnTo>
                    <a:pt x="731" y="201"/>
                  </a:lnTo>
                  <a:lnTo>
                    <a:pt x="731" y="201"/>
                  </a:lnTo>
                  <a:lnTo>
                    <a:pt x="731" y="201"/>
                  </a:lnTo>
                  <a:lnTo>
                    <a:pt x="705" y="184"/>
                  </a:lnTo>
                  <a:lnTo>
                    <a:pt x="693" y="176"/>
                  </a:lnTo>
                  <a:lnTo>
                    <a:pt x="680" y="169"/>
                  </a:lnTo>
                  <a:lnTo>
                    <a:pt x="668" y="163"/>
                  </a:lnTo>
                  <a:lnTo>
                    <a:pt x="655" y="158"/>
                  </a:lnTo>
                  <a:lnTo>
                    <a:pt x="641" y="153"/>
                  </a:lnTo>
                  <a:lnTo>
                    <a:pt x="627" y="150"/>
                  </a:lnTo>
                  <a:lnTo>
                    <a:pt x="627" y="150"/>
                  </a:lnTo>
                  <a:lnTo>
                    <a:pt x="599" y="143"/>
                  </a:lnTo>
                  <a:lnTo>
                    <a:pt x="584" y="141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62" y="141"/>
                  </a:lnTo>
                  <a:lnTo>
                    <a:pt x="553" y="142"/>
                  </a:lnTo>
                  <a:lnTo>
                    <a:pt x="545" y="143"/>
                  </a:lnTo>
                  <a:lnTo>
                    <a:pt x="538" y="145"/>
                  </a:lnTo>
                  <a:lnTo>
                    <a:pt x="538" y="145"/>
                  </a:lnTo>
                  <a:lnTo>
                    <a:pt x="517" y="155"/>
                  </a:lnTo>
                  <a:lnTo>
                    <a:pt x="517" y="155"/>
                  </a:lnTo>
                  <a:lnTo>
                    <a:pt x="502" y="161"/>
                  </a:lnTo>
                  <a:lnTo>
                    <a:pt x="485" y="166"/>
                  </a:lnTo>
                  <a:lnTo>
                    <a:pt x="485" y="166"/>
                  </a:lnTo>
                  <a:lnTo>
                    <a:pt x="477" y="169"/>
                  </a:lnTo>
                  <a:lnTo>
                    <a:pt x="469" y="172"/>
                  </a:lnTo>
                  <a:lnTo>
                    <a:pt x="452" y="181"/>
                  </a:lnTo>
                  <a:lnTo>
                    <a:pt x="437" y="191"/>
                  </a:lnTo>
                  <a:lnTo>
                    <a:pt x="421" y="202"/>
                  </a:lnTo>
                  <a:lnTo>
                    <a:pt x="407" y="215"/>
                  </a:lnTo>
                  <a:lnTo>
                    <a:pt x="393" y="228"/>
                  </a:lnTo>
                  <a:lnTo>
                    <a:pt x="367" y="255"/>
                  </a:lnTo>
                  <a:lnTo>
                    <a:pt x="367" y="255"/>
                  </a:lnTo>
                  <a:lnTo>
                    <a:pt x="355" y="269"/>
                  </a:lnTo>
                  <a:lnTo>
                    <a:pt x="355" y="269"/>
                  </a:lnTo>
                  <a:lnTo>
                    <a:pt x="344" y="282"/>
                  </a:lnTo>
                  <a:lnTo>
                    <a:pt x="332" y="297"/>
                  </a:lnTo>
                  <a:lnTo>
                    <a:pt x="322" y="313"/>
                  </a:lnTo>
                  <a:lnTo>
                    <a:pt x="313" y="329"/>
                  </a:lnTo>
                  <a:lnTo>
                    <a:pt x="303" y="348"/>
                  </a:lnTo>
                  <a:lnTo>
                    <a:pt x="296" y="366"/>
                  </a:lnTo>
                  <a:lnTo>
                    <a:pt x="289" y="385"/>
                  </a:lnTo>
                  <a:lnTo>
                    <a:pt x="284" y="406"/>
                  </a:lnTo>
                  <a:lnTo>
                    <a:pt x="284" y="406"/>
                  </a:lnTo>
                  <a:lnTo>
                    <a:pt x="282" y="416"/>
                  </a:lnTo>
                  <a:lnTo>
                    <a:pt x="282" y="427"/>
                  </a:lnTo>
                  <a:lnTo>
                    <a:pt x="283" y="439"/>
                  </a:lnTo>
                  <a:lnTo>
                    <a:pt x="286" y="450"/>
                  </a:lnTo>
                  <a:lnTo>
                    <a:pt x="289" y="462"/>
                  </a:lnTo>
                  <a:lnTo>
                    <a:pt x="293" y="473"/>
                  </a:lnTo>
                  <a:lnTo>
                    <a:pt x="302" y="495"/>
                  </a:lnTo>
                  <a:lnTo>
                    <a:pt x="302" y="495"/>
                  </a:lnTo>
                  <a:lnTo>
                    <a:pt x="312" y="516"/>
                  </a:lnTo>
                  <a:lnTo>
                    <a:pt x="312" y="516"/>
                  </a:lnTo>
                  <a:lnTo>
                    <a:pt x="318" y="530"/>
                  </a:lnTo>
                  <a:lnTo>
                    <a:pt x="325" y="544"/>
                  </a:lnTo>
                  <a:lnTo>
                    <a:pt x="334" y="557"/>
                  </a:lnTo>
                  <a:lnTo>
                    <a:pt x="345" y="570"/>
                  </a:lnTo>
                  <a:lnTo>
                    <a:pt x="356" y="582"/>
                  </a:lnTo>
                  <a:lnTo>
                    <a:pt x="366" y="595"/>
                  </a:lnTo>
                  <a:lnTo>
                    <a:pt x="388" y="615"/>
                  </a:lnTo>
                  <a:lnTo>
                    <a:pt x="598" y="826"/>
                  </a:lnTo>
                  <a:lnTo>
                    <a:pt x="598" y="826"/>
                  </a:lnTo>
                  <a:lnTo>
                    <a:pt x="611" y="840"/>
                  </a:lnTo>
                  <a:lnTo>
                    <a:pt x="624" y="854"/>
                  </a:lnTo>
                  <a:lnTo>
                    <a:pt x="646" y="883"/>
                  </a:lnTo>
                  <a:lnTo>
                    <a:pt x="646" y="883"/>
                  </a:lnTo>
                  <a:lnTo>
                    <a:pt x="663" y="905"/>
                  </a:lnTo>
                  <a:lnTo>
                    <a:pt x="680" y="925"/>
                  </a:lnTo>
                  <a:lnTo>
                    <a:pt x="681" y="926"/>
                  </a:lnTo>
                  <a:lnTo>
                    <a:pt x="684" y="927"/>
                  </a:lnTo>
                  <a:lnTo>
                    <a:pt x="684" y="927"/>
                  </a:lnTo>
                  <a:lnTo>
                    <a:pt x="687" y="929"/>
                  </a:lnTo>
                  <a:lnTo>
                    <a:pt x="691" y="932"/>
                  </a:lnTo>
                  <a:lnTo>
                    <a:pt x="691" y="932"/>
                  </a:lnTo>
                  <a:lnTo>
                    <a:pt x="702" y="942"/>
                  </a:lnTo>
                  <a:lnTo>
                    <a:pt x="708" y="947"/>
                  </a:lnTo>
                  <a:lnTo>
                    <a:pt x="716" y="951"/>
                  </a:lnTo>
                  <a:lnTo>
                    <a:pt x="723" y="955"/>
                  </a:lnTo>
                  <a:lnTo>
                    <a:pt x="731" y="958"/>
                  </a:lnTo>
                  <a:lnTo>
                    <a:pt x="739" y="960"/>
                  </a:lnTo>
                  <a:lnTo>
                    <a:pt x="748" y="960"/>
                  </a:lnTo>
                  <a:lnTo>
                    <a:pt x="748" y="960"/>
                  </a:lnTo>
                  <a:lnTo>
                    <a:pt x="758" y="959"/>
                  </a:lnTo>
                  <a:lnTo>
                    <a:pt x="767" y="956"/>
                  </a:lnTo>
                  <a:lnTo>
                    <a:pt x="776" y="951"/>
                  </a:lnTo>
                  <a:lnTo>
                    <a:pt x="785" y="944"/>
                  </a:lnTo>
                  <a:lnTo>
                    <a:pt x="785" y="944"/>
                  </a:lnTo>
                  <a:lnTo>
                    <a:pt x="791" y="937"/>
                  </a:lnTo>
                  <a:lnTo>
                    <a:pt x="796" y="929"/>
                  </a:lnTo>
                  <a:lnTo>
                    <a:pt x="798" y="922"/>
                  </a:lnTo>
                  <a:lnTo>
                    <a:pt x="799" y="914"/>
                  </a:lnTo>
                  <a:lnTo>
                    <a:pt x="799" y="914"/>
                  </a:lnTo>
                  <a:lnTo>
                    <a:pt x="798" y="907"/>
                  </a:lnTo>
                  <a:lnTo>
                    <a:pt x="795" y="901"/>
                  </a:lnTo>
                  <a:lnTo>
                    <a:pt x="792" y="893"/>
                  </a:lnTo>
                  <a:lnTo>
                    <a:pt x="788" y="887"/>
                  </a:lnTo>
                  <a:lnTo>
                    <a:pt x="776" y="876"/>
                  </a:lnTo>
                  <a:lnTo>
                    <a:pt x="766" y="865"/>
                  </a:lnTo>
                  <a:lnTo>
                    <a:pt x="765" y="864"/>
                  </a:lnTo>
                  <a:lnTo>
                    <a:pt x="763" y="863"/>
                  </a:lnTo>
                  <a:lnTo>
                    <a:pt x="763" y="863"/>
                  </a:lnTo>
                  <a:lnTo>
                    <a:pt x="759" y="862"/>
                  </a:lnTo>
                  <a:lnTo>
                    <a:pt x="755" y="859"/>
                  </a:lnTo>
                  <a:lnTo>
                    <a:pt x="755" y="859"/>
                  </a:lnTo>
                  <a:lnTo>
                    <a:pt x="641" y="744"/>
                  </a:lnTo>
                  <a:lnTo>
                    <a:pt x="641" y="744"/>
                  </a:lnTo>
                  <a:lnTo>
                    <a:pt x="529" y="629"/>
                  </a:lnTo>
                  <a:lnTo>
                    <a:pt x="529" y="629"/>
                  </a:lnTo>
                  <a:lnTo>
                    <a:pt x="506" y="604"/>
                  </a:lnTo>
                  <a:lnTo>
                    <a:pt x="506" y="604"/>
                  </a:lnTo>
                  <a:lnTo>
                    <a:pt x="486" y="584"/>
                  </a:lnTo>
                  <a:lnTo>
                    <a:pt x="466" y="565"/>
                  </a:lnTo>
                  <a:lnTo>
                    <a:pt x="462" y="562"/>
                  </a:lnTo>
                  <a:lnTo>
                    <a:pt x="462" y="562"/>
                  </a:lnTo>
                  <a:lnTo>
                    <a:pt x="436" y="537"/>
                  </a:lnTo>
                  <a:lnTo>
                    <a:pt x="422" y="523"/>
                  </a:lnTo>
                  <a:lnTo>
                    <a:pt x="411" y="509"/>
                  </a:lnTo>
                  <a:lnTo>
                    <a:pt x="411" y="509"/>
                  </a:lnTo>
                  <a:lnTo>
                    <a:pt x="404" y="499"/>
                  </a:lnTo>
                  <a:lnTo>
                    <a:pt x="397" y="487"/>
                  </a:lnTo>
                  <a:lnTo>
                    <a:pt x="393" y="475"/>
                  </a:lnTo>
                  <a:lnTo>
                    <a:pt x="390" y="464"/>
                  </a:lnTo>
                  <a:lnTo>
                    <a:pt x="388" y="451"/>
                  </a:lnTo>
                  <a:lnTo>
                    <a:pt x="387" y="439"/>
                  </a:lnTo>
                  <a:lnTo>
                    <a:pt x="388" y="426"/>
                  </a:lnTo>
                  <a:lnTo>
                    <a:pt x="390" y="413"/>
                  </a:lnTo>
                  <a:lnTo>
                    <a:pt x="390" y="413"/>
                  </a:lnTo>
                  <a:lnTo>
                    <a:pt x="392" y="402"/>
                  </a:lnTo>
                  <a:lnTo>
                    <a:pt x="396" y="390"/>
                  </a:lnTo>
                  <a:lnTo>
                    <a:pt x="400" y="379"/>
                  </a:lnTo>
                  <a:lnTo>
                    <a:pt x="407" y="368"/>
                  </a:lnTo>
                  <a:lnTo>
                    <a:pt x="412" y="357"/>
                  </a:lnTo>
                  <a:lnTo>
                    <a:pt x="419" y="347"/>
                  </a:lnTo>
                  <a:lnTo>
                    <a:pt x="435" y="327"/>
                  </a:lnTo>
                  <a:lnTo>
                    <a:pt x="451" y="309"/>
                  </a:lnTo>
                  <a:lnTo>
                    <a:pt x="469" y="292"/>
                  </a:lnTo>
                  <a:lnTo>
                    <a:pt x="487" y="277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13" y="261"/>
                  </a:lnTo>
                  <a:lnTo>
                    <a:pt x="519" y="259"/>
                  </a:lnTo>
                  <a:lnTo>
                    <a:pt x="533" y="257"/>
                  </a:lnTo>
                  <a:lnTo>
                    <a:pt x="533" y="257"/>
                  </a:lnTo>
                  <a:lnTo>
                    <a:pt x="541" y="256"/>
                  </a:lnTo>
                  <a:lnTo>
                    <a:pt x="551" y="254"/>
                  </a:lnTo>
                  <a:lnTo>
                    <a:pt x="551" y="254"/>
                  </a:lnTo>
                  <a:lnTo>
                    <a:pt x="565" y="251"/>
                  </a:lnTo>
                  <a:lnTo>
                    <a:pt x="580" y="250"/>
                  </a:lnTo>
                  <a:lnTo>
                    <a:pt x="580" y="250"/>
                  </a:lnTo>
                  <a:lnTo>
                    <a:pt x="591" y="250"/>
                  </a:lnTo>
                  <a:lnTo>
                    <a:pt x="601" y="252"/>
                  </a:lnTo>
                  <a:lnTo>
                    <a:pt x="609" y="255"/>
                  </a:lnTo>
                  <a:lnTo>
                    <a:pt x="616" y="258"/>
                  </a:lnTo>
                  <a:lnTo>
                    <a:pt x="616" y="258"/>
                  </a:lnTo>
                  <a:lnTo>
                    <a:pt x="628" y="266"/>
                  </a:lnTo>
                  <a:lnTo>
                    <a:pt x="638" y="276"/>
                  </a:lnTo>
                  <a:lnTo>
                    <a:pt x="647" y="285"/>
                  </a:lnTo>
                  <a:lnTo>
                    <a:pt x="658" y="294"/>
                  </a:lnTo>
                  <a:lnTo>
                    <a:pt x="675" y="316"/>
                  </a:lnTo>
                  <a:lnTo>
                    <a:pt x="693" y="338"/>
                  </a:lnTo>
                  <a:lnTo>
                    <a:pt x="693" y="338"/>
                  </a:lnTo>
                  <a:lnTo>
                    <a:pt x="707" y="356"/>
                  </a:lnTo>
                  <a:lnTo>
                    <a:pt x="723" y="375"/>
                  </a:lnTo>
                  <a:lnTo>
                    <a:pt x="723" y="375"/>
                  </a:lnTo>
                  <a:lnTo>
                    <a:pt x="742" y="397"/>
                  </a:lnTo>
                  <a:lnTo>
                    <a:pt x="767" y="422"/>
                  </a:lnTo>
                  <a:lnTo>
                    <a:pt x="793" y="448"/>
                  </a:lnTo>
                  <a:lnTo>
                    <a:pt x="823" y="476"/>
                  </a:lnTo>
                  <a:lnTo>
                    <a:pt x="885" y="533"/>
                  </a:lnTo>
                  <a:lnTo>
                    <a:pt x="948" y="591"/>
                  </a:lnTo>
                  <a:lnTo>
                    <a:pt x="948" y="591"/>
                  </a:lnTo>
                  <a:lnTo>
                    <a:pt x="1009" y="646"/>
                  </a:lnTo>
                  <a:lnTo>
                    <a:pt x="1059" y="694"/>
                  </a:lnTo>
                  <a:lnTo>
                    <a:pt x="1062" y="695"/>
                  </a:lnTo>
                  <a:lnTo>
                    <a:pt x="1065" y="698"/>
                  </a:lnTo>
                  <a:lnTo>
                    <a:pt x="1065" y="698"/>
                  </a:lnTo>
                  <a:lnTo>
                    <a:pt x="1073" y="706"/>
                  </a:lnTo>
                  <a:lnTo>
                    <a:pt x="1073" y="706"/>
                  </a:lnTo>
                  <a:lnTo>
                    <a:pt x="1076" y="710"/>
                  </a:lnTo>
                  <a:lnTo>
                    <a:pt x="1076" y="711"/>
                  </a:lnTo>
                  <a:lnTo>
                    <a:pt x="1077" y="711"/>
                  </a:lnTo>
                  <a:lnTo>
                    <a:pt x="1077" y="711"/>
                  </a:lnTo>
                  <a:lnTo>
                    <a:pt x="1086" y="725"/>
                  </a:lnTo>
                  <a:lnTo>
                    <a:pt x="1096" y="739"/>
                  </a:lnTo>
                  <a:lnTo>
                    <a:pt x="1104" y="756"/>
                  </a:lnTo>
                  <a:lnTo>
                    <a:pt x="1110" y="774"/>
                  </a:lnTo>
                  <a:lnTo>
                    <a:pt x="1113" y="784"/>
                  </a:lnTo>
                  <a:lnTo>
                    <a:pt x="1115" y="794"/>
                  </a:lnTo>
                  <a:lnTo>
                    <a:pt x="1116" y="804"/>
                  </a:lnTo>
                  <a:lnTo>
                    <a:pt x="1116" y="815"/>
                  </a:lnTo>
                  <a:lnTo>
                    <a:pt x="1116" y="826"/>
                  </a:lnTo>
                  <a:lnTo>
                    <a:pt x="1114" y="838"/>
                  </a:lnTo>
                  <a:lnTo>
                    <a:pt x="1112" y="850"/>
                  </a:lnTo>
                  <a:lnTo>
                    <a:pt x="1109" y="861"/>
                  </a:lnTo>
                  <a:lnTo>
                    <a:pt x="1109" y="861"/>
                  </a:lnTo>
                  <a:lnTo>
                    <a:pt x="1100" y="886"/>
                  </a:lnTo>
                  <a:lnTo>
                    <a:pt x="1089" y="910"/>
                  </a:lnTo>
                  <a:lnTo>
                    <a:pt x="1079" y="932"/>
                  </a:lnTo>
                  <a:lnTo>
                    <a:pt x="1066" y="952"/>
                  </a:lnTo>
                  <a:lnTo>
                    <a:pt x="1052" y="972"/>
                  </a:lnTo>
                  <a:lnTo>
                    <a:pt x="1037" y="990"/>
                  </a:lnTo>
                  <a:lnTo>
                    <a:pt x="1020" y="1008"/>
                  </a:lnTo>
                  <a:lnTo>
                    <a:pt x="1003" y="1024"/>
                  </a:lnTo>
                  <a:lnTo>
                    <a:pt x="1003" y="1024"/>
                  </a:lnTo>
                  <a:lnTo>
                    <a:pt x="979" y="1044"/>
                  </a:lnTo>
                  <a:lnTo>
                    <a:pt x="954" y="1061"/>
                  </a:lnTo>
                  <a:lnTo>
                    <a:pt x="930" y="1075"/>
                  </a:lnTo>
                  <a:lnTo>
                    <a:pt x="906" y="1087"/>
                  </a:lnTo>
                  <a:lnTo>
                    <a:pt x="882" y="1097"/>
                  </a:lnTo>
                  <a:lnTo>
                    <a:pt x="858" y="1104"/>
                  </a:lnTo>
                  <a:lnTo>
                    <a:pt x="846" y="1106"/>
                  </a:lnTo>
                  <a:lnTo>
                    <a:pt x="834" y="1108"/>
                  </a:lnTo>
                  <a:lnTo>
                    <a:pt x="823" y="1109"/>
                  </a:lnTo>
                  <a:lnTo>
                    <a:pt x="812" y="1109"/>
                  </a:lnTo>
                  <a:lnTo>
                    <a:pt x="812" y="1109"/>
                  </a:lnTo>
                  <a:lnTo>
                    <a:pt x="797" y="1108"/>
                  </a:lnTo>
                  <a:lnTo>
                    <a:pt x="797" y="1108"/>
                  </a:lnTo>
                  <a:lnTo>
                    <a:pt x="772" y="1105"/>
                  </a:lnTo>
                  <a:lnTo>
                    <a:pt x="749" y="1100"/>
                  </a:lnTo>
                  <a:lnTo>
                    <a:pt x="725" y="1093"/>
                  </a:lnTo>
                  <a:lnTo>
                    <a:pt x="702" y="1083"/>
                  </a:lnTo>
                  <a:lnTo>
                    <a:pt x="680" y="1071"/>
                  </a:lnTo>
                  <a:lnTo>
                    <a:pt x="659" y="1058"/>
                  </a:lnTo>
                  <a:lnTo>
                    <a:pt x="638" y="1041"/>
                  </a:lnTo>
                  <a:lnTo>
                    <a:pt x="618" y="1022"/>
                  </a:lnTo>
                  <a:lnTo>
                    <a:pt x="618" y="1022"/>
                  </a:lnTo>
                  <a:lnTo>
                    <a:pt x="615" y="1018"/>
                  </a:lnTo>
                  <a:lnTo>
                    <a:pt x="613" y="1014"/>
                  </a:lnTo>
                  <a:lnTo>
                    <a:pt x="613" y="1012"/>
                  </a:lnTo>
                  <a:lnTo>
                    <a:pt x="612" y="1011"/>
                  </a:lnTo>
                  <a:lnTo>
                    <a:pt x="612" y="1011"/>
                  </a:lnTo>
                  <a:lnTo>
                    <a:pt x="571" y="972"/>
                  </a:lnTo>
                  <a:lnTo>
                    <a:pt x="527" y="929"/>
                  </a:lnTo>
                  <a:lnTo>
                    <a:pt x="527" y="929"/>
                  </a:lnTo>
                  <a:lnTo>
                    <a:pt x="485" y="891"/>
                  </a:lnTo>
                  <a:lnTo>
                    <a:pt x="446" y="852"/>
                  </a:lnTo>
                  <a:lnTo>
                    <a:pt x="408" y="814"/>
                  </a:lnTo>
                  <a:lnTo>
                    <a:pt x="374" y="778"/>
                  </a:lnTo>
                  <a:lnTo>
                    <a:pt x="374" y="778"/>
                  </a:lnTo>
                  <a:lnTo>
                    <a:pt x="342" y="740"/>
                  </a:lnTo>
                  <a:lnTo>
                    <a:pt x="311" y="702"/>
                  </a:lnTo>
                  <a:lnTo>
                    <a:pt x="311" y="702"/>
                  </a:lnTo>
                  <a:lnTo>
                    <a:pt x="288" y="674"/>
                  </a:lnTo>
                  <a:lnTo>
                    <a:pt x="265" y="646"/>
                  </a:lnTo>
                  <a:lnTo>
                    <a:pt x="241" y="620"/>
                  </a:lnTo>
                  <a:lnTo>
                    <a:pt x="216" y="594"/>
                  </a:lnTo>
                  <a:lnTo>
                    <a:pt x="215" y="592"/>
                  </a:lnTo>
                  <a:lnTo>
                    <a:pt x="215" y="592"/>
                  </a:lnTo>
                  <a:lnTo>
                    <a:pt x="200" y="574"/>
                  </a:lnTo>
                  <a:lnTo>
                    <a:pt x="187" y="557"/>
                  </a:lnTo>
                  <a:lnTo>
                    <a:pt x="176" y="537"/>
                  </a:lnTo>
                  <a:lnTo>
                    <a:pt x="168" y="516"/>
                  </a:lnTo>
                  <a:lnTo>
                    <a:pt x="162" y="496"/>
                  </a:lnTo>
                  <a:lnTo>
                    <a:pt x="158" y="473"/>
                  </a:lnTo>
                  <a:lnTo>
                    <a:pt x="156" y="450"/>
                  </a:lnTo>
                  <a:lnTo>
                    <a:pt x="157" y="426"/>
                  </a:lnTo>
                  <a:lnTo>
                    <a:pt x="157" y="426"/>
                  </a:lnTo>
                  <a:lnTo>
                    <a:pt x="159" y="404"/>
                  </a:lnTo>
                  <a:lnTo>
                    <a:pt x="163" y="381"/>
                  </a:lnTo>
                  <a:lnTo>
                    <a:pt x="169" y="359"/>
                  </a:lnTo>
                  <a:lnTo>
                    <a:pt x="176" y="337"/>
                  </a:lnTo>
                  <a:lnTo>
                    <a:pt x="185" y="315"/>
                  </a:lnTo>
                  <a:lnTo>
                    <a:pt x="195" y="294"/>
                  </a:lnTo>
                  <a:lnTo>
                    <a:pt x="205" y="272"/>
                  </a:lnTo>
                  <a:lnTo>
                    <a:pt x="218" y="253"/>
                  </a:lnTo>
                  <a:lnTo>
                    <a:pt x="230" y="233"/>
                  </a:lnTo>
                  <a:lnTo>
                    <a:pt x="243" y="214"/>
                  </a:lnTo>
                  <a:lnTo>
                    <a:pt x="258" y="196"/>
                  </a:lnTo>
                  <a:lnTo>
                    <a:pt x="272" y="178"/>
                  </a:lnTo>
                  <a:lnTo>
                    <a:pt x="287" y="163"/>
                  </a:lnTo>
                  <a:lnTo>
                    <a:pt x="302" y="147"/>
                  </a:lnTo>
                  <a:lnTo>
                    <a:pt x="317" y="134"/>
                  </a:lnTo>
                  <a:lnTo>
                    <a:pt x="332" y="122"/>
                  </a:lnTo>
                  <a:lnTo>
                    <a:pt x="335" y="119"/>
                  </a:lnTo>
                  <a:lnTo>
                    <a:pt x="335" y="119"/>
                  </a:lnTo>
                  <a:lnTo>
                    <a:pt x="343" y="128"/>
                  </a:lnTo>
                  <a:lnTo>
                    <a:pt x="343" y="128"/>
                  </a:lnTo>
                  <a:lnTo>
                    <a:pt x="352" y="136"/>
                  </a:lnTo>
                  <a:lnTo>
                    <a:pt x="362" y="143"/>
                  </a:lnTo>
                  <a:lnTo>
                    <a:pt x="362" y="143"/>
                  </a:lnTo>
                  <a:lnTo>
                    <a:pt x="347" y="158"/>
                  </a:lnTo>
                  <a:lnTo>
                    <a:pt x="331" y="172"/>
                  </a:lnTo>
                  <a:lnTo>
                    <a:pt x="316" y="188"/>
                  </a:lnTo>
                  <a:lnTo>
                    <a:pt x="300" y="204"/>
                  </a:lnTo>
                  <a:lnTo>
                    <a:pt x="286" y="221"/>
                  </a:lnTo>
                  <a:lnTo>
                    <a:pt x="272" y="238"/>
                  </a:lnTo>
                  <a:lnTo>
                    <a:pt x="259" y="257"/>
                  </a:lnTo>
                  <a:lnTo>
                    <a:pt x="247" y="276"/>
                  </a:lnTo>
                  <a:lnTo>
                    <a:pt x="235" y="294"/>
                  </a:lnTo>
                  <a:lnTo>
                    <a:pt x="225" y="314"/>
                  </a:lnTo>
                  <a:lnTo>
                    <a:pt x="216" y="333"/>
                  </a:lnTo>
                  <a:lnTo>
                    <a:pt x="207" y="353"/>
                  </a:lnTo>
                  <a:lnTo>
                    <a:pt x="201" y="373"/>
                  </a:lnTo>
                  <a:lnTo>
                    <a:pt x="196" y="392"/>
                  </a:lnTo>
                  <a:lnTo>
                    <a:pt x="192" y="412"/>
                  </a:lnTo>
                  <a:lnTo>
                    <a:pt x="190" y="432"/>
                  </a:lnTo>
                  <a:lnTo>
                    <a:pt x="190" y="432"/>
                  </a:lnTo>
                  <a:lnTo>
                    <a:pt x="190" y="451"/>
                  </a:lnTo>
                  <a:lnTo>
                    <a:pt x="192" y="471"/>
                  </a:lnTo>
                  <a:lnTo>
                    <a:pt x="196" y="489"/>
                  </a:lnTo>
                  <a:lnTo>
                    <a:pt x="201" y="507"/>
                  </a:lnTo>
                  <a:lnTo>
                    <a:pt x="209" y="523"/>
                  </a:lnTo>
                  <a:lnTo>
                    <a:pt x="219" y="540"/>
                  </a:lnTo>
                  <a:lnTo>
                    <a:pt x="230" y="556"/>
                  </a:lnTo>
                  <a:lnTo>
                    <a:pt x="243" y="570"/>
                  </a:lnTo>
                  <a:lnTo>
                    <a:pt x="245" y="571"/>
                  </a:lnTo>
                  <a:lnTo>
                    <a:pt x="245" y="571"/>
                  </a:lnTo>
                  <a:lnTo>
                    <a:pt x="264" y="593"/>
                  </a:lnTo>
                  <a:lnTo>
                    <a:pt x="284" y="614"/>
                  </a:lnTo>
                  <a:lnTo>
                    <a:pt x="321" y="661"/>
                  </a:lnTo>
                  <a:lnTo>
                    <a:pt x="321" y="661"/>
                  </a:lnTo>
                  <a:lnTo>
                    <a:pt x="358" y="707"/>
                  </a:lnTo>
                  <a:lnTo>
                    <a:pt x="378" y="730"/>
                  </a:lnTo>
                  <a:lnTo>
                    <a:pt x="398" y="752"/>
                  </a:lnTo>
                  <a:lnTo>
                    <a:pt x="398" y="752"/>
                  </a:lnTo>
                  <a:lnTo>
                    <a:pt x="462" y="815"/>
                  </a:lnTo>
                  <a:lnTo>
                    <a:pt x="532" y="883"/>
                  </a:lnTo>
                  <a:lnTo>
                    <a:pt x="532" y="883"/>
                  </a:lnTo>
                  <a:lnTo>
                    <a:pt x="588" y="938"/>
                  </a:lnTo>
                  <a:lnTo>
                    <a:pt x="639" y="987"/>
                  </a:lnTo>
                  <a:lnTo>
                    <a:pt x="639" y="987"/>
                  </a:lnTo>
                  <a:lnTo>
                    <a:pt x="642" y="991"/>
                  </a:lnTo>
                  <a:lnTo>
                    <a:pt x="643" y="996"/>
                  </a:lnTo>
                  <a:lnTo>
                    <a:pt x="644" y="998"/>
                  </a:lnTo>
                  <a:lnTo>
                    <a:pt x="645" y="999"/>
                  </a:lnTo>
                  <a:lnTo>
                    <a:pt x="645" y="999"/>
                  </a:lnTo>
                  <a:lnTo>
                    <a:pt x="660" y="1011"/>
                  </a:lnTo>
                  <a:lnTo>
                    <a:pt x="675" y="1024"/>
                  </a:lnTo>
                  <a:lnTo>
                    <a:pt x="693" y="1038"/>
                  </a:lnTo>
                  <a:lnTo>
                    <a:pt x="712" y="1049"/>
                  </a:lnTo>
                  <a:lnTo>
                    <a:pt x="733" y="1060"/>
                  </a:lnTo>
                  <a:lnTo>
                    <a:pt x="743" y="1064"/>
                  </a:lnTo>
                  <a:lnTo>
                    <a:pt x="755" y="1068"/>
                  </a:lnTo>
                  <a:lnTo>
                    <a:pt x="765" y="1070"/>
                  </a:lnTo>
                  <a:lnTo>
                    <a:pt x="778" y="1073"/>
                  </a:lnTo>
                  <a:lnTo>
                    <a:pt x="789" y="1074"/>
                  </a:lnTo>
                  <a:lnTo>
                    <a:pt x="801" y="1074"/>
                  </a:lnTo>
                  <a:lnTo>
                    <a:pt x="801" y="1074"/>
                  </a:lnTo>
                  <a:lnTo>
                    <a:pt x="813" y="1074"/>
                  </a:lnTo>
                  <a:lnTo>
                    <a:pt x="813" y="1074"/>
                  </a:lnTo>
                  <a:lnTo>
                    <a:pt x="835" y="1071"/>
                  </a:lnTo>
                  <a:lnTo>
                    <a:pt x="858" y="1066"/>
                  </a:lnTo>
                  <a:lnTo>
                    <a:pt x="881" y="1058"/>
                  </a:lnTo>
                  <a:lnTo>
                    <a:pt x="904" y="1048"/>
                  </a:lnTo>
                  <a:lnTo>
                    <a:pt x="926" y="1037"/>
                  </a:lnTo>
                  <a:lnTo>
                    <a:pt x="947" y="1023"/>
                  </a:lnTo>
                  <a:lnTo>
                    <a:pt x="968" y="1008"/>
                  </a:lnTo>
                  <a:lnTo>
                    <a:pt x="986" y="990"/>
                  </a:lnTo>
                  <a:lnTo>
                    <a:pt x="986" y="990"/>
                  </a:lnTo>
                  <a:lnTo>
                    <a:pt x="1003" y="973"/>
                  </a:lnTo>
                  <a:lnTo>
                    <a:pt x="1013" y="961"/>
                  </a:lnTo>
                  <a:lnTo>
                    <a:pt x="1023" y="948"/>
                  </a:lnTo>
                  <a:lnTo>
                    <a:pt x="1034" y="934"/>
                  </a:lnTo>
                  <a:lnTo>
                    <a:pt x="1044" y="917"/>
                  </a:lnTo>
                  <a:lnTo>
                    <a:pt x="1054" y="901"/>
                  </a:lnTo>
                  <a:lnTo>
                    <a:pt x="1063" y="882"/>
                  </a:lnTo>
                  <a:lnTo>
                    <a:pt x="1070" y="863"/>
                  </a:lnTo>
                  <a:lnTo>
                    <a:pt x="1075" y="844"/>
                  </a:lnTo>
                  <a:lnTo>
                    <a:pt x="1076" y="834"/>
                  </a:lnTo>
                  <a:lnTo>
                    <a:pt x="1077" y="824"/>
                  </a:lnTo>
                  <a:lnTo>
                    <a:pt x="1077" y="814"/>
                  </a:lnTo>
                  <a:lnTo>
                    <a:pt x="1077" y="804"/>
                  </a:lnTo>
                  <a:lnTo>
                    <a:pt x="1076" y="794"/>
                  </a:lnTo>
                  <a:lnTo>
                    <a:pt x="1074" y="784"/>
                  </a:lnTo>
                  <a:lnTo>
                    <a:pt x="1071" y="773"/>
                  </a:lnTo>
                  <a:lnTo>
                    <a:pt x="1067" y="764"/>
                  </a:lnTo>
                  <a:lnTo>
                    <a:pt x="1062" y="754"/>
                  </a:lnTo>
                  <a:lnTo>
                    <a:pt x="1055" y="745"/>
                  </a:lnTo>
                  <a:lnTo>
                    <a:pt x="1048" y="734"/>
                  </a:lnTo>
                  <a:lnTo>
                    <a:pt x="1040" y="725"/>
                  </a:lnTo>
                  <a:lnTo>
                    <a:pt x="1040" y="725"/>
                  </a:lnTo>
                  <a:lnTo>
                    <a:pt x="1012" y="698"/>
                  </a:lnTo>
                  <a:lnTo>
                    <a:pt x="979" y="667"/>
                  </a:lnTo>
                  <a:lnTo>
                    <a:pt x="900" y="596"/>
                  </a:lnTo>
                  <a:lnTo>
                    <a:pt x="900" y="596"/>
                  </a:lnTo>
                  <a:lnTo>
                    <a:pt x="812" y="515"/>
                  </a:lnTo>
                  <a:lnTo>
                    <a:pt x="773" y="479"/>
                  </a:lnTo>
                  <a:lnTo>
                    <a:pt x="741" y="448"/>
                  </a:lnTo>
                  <a:lnTo>
                    <a:pt x="741" y="448"/>
                  </a:lnTo>
                  <a:lnTo>
                    <a:pt x="722" y="427"/>
                  </a:lnTo>
                  <a:lnTo>
                    <a:pt x="703" y="407"/>
                  </a:lnTo>
                  <a:lnTo>
                    <a:pt x="667" y="363"/>
                  </a:lnTo>
                  <a:lnTo>
                    <a:pt x="667" y="363"/>
                  </a:lnTo>
                  <a:lnTo>
                    <a:pt x="649" y="341"/>
                  </a:lnTo>
                  <a:lnTo>
                    <a:pt x="649" y="341"/>
                  </a:lnTo>
                  <a:lnTo>
                    <a:pt x="642" y="332"/>
                  </a:lnTo>
                  <a:lnTo>
                    <a:pt x="642" y="332"/>
                  </a:lnTo>
                  <a:lnTo>
                    <a:pt x="632" y="318"/>
                  </a:lnTo>
                  <a:lnTo>
                    <a:pt x="619" y="305"/>
                  </a:lnTo>
                  <a:lnTo>
                    <a:pt x="612" y="298"/>
                  </a:lnTo>
                  <a:lnTo>
                    <a:pt x="605" y="293"/>
                  </a:lnTo>
                  <a:lnTo>
                    <a:pt x="598" y="290"/>
                  </a:lnTo>
                  <a:lnTo>
                    <a:pt x="591" y="288"/>
                  </a:lnTo>
                  <a:lnTo>
                    <a:pt x="591" y="288"/>
                  </a:lnTo>
                  <a:lnTo>
                    <a:pt x="581" y="287"/>
                  </a:lnTo>
                  <a:lnTo>
                    <a:pt x="581" y="287"/>
                  </a:lnTo>
                  <a:lnTo>
                    <a:pt x="569" y="288"/>
                  </a:lnTo>
                  <a:lnTo>
                    <a:pt x="556" y="290"/>
                  </a:lnTo>
                  <a:lnTo>
                    <a:pt x="556" y="290"/>
                  </a:lnTo>
                  <a:lnTo>
                    <a:pt x="546" y="292"/>
                  </a:lnTo>
                  <a:lnTo>
                    <a:pt x="536" y="293"/>
                  </a:lnTo>
                  <a:lnTo>
                    <a:pt x="536" y="293"/>
                  </a:lnTo>
                  <a:lnTo>
                    <a:pt x="529" y="292"/>
                  </a:lnTo>
                  <a:lnTo>
                    <a:pt x="527" y="303"/>
                  </a:lnTo>
                  <a:lnTo>
                    <a:pt x="527" y="303"/>
                  </a:lnTo>
                  <a:lnTo>
                    <a:pt x="525" y="302"/>
                  </a:lnTo>
                  <a:lnTo>
                    <a:pt x="525" y="300"/>
                  </a:lnTo>
                  <a:lnTo>
                    <a:pt x="525" y="300"/>
                  </a:lnTo>
                  <a:lnTo>
                    <a:pt x="525" y="297"/>
                  </a:lnTo>
                  <a:lnTo>
                    <a:pt x="527" y="296"/>
                  </a:lnTo>
                  <a:lnTo>
                    <a:pt x="527" y="296"/>
                  </a:lnTo>
                  <a:lnTo>
                    <a:pt x="518" y="299"/>
                  </a:lnTo>
                  <a:lnTo>
                    <a:pt x="518" y="299"/>
                  </a:lnTo>
                  <a:lnTo>
                    <a:pt x="512" y="301"/>
                  </a:lnTo>
                  <a:lnTo>
                    <a:pt x="512" y="301"/>
                  </a:lnTo>
                  <a:lnTo>
                    <a:pt x="502" y="308"/>
                  </a:lnTo>
                  <a:lnTo>
                    <a:pt x="492" y="315"/>
                  </a:lnTo>
                  <a:lnTo>
                    <a:pt x="484" y="323"/>
                  </a:lnTo>
                  <a:lnTo>
                    <a:pt x="477" y="332"/>
                  </a:lnTo>
                  <a:lnTo>
                    <a:pt x="477" y="332"/>
                  </a:lnTo>
                  <a:lnTo>
                    <a:pt x="464" y="349"/>
                  </a:lnTo>
                  <a:lnTo>
                    <a:pt x="464" y="349"/>
                  </a:lnTo>
                  <a:lnTo>
                    <a:pt x="449" y="368"/>
                  </a:lnTo>
                  <a:lnTo>
                    <a:pt x="442" y="377"/>
                  </a:lnTo>
                  <a:lnTo>
                    <a:pt x="436" y="388"/>
                  </a:lnTo>
                  <a:lnTo>
                    <a:pt x="436" y="388"/>
                  </a:lnTo>
                  <a:lnTo>
                    <a:pt x="430" y="401"/>
                  </a:lnTo>
                  <a:lnTo>
                    <a:pt x="427" y="413"/>
                  </a:lnTo>
                  <a:lnTo>
                    <a:pt x="425" y="425"/>
                  </a:lnTo>
                  <a:lnTo>
                    <a:pt x="425" y="437"/>
                  </a:lnTo>
                  <a:lnTo>
                    <a:pt x="426" y="447"/>
                  </a:lnTo>
                  <a:lnTo>
                    <a:pt x="428" y="457"/>
                  </a:lnTo>
                  <a:lnTo>
                    <a:pt x="431" y="468"/>
                  </a:lnTo>
                  <a:lnTo>
                    <a:pt x="436" y="477"/>
                  </a:lnTo>
                  <a:lnTo>
                    <a:pt x="441" y="486"/>
                  </a:lnTo>
                  <a:lnTo>
                    <a:pt x="447" y="495"/>
                  </a:lnTo>
                  <a:lnTo>
                    <a:pt x="453" y="504"/>
                  </a:lnTo>
                  <a:lnTo>
                    <a:pt x="460" y="511"/>
                  </a:lnTo>
                  <a:lnTo>
                    <a:pt x="476" y="527"/>
                  </a:lnTo>
                  <a:lnTo>
                    <a:pt x="491" y="540"/>
                  </a:lnTo>
                  <a:lnTo>
                    <a:pt x="491" y="540"/>
                  </a:lnTo>
                  <a:lnTo>
                    <a:pt x="504" y="550"/>
                  </a:lnTo>
                  <a:lnTo>
                    <a:pt x="519" y="564"/>
                  </a:lnTo>
                  <a:lnTo>
                    <a:pt x="555" y="601"/>
                  </a:lnTo>
                  <a:lnTo>
                    <a:pt x="636" y="684"/>
                  </a:lnTo>
                  <a:lnTo>
                    <a:pt x="636" y="684"/>
                  </a:lnTo>
                  <a:lnTo>
                    <a:pt x="682" y="732"/>
                  </a:lnTo>
                  <a:lnTo>
                    <a:pt x="682" y="732"/>
                  </a:lnTo>
                  <a:lnTo>
                    <a:pt x="707" y="757"/>
                  </a:lnTo>
                  <a:lnTo>
                    <a:pt x="731" y="783"/>
                  </a:lnTo>
                  <a:lnTo>
                    <a:pt x="731" y="783"/>
                  </a:lnTo>
                  <a:lnTo>
                    <a:pt x="769" y="823"/>
                  </a:lnTo>
                  <a:lnTo>
                    <a:pt x="770" y="824"/>
                  </a:lnTo>
                  <a:lnTo>
                    <a:pt x="772" y="824"/>
                  </a:lnTo>
                  <a:lnTo>
                    <a:pt x="772" y="824"/>
                  </a:lnTo>
                  <a:lnTo>
                    <a:pt x="776" y="826"/>
                  </a:lnTo>
                  <a:lnTo>
                    <a:pt x="780" y="829"/>
                  </a:lnTo>
                  <a:lnTo>
                    <a:pt x="780" y="829"/>
                  </a:lnTo>
                  <a:lnTo>
                    <a:pt x="789" y="838"/>
                  </a:lnTo>
                  <a:lnTo>
                    <a:pt x="789" y="838"/>
                  </a:lnTo>
                  <a:lnTo>
                    <a:pt x="804" y="852"/>
                  </a:lnTo>
                  <a:lnTo>
                    <a:pt x="812" y="860"/>
                  </a:lnTo>
                  <a:lnTo>
                    <a:pt x="818" y="867"/>
                  </a:lnTo>
                  <a:lnTo>
                    <a:pt x="824" y="876"/>
                  </a:lnTo>
                  <a:lnTo>
                    <a:pt x="829" y="884"/>
                  </a:lnTo>
                  <a:lnTo>
                    <a:pt x="833" y="893"/>
                  </a:lnTo>
                  <a:lnTo>
                    <a:pt x="835" y="904"/>
                  </a:lnTo>
                  <a:lnTo>
                    <a:pt x="835" y="904"/>
                  </a:lnTo>
                  <a:lnTo>
                    <a:pt x="836" y="912"/>
                  </a:lnTo>
                  <a:lnTo>
                    <a:pt x="836" y="920"/>
                  </a:lnTo>
                  <a:lnTo>
                    <a:pt x="834" y="929"/>
                  </a:lnTo>
                  <a:lnTo>
                    <a:pt x="832" y="939"/>
                  </a:lnTo>
                  <a:lnTo>
                    <a:pt x="828" y="947"/>
                  </a:lnTo>
                  <a:lnTo>
                    <a:pt x="823" y="955"/>
                  </a:lnTo>
                  <a:lnTo>
                    <a:pt x="818" y="962"/>
                  </a:lnTo>
                  <a:lnTo>
                    <a:pt x="811" y="969"/>
                  </a:lnTo>
                  <a:lnTo>
                    <a:pt x="811" y="969"/>
                  </a:lnTo>
                  <a:lnTo>
                    <a:pt x="797" y="980"/>
                  </a:lnTo>
                  <a:lnTo>
                    <a:pt x="790" y="985"/>
                  </a:lnTo>
                  <a:lnTo>
                    <a:pt x="783" y="989"/>
                  </a:lnTo>
                  <a:lnTo>
                    <a:pt x="774" y="993"/>
                  </a:lnTo>
                  <a:lnTo>
                    <a:pt x="766" y="997"/>
                  </a:lnTo>
                  <a:lnTo>
                    <a:pt x="758" y="999"/>
                  </a:lnTo>
                  <a:lnTo>
                    <a:pt x="750" y="999"/>
                  </a:lnTo>
                  <a:lnTo>
                    <a:pt x="750" y="999"/>
                  </a:lnTo>
                  <a:lnTo>
                    <a:pt x="741" y="999"/>
                  </a:lnTo>
                  <a:lnTo>
                    <a:pt x="733" y="997"/>
                  </a:lnTo>
                  <a:lnTo>
                    <a:pt x="733" y="997"/>
                  </a:lnTo>
                  <a:lnTo>
                    <a:pt x="717" y="991"/>
                  </a:lnTo>
                  <a:lnTo>
                    <a:pt x="701" y="984"/>
                  </a:lnTo>
                  <a:lnTo>
                    <a:pt x="687" y="975"/>
                  </a:lnTo>
                  <a:lnTo>
                    <a:pt x="672" y="964"/>
                  </a:lnTo>
                  <a:lnTo>
                    <a:pt x="671" y="962"/>
                  </a:lnTo>
                  <a:lnTo>
                    <a:pt x="669" y="962"/>
                  </a:lnTo>
                  <a:lnTo>
                    <a:pt x="669" y="962"/>
                  </a:lnTo>
                  <a:lnTo>
                    <a:pt x="665" y="960"/>
                  </a:lnTo>
                  <a:lnTo>
                    <a:pt x="661" y="957"/>
                  </a:lnTo>
                  <a:lnTo>
                    <a:pt x="661" y="957"/>
                  </a:lnTo>
                  <a:lnTo>
                    <a:pt x="654" y="949"/>
                  </a:lnTo>
                  <a:lnTo>
                    <a:pt x="646" y="940"/>
                  </a:lnTo>
                  <a:lnTo>
                    <a:pt x="633" y="921"/>
                  </a:lnTo>
                  <a:lnTo>
                    <a:pt x="633" y="921"/>
                  </a:lnTo>
                  <a:lnTo>
                    <a:pt x="619" y="903"/>
                  </a:lnTo>
                  <a:lnTo>
                    <a:pt x="612" y="893"/>
                  </a:lnTo>
                  <a:lnTo>
                    <a:pt x="605" y="884"/>
                  </a:lnTo>
                  <a:lnTo>
                    <a:pt x="605" y="884"/>
                  </a:lnTo>
                  <a:lnTo>
                    <a:pt x="547" y="826"/>
                  </a:lnTo>
                  <a:lnTo>
                    <a:pt x="474" y="753"/>
                  </a:lnTo>
                  <a:lnTo>
                    <a:pt x="450" y="729"/>
                  </a:lnTo>
                  <a:lnTo>
                    <a:pt x="450" y="729"/>
                  </a:lnTo>
                  <a:lnTo>
                    <a:pt x="418" y="698"/>
                  </a:lnTo>
                  <a:lnTo>
                    <a:pt x="418" y="698"/>
                  </a:lnTo>
                  <a:lnTo>
                    <a:pt x="391" y="670"/>
                  </a:lnTo>
                  <a:lnTo>
                    <a:pt x="363" y="643"/>
                  </a:lnTo>
                  <a:lnTo>
                    <a:pt x="337" y="614"/>
                  </a:lnTo>
                  <a:lnTo>
                    <a:pt x="325" y="599"/>
                  </a:lnTo>
                  <a:lnTo>
                    <a:pt x="313" y="584"/>
                  </a:lnTo>
                  <a:lnTo>
                    <a:pt x="313" y="584"/>
                  </a:lnTo>
                  <a:lnTo>
                    <a:pt x="304" y="571"/>
                  </a:lnTo>
                  <a:lnTo>
                    <a:pt x="296" y="559"/>
                  </a:lnTo>
                  <a:lnTo>
                    <a:pt x="289" y="545"/>
                  </a:lnTo>
                  <a:lnTo>
                    <a:pt x="282" y="533"/>
                  </a:lnTo>
                  <a:lnTo>
                    <a:pt x="269" y="506"/>
                  </a:lnTo>
                  <a:lnTo>
                    <a:pt x="258" y="477"/>
                  </a:lnTo>
                  <a:lnTo>
                    <a:pt x="256" y="471"/>
                  </a:lnTo>
                  <a:lnTo>
                    <a:pt x="256" y="471"/>
                  </a:lnTo>
                  <a:lnTo>
                    <a:pt x="251" y="457"/>
                  </a:lnTo>
                  <a:lnTo>
                    <a:pt x="248" y="444"/>
                  </a:lnTo>
                  <a:lnTo>
                    <a:pt x="247" y="431"/>
                  </a:lnTo>
                  <a:lnTo>
                    <a:pt x="247" y="418"/>
                  </a:lnTo>
                  <a:lnTo>
                    <a:pt x="248" y="405"/>
                  </a:lnTo>
                  <a:lnTo>
                    <a:pt x="251" y="392"/>
                  </a:lnTo>
                  <a:lnTo>
                    <a:pt x="255" y="378"/>
                  </a:lnTo>
                  <a:lnTo>
                    <a:pt x="260" y="363"/>
                  </a:lnTo>
                  <a:lnTo>
                    <a:pt x="260" y="363"/>
                  </a:lnTo>
                  <a:lnTo>
                    <a:pt x="267" y="347"/>
                  </a:lnTo>
                  <a:lnTo>
                    <a:pt x="274" y="330"/>
                  </a:lnTo>
                  <a:lnTo>
                    <a:pt x="283" y="315"/>
                  </a:lnTo>
                  <a:lnTo>
                    <a:pt x="291" y="298"/>
                  </a:lnTo>
                  <a:lnTo>
                    <a:pt x="300" y="284"/>
                  </a:lnTo>
                  <a:lnTo>
                    <a:pt x="311" y="269"/>
                  </a:lnTo>
                  <a:lnTo>
                    <a:pt x="321" y="255"/>
                  </a:lnTo>
                  <a:lnTo>
                    <a:pt x="332" y="240"/>
                  </a:lnTo>
                  <a:lnTo>
                    <a:pt x="345" y="227"/>
                  </a:lnTo>
                  <a:lnTo>
                    <a:pt x="357" y="215"/>
                  </a:lnTo>
                  <a:lnTo>
                    <a:pt x="370" y="202"/>
                  </a:lnTo>
                  <a:lnTo>
                    <a:pt x="384" y="190"/>
                  </a:lnTo>
                  <a:lnTo>
                    <a:pt x="397" y="178"/>
                  </a:lnTo>
                  <a:lnTo>
                    <a:pt x="413" y="168"/>
                  </a:lnTo>
                  <a:lnTo>
                    <a:pt x="428" y="158"/>
                  </a:lnTo>
                  <a:lnTo>
                    <a:pt x="444" y="147"/>
                  </a:lnTo>
                  <a:lnTo>
                    <a:pt x="444" y="147"/>
                  </a:lnTo>
                  <a:lnTo>
                    <a:pt x="454" y="143"/>
                  </a:lnTo>
                  <a:lnTo>
                    <a:pt x="464" y="137"/>
                  </a:lnTo>
                  <a:lnTo>
                    <a:pt x="464" y="137"/>
                  </a:lnTo>
                  <a:lnTo>
                    <a:pt x="492" y="123"/>
                  </a:lnTo>
                  <a:lnTo>
                    <a:pt x="492" y="123"/>
                  </a:lnTo>
                  <a:lnTo>
                    <a:pt x="512" y="115"/>
                  </a:lnTo>
                  <a:lnTo>
                    <a:pt x="532" y="110"/>
                  </a:lnTo>
                  <a:lnTo>
                    <a:pt x="553" y="107"/>
                  </a:lnTo>
                  <a:lnTo>
                    <a:pt x="574" y="106"/>
                  </a:lnTo>
                  <a:lnTo>
                    <a:pt x="574" y="106"/>
                  </a:lnTo>
                  <a:lnTo>
                    <a:pt x="590" y="106"/>
                  </a:lnTo>
                  <a:lnTo>
                    <a:pt x="605" y="108"/>
                  </a:lnTo>
                  <a:lnTo>
                    <a:pt x="621" y="110"/>
                  </a:lnTo>
                  <a:lnTo>
                    <a:pt x="636" y="114"/>
                  </a:lnTo>
                  <a:lnTo>
                    <a:pt x="636" y="114"/>
                  </a:lnTo>
                  <a:lnTo>
                    <a:pt x="657" y="120"/>
                  </a:lnTo>
                  <a:lnTo>
                    <a:pt x="657" y="120"/>
                  </a:lnTo>
                  <a:lnTo>
                    <a:pt x="670" y="122"/>
                  </a:lnTo>
                  <a:lnTo>
                    <a:pt x="682" y="126"/>
                  </a:lnTo>
                  <a:lnTo>
                    <a:pt x="695" y="131"/>
                  </a:lnTo>
                  <a:lnTo>
                    <a:pt x="701" y="134"/>
                  </a:lnTo>
                  <a:lnTo>
                    <a:pt x="706" y="137"/>
                  </a:lnTo>
                  <a:lnTo>
                    <a:pt x="706" y="137"/>
                  </a:lnTo>
                  <a:lnTo>
                    <a:pt x="725" y="152"/>
                  </a:lnTo>
                  <a:lnTo>
                    <a:pt x="738" y="162"/>
                  </a:lnTo>
                  <a:lnTo>
                    <a:pt x="740" y="162"/>
                  </a:lnTo>
                  <a:lnTo>
                    <a:pt x="740" y="162"/>
                  </a:lnTo>
                  <a:lnTo>
                    <a:pt x="745" y="163"/>
                  </a:lnTo>
                  <a:lnTo>
                    <a:pt x="751" y="166"/>
                  </a:lnTo>
                  <a:lnTo>
                    <a:pt x="755" y="170"/>
                  </a:lnTo>
                  <a:lnTo>
                    <a:pt x="757" y="175"/>
                  </a:lnTo>
                  <a:lnTo>
                    <a:pt x="758" y="177"/>
                  </a:lnTo>
                  <a:lnTo>
                    <a:pt x="759" y="177"/>
                  </a:lnTo>
                  <a:lnTo>
                    <a:pt x="759" y="177"/>
                  </a:lnTo>
                  <a:lnTo>
                    <a:pt x="771" y="190"/>
                  </a:lnTo>
                  <a:lnTo>
                    <a:pt x="785" y="201"/>
                  </a:lnTo>
                  <a:lnTo>
                    <a:pt x="812" y="223"/>
                  </a:lnTo>
                  <a:lnTo>
                    <a:pt x="812" y="223"/>
                  </a:lnTo>
                  <a:lnTo>
                    <a:pt x="837" y="244"/>
                  </a:lnTo>
                  <a:lnTo>
                    <a:pt x="850" y="255"/>
                  </a:lnTo>
                  <a:lnTo>
                    <a:pt x="862" y="266"/>
                  </a:lnTo>
                  <a:lnTo>
                    <a:pt x="862" y="266"/>
                  </a:lnTo>
                  <a:lnTo>
                    <a:pt x="948" y="356"/>
                  </a:lnTo>
                  <a:lnTo>
                    <a:pt x="1033" y="446"/>
                  </a:lnTo>
                  <a:lnTo>
                    <a:pt x="1033" y="446"/>
                  </a:lnTo>
                  <a:lnTo>
                    <a:pt x="1054" y="472"/>
                  </a:lnTo>
                  <a:lnTo>
                    <a:pt x="1054" y="472"/>
                  </a:lnTo>
                  <a:lnTo>
                    <a:pt x="1071" y="489"/>
                  </a:lnTo>
                  <a:lnTo>
                    <a:pt x="1086" y="508"/>
                  </a:lnTo>
                  <a:lnTo>
                    <a:pt x="1104" y="523"/>
                  </a:lnTo>
                  <a:lnTo>
                    <a:pt x="1113" y="531"/>
                  </a:lnTo>
                  <a:lnTo>
                    <a:pt x="1123" y="538"/>
                  </a:lnTo>
                  <a:lnTo>
                    <a:pt x="1123" y="538"/>
                  </a:lnTo>
                  <a:lnTo>
                    <a:pt x="1139" y="549"/>
                  </a:lnTo>
                  <a:lnTo>
                    <a:pt x="1155" y="563"/>
                  </a:lnTo>
                  <a:lnTo>
                    <a:pt x="1169" y="577"/>
                  </a:lnTo>
                  <a:lnTo>
                    <a:pt x="1182" y="592"/>
                  </a:lnTo>
                  <a:lnTo>
                    <a:pt x="1182" y="592"/>
                  </a:lnTo>
                  <a:lnTo>
                    <a:pt x="1186" y="597"/>
                  </a:lnTo>
                  <a:lnTo>
                    <a:pt x="1187" y="602"/>
                  </a:lnTo>
                  <a:lnTo>
                    <a:pt x="1187" y="604"/>
                  </a:lnTo>
                  <a:lnTo>
                    <a:pt x="1188" y="605"/>
                  </a:lnTo>
                  <a:lnTo>
                    <a:pt x="1188" y="605"/>
                  </a:lnTo>
                  <a:lnTo>
                    <a:pt x="1194" y="614"/>
                  </a:lnTo>
                  <a:lnTo>
                    <a:pt x="1199" y="624"/>
                  </a:lnTo>
                  <a:lnTo>
                    <a:pt x="1199" y="624"/>
                  </a:lnTo>
                  <a:lnTo>
                    <a:pt x="1213" y="660"/>
                  </a:lnTo>
                  <a:lnTo>
                    <a:pt x="1213" y="660"/>
                  </a:lnTo>
                  <a:lnTo>
                    <a:pt x="1224" y="685"/>
                  </a:lnTo>
                  <a:lnTo>
                    <a:pt x="1233" y="709"/>
                  </a:lnTo>
                  <a:lnTo>
                    <a:pt x="1233" y="709"/>
                  </a:lnTo>
                  <a:lnTo>
                    <a:pt x="1239" y="730"/>
                  </a:lnTo>
                  <a:lnTo>
                    <a:pt x="1244" y="750"/>
                  </a:lnTo>
                  <a:lnTo>
                    <a:pt x="1249" y="769"/>
                  </a:lnTo>
                  <a:lnTo>
                    <a:pt x="1253" y="788"/>
                  </a:lnTo>
                  <a:lnTo>
                    <a:pt x="1255" y="808"/>
                  </a:lnTo>
                  <a:lnTo>
                    <a:pt x="1256" y="826"/>
                  </a:lnTo>
                  <a:lnTo>
                    <a:pt x="1256" y="846"/>
                  </a:lnTo>
                  <a:lnTo>
                    <a:pt x="1254" y="864"/>
                  </a:lnTo>
                  <a:lnTo>
                    <a:pt x="1254" y="864"/>
                  </a:lnTo>
                  <a:lnTo>
                    <a:pt x="1252" y="876"/>
                  </a:lnTo>
                  <a:lnTo>
                    <a:pt x="1246" y="887"/>
                  </a:lnTo>
                  <a:lnTo>
                    <a:pt x="1235" y="911"/>
                  </a:lnTo>
                  <a:lnTo>
                    <a:pt x="1235" y="911"/>
                  </a:lnTo>
                  <a:lnTo>
                    <a:pt x="1228" y="926"/>
                  </a:lnTo>
                  <a:lnTo>
                    <a:pt x="1228" y="926"/>
                  </a:lnTo>
                  <a:lnTo>
                    <a:pt x="1218" y="950"/>
                  </a:lnTo>
                  <a:lnTo>
                    <a:pt x="1218" y="950"/>
                  </a:lnTo>
                  <a:lnTo>
                    <a:pt x="1204" y="979"/>
                  </a:lnTo>
                  <a:lnTo>
                    <a:pt x="1197" y="993"/>
                  </a:lnTo>
                  <a:lnTo>
                    <a:pt x="1190" y="1007"/>
                  </a:lnTo>
                  <a:lnTo>
                    <a:pt x="1190" y="1007"/>
                  </a:lnTo>
                  <a:lnTo>
                    <a:pt x="1180" y="1021"/>
                  </a:lnTo>
                  <a:lnTo>
                    <a:pt x="1170" y="1036"/>
                  </a:lnTo>
                  <a:lnTo>
                    <a:pt x="1159" y="1049"/>
                  </a:lnTo>
                  <a:lnTo>
                    <a:pt x="1146" y="1064"/>
                  </a:lnTo>
                  <a:lnTo>
                    <a:pt x="1133" y="1077"/>
                  </a:lnTo>
                  <a:lnTo>
                    <a:pt x="1119" y="1090"/>
                  </a:lnTo>
                  <a:lnTo>
                    <a:pt x="1105" y="1102"/>
                  </a:lnTo>
                  <a:lnTo>
                    <a:pt x="1089" y="1113"/>
                  </a:lnTo>
                  <a:lnTo>
                    <a:pt x="1079" y="1121"/>
                  </a:lnTo>
                  <a:lnTo>
                    <a:pt x="1079" y="1121"/>
                  </a:lnTo>
                  <a:lnTo>
                    <a:pt x="1051" y="1141"/>
                  </a:lnTo>
                  <a:lnTo>
                    <a:pt x="1022" y="1162"/>
                  </a:lnTo>
                  <a:lnTo>
                    <a:pt x="992" y="1180"/>
                  </a:lnTo>
                  <a:lnTo>
                    <a:pt x="962" y="1197"/>
                  </a:lnTo>
                  <a:lnTo>
                    <a:pt x="947" y="1205"/>
                  </a:lnTo>
                  <a:lnTo>
                    <a:pt x="930" y="1212"/>
                  </a:lnTo>
                  <a:lnTo>
                    <a:pt x="915" y="1219"/>
                  </a:lnTo>
                  <a:lnTo>
                    <a:pt x="898" y="1224"/>
                  </a:lnTo>
                  <a:lnTo>
                    <a:pt x="881" y="1228"/>
                  </a:lnTo>
                  <a:lnTo>
                    <a:pt x="863" y="1231"/>
                  </a:lnTo>
                  <a:lnTo>
                    <a:pt x="846" y="1233"/>
                  </a:lnTo>
                  <a:lnTo>
                    <a:pt x="828" y="1235"/>
                  </a:lnTo>
                  <a:lnTo>
                    <a:pt x="828" y="1235"/>
                  </a:lnTo>
                  <a:lnTo>
                    <a:pt x="808" y="1235"/>
                  </a:lnTo>
                  <a:lnTo>
                    <a:pt x="808" y="12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4" name="Freeform 605"/>
            <p:cNvSpPr/>
            <p:nvPr/>
          </p:nvSpPr>
          <p:spPr bwMode="auto">
            <a:xfrm>
              <a:off x="5305426" y="2120900"/>
              <a:ext cx="365125" cy="185738"/>
            </a:xfrm>
            <a:custGeom>
              <a:avLst/>
              <a:gdLst/>
              <a:ahLst/>
              <a:cxnLst>
                <a:cxn ang="0">
                  <a:pos x="588" y="352"/>
                </a:cxn>
                <a:cxn ang="0">
                  <a:pos x="575" y="342"/>
                </a:cxn>
                <a:cxn ang="0">
                  <a:pos x="572" y="332"/>
                </a:cxn>
                <a:cxn ang="0">
                  <a:pos x="578" y="321"/>
                </a:cxn>
                <a:cxn ang="0">
                  <a:pos x="590" y="315"/>
                </a:cxn>
                <a:cxn ang="0">
                  <a:pos x="621" y="298"/>
                </a:cxn>
                <a:cxn ang="0">
                  <a:pos x="648" y="276"/>
                </a:cxn>
                <a:cxn ang="0">
                  <a:pos x="656" y="257"/>
                </a:cxn>
                <a:cxn ang="0">
                  <a:pos x="657" y="247"/>
                </a:cxn>
                <a:cxn ang="0">
                  <a:pos x="649" y="228"/>
                </a:cxn>
                <a:cxn ang="0">
                  <a:pos x="630" y="207"/>
                </a:cxn>
                <a:cxn ang="0">
                  <a:pos x="597" y="182"/>
                </a:cxn>
                <a:cxn ang="0">
                  <a:pos x="556" y="149"/>
                </a:cxn>
                <a:cxn ang="0">
                  <a:pos x="503" y="102"/>
                </a:cxn>
                <a:cxn ang="0">
                  <a:pos x="445" y="66"/>
                </a:cxn>
                <a:cxn ang="0">
                  <a:pos x="412" y="55"/>
                </a:cxn>
                <a:cxn ang="0">
                  <a:pos x="368" y="45"/>
                </a:cxn>
                <a:cxn ang="0">
                  <a:pos x="276" y="37"/>
                </a:cxn>
                <a:cxn ang="0">
                  <a:pos x="224" y="40"/>
                </a:cxn>
                <a:cxn ang="0">
                  <a:pos x="172" y="48"/>
                </a:cxn>
                <a:cxn ang="0">
                  <a:pos x="131" y="60"/>
                </a:cxn>
                <a:cxn ang="0">
                  <a:pos x="95" y="77"/>
                </a:cxn>
                <a:cxn ang="0">
                  <a:pos x="75" y="91"/>
                </a:cxn>
                <a:cxn ang="0">
                  <a:pos x="57" y="106"/>
                </a:cxn>
                <a:cxn ang="0">
                  <a:pos x="28" y="128"/>
                </a:cxn>
                <a:cxn ang="0">
                  <a:pos x="20" y="130"/>
                </a:cxn>
                <a:cxn ang="0">
                  <a:pos x="13" y="129"/>
                </a:cxn>
                <a:cxn ang="0">
                  <a:pos x="0" y="113"/>
                </a:cxn>
                <a:cxn ang="0">
                  <a:pos x="0" y="106"/>
                </a:cxn>
                <a:cxn ang="0">
                  <a:pos x="8" y="98"/>
                </a:cxn>
                <a:cxn ang="0">
                  <a:pos x="23" y="89"/>
                </a:cxn>
                <a:cxn ang="0">
                  <a:pos x="48" y="66"/>
                </a:cxn>
                <a:cxn ang="0">
                  <a:pos x="71" y="50"/>
                </a:cxn>
                <a:cxn ang="0">
                  <a:pos x="104" y="31"/>
                </a:cxn>
                <a:cxn ang="0">
                  <a:pos x="149" y="14"/>
                </a:cxn>
                <a:cxn ang="0">
                  <a:pos x="199" y="5"/>
                </a:cxn>
                <a:cxn ang="0">
                  <a:pos x="259" y="1"/>
                </a:cxn>
                <a:cxn ang="0">
                  <a:pos x="318" y="1"/>
                </a:cxn>
                <a:cxn ang="0">
                  <a:pos x="404" y="12"/>
                </a:cxn>
                <a:cxn ang="0">
                  <a:pos x="473" y="37"/>
                </a:cxn>
                <a:cxn ang="0">
                  <a:pos x="512" y="62"/>
                </a:cxn>
                <a:cxn ang="0">
                  <a:pos x="570" y="112"/>
                </a:cxn>
                <a:cxn ang="0">
                  <a:pos x="585" y="126"/>
                </a:cxn>
                <a:cxn ang="0">
                  <a:pos x="619" y="153"/>
                </a:cxn>
                <a:cxn ang="0">
                  <a:pos x="662" y="190"/>
                </a:cxn>
                <a:cxn ang="0">
                  <a:pos x="681" y="213"/>
                </a:cxn>
                <a:cxn ang="0">
                  <a:pos x="690" y="243"/>
                </a:cxn>
                <a:cxn ang="0">
                  <a:pos x="687" y="274"/>
                </a:cxn>
                <a:cxn ang="0">
                  <a:pos x="677" y="295"/>
                </a:cxn>
                <a:cxn ang="0">
                  <a:pos x="654" y="320"/>
                </a:cxn>
                <a:cxn ang="0">
                  <a:pos x="615" y="343"/>
                </a:cxn>
                <a:cxn ang="0">
                  <a:pos x="600" y="350"/>
                </a:cxn>
                <a:cxn ang="0">
                  <a:pos x="591" y="352"/>
                </a:cxn>
              </a:cxnLst>
              <a:rect l="0" t="0" r="r" b="b"/>
              <a:pathLst>
                <a:path w="690" h="352">
                  <a:moveTo>
                    <a:pt x="591" y="352"/>
                  </a:moveTo>
                  <a:lnTo>
                    <a:pt x="591" y="352"/>
                  </a:lnTo>
                  <a:lnTo>
                    <a:pt x="588" y="352"/>
                  </a:lnTo>
                  <a:lnTo>
                    <a:pt x="585" y="351"/>
                  </a:lnTo>
                  <a:lnTo>
                    <a:pt x="579" y="347"/>
                  </a:lnTo>
                  <a:lnTo>
                    <a:pt x="575" y="342"/>
                  </a:lnTo>
                  <a:lnTo>
                    <a:pt x="572" y="337"/>
                  </a:lnTo>
                  <a:lnTo>
                    <a:pt x="572" y="337"/>
                  </a:lnTo>
                  <a:lnTo>
                    <a:pt x="572" y="332"/>
                  </a:lnTo>
                  <a:lnTo>
                    <a:pt x="572" y="328"/>
                  </a:lnTo>
                  <a:lnTo>
                    <a:pt x="575" y="323"/>
                  </a:lnTo>
                  <a:lnTo>
                    <a:pt x="578" y="321"/>
                  </a:lnTo>
                  <a:lnTo>
                    <a:pt x="581" y="319"/>
                  </a:lnTo>
                  <a:lnTo>
                    <a:pt x="581" y="319"/>
                  </a:lnTo>
                  <a:lnTo>
                    <a:pt x="590" y="315"/>
                  </a:lnTo>
                  <a:lnTo>
                    <a:pt x="590" y="315"/>
                  </a:lnTo>
                  <a:lnTo>
                    <a:pt x="610" y="305"/>
                  </a:lnTo>
                  <a:lnTo>
                    <a:pt x="621" y="298"/>
                  </a:lnTo>
                  <a:lnTo>
                    <a:pt x="630" y="291"/>
                  </a:lnTo>
                  <a:lnTo>
                    <a:pt x="640" y="284"/>
                  </a:lnTo>
                  <a:lnTo>
                    <a:pt x="648" y="276"/>
                  </a:lnTo>
                  <a:lnTo>
                    <a:pt x="653" y="266"/>
                  </a:lnTo>
                  <a:lnTo>
                    <a:pt x="655" y="261"/>
                  </a:lnTo>
                  <a:lnTo>
                    <a:pt x="656" y="257"/>
                  </a:lnTo>
                  <a:lnTo>
                    <a:pt x="656" y="257"/>
                  </a:lnTo>
                  <a:lnTo>
                    <a:pt x="657" y="252"/>
                  </a:lnTo>
                  <a:lnTo>
                    <a:pt x="657" y="247"/>
                  </a:lnTo>
                  <a:lnTo>
                    <a:pt x="656" y="243"/>
                  </a:lnTo>
                  <a:lnTo>
                    <a:pt x="654" y="237"/>
                  </a:lnTo>
                  <a:lnTo>
                    <a:pt x="649" y="228"/>
                  </a:lnTo>
                  <a:lnTo>
                    <a:pt x="641" y="218"/>
                  </a:lnTo>
                  <a:lnTo>
                    <a:pt x="641" y="218"/>
                  </a:lnTo>
                  <a:lnTo>
                    <a:pt x="630" y="207"/>
                  </a:lnTo>
                  <a:lnTo>
                    <a:pt x="620" y="198"/>
                  </a:lnTo>
                  <a:lnTo>
                    <a:pt x="597" y="182"/>
                  </a:lnTo>
                  <a:lnTo>
                    <a:pt x="597" y="182"/>
                  </a:lnTo>
                  <a:lnTo>
                    <a:pt x="580" y="169"/>
                  </a:lnTo>
                  <a:lnTo>
                    <a:pt x="563" y="155"/>
                  </a:lnTo>
                  <a:lnTo>
                    <a:pt x="556" y="149"/>
                  </a:lnTo>
                  <a:lnTo>
                    <a:pt x="556" y="149"/>
                  </a:lnTo>
                  <a:lnTo>
                    <a:pt x="521" y="118"/>
                  </a:lnTo>
                  <a:lnTo>
                    <a:pt x="503" y="102"/>
                  </a:lnTo>
                  <a:lnTo>
                    <a:pt x="485" y="89"/>
                  </a:lnTo>
                  <a:lnTo>
                    <a:pt x="466" y="77"/>
                  </a:lnTo>
                  <a:lnTo>
                    <a:pt x="445" y="66"/>
                  </a:lnTo>
                  <a:lnTo>
                    <a:pt x="435" y="62"/>
                  </a:lnTo>
                  <a:lnTo>
                    <a:pt x="424" y="58"/>
                  </a:lnTo>
                  <a:lnTo>
                    <a:pt x="412" y="55"/>
                  </a:lnTo>
                  <a:lnTo>
                    <a:pt x="400" y="51"/>
                  </a:lnTo>
                  <a:lnTo>
                    <a:pt x="400" y="51"/>
                  </a:lnTo>
                  <a:lnTo>
                    <a:pt x="368" y="45"/>
                  </a:lnTo>
                  <a:lnTo>
                    <a:pt x="337" y="41"/>
                  </a:lnTo>
                  <a:lnTo>
                    <a:pt x="306" y="38"/>
                  </a:lnTo>
                  <a:lnTo>
                    <a:pt x="276" y="37"/>
                  </a:lnTo>
                  <a:lnTo>
                    <a:pt x="276" y="37"/>
                  </a:lnTo>
                  <a:lnTo>
                    <a:pt x="250" y="38"/>
                  </a:lnTo>
                  <a:lnTo>
                    <a:pt x="224" y="40"/>
                  </a:lnTo>
                  <a:lnTo>
                    <a:pt x="198" y="43"/>
                  </a:lnTo>
                  <a:lnTo>
                    <a:pt x="172" y="48"/>
                  </a:lnTo>
                  <a:lnTo>
                    <a:pt x="172" y="48"/>
                  </a:lnTo>
                  <a:lnTo>
                    <a:pt x="158" y="51"/>
                  </a:lnTo>
                  <a:lnTo>
                    <a:pt x="145" y="56"/>
                  </a:lnTo>
                  <a:lnTo>
                    <a:pt x="131" y="60"/>
                  </a:lnTo>
                  <a:lnTo>
                    <a:pt x="119" y="65"/>
                  </a:lnTo>
                  <a:lnTo>
                    <a:pt x="107" y="71"/>
                  </a:lnTo>
                  <a:lnTo>
                    <a:pt x="95" y="77"/>
                  </a:lnTo>
                  <a:lnTo>
                    <a:pt x="85" y="83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65" y="98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44" y="119"/>
                  </a:lnTo>
                  <a:lnTo>
                    <a:pt x="36" y="124"/>
                  </a:lnTo>
                  <a:lnTo>
                    <a:pt x="28" y="128"/>
                  </a:lnTo>
                  <a:lnTo>
                    <a:pt x="28" y="128"/>
                  </a:lnTo>
                  <a:lnTo>
                    <a:pt x="24" y="130"/>
                  </a:lnTo>
                  <a:lnTo>
                    <a:pt x="20" y="130"/>
                  </a:lnTo>
                  <a:lnTo>
                    <a:pt x="20" y="130"/>
                  </a:lnTo>
                  <a:lnTo>
                    <a:pt x="16" y="130"/>
                  </a:lnTo>
                  <a:lnTo>
                    <a:pt x="13" y="129"/>
                  </a:lnTo>
                  <a:lnTo>
                    <a:pt x="7" y="125"/>
                  </a:lnTo>
                  <a:lnTo>
                    <a:pt x="2" y="120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0"/>
                  </a:lnTo>
                  <a:lnTo>
                    <a:pt x="0" y="106"/>
                  </a:lnTo>
                  <a:lnTo>
                    <a:pt x="3" y="101"/>
                  </a:lnTo>
                  <a:lnTo>
                    <a:pt x="5" y="100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16" y="94"/>
                  </a:lnTo>
                  <a:lnTo>
                    <a:pt x="23" y="89"/>
                  </a:lnTo>
                  <a:lnTo>
                    <a:pt x="35" y="78"/>
                  </a:lnTo>
                  <a:lnTo>
                    <a:pt x="35" y="78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59" y="58"/>
                  </a:lnTo>
                  <a:lnTo>
                    <a:pt x="71" y="50"/>
                  </a:lnTo>
                  <a:lnTo>
                    <a:pt x="97" y="35"/>
                  </a:lnTo>
                  <a:lnTo>
                    <a:pt x="104" y="31"/>
                  </a:lnTo>
                  <a:lnTo>
                    <a:pt x="104" y="31"/>
                  </a:lnTo>
                  <a:lnTo>
                    <a:pt x="118" y="25"/>
                  </a:lnTo>
                  <a:lnTo>
                    <a:pt x="133" y="18"/>
                  </a:lnTo>
                  <a:lnTo>
                    <a:pt x="149" y="14"/>
                  </a:lnTo>
                  <a:lnTo>
                    <a:pt x="165" y="10"/>
                  </a:lnTo>
                  <a:lnTo>
                    <a:pt x="183" y="7"/>
                  </a:lnTo>
                  <a:lnTo>
                    <a:pt x="199" y="5"/>
                  </a:lnTo>
                  <a:lnTo>
                    <a:pt x="233" y="2"/>
                  </a:lnTo>
                  <a:lnTo>
                    <a:pt x="233" y="2"/>
                  </a:lnTo>
                  <a:lnTo>
                    <a:pt x="259" y="1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18" y="1"/>
                  </a:lnTo>
                  <a:lnTo>
                    <a:pt x="348" y="3"/>
                  </a:lnTo>
                  <a:lnTo>
                    <a:pt x="377" y="7"/>
                  </a:lnTo>
                  <a:lnTo>
                    <a:pt x="404" y="12"/>
                  </a:lnTo>
                  <a:lnTo>
                    <a:pt x="429" y="18"/>
                  </a:lnTo>
                  <a:lnTo>
                    <a:pt x="452" y="27"/>
                  </a:lnTo>
                  <a:lnTo>
                    <a:pt x="473" y="37"/>
                  </a:lnTo>
                  <a:lnTo>
                    <a:pt x="492" y="47"/>
                  </a:lnTo>
                  <a:lnTo>
                    <a:pt x="492" y="47"/>
                  </a:lnTo>
                  <a:lnTo>
                    <a:pt x="512" y="62"/>
                  </a:lnTo>
                  <a:lnTo>
                    <a:pt x="532" y="78"/>
                  </a:lnTo>
                  <a:lnTo>
                    <a:pt x="551" y="95"/>
                  </a:lnTo>
                  <a:lnTo>
                    <a:pt x="570" y="112"/>
                  </a:lnTo>
                  <a:lnTo>
                    <a:pt x="570" y="112"/>
                  </a:lnTo>
                  <a:lnTo>
                    <a:pt x="585" y="126"/>
                  </a:lnTo>
                  <a:lnTo>
                    <a:pt x="585" y="126"/>
                  </a:lnTo>
                  <a:lnTo>
                    <a:pt x="601" y="139"/>
                  </a:lnTo>
                  <a:lnTo>
                    <a:pt x="619" y="153"/>
                  </a:lnTo>
                  <a:lnTo>
                    <a:pt x="619" y="153"/>
                  </a:lnTo>
                  <a:lnTo>
                    <a:pt x="633" y="164"/>
                  </a:lnTo>
                  <a:lnTo>
                    <a:pt x="649" y="176"/>
                  </a:lnTo>
                  <a:lnTo>
                    <a:pt x="662" y="190"/>
                  </a:lnTo>
                  <a:lnTo>
                    <a:pt x="676" y="204"/>
                  </a:lnTo>
                  <a:lnTo>
                    <a:pt x="676" y="204"/>
                  </a:lnTo>
                  <a:lnTo>
                    <a:pt x="681" y="213"/>
                  </a:lnTo>
                  <a:lnTo>
                    <a:pt x="686" y="222"/>
                  </a:lnTo>
                  <a:lnTo>
                    <a:pt x="688" y="232"/>
                  </a:lnTo>
                  <a:lnTo>
                    <a:pt x="690" y="243"/>
                  </a:lnTo>
                  <a:lnTo>
                    <a:pt x="690" y="253"/>
                  </a:lnTo>
                  <a:lnTo>
                    <a:pt x="689" y="263"/>
                  </a:lnTo>
                  <a:lnTo>
                    <a:pt x="687" y="274"/>
                  </a:lnTo>
                  <a:lnTo>
                    <a:pt x="683" y="284"/>
                  </a:lnTo>
                  <a:lnTo>
                    <a:pt x="683" y="284"/>
                  </a:lnTo>
                  <a:lnTo>
                    <a:pt x="677" y="295"/>
                  </a:lnTo>
                  <a:lnTo>
                    <a:pt x="669" y="305"/>
                  </a:lnTo>
                  <a:lnTo>
                    <a:pt x="662" y="313"/>
                  </a:lnTo>
                  <a:lnTo>
                    <a:pt x="654" y="320"/>
                  </a:lnTo>
                  <a:lnTo>
                    <a:pt x="645" y="326"/>
                  </a:lnTo>
                  <a:lnTo>
                    <a:pt x="635" y="331"/>
                  </a:lnTo>
                  <a:lnTo>
                    <a:pt x="615" y="343"/>
                  </a:lnTo>
                  <a:lnTo>
                    <a:pt x="615" y="343"/>
                  </a:lnTo>
                  <a:lnTo>
                    <a:pt x="600" y="350"/>
                  </a:lnTo>
                  <a:lnTo>
                    <a:pt x="600" y="350"/>
                  </a:lnTo>
                  <a:lnTo>
                    <a:pt x="595" y="351"/>
                  </a:lnTo>
                  <a:lnTo>
                    <a:pt x="591" y="352"/>
                  </a:lnTo>
                  <a:lnTo>
                    <a:pt x="591" y="35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5" name="Freeform 606"/>
            <p:cNvSpPr/>
            <p:nvPr/>
          </p:nvSpPr>
          <p:spPr bwMode="auto">
            <a:xfrm>
              <a:off x="5356226" y="2198688"/>
              <a:ext cx="147638" cy="49213"/>
            </a:xfrm>
            <a:custGeom>
              <a:avLst/>
              <a:gdLst/>
              <a:ahLst/>
              <a:cxnLst>
                <a:cxn ang="0">
                  <a:pos x="16" y="94"/>
                </a:cxn>
                <a:cxn ang="0">
                  <a:pos x="9" y="93"/>
                </a:cxn>
                <a:cxn ang="0">
                  <a:pos x="2" y="85"/>
                </a:cxn>
                <a:cxn ang="0">
                  <a:pos x="0" y="79"/>
                </a:cxn>
                <a:cxn ang="0">
                  <a:pos x="2" y="68"/>
                </a:cxn>
                <a:cxn ang="0">
                  <a:pos x="6" y="62"/>
                </a:cxn>
                <a:cxn ang="0">
                  <a:pos x="13" y="59"/>
                </a:cxn>
                <a:cxn ang="0">
                  <a:pos x="18" y="57"/>
                </a:cxn>
                <a:cxn ang="0">
                  <a:pos x="31" y="46"/>
                </a:cxn>
                <a:cxn ang="0">
                  <a:pos x="38" y="41"/>
                </a:cxn>
                <a:cxn ang="0">
                  <a:pos x="46" y="36"/>
                </a:cxn>
                <a:cxn ang="0">
                  <a:pos x="60" y="28"/>
                </a:cxn>
                <a:cxn ang="0">
                  <a:pos x="77" y="20"/>
                </a:cxn>
                <a:cxn ang="0">
                  <a:pos x="115" y="7"/>
                </a:cxn>
                <a:cxn ang="0">
                  <a:pos x="134" y="2"/>
                </a:cxn>
                <a:cxn ang="0">
                  <a:pos x="154" y="0"/>
                </a:cxn>
                <a:cxn ang="0">
                  <a:pos x="173" y="2"/>
                </a:cxn>
                <a:cxn ang="0">
                  <a:pos x="208" y="9"/>
                </a:cxn>
                <a:cxn ang="0">
                  <a:pos x="240" y="24"/>
                </a:cxn>
                <a:cxn ang="0">
                  <a:pos x="266" y="45"/>
                </a:cxn>
                <a:cxn ang="0">
                  <a:pos x="276" y="58"/>
                </a:cxn>
                <a:cxn ang="0">
                  <a:pos x="279" y="67"/>
                </a:cxn>
                <a:cxn ang="0">
                  <a:pos x="278" y="74"/>
                </a:cxn>
                <a:cxn ang="0">
                  <a:pos x="275" y="78"/>
                </a:cxn>
                <a:cxn ang="0">
                  <a:pos x="266" y="83"/>
                </a:cxn>
                <a:cxn ang="0">
                  <a:pos x="259" y="84"/>
                </a:cxn>
                <a:cxn ang="0">
                  <a:pos x="256" y="83"/>
                </a:cxn>
                <a:cxn ang="0">
                  <a:pos x="248" y="80"/>
                </a:cxn>
                <a:cxn ang="0">
                  <a:pos x="245" y="76"/>
                </a:cxn>
                <a:cxn ang="0">
                  <a:pos x="230" y="59"/>
                </a:cxn>
                <a:cxn ang="0">
                  <a:pos x="210" y="47"/>
                </a:cxn>
                <a:cxn ang="0">
                  <a:pos x="186" y="40"/>
                </a:cxn>
                <a:cxn ang="0">
                  <a:pos x="160" y="37"/>
                </a:cxn>
                <a:cxn ang="0">
                  <a:pos x="150" y="37"/>
                </a:cxn>
                <a:cxn ang="0">
                  <a:pos x="121" y="42"/>
                </a:cxn>
                <a:cxn ang="0">
                  <a:pos x="94" y="51"/>
                </a:cxn>
                <a:cxn ang="0">
                  <a:pos x="86" y="56"/>
                </a:cxn>
                <a:cxn ang="0">
                  <a:pos x="62" y="71"/>
                </a:cxn>
                <a:cxn ang="0">
                  <a:pos x="43" y="84"/>
                </a:cxn>
                <a:cxn ang="0">
                  <a:pos x="22" y="94"/>
                </a:cxn>
                <a:cxn ang="0">
                  <a:pos x="16" y="94"/>
                </a:cxn>
              </a:cxnLst>
              <a:rect l="0" t="0" r="r" b="b"/>
              <a:pathLst>
                <a:path w="279" h="94">
                  <a:moveTo>
                    <a:pt x="16" y="94"/>
                  </a:moveTo>
                  <a:lnTo>
                    <a:pt x="16" y="94"/>
                  </a:lnTo>
                  <a:lnTo>
                    <a:pt x="13" y="94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5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4"/>
                  </a:lnTo>
                  <a:lnTo>
                    <a:pt x="2" y="68"/>
                  </a:lnTo>
                  <a:lnTo>
                    <a:pt x="3" y="66"/>
                  </a:lnTo>
                  <a:lnTo>
                    <a:pt x="6" y="62"/>
                  </a:lnTo>
                  <a:lnTo>
                    <a:pt x="8" y="60"/>
                  </a:lnTo>
                  <a:lnTo>
                    <a:pt x="13" y="59"/>
                  </a:lnTo>
                  <a:lnTo>
                    <a:pt x="13" y="59"/>
                  </a:lnTo>
                  <a:lnTo>
                    <a:pt x="18" y="57"/>
                  </a:lnTo>
                  <a:lnTo>
                    <a:pt x="22" y="54"/>
                  </a:lnTo>
                  <a:lnTo>
                    <a:pt x="31" y="46"/>
                  </a:lnTo>
                  <a:lnTo>
                    <a:pt x="31" y="46"/>
                  </a:lnTo>
                  <a:lnTo>
                    <a:pt x="38" y="41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95" y="13"/>
                  </a:lnTo>
                  <a:lnTo>
                    <a:pt x="115" y="7"/>
                  </a:lnTo>
                  <a:lnTo>
                    <a:pt x="124" y="4"/>
                  </a:lnTo>
                  <a:lnTo>
                    <a:pt x="134" y="2"/>
                  </a:lnTo>
                  <a:lnTo>
                    <a:pt x="144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3" y="2"/>
                  </a:lnTo>
                  <a:lnTo>
                    <a:pt x="191" y="5"/>
                  </a:lnTo>
                  <a:lnTo>
                    <a:pt x="208" y="9"/>
                  </a:lnTo>
                  <a:lnTo>
                    <a:pt x="224" y="16"/>
                  </a:lnTo>
                  <a:lnTo>
                    <a:pt x="240" y="24"/>
                  </a:lnTo>
                  <a:lnTo>
                    <a:pt x="253" y="34"/>
                  </a:lnTo>
                  <a:lnTo>
                    <a:pt x="266" y="45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8" y="62"/>
                  </a:lnTo>
                  <a:lnTo>
                    <a:pt x="279" y="67"/>
                  </a:lnTo>
                  <a:lnTo>
                    <a:pt x="279" y="70"/>
                  </a:lnTo>
                  <a:lnTo>
                    <a:pt x="278" y="74"/>
                  </a:lnTo>
                  <a:lnTo>
                    <a:pt x="278" y="74"/>
                  </a:lnTo>
                  <a:lnTo>
                    <a:pt x="275" y="78"/>
                  </a:lnTo>
                  <a:lnTo>
                    <a:pt x="271" y="81"/>
                  </a:lnTo>
                  <a:lnTo>
                    <a:pt x="266" y="83"/>
                  </a:lnTo>
                  <a:lnTo>
                    <a:pt x="259" y="84"/>
                  </a:lnTo>
                  <a:lnTo>
                    <a:pt x="259" y="84"/>
                  </a:lnTo>
                  <a:lnTo>
                    <a:pt x="259" y="84"/>
                  </a:lnTo>
                  <a:lnTo>
                    <a:pt x="256" y="83"/>
                  </a:lnTo>
                  <a:lnTo>
                    <a:pt x="252" y="82"/>
                  </a:lnTo>
                  <a:lnTo>
                    <a:pt x="248" y="80"/>
                  </a:lnTo>
                  <a:lnTo>
                    <a:pt x="245" y="76"/>
                  </a:lnTo>
                  <a:lnTo>
                    <a:pt x="245" y="76"/>
                  </a:lnTo>
                  <a:lnTo>
                    <a:pt x="238" y="67"/>
                  </a:lnTo>
                  <a:lnTo>
                    <a:pt x="230" y="59"/>
                  </a:lnTo>
                  <a:lnTo>
                    <a:pt x="220" y="52"/>
                  </a:lnTo>
                  <a:lnTo>
                    <a:pt x="210" y="47"/>
                  </a:lnTo>
                  <a:lnTo>
                    <a:pt x="199" y="43"/>
                  </a:lnTo>
                  <a:lnTo>
                    <a:pt x="186" y="40"/>
                  </a:lnTo>
                  <a:lnTo>
                    <a:pt x="174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50" y="37"/>
                  </a:lnTo>
                  <a:lnTo>
                    <a:pt x="141" y="38"/>
                  </a:lnTo>
                  <a:lnTo>
                    <a:pt x="121" y="42"/>
                  </a:lnTo>
                  <a:lnTo>
                    <a:pt x="102" y="48"/>
                  </a:lnTo>
                  <a:lnTo>
                    <a:pt x="94" y="51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74" y="64"/>
                  </a:lnTo>
                  <a:lnTo>
                    <a:pt x="62" y="71"/>
                  </a:lnTo>
                  <a:lnTo>
                    <a:pt x="62" y="71"/>
                  </a:lnTo>
                  <a:lnTo>
                    <a:pt x="43" y="84"/>
                  </a:lnTo>
                  <a:lnTo>
                    <a:pt x="32" y="90"/>
                  </a:lnTo>
                  <a:lnTo>
                    <a:pt x="22" y="94"/>
                  </a:lnTo>
                  <a:lnTo>
                    <a:pt x="22" y="94"/>
                  </a:lnTo>
                  <a:lnTo>
                    <a:pt x="16" y="94"/>
                  </a:lnTo>
                  <a:lnTo>
                    <a:pt x="16" y="9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2096533" y="4232677"/>
            <a:ext cx="661016" cy="686562"/>
            <a:chOff x="2254250" y="2162175"/>
            <a:chExt cx="657225" cy="682625"/>
          </a:xfrm>
          <a:solidFill>
            <a:schemeClr val="bg1"/>
          </a:solidFill>
        </p:grpSpPr>
        <p:sp>
          <p:nvSpPr>
            <p:cNvPr id="77" name="Freeform 262"/>
            <p:cNvSpPr/>
            <p:nvPr/>
          </p:nvSpPr>
          <p:spPr bwMode="auto">
            <a:xfrm>
              <a:off x="2292350" y="2236788"/>
              <a:ext cx="38100" cy="179388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58" y="7"/>
                </a:cxn>
                <a:cxn ang="0">
                  <a:pos x="52" y="16"/>
                </a:cxn>
                <a:cxn ang="0">
                  <a:pos x="50" y="36"/>
                </a:cxn>
                <a:cxn ang="0">
                  <a:pos x="48" y="64"/>
                </a:cxn>
                <a:cxn ang="0">
                  <a:pos x="41" y="122"/>
                </a:cxn>
                <a:cxn ang="0">
                  <a:pos x="36" y="150"/>
                </a:cxn>
                <a:cxn ang="0">
                  <a:pos x="14" y="245"/>
                </a:cxn>
                <a:cxn ang="0">
                  <a:pos x="9" y="267"/>
                </a:cxn>
                <a:cxn ang="0">
                  <a:pos x="1" y="311"/>
                </a:cxn>
                <a:cxn ang="0">
                  <a:pos x="0" y="333"/>
                </a:cxn>
                <a:cxn ang="0">
                  <a:pos x="0" y="335"/>
                </a:cxn>
                <a:cxn ang="0">
                  <a:pos x="2" y="338"/>
                </a:cxn>
                <a:cxn ang="0">
                  <a:pos x="10" y="338"/>
                </a:cxn>
                <a:cxn ang="0">
                  <a:pos x="12" y="338"/>
                </a:cxn>
                <a:cxn ang="0">
                  <a:pos x="14" y="335"/>
                </a:cxn>
                <a:cxn ang="0">
                  <a:pos x="14" y="331"/>
                </a:cxn>
                <a:cxn ang="0">
                  <a:pos x="12" y="328"/>
                </a:cxn>
                <a:cxn ang="0">
                  <a:pos x="9" y="328"/>
                </a:cxn>
                <a:cxn ang="0">
                  <a:pos x="10" y="310"/>
                </a:cxn>
                <a:cxn ang="0">
                  <a:pos x="16" y="272"/>
                </a:cxn>
                <a:cxn ang="0">
                  <a:pos x="31" y="215"/>
                </a:cxn>
                <a:cxn ang="0">
                  <a:pos x="39" y="178"/>
                </a:cxn>
                <a:cxn ang="0">
                  <a:pos x="50" y="118"/>
                </a:cxn>
                <a:cxn ang="0">
                  <a:pos x="52" y="98"/>
                </a:cxn>
                <a:cxn ang="0">
                  <a:pos x="58" y="54"/>
                </a:cxn>
                <a:cxn ang="0">
                  <a:pos x="61" y="24"/>
                </a:cxn>
                <a:cxn ang="0">
                  <a:pos x="65" y="14"/>
                </a:cxn>
                <a:cxn ang="0">
                  <a:pos x="67" y="15"/>
                </a:cxn>
                <a:cxn ang="0">
                  <a:pos x="71" y="13"/>
                </a:cxn>
                <a:cxn ang="0">
                  <a:pos x="72" y="4"/>
                </a:cxn>
                <a:cxn ang="0">
                  <a:pos x="71" y="2"/>
                </a:cxn>
                <a:cxn ang="0">
                  <a:pos x="67" y="0"/>
                </a:cxn>
                <a:cxn ang="0">
                  <a:pos x="65" y="0"/>
                </a:cxn>
              </a:cxnLst>
              <a:rect l="0" t="0" r="r" b="b"/>
              <a:pathLst>
                <a:path w="72" h="338">
                  <a:moveTo>
                    <a:pt x="65" y="0"/>
                  </a:moveTo>
                  <a:lnTo>
                    <a:pt x="65" y="0"/>
                  </a:lnTo>
                  <a:lnTo>
                    <a:pt x="61" y="4"/>
                  </a:lnTo>
                  <a:lnTo>
                    <a:pt x="58" y="7"/>
                  </a:lnTo>
                  <a:lnTo>
                    <a:pt x="55" y="11"/>
                  </a:lnTo>
                  <a:lnTo>
                    <a:pt x="52" y="16"/>
                  </a:lnTo>
                  <a:lnTo>
                    <a:pt x="50" y="26"/>
                  </a:lnTo>
                  <a:lnTo>
                    <a:pt x="50" y="36"/>
                  </a:lnTo>
                  <a:lnTo>
                    <a:pt x="50" y="36"/>
                  </a:lnTo>
                  <a:lnTo>
                    <a:pt x="48" y="64"/>
                  </a:lnTo>
                  <a:lnTo>
                    <a:pt x="45" y="93"/>
                  </a:lnTo>
                  <a:lnTo>
                    <a:pt x="41" y="122"/>
                  </a:lnTo>
                  <a:lnTo>
                    <a:pt x="36" y="150"/>
                  </a:lnTo>
                  <a:lnTo>
                    <a:pt x="36" y="150"/>
                  </a:lnTo>
                  <a:lnTo>
                    <a:pt x="25" y="197"/>
                  </a:lnTo>
                  <a:lnTo>
                    <a:pt x="14" y="245"/>
                  </a:lnTo>
                  <a:lnTo>
                    <a:pt x="14" y="245"/>
                  </a:lnTo>
                  <a:lnTo>
                    <a:pt x="9" y="267"/>
                  </a:lnTo>
                  <a:lnTo>
                    <a:pt x="4" y="289"/>
                  </a:lnTo>
                  <a:lnTo>
                    <a:pt x="1" y="311"/>
                  </a:lnTo>
                  <a:lnTo>
                    <a:pt x="0" y="322"/>
                  </a:lnTo>
                  <a:lnTo>
                    <a:pt x="0" y="333"/>
                  </a:lnTo>
                  <a:lnTo>
                    <a:pt x="0" y="333"/>
                  </a:lnTo>
                  <a:lnTo>
                    <a:pt x="0" y="335"/>
                  </a:lnTo>
                  <a:lnTo>
                    <a:pt x="1" y="337"/>
                  </a:lnTo>
                  <a:lnTo>
                    <a:pt x="2" y="338"/>
                  </a:lnTo>
                  <a:lnTo>
                    <a:pt x="4" y="338"/>
                  </a:lnTo>
                  <a:lnTo>
                    <a:pt x="10" y="338"/>
                  </a:lnTo>
                  <a:lnTo>
                    <a:pt x="10" y="338"/>
                  </a:lnTo>
                  <a:lnTo>
                    <a:pt x="12" y="338"/>
                  </a:lnTo>
                  <a:lnTo>
                    <a:pt x="14" y="337"/>
                  </a:lnTo>
                  <a:lnTo>
                    <a:pt x="14" y="335"/>
                  </a:lnTo>
                  <a:lnTo>
                    <a:pt x="15" y="333"/>
                  </a:lnTo>
                  <a:lnTo>
                    <a:pt x="14" y="331"/>
                  </a:lnTo>
                  <a:lnTo>
                    <a:pt x="14" y="329"/>
                  </a:lnTo>
                  <a:lnTo>
                    <a:pt x="12" y="328"/>
                  </a:lnTo>
                  <a:lnTo>
                    <a:pt x="10" y="328"/>
                  </a:lnTo>
                  <a:lnTo>
                    <a:pt x="9" y="328"/>
                  </a:lnTo>
                  <a:lnTo>
                    <a:pt x="9" y="328"/>
                  </a:lnTo>
                  <a:lnTo>
                    <a:pt x="10" y="310"/>
                  </a:lnTo>
                  <a:lnTo>
                    <a:pt x="13" y="290"/>
                  </a:lnTo>
                  <a:lnTo>
                    <a:pt x="16" y="272"/>
                  </a:lnTo>
                  <a:lnTo>
                    <a:pt x="20" y="253"/>
                  </a:lnTo>
                  <a:lnTo>
                    <a:pt x="31" y="215"/>
                  </a:lnTo>
                  <a:lnTo>
                    <a:pt x="39" y="178"/>
                  </a:lnTo>
                  <a:lnTo>
                    <a:pt x="39" y="178"/>
                  </a:lnTo>
                  <a:lnTo>
                    <a:pt x="46" y="138"/>
                  </a:lnTo>
                  <a:lnTo>
                    <a:pt x="50" y="118"/>
                  </a:lnTo>
                  <a:lnTo>
                    <a:pt x="52" y="98"/>
                  </a:lnTo>
                  <a:lnTo>
                    <a:pt x="52" y="98"/>
                  </a:lnTo>
                  <a:lnTo>
                    <a:pt x="58" y="54"/>
                  </a:lnTo>
                  <a:lnTo>
                    <a:pt x="58" y="54"/>
                  </a:lnTo>
                  <a:lnTo>
                    <a:pt x="59" y="34"/>
                  </a:lnTo>
                  <a:lnTo>
                    <a:pt x="61" y="24"/>
                  </a:lnTo>
                  <a:lnTo>
                    <a:pt x="62" y="18"/>
                  </a:lnTo>
                  <a:lnTo>
                    <a:pt x="65" y="14"/>
                  </a:lnTo>
                  <a:lnTo>
                    <a:pt x="65" y="14"/>
                  </a:lnTo>
                  <a:lnTo>
                    <a:pt x="67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2" y="10"/>
                  </a:lnTo>
                  <a:lnTo>
                    <a:pt x="72" y="4"/>
                  </a:lnTo>
                  <a:lnTo>
                    <a:pt x="72" y="4"/>
                  </a:lnTo>
                  <a:lnTo>
                    <a:pt x="71" y="2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8" name="Freeform 263"/>
            <p:cNvSpPr/>
            <p:nvPr/>
          </p:nvSpPr>
          <p:spPr bwMode="auto">
            <a:xfrm>
              <a:off x="2309813" y="2203450"/>
              <a:ext cx="53975" cy="276225"/>
            </a:xfrm>
            <a:custGeom>
              <a:avLst/>
              <a:gdLst/>
              <a:ahLst/>
              <a:cxnLst>
                <a:cxn ang="0">
                  <a:pos x="104" y="4"/>
                </a:cxn>
                <a:cxn ang="0">
                  <a:pos x="103" y="1"/>
                </a:cxn>
                <a:cxn ang="0">
                  <a:pos x="100" y="0"/>
                </a:cxn>
                <a:cxn ang="0">
                  <a:pos x="97" y="1"/>
                </a:cxn>
                <a:cxn ang="0">
                  <a:pos x="95" y="4"/>
                </a:cxn>
                <a:cxn ang="0">
                  <a:pos x="94" y="16"/>
                </a:cxn>
                <a:cxn ang="0">
                  <a:pos x="90" y="42"/>
                </a:cxn>
                <a:cxn ang="0">
                  <a:pos x="89" y="55"/>
                </a:cxn>
                <a:cxn ang="0">
                  <a:pos x="89" y="103"/>
                </a:cxn>
                <a:cxn ang="0">
                  <a:pos x="87" y="120"/>
                </a:cxn>
                <a:cxn ang="0">
                  <a:pos x="62" y="234"/>
                </a:cxn>
                <a:cxn ang="0">
                  <a:pos x="52" y="273"/>
                </a:cxn>
                <a:cxn ang="0">
                  <a:pos x="32" y="341"/>
                </a:cxn>
                <a:cxn ang="0">
                  <a:pos x="17" y="391"/>
                </a:cxn>
                <a:cxn ang="0">
                  <a:pos x="14" y="409"/>
                </a:cxn>
                <a:cxn ang="0">
                  <a:pos x="12" y="437"/>
                </a:cxn>
                <a:cxn ang="0">
                  <a:pos x="10" y="465"/>
                </a:cxn>
                <a:cxn ang="0">
                  <a:pos x="9" y="478"/>
                </a:cxn>
                <a:cxn ang="0">
                  <a:pos x="9" y="497"/>
                </a:cxn>
                <a:cxn ang="0">
                  <a:pos x="5" y="508"/>
                </a:cxn>
                <a:cxn ang="0">
                  <a:pos x="1" y="513"/>
                </a:cxn>
                <a:cxn ang="0">
                  <a:pos x="0" y="516"/>
                </a:cxn>
                <a:cxn ang="0">
                  <a:pos x="2" y="519"/>
                </a:cxn>
                <a:cxn ang="0">
                  <a:pos x="5" y="520"/>
                </a:cxn>
                <a:cxn ang="0">
                  <a:pos x="8" y="519"/>
                </a:cxn>
                <a:cxn ang="0">
                  <a:pos x="13" y="513"/>
                </a:cxn>
                <a:cxn ang="0">
                  <a:pos x="18" y="502"/>
                </a:cxn>
                <a:cxn ang="0">
                  <a:pos x="18" y="494"/>
                </a:cxn>
                <a:cxn ang="0">
                  <a:pos x="22" y="433"/>
                </a:cxn>
                <a:cxn ang="0">
                  <a:pos x="24" y="413"/>
                </a:cxn>
                <a:cxn ang="0">
                  <a:pos x="31" y="376"/>
                </a:cxn>
                <a:cxn ang="0">
                  <a:pos x="47" y="321"/>
                </a:cxn>
                <a:cxn ang="0">
                  <a:pos x="59" y="285"/>
                </a:cxn>
                <a:cxn ang="0">
                  <a:pos x="79" y="203"/>
                </a:cxn>
                <a:cxn ang="0">
                  <a:pos x="96" y="122"/>
                </a:cxn>
                <a:cxn ang="0">
                  <a:pos x="98" y="92"/>
                </a:cxn>
                <a:cxn ang="0">
                  <a:pos x="98" y="62"/>
                </a:cxn>
                <a:cxn ang="0">
                  <a:pos x="101" y="33"/>
                </a:cxn>
                <a:cxn ang="0">
                  <a:pos x="104" y="4"/>
                </a:cxn>
              </a:cxnLst>
              <a:rect l="0" t="0" r="r" b="b"/>
              <a:pathLst>
                <a:path w="104" h="520">
                  <a:moveTo>
                    <a:pt x="104" y="4"/>
                  </a:move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7" y="1"/>
                  </a:lnTo>
                  <a:lnTo>
                    <a:pt x="95" y="2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4" y="16"/>
                  </a:lnTo>
                  <a:lnTo>
                    <a:pt x="92" y="30"/>
                  </a:lnTo>
                  <a:lnTo>
                    <a:pt x="90" y="42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90" y="88"/>
                  </a:lnTo>
                  <a:lnTo>
                    <a:pt x="89" y="103"/>
                  </a:lnTo>
                  <a:lnTo>
                    <a:pt x="87" y="120"/>
                  </a:lnTo>
                  <a:lnTo>
                    <a:pt x="87" y="120"/>
                  </a:lnTo>
                  <a:lnTo>
                    <a:pt x="71" y="196"/>
                  </a:lnTo>
                  <a:lnTo>
                    <a:pt x="62" y="234"/>
                  </a:lnTo>
                  <a:lnTo>
                    <a:pt x="52" y="273"/>
                  </a:lnTo>
                  <a:lnTo>
                    <a:pt x="52" y="273"/>
                  </a:lnTo>
                  <a:lnTo>
                    <a:pt x="42" y="307"/>
                  </a:lnTo>
                  <a:lnTo>
                    <a:pt x="32" y="341"/>
                  </a:lnTo>
                  <a:lnTo>
                    <a:pt x="21" y="375"/>
                  </a:lnTo>
                  <a:lnTo>
                    <a:pt x="17" y="391"/>
                  </a:lnTo>
                  <a:lnTo>
                    <a:pt x="14" y="409"/>
                  </a:lnTo>
                  <a:lnTo>
                    <a:pt x="14" y="409"/>
                  </a:lnTo>
                  <a:lnTo>
                    <a:pt x="13" y="423"/>
                  </a:lnTo>
                  <a:lnTo>
                    <a:pt x="12" y="437"/>
                  </a:lnTo>
                  <a:lnTo>
                    <a:pt x="11" y="451"/>
                  </a:lnTo>
                  <a:lnTo>
                    <a:pt x="10" y="465"/>
                  </a:lnTo>
                  <a:lnTo>
                    <a:pt x="10" y="465"/>
                  </a:lnTo>
                  <a:lnTo>
                    <a:pt x="9" y="478"/>
                  </a:lnTo>
                  <a:lnTo>
                    <a:pt x="10" y="490"/>
                  </a:lnTo>
                  <a:lnTo>
                    <a:pt x="9" y="497"/>
                  </a:lnTo>
                  <a:lnTo>
                    <a:pt x="8" y="502"/>
                  </a:lnTo>
                  <a:lnTo>
                    <a:pt x="5" y="508"/>
                  </a:lnTo>
                  <a:lnTo>
                    <a:pt x="1" y="513"/>
                  </a:lnTo>
                  <a:lnTo>
                    <a:pt x="1" y="513"/>
                  </a:lnTo>
                  <a:lnTo>
                    <a:pt x="0" y="514"/>
                  </a:lnTo>
                  <a:lnTo>
                    <a:pt x="0" y="516"/>
                  </a:lnTo>
                  <a:lnTo>
                    <a:pt x="1" y="518"/>
                  </a:lnTo>
                  <a:lnTo>
                    <a:pt x="2" y="519"/>
                  </a:lnTo>
                  <a:lnTo>
                    <a:pt x="3" y="520"/>
                  </a:lnTo>
                  <a:lnTo>
                    <a:pt x="5" y="520"/>
                  </a:lnTo>
                  <a:lnTo>
                    <a:pt x="6" y="520"/>
                  </a:lnTo>
                  <a:lnTo>
                    <a:pt x="8" y="519"/>
                  </a:lnTo>
                  <a:lnTo>
                    <a:pt x="8" y="519"/>
                  </a:lnTo>
                  <a:lnTo>
                    <a:pt x="13" y="513"/>
                  </a:lnTo>
                  <a:lnTo>
                    <a:pt x="16" y="508"/>
                  </a:lnTo>
                  <a:lnTo>
                    <a:pt x="18" y="502"/>
                  </a:lnTo>
                  <a:lnTo>
                    <a:pt x="18" y="494"/>
                  </a:lnTo>
                  <a:lnTo>
                    <a:pt x="18" y="494"/>
                  </a:lnTo>
                  <a:lnTo>
                    <a:pt x="20" y="463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24" y="413"/>
                  </a:lnTo>
                  <a:lnTo>
                    <a:pt x="27" y="394"/>
                  </a:lnTo>
                  <a:lnTo>
                    <a:pt x="31" y="376"/>
                  </a:lnTo>
                  <a:lnTo>
                    <a:pt x="36" y="357"/>
                  </a:lnTo>
                  <a:lnTo>
                    <a:pt x="47" y="321"/>
                  </a:lnTo>
                  <a:lnTo>
                    <a:pt x="59" y="285"/>
                  </a:lnTo>
                  <a:lnTo>
                    <a:pt x="59" y="285"/>
                  </a:lnTo>
                  <a:lnTo>
                    <a:pt x="69" y="245"/>
                  </a:lnTo>
                  <a:lnTo>
                    <a:pt x="79" y="203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8" y="107"/>
                  </a:lnTo>
                  <a:lnTo>
                    <a:pt x="98" y="92"/>
                  </a:lnTo>
                  <a:lnTo>
                    <a:pt x="98" y="62"/>
                  </a:lnTo>
                  <a:lnTo>
                    <a:pt x="98" y="62"/>
                  </a:lnTo>
                  <a:lnTo>
                    <a:pt x="99" y="47"/>
                  </a:lnTo>
                  <a:lnTo>
                    <a:pt x="101" y="33"/>
                  </a:lnTo>
                  <a:lnTo>
                    <a:pt x="103" y="18"/>
                  </a:lnTo>
                  <a:lnTo>
                    <a:pt x="104" y="4"/>
                  </a:lnTo>
                  <a:lnTo>
                    <a:pt x="10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9" name="Freeform 264"/>
            <p:cNvSpPr/>
            <p:nvPr/>
          </p:nvSpPr>
          <p:spPr bwMode="auto">
            <a:xfrm>
              <a:off x="2349500" y="2176463"/>
              <a:ext cx="61913" cy="349250"/>
            </a:xfrm>
            <a:custGeom>
              <a:avLst/>
              <a:gdLst/>
              <a:ahLst/>
              <a:cxnLst>
                <a:cxn ang="0">
                  <a:pos x="108" y="2"/>
                </a:cxn>
                <a:cxn ang="0">
                  <a:pos x="100" y="16"/>
                </a:cxn>
                <a:cxn ang="0">
                  <a:pos x="96" y="30"/>
                </a:cxn>
                <a:cxn ang="0">
                  <a:pos x="93" y="61"/>
                </a:cxn>
                <a:cxn ang="0">
                  <a:pos x="90" y="83"/>
                </a:cxn>
                <a:cxn ang="0">
                  <a:pos x="78" y="150"/>
                </a:cxn>
                <a:cxn ang="0">
                  <a:pos x="69" y="192"/>
                </a:cxn>
                <a:cxn ang="0">
                  <a:pos x="39" y="318"/>
                </a:cxn>
                <a:cxn ang="0">
                  <a:pos x="30" y="360"/>
                </a:cxn>
                <a:cxn ang="0">
                  <a:pos x="18" y="444"/>
                </a:cxn>
                <a:cxn ang="0">
                  <a:pos x="14" y="487"/>
                </a:cxn>
                <a:cxn ang="0">
                  <a:pos x="7" y="577"/>
                </a:cxn>
                <a:cxn ang="0">
                  <a:pos x="2" y="616"/>
                </a:cxn>
                <a:cxn ang="0">
                  <a:pos x="0" y="656"/>
                </a:cxn>
                <a:cxn ang="0">
                  <a:pos x="0" y="657"/>
                </a:cxn>
                <a:cxn ang="0">
                  <a:pos x="2" y="660"/>
                </a:cxn>
                <a:cxn ang="0">
                  <a:pos x="6" y="660"/>
                </a:cxn>
                <a:cxn ang="0">
                  <a:pos x="8" y="657"/>
                </a:cxn>
                <a:cxn ang="0">
                  <a:pos x="9" y="656"/>
                </a:cxn>
                <a:cxn ang="0">
                  <a:pos x="15" y="576"/>
                </a:cxn>
                <a:cxn ang="0">
                  <a:pos x="22" y="496"/>
                </a:cxn>
                <a:cxn ang="0">
                  <a:pos x="26" y="452"/>
                </a:cxn>
                <a:cxn ang="0">
                  <a:pos x="39" y="364"/>
                </a:cxn>
                <a:cxn ang="0">
                  <a:pos x="49" y="320"/>
                </a:cxn>
                <a:cxn ang="0">
                  <a:pos x="85" y="161"/>
                </a:cxn>
                <a:cxn ang="0">
                  <a:pos x="92" y="123"/>
                </a:cxn>
                <a:cxn ang="0">
                  <a:pos x="99" y="86"/>
                </a:cxn>
                <a:cxn ang="0">
                  <a:pos x="103" y="45"/>
                </a:cxn>
                <a:cxn ang="0">
                  <a:pos x="108" y="25"/>
                </a:cxn>
                <a:cxn ang="0">
                  <a:pos x="116" y="6"/>
                </a:cxn>
                <a:cxn ang="0">
                  <a:pos x="117" y="5"/>
                </a:cxn>
                <a:cxn ang="0">
                  <a:pos x="116" y="2"/>
                </a:cxn>
                <a:cxn ang="0">
                  <a:pos x="111" y="0"/>
                </a:cxn>
                <a:cxn ang="0">
                  <a:pos x="108" y="2"/>
                </a:cxn>
              </a:cxnLst>
              <a:rect l="0" t="0" r="r" b="b"/>
              <a:pathLst>
                <a:path w="117" h="660">
                  <a:moveTo>
                    <a:pt x="108" y="2"/>
                  </a:moveTo>
                  <a:lnTo>
                    <a:pt x="108" y="2"/>
                  </a:lnTo>
                  <a:lnTo>
                    <a:pt x="103" y="8"/>
                  </a:lnTo>
                  <a:lnTo>
                    <a:pt x="100" y="16"/>
                  </a:lnTo>
                  <a:lnTo>
                    <a:pt x="98" y="23"/>
                  </a:lnTo>
                  <a:lnTo>
                    <a:pt x="96" y="30"/>
                  </a:lnTo>
                  <a:lnTo>
                    <a:pt x="94" y="46"/>
                  </a:lnTo>
                  <a:lnTo>
                    <a:pt x="93" y="61"/>
                  </a:lnTo>
                  <a:lnTo>
                    <a:pt x="93" y="61"/>
                  </a:lnTo>
                  <a:lnTo>
                    <a:pt x="90" y="83"/>
                  </a:lnTo>
                  <a:lnTo>
                    <a:pt x="87" y="106"/>
                  </a:lnTo>
                  <a:lnTo>
                    <a:pt x="78" y="150"/>
                  </a:lnTo>
                  <a:lnTo>
                    <a:pt x="78" y="150"/>
                  </a:lnTo>
                  <a:lnTo>
                    <a:pt x="69" y="192"/>
                  </a:lnTo>
                  <a:lnTo>
                    <a:pt x="60" y="235"/>
                  </a:lnTo>
                  <a:lnTo>
                    <a:pt x="39" y="318"/>
                  </a:lnTo>
                  <a:lnTo>
                    <a:pt x="39" y="318"/>
                  </a:lnTo>
                  <a:lnTo>
                    <a:pt x="30" y="360"/>
                  </a:lnTo>
                  <a:lnTo>
                    <a:pt x="23" y="402"/>
                  </a:lnTo>
                  <a:lnTo>
                    <a:pt x="18" y="444"/>
                  </a:lnTo>
                  <a:lnTo>
                    <a:pt x="14" y="487"/>
                  </a:lnTo>
                  <a:lnTo>
                    <a:pt x="14" y="487"/>
                  </a:lnTo>
                  <a:lnTo>
                    <a:pt x="11" y="532"/>
                  </a:lnTo>
                  <a:lnTo>
                    <a:pt x="7" y="577"/>
                  </a:lnTo>
                  <a:lnTo>
                    <a:pt x="7" y="577"/>
                  </a:lnTo>
                  <a:lnTo>
                    <a:pt x="2" y="616"/>
                  </a:lnTo>
                  <a:lnTo>
                    <a:pt x="1" y="637"/>
                  </a:lnTo>
                  <a:lnTo>
                    <a:pt x="0" y="656"/>
                  </a:lnTo>
                  <a:lnTo>
                    <a:pt x="0" y="656"/>
                  </a:lnTo>
                  <a:lnTo>
                    <a:pt x="0" y="657"/>
                  </a:lnTo>
                  <a:lnTo>
                    <a:pt x="1" y="659"/>
                  </a:lnTo>
                  <a:lnTo>
                    <a:pt x="2" y="660"/>
                  </a:lnTo>
                  <a:lnTo>
                    <a:pt x="4" y="660"/>
                  </a:lnTo>
                  <a:lnTo>
                    <a:pt x="6" y="660"/>
                  </a:lnTo>
                  <a:lnTo>
                    <a:pt x="7" y="659"/>
                  </a:lnTo>
                  <a:lnTo>
                    <a:pt x="8" y="657"/>
                  </a:lnTo>
                  <a:lnTo>
                    <a:pt x="9" y="656"/>
                  </a:lnTo>
                  <a:lnTo>
                    <a:pt x="9" y="656"/>
                  </a:lnTo>
                  <a:lnTo>
                    <a:pt x="12" y="616"/>
                  </a:lnTo>
                  <a:lnTo>
                    <a:pt x="15" y="576"/>
                  </a:lnTo>
                  <a:lnTo>
                    <a:pt x="19" y="535"/>
                  </a:lnTo>
                  <a:lnTo>
                    <a:pt x="22" y="496"/>
                  </a:lnTo>
                  <a:lnTo>
                    <a:pt x="22" y="496"/>
                  </a:lnTo>
                  <a:lnTo>
                    <a:pt x="26" y="452"/>
                  </a:lnTo>
                  <a:lnTo>
                    <a:pt x="32" y="408"/>
                  </a:lnTo>
                  <a:lnTo>
                    <a:pt x="39" y="364"/>
                  </a:lnTo>
                  <a:lnTo>
                    <a:pt x="49" y="320"/>
                  </a:lnTo>
                  <a:lnTo>
                    <a:pt x="49" y="320"/>
                  </a:lnTo>
                  <a:lnTo>
                    <a:pt x="67" y="241"/>
                  </a:lnTo>
                  <a:lnTo>
                    <a:pt x="85" y="161"/>
                  </a:lnTo>
                  <a:lnTo>
                    <a:pt x="85" y="161"/>
                  </a:lnTo>
                  <a:lnTo>
                    <a:pt x="92" y="123"/>
                  </a:lnTo>
                  <a:lnTo>
                    <a:pt x="99" y="86"/>
                  </a:lnTo>
                  <a:lnTo>
                    <a:pt x="99" y="86"/>
                  </a:lnTo>
                  <a:lnTo>
                    <a:pt x="101" y="65"/>
                  </a:lnTo>
                  <a:lnTo>
                    <a:pt x="103" y="45"/>
                  </a:lnTo>
                  <a:lnTo>
                    <a:pt x="106" y="34"/>
                  </a:lnTo>
                  <a:lnTo>
                    <a:pt x="108" y="25"/>
                  </a:lnTo>
                  <a:lnTo>
                    <a:pt x="111" y="16"/>
                  </a:lnTo>
                  <a:lnTo>
                    <a:pt x="116" y="6"/>
                  </a:lnTo>
                  <a:lnTo>
                    <a:pt x="116" y="6"/>
                  </a:lnTo>
                  <a:lnTo>
                    <a:pt x="117" y="5"/>
                  </a:lnTo>
                  <a:lnTo>
                    <a:pt x="117" y="3"/>
                  </a:lnTo>
                  <a:lnTo>
                    <a:pt x="116" y="2"/>
                  </a:lnTo>
                  <a:lnTo>
                    <a:pt x="115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2"/>
                  </a:lnTo>
                  <a:lnTo>
                    <a:pt x="10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0" name="Freeform 265"/>
            <p:cNvSpPr/>
            <p:nvPr/>
          </p:nvSpPr>
          <p:spPr bwMode="auto">
            <a:xfrm>
              <a:off x="2386013" y="2193925"/>
              <a:ext cx="58738" cy="395288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94" y="49"/>
                </a:cxn>
                <a:cxn ang="0">
                  <a:pos x="89" y="93"/>
                </a:cxn>
                <a:cxn ang="0">
                  <a:pos x="88" y="142"/>
                </a:cxn>
                <a:cxn ang="0">
                  <a:pos x="85" y="190"/>
                </a:cxn>
                <a:cxn ang="0">
                  <a:pos x="81" y="216"/>
                </a:cxn>
                <a:cxn ang="0">
                  <a:pos x="73" y="268"/>
                </a:cxn>
                <a:cxn ang="0">
                  <a:pos x="54" y="343"/>
                </a:cxn>
                <a:cxn ang="0">
                  <a:pos x="41" y="394"/>
                </a:cxn>
                <a:cxn ang="0">
                  <a:pos x="30" y="438"/>
                </a:cxn>
                <a:cxn ang="0">
                  <a:pos x="24" y="484"/>
                </a:cxn>
                <a:cxn ang="0">
                  <a:pos x="16" y="576"/>
                </a:cxn>
                <a:cxn ang="0">
                  <a:pos x="13" y="618"/>
                </a:cxn>
                <a:cxn ang="0">
                  <a:pos x="12" y="628"/>
                </a:cxn>
                <a:cxn ang="0">
                  <a:pos x="8" y="648"/>
                </a:cxn>
                <a:cxn ang="0">
                  <a:pos x="7" y="657"/>
                </a:cxn>
                <a:cxn ang="0">
                  <a:pos x="7" y="705"/>
                </a:cxn>
                <a:cxn ang="0">
                  <a:pos x="6" y="715"/>
                </a:cxn>
                <a:cxn ang="0">
                  <a:pos x="1" y="735"/>
                </a:cxn>
                <a:cxn ang="0">
                  <a:pos x="0" y="745"/>
                </a:cxn>
                <a:cxn ang="0">
                  <a:pos x="1" y="748"/>
                </a:cxn>
                <a:cxn ang="0">
                  <a:pos x="5" y="749"/>
                </a:cxn>
                <a:cxn ang="0">
                  <a:pos x="10" y="747"/>
                </a:cxn>
                <a:cxn ang="0">
                  <a:pos x="10" y="745"/>
                </a:cxn>
                <a:cxn ang="0">
                  <a:pos x="13" y="729"/>
                </a:cxn>
                <a:cxn ang="0">
                  <a:pos x="16" y="713"/>
                </a:cxn>
                <a:cxn ang="0">
                  <a:pos x="17" y="701"/>
                </a:cxn>
                <a:cxn ang="0">
                  <a:pos x="16" y="662"/>
                </a:cxn>
                <a:cxn ang="0">
                  <a:pos x="17" y="655"/>
                </a:cxn>
                <a:cxn ang="0">
                  <a:pos x="21" y="633"/>
                </a:cxn>
                <a:cxn ang="0">
                  <a:pos x="23" y="609"/>
                </a:cxn>
                <a:cxn ang="0">
                  <a:pos x="25" y="585"/>
                </a:cxn>
                <a:cxn ang="0">
                  <a:pos x="34" y="481"/>
                </a:cxn>
                <a:cxn ang="0">
                  <a:pos x="43" y="430"/>
                </a:cxn>
                <a:cxn ang="0">
                  <a:pos x="54" y="379"/>
                </a:cxn>
                <a:cxn ang="0">
                  <a:pos x="66" y="335"/>
                </a:cxn>
                <a:cxn ang="0">
                  <a:pos x="86" y="245"/>
                </a:cxn>
                <a:cxn ang="0">
                  <a:pos x="93" y="200"/>
                </a:cxn>
                <a:cxn ang="0">
                  <a:pos x="97" y="151"/>
                </a:cxn>
                <a:cxn ang="0">
                  <a:pos x="99" y="102"/>
                </a:cxn>
                <a:cxn ang="0">
                  <a:pos x="100" y="78"/>
                </a:cxn>
                <a:cxn ang="0">
                  <a:pos x="108" y="29"/>
                </a:cxn>
                <a:cxn ang="0">
                  <a:pos x="111" y="5"/>
                </a:cxn>
                <a:cxn ang="0">
                  <a:pos x="110" y="1"/>
                </a:cxn>
                <a:cxn ang="0">
                  <a:pos x="107" y="0"/>
                </a:cxn>
                <a:cxn ang="0">
                  <a:pos x="102" y="3"/>
                </a:cxn>
                <a:cxn ang="0">
                  <a:pos x="102" y="5"/>
                </a:cxn>
              </a:cxnLst>
              <a:rect l="0" t="0" r="r" b="b"/>
              <a:pathLst>
                <a:path w="111" h="749">
                  <a:moveTo>
                    <a:pt x="102" y="5"/>
                  </a:moveTo>
                  <a:lnTo>
                    <a:pt x="102" y="5"/>
                  </a:lnTo>
                  <a:lnTo>
                    <a:pt x="99" y="27"/>
                  </a:lnTo>
                  <a:lnTo>
                    <a:pt x="94" y="49"/>
                  </a:lnTo>
                  <a:lnTo>
                    <a:pt x="91" y="71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88" y="142"/>
                  </a:lnTo>
                  <a:lnTo>
                    <a:pt x="87" y="167"/>
                  </a:lnTo>
                  <a:lnTo>
                    <a:pt x="85" y="190"/>
                  </a:lnTo>
                  <a:lnTo>
                    <a:pt x="85" y="190"/>
                  </a:lnTo>
                  <a:lnTo>
                    <a:pt x="81" y="216"/>
                  </a:lnTo>
                  <a:lnTo>
                    <a:pt x="77" y="242"/>
                  </a:lnTo>
                  <a:lnTo>
                    <a:pt x="73" y="268"/>
                  </a:lnTo>
                  <a:lnTo>
                    <a:pt x="66" y="293"/>
                  </a:lnTo>
                  <a:lnTo>
                    <a:pt x="54" y="343"/>
                  </a:lnTo>
                  <a:lnTo>
                    <a:pt x="41" y="394"/>
                  </a:lnTo>
                  <a:lnTo>
                    <a:pt x="41" y="394"/>
                  </a:lnTo>
                  <a:lnTo>
                    <a:pt x="36" y="416"/>
                  </a:lnTo>
                  <a:lnTo>
                    <a:pt x="30" y="438"/>
                  </a:lnTo>
                  <a:lnTo>
                    <a:pt x="27" y="461"/>
                  </a:lnTo>
                  <a:lnTo>
                    <a:pt x="24" y="484"/>
                  </a:lnTo>
                  <a:lnTo>
                    <a:pt x="19" y="530"/>
                  </a:lnTo>
                  <a:lnTo>
                    <a:pt x="16" y="576"/>
                  </a:lnTo>
                  <a:lnTo>
                    <a:pt x="16" y="576"/>
                  </a:lnTo>
                  <a:lnTo>
                    <a:pt x="13" y="618"/>
                  </a:lnTo>
                  <a:lnTo>
                    <a:pt x="13" y="618"/>
                  </a:lnTo>
                  <a:lnTo>
                    <a:pt x="12" y="628"/>
                  </a:lnTo>
                  <a:lnTo>
                    <a:pt x="10" y="638"/>
                  </a:lnTo>
                  <a:lnTo>
                    <a:pt x="8" y="648"/>
                  </a:lnTo>
                  <a:lnTo>
                    <a:pt x="7" y="657"/>
                  </a:lnTo>
                  <a:lnTo>
                    <a:pt x="7" y="657"/>
                  </a:lnTo>
                  <a:lnTo>
                    <a:pt x="7" y="681"/>
                  </a:lnTo>
                  <a:lnTo>
                    <a:pt x="7" y="705"/>
                  </a:lnTo>
                  <a:lnTo>
                    <a:pt x="7" y="705"/>
                  </a:lnTo>
                  <a:lnTo>
                    <a:pt x="6" y="715"/>
                  </a:lnTo>
                  <a:lnTo>
                    <a:pt x="3" y="724"/>
                  </a:lnTo>
                  <a:lnTo>
                    <a:pt x="1" y="735"/>
                  </a:lnTo>
                  <a:lnTo>
                    <a:pt x="0" y="745"/>
                  </a:lnTo>
                  <a:lnTo>
                    <a:pt x="0" y="745"/>
                  </a:lnTo>
                  <a:lnTo>
                    <a:pt x="0" y="747"/>
                  </a:lnTo>
                  <a:lnTo>
                    <a:pt x="1" y="748"/>
                  </a:lnTo>
                  <a:lnTo>
                    <a:pt x="2" y="749"/>
                  </a:lnTo>
                  <a:lnTo>
                    <a:pt x="5" y="749"/>
                  </a:lnTo>
                  <a:lnTo>
                    <a:pt x="8" y="748"/>
                  </a:lnTo>
                  <a:lnTo>
                    <a:pt x="10" y="747"/>
                  </a:lnTo>
                  <a:lnTo>
                    <a:pt x="10" y="745"/>
                  </a:lnTo>
                  <a:lnTo>
                    <a:pt x="10" y="745"/>
                  </a:lnTo>
                  <a:lnTo>
                    <a:pt x="11" y="737"/>
                  </a:lnTo>
                  <a:lnTo>
                    <a:pt x="13" y="729"/>
                  </a:lnTo>
                  <a:lnTo>
                    <a:pt x="15" y="721"/>
                  </a:lnTo>
                  <a:lnTo>
                    <a:pt x="16" y="713"/>
                  </a:lnTo>
                  <a:lnTo>
                    <a:pt x="16" y="713"/>
                  </a:lnTo>
                  <a:lnTo>
                    <a:pt x="17" y="701"/>
                  </a:lnTo>
                  <a:lnTo>
                    <a:pt x="17" y="688"/>
                  </a:lnTo>
                  <a:lnTo>
                    <a:pt x="16" y="662"/>
                  </a:lnTo>
                  <a:lnTo>
                    <a:pt x="16" y="662"/>
                  </a:lnTo>
                  <a:lnTo>
                    <a:pt x="17" y="655"/>
                  </a:lnTo>
                  <a:lnTo>
                    <a:pt x="18" y="648"/>
                  </a:lnTo>
                  <a:lnTo>
                    <a:pt x="21" y="633"/>
                  </a:lnTo>
                  <a:lnTo>
                    <a:pt x="21" y="633"/>
                  </a:lnTo>
                  <a:lnTo>
                    <a:pt x="23" y="609"/>
                  </a:lnTo>
                  <a:lnTo>
                    <a:pt x="25" y="585"/>
                  </a:lnTo>
                  <a:lnTo>
                    <a:pt x="25" y="585"/>
                  </a:lnTo>
                  <a:lnTo>
                    <a:pt x="29" y="532"/>
                  </a:lnTo>
                  <a:lnTo>
                    <a:pt x="34" y="481"/>
                  </a:lnTo>
                  <a:lnTo>
                    <a:pt x="39" y="456"/>
                  </a:lnTo>
                  <a:lnTo>
                    <a:pt x="43" y="430"/>
                  </a:lnTo>
                  <a:lnTo>
                    <a:pt x="48" y="404"/>
                  </a:lnTo>
                  <a:lnTo>
                    <a:pt x="54" y="379"/>
                  </a:lnTo>
                  <a:lnTo>
                    <a:pt x="54" y="379"/>
                  </a:lnTo>
                  <a:lnTo>
                    <a:pt x="66" y="335"/>
                  </a:lnTo>
                  <a:lnTo>
                    <a:pt x="77" y="289"/>
                  </a:lnTo>
                  <a:lnTo>
                    <a:pt x="86" y="245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5" y="175"/>
                  </a:lnTo>
                  <a:lnTo>
                    <a:pt x="97" y="151"/>
                  </a:lnTo>
                  <a:lnTo>
                    <a:pt x="99" y="102"/>
                  </a:lnTo>
                  <a:lnTo>
                    <a:pt x="99" y="102"/>
                  </a:lnTo>
                  <a:lnTo>
                    <a:pt x="99" y="90"/>
                  </a:lnTo>
                  <a:lnTo>
                    <a:pt x="100" y="78"/>
                  </a:lnTo>
                  <a:lnTo>
                    <a:pt x="104" y="54"/>
                  </a:lnTo>
                  <a:lnTo>
                    <a:pt x="108" y="29"/>
                  </a:lnTo>
                  <a:lnTo>
                    <a:pt x="111" y="5"/>
                  </a:lnTo>
                  <a:lnTo>
                    <a:pt x="111" y="5"/>
                  </a:lnTo>
                  <a:lnTo>
                    <a:pt x="111" y="3"/>
                  </a:lnTo>
                  <a:lnTo>
                    <a:pt x="110" y="1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4" y="1"/>
                  </a:lnTo>
                  <a:lnTo>
                    <a:pt x="102" y="3"/>
                  </a:lnTo>
                  <a:lnTo>
                    <a:pt x="102" y="5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1" name="Freeform 266"/>
            <p:cNvSpPr/>
            <p:nvPr/>
          </p:nvSpPr>
          <p:spPr bwMode="auto">
            <a:xfrm>
              <a:off x="2413000" y="2193925"/>
              <a:ext cx="79375" cy="442913"/>
            </a:xfrm>
            <a:custGeom>
              <a:avLst/>
              <a:gdLst/>
              <a:ahLst/>
              <a:cxnLst>
                <a:cxn ang="0">
                  <a:pos x="139" y="5"/>
                </a:cxn>
                <a:cxn ang="0">
                  <a:pos x="135" y="30"/>
                </a:cxn>
                <a:cxn ang="0">
                  <a:pos x="128" y="56"/>
                </a:cxn>
                <a:cxn ang="0">
                  <a:pos x="116" y="93"/>
                </a:cxn>
                <a:cxn ang="0">
                  <a:pos x="113" y="106"/>
                </a:cxn>
                <a:cxn ang="0">
                  <a:pos x="106" y="155"/>
                </a:cxn>
                <a:cxn ang="0">
                  <a:pos x="102" y="206"/>
                </a:cxn>
                <a:cxn ang="0">
                  <a:pos x="95" y="257"/>
                </a:cxn>
                <a:cxn ang="0">
                  <a:pos x="85" y="309"/>
                </a:cxn>
                <a:cxn ang="0">
                  <a:pos x="77" y="337"/>
                </a:cxn>
                <a:cxn ang="0">
                  <a:pos x="62" y="392"/>
                </a:cxn>
                <a:cxn ang="0">
                  <a:pos x="56" y="420"/>
                </a:cxn>
                <a:cxn ang="0">
                  <a:pos x="36" y="532"/>
                </a:cxn>
                <a:cxn ang="0">
                  <a:pos x="19" y="646"/>
                </a:cxn>
                <a:cxn ang="0">
                  <a:pos x="7" y="719"/>
                </a:cxn>
                <a:cxn ang="0">
                  <a:pos x="6" y="744"/>
                </a:cxn>
                <a:cxn ang="0">
                  <a:pos x="3" y="788"/>
                </a:cxn>
                <a:cxn ang="0">
                  <a:pos x="0" y="834"/>
                </a:cxn>
                <a:cxn ang="0">
                  <a:pos x="0" y="835"/>
                </a:cxn>
                <a:cxn ang="0">
                  <a:pos x="3" y="838"/>
                </a:cxn>
                <a:cxn ang="0">
                  <a:pos x="6" y="838"/>
                </a:cxn>
                <a:cxn ang="0">
                  <a:pos x="9" y="835"/>
                </a:cxn>
                <a:cxn ang="0">
                  <a:pos x="9" y="834"/>
                </a:cxn>
                <a:cxn ang="0">
                  <a:pos x="12" y="792"/>
                </a:cxn>
                <a:cxn ang="0">
                  <a:pos x="15" y="752"/>
                </a:cxn>
                <a:cxn ang="0">
                  <a:pos x="18" y="721"/>
                </a:cxn>
                <a:cxn ang="0">
                  <a:pos x="26" y="660"/>
                </a:cxn>
                <a:cxn ang="0">
                  <a:pos x="31" y="629"/>
                </a:cxn>
                <a:cxn ang="0">
                  <a:pos x="58" y="461"/>
                </a:cxn>
                <a:cxn ang="0">
                  <a:pos x="68" y="405"/>
                </a:cxn>
                <a:cxn ang="0">
                  <a:pos x="82" y="353"/>
                </a:cxn>
                <a:cxn ang="0">
                  <a:pos x="96" y="304"/>
                </a:cxn>
                <a:cxn ang="0">
                  <a:pos x="101" y="279"/>
                </a:cxn>
                <a:cxn ang="0">
                  <a:pos x="112" y="206"/>
                </a:cxn>
                <a:cxn ang="0">
                  <a:pos x="115" y="179"/>
                </a:cxn>
                <a:cxn ang="0">
                  <a:pos x="120" y="126"/>
                </a:cxn>
                <a:cxn ang="0">
                  <a:pos x="124" y="100"/>
                </a:cxn>
                <a:cxn ang="0">
                  <a:pos x="130" y="76"/>
                </a:cxn>
                <a:cxn ang="0">
                  <a:pos x="142" y="42"/>
                </a:cxn>
                <a:cxn ang="0">
                  <a:pos x="147" y="18"/>
                </a:cxn>
                <a:cxn ang="0">
                  <a:pos x="149" y="5"/>
                </a:cxn>
                <a:cxn ang="0">
                  <a:pos x="147" y="1"/>
                </a:cxn>
                <a:cxn ang="0">
                  <a:pos x="144" y="0"/>
                </a:cxn>
                <a:cxn ang="0">
                  <a:pos x="140" y="1"/>
                </a:cxn>
                <a:cxn ang="0">
                  <a:pos x="139" y="5"/>
                </a:cxn>
              </a:cxnLst>
              <a:rect l="0" t="0" r="r" b="b"/>
              <a:pathLst>
                <a:path w="149" h="838">
                  <a:moveTo>
                    <a:pt x="139" y="5"/>
                  </a:moveTo>
                  <a:lnTo>
                    <a:pt x="139" y="5"/>
                  </a:lnTo>
                  <a:lnTo>
                    <a:pt x="137" y="18"/>
                  </a:lnTo>
                  <a:lnTo>
                    <a:pt x="135" y="30"/>
                  </a:lnTo>
                  <a:lnTo>
                    <a:pt x="131" y="44"/>
                  </a:lnTo>
                  <a:lnTo>
                    <a:pt x="128" y="56"/>
                  </a:lnTo>
                  <a:lnTo>
                    <a:pt x="120" y="81"/>
                  </a:lnTo>
                  <a:lnTo>
                    <a:pt x="116" y="93"/>
                  </a:lnTo>
                  <a:lnTo>
                    <a:pt x="113" y="106"/>
                  </a:lnTo>
                  <a:lnTo>
                    <a:pt x="113" y="106"/>
                  </a:lnTo>
                  <a:lnTo>
                    <a:pt x="109" y="130"/>
                  </a:lnTo>
                  <a:lnTo>
                    <a:pt x="106" y="155"/>
                  </a:lnTo>
                  <a:lnTo>
                    <a:pt x="102" y="206"/>
                  </a:lnTo>
                  <a:lnTo>
                    <a:pt x="102" y="206"/>
                  </a:lnTo>
                  <a:lnTo>
                    <a:pt x="99" y="232"/>
                  </a:lnTo>
                  <a:lnTo>
                    <a:pt x="95" y="257"/>
                  </a:lnTo>
                  <a:lnTo>
                    <a:pt x="90" y="283"/>
                  </a:lnTo>
                  <a:lnTo>
                    <a:pt x="85" y="309"/>
                  </a:lnTo>
                  <a:lnTo>
                    <a:pt x="85" y="309"/>
                  </a:lnTo>
                  <a:lnTo>
                    <a:pt x="77" y="337"/>
                  </a:lnTo>
                  <a:lnTo>
                    <a:pt x="69" y="364"/>
                  </a:lnTo>
                  <a:lnTo>
                    <a:pt x="62" y="392"/>
                  </a:lnTo>
                  <a:lnTo>
                    <a:pt x="56" y="420"/>
                  </a:lnTo>
                  <a:lnTo>
                    <a:pt x="56" y="420"/>
                  </a:lnTo>
                  <a:lnTo>
                    <a:pt x="45" y="476"/>
                  </a:lnTo>
                  <a:lnTo>
                    <a:pt x="36" y="532"/>
                  </a:lnTo>
                  <a:lnTo>
                    <a:pt x="19" y="646"/>
                  </a:lnTo>
                  <a:lnTo>
                    <a:pt x="19" y="646"/>
                  </a:lnTo>
                  <a:lnTo>
                    <a:pt x="10" y="694"/>
                  </a:lnTo>
                  <a:lnTo>
                    <a:pt x="7" y="719"/>
                  </a:lnTo>
                  <a:lnTo>
                    <a:pt x="6" y="744"/>
                  </a:lnTo>
                  <a:lnTo>
                    <a:pt x="6" y="744"/>
                  </a:lnTo>
                  <a:lnTo>
                    <a:pt x="5" y="767"/>
                  </a:lnTo>
                  <a:lnTo>
                    <a:pt x="3" y="788"/>
                  </a:lnTo>
                  <a:lnTo>
                    <a:pt x="1" y="811"/>
                  </a:lnTo>
                  <a:lnTo>
                    <a:pt x="0" y="834"/>
                  </a:lnTo>
                  <a:lnTo>
                    <a:pt x="0" y="834"/>
                  </a:lnTo>
                  <a:lnTo>
                    <a:pt x="0" y="835"/>
                  </a:lnTo>
                  <a:lnTo>
                    <a:pt x="1" y="837"/>
                  </a:lnTo>
                  <a:lnTo>
                    <a:pt x="3" y="838"/>
                  </a:lnTo>
                  <a:lnTo>
                    <a:pt x="4" y="838"/>
                  </a:lnTo>
                  <a:lnTo>
                    <a:pt x="6" y="838"/>
                  </a:lnTo>
                  <a:lnTo>
                    <a:pt x="8" y="837"/>
                  </a:lnTo>
                  <a:lnTo>
                    <a:pt x="9" y="835"/>
                  </a:lnTo>
                  <a:lnTo>
                    <a:pt x="9" y="834"/>
                  </a:lnTo>
                  <a:lnTo>
                    <a:pt x="9" y="834"/>
                  </a:lnTo>
                  <a:lnTo>
                    <a:pt x="10" y="813"/>
                  </a:lnTo>
                  <a:lnTo>
                    <a:pt x="12" y="792"/>
                  </a:lnTo>
                  <a:lnTo>
                    <a:pt x="14" y="773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8" y="721"/>
                  </a:lnTo>
                  <a:lnTo>
                    <a:pt x="21" y="690"/>
                  </a:lnTo>
                  <a:lnTo>
                    <a:pt x="26" y="660"/>
                  </a:lnTo>
                  <a:lnTo>
                    <a:pt x="31" y="629"/>
                  </a:lnTo>
                  <a:lnTo>
                    <a:pt x="31" y="629"/>
                  </a:lnTo>
                  <a:lnTo>
                    <a:pt x="49" y="517"/>
                  </a:lnTo>
                  <a:lnTo>
                    <a:pt x="58" y="461"/>
                  </a:lnTo>
                  <a:lnTo>
                    <a:pt x="68" y="405"/>
                  </a:lnTo>
                  <a:lnTo>
                    <a:pt x="68" y="405"/>
                  </a:lnTo>
                  <a:lnTo>
                    <a:pt x="74" y="379"/>
                  </a:lnTo>
                  <a:lnTo>
                    <a:pt x="82" y="353"/>
                  </a:lnTo>
                  <a:lnTo>
                    <a:pt x="89" y="329"/>
                  </a:lnTo>
                  <a:lnTo>
                    <a:pt x="96" y="304"/>
                  </a:lnTo>
                  <a:lnTo>
                    <a:pt x="96" y="304"/>
                  </a:lnTo>
                  <a:lnTo>
                    <a:pt x="101" y="279"/>
                  </a:lnTo>
                  <a:lnTo>
                    <a:pt x="105" y="255"/>
                  </a:lnTo>
                  <a:lnTo>
                    <a:pt x="112" y="206"/>
                  </a:lnTo>
                  <a:lnTo>
                    <a:pt x="112" y="206"/>
                  </a:lnTo>
                  <a:lnTo>
                    <a:pt x="115" y="179"/>
                  </a:lnTo>
                  <a:lnTo>
                    <a:pt x="117" y="153"/>
                  </a:lnTo>
                  <a:lnTo>
                    <a:pt x="120" y="126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6" y="88"/>
                  </a:lnTo>
                  <a:lnTo>
                    <a:pt x="130" y="76"/>
                  </a:lnTo>
                  <a:lnTo>
                    <a:pt x="137" y="53"/>
                  </a:lnTo>
                  <a:lnTo>
                    <a:pt x="142" y="42"/>
                  </a:lnTo>
                  <a:lnTo>
                    <a:pt x="145" y="29"/>
                  </a:lnTo>
                  <a:lnTo>
                    <a:pt x="147" y="18"/>
                  </a:lnTo>
                  <a:lnTo>
                    <a:pt x="149" y="5"/>
                  </a:lnTo>
                  <a:lnTo>
                    <a:pt x="149" y="5"/>
                  </a:lnTo>
                  <a:lnTo>
                    <a:pt x="148" y="3"/>
                  </a:lnTo>
                  <a:lnTo>
                    <a:pt x="147" y="1"/>
                  </a:lnTo>
                  <a:lnTo>
                    <a:pt x="146" y="1"/>
                  </a:lnTo>
                  <a:lnTo>
                    <a:pt x="144" y="0"/>
                  </a:lnTo>
                  <a:lnTo>
                    <a:pt x="143" y="1"/>
                  </a:lnTo>
                  <a:lnTo>
                    <a:pt x="140" y="1"/>
                  </a:lnTo>
                  <a:lnTo>
                    <a:pt x="139" y="3"/>
                  </a:lnTo>
                  <a:lnTo>
                    <a:pt x="139" y="5"/>
                  </a:lnTo>
                  <a:lnTo>
                    <a:pt x="13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2" name="Freeform 267"/>
            <p:cNvSpPr/>
            <p:nvPr/>
          </p:nvSpPr>
          <p:spPr bwMode="auto">
            <a:xfrm>
              <a:off x="2476500" y="2239963"/>
              <a:ext cx="38100" cy="149225"/>
            </a:xfrm>
            <a:custGeom>
              <a:avLst/>
              <a:gdLst/>
              <a:ahLst/>
              <a:cxnLst>
                <a:cxn ang="0">
                  <a:pos x="65" y="1"/>
                </a:cxn>
                <a:cxn ang="0">
                  <a:pos x="65" y="1"/>
                </a:cxn>
                <a:cxn ang="0">
                  <a:pos x="56" y="13"/>
                </a:cxn>
                <a:cxn ang="0">
                  <a:pos x="48" y="26"/>
                </a:cxn>
                <a:cxn ang="0">
                  <a:pos x="42" y="39"/>
                </a:cxn>
                <a:cxn ang="0">
                  <a:pos x="38" y="53"/>
                </a:cxn>
                <a:cxn ang="0">
                  <a:pos x="35" y="67"/>
                </a:cxn>
                <a:cxn ang="0">
                  <a:pos x="32" y="82"/>
                </a:cxn>
                <a:cxn ang="0">
                  <a:pos x="29" y="111"/>
                </a:cxn>
                <a:cxn ang="0">
                  <a:pos x="29" y="111"/>
                </a:cxn>
                <a:cxn ang="0">
                  <a:pos x="26" y="132"/>
                </a:cxn>
                <a:cxn ang="0">
                  <a:pos x="22" y="153"/>
                </a:cxn>
                <a:cxn ang="0">
                  <a:pos x="12" y="193"/>
                </a:cxn>
                <a:cxn ang="0">
                  <a:pos x="8" y="214"/>
                </a:cxn>
                <a:cxn ang="0">
                  <a:pos x="4" y="235"/>
                </a:cxn>
                <a:cxn ang="0">
                  <a:pos x="1" y="255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1" y="279"/>
                </a:cxn>
                <a:cxn ang="0">
                  <a:pos x="2" y="280"/>
                </a:cxn>
                <a:cxn ang="0">
                  <a:pos x="3" y="281"/>
                </a:cxn>
                <a:cxn ang="0">
                  <a:pos x="5" y="281"/>
                </a:cxn>
                <a:cxn ang="0">
                  <a:pos x="6" y="281"/>
                </a:cxn>
                <a:cxn ang="0">
                  <a:pos x="8" y="280"/>
                </a:cxn>
                <a:cxn ang="0">
                  <a:pos x="9" y="279"/>
                </a:cxn>
                <a:cxn ang="0">
                  <a:pos x="9" y="277"/>
                </a:cxn>
                <a:cxn ang="0">
                  <a:pos x="9" y="277"/>
                </a:cxn>
                <a:cxn ang="0">
                  <a:pos x="10" y="258"/>
                </a:cxn>
                <a:cxn ang="0">
                  <a:pos x="12" y="240"/>
                </a:cxn>
                <a:cxn ang="0">
                  <a:pos x="14" y="222"/>
                </a:cxn>
                <a:cxn ang="0">
                  <a:pos x="18" y="204"/>
                </a:cxn>
                <a:cxn ang="0">
                  <a:pos x="18" y="204"/>
                </a:cxn>
                <a:cxn ang="0">
                  <a:pos x="23" y="186"/>
                </a:cxn>
                <a:cxn ang="0">
                  <a:pos x="28" y="168"/>
                </a:cxn>
                <a:cxn ang="0">
                  <a:pos x="32" y="150"/>
                </a:cxn>
                <a:cxn ang="0">
                  <a:pos x="35" y="132"/>
                </a:cxn>
                <a:cxn ang="0">
                  <a:pos x="35" y="132"/>
                </a:cxn>
                <a:cxn ang="0">
                  <a:pos x="39" y="99"/>
                </a:cxn>
                <a:cxn ang="0">
                  <a:pos x="41" y="83"/>
                </a:cxn>
                <a:cxn ang="0">
                  <a:pos x="44" y="67"/>
                </a:cxn>
                <a:cxn ang="0">
                  <a:pos x="48" y="51"/>
                </a:cxn>
                <a:cxn ang="0">
                  <a:pos x="54" y="35"/>
                </a:cxn>
                <a:cxn ang="0">
                  <a:pos x="57" y="28"/>
                </a:cxn>
                <a:cxn ang="0">
                  <a:pos x="61" y="21"/>
                </a:cxn>
                <a:cxn ang="0">
                  <a:pos x="66" y="14"/>
                </a:cxn>
                <a:cxn ang="0">
                  <a:pos x="71" y="8"/>
                </a:cxn>
                <a:cxn ang="0">
                  <a:pos x="71" y="8"/>
                </a:cxn>
                <a:cxn ang="0">
                  <a:pos x="72" y="6"/>
                </a:cxn>
                <a:cxn ang="0">
                  <a:pos x="72" y="4"/>
                </a:cxn>
                <a:cxn ang="0">
                  <a:pos x="72" y="3"/>
                </a:cxn>
                <a:cxn ang="0">
                  <a:pos x="71" y="1"/>
                </a:cxn>
                <a:cxn ang="0">
                  <a:pos x="70" y="0"/>
                </a:cxn>
                <a:cxn ang="0">
                  <a:pos x="68" y="0"/>
                </a:cxn>
                <a:cxn ang="0">
                  <a:pos x="66" y="0"/>
                </a:cxn>
                <a:cxn ang="0">
                  <a:pos x="65" y="1"/>
                </a:cxn>
                <a:cxn ang="0">
                  <a:pos x="65" y="1"/>
                </a:cxn>
              </a:cxnLst>
              <a:rect l="0" t="0" r="r" b="b"/>
              <a:pathLst>
                <a:path w="72" h="281">
                  <a:moveTo>
                    <a:pt x="65" y="1"/>
                  </a:moveTo>
                  <a:lnTo>
                    <a:pt x="65" y="1"/>
                  </a:lnTo>
                  <a:lnTo>
                    <a:pt x="56" y="13"/>
                  </a:lnTo>
                  <a:lnTo>
                    <a:pt x="48" y="26"/>
                  </a:lnTo>
                  <a:lnTo>
                    <a:pt x="42" y="39"/>
                  </a:lnTo>
                  <a:lnTo>
                    <a:pt x="38" y="53"/>
                  </a:lnTo>
                  <a:lnTo>
                    <a:pt x="35" y="67"/>
                  </a:lnTo>
                  <a:lnTo>
                    <a:pt x="32" y="82"/>
                  </a:lnTo>
                  <a:lnTo>
                    <a:pt x="29" y="111"/>
                  </a:lnTo>
                  <a:lnTo>
                    <a:pt x="29" y="111"/>
                  </a:lnTo>
                  <a:lnTo>
                    <a:pt x="26" y="132"/>
                  </a:lnTo>
                  <a:lnTo>
                    <a:pt x="22" y="153"/>
                  </a:lnTo>
                  <a:lnTo>
                    <a:pt x="12" y="193"/>
                  </a:lnTo>
                  <a:lnTo>
                    <a:pt x="8" y="214"/>
                  </a:lnTo>
                  <a:lnTo>
                    <a:pt x="4" y="235"/>
                  </a:lnTo>
                  <a:lnTo>
                    <a:pt x="1" y="255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1" y="279"/>
                  </a:lnTo>
                  <a:lnTo>
                    <a:pt x="2" y="280"/>
                  </a:lnTo>
                  <a:lnTo>
                    <a:pt x="3" y="281"/>
                  </a:lnTo>
                  <a:lnTo>
                    <a:pt x="5" y="281"/>
                  </a:lnTo>
                  <a:lnTo>
                    <a:pt x="6" y="281"/>
                  </a:lnTo>
                  <a:lnTo>
                    <a:pt x="8" y="280"/>
                  </a:lnTo>
                  <a:lnTo>
                    <a:pt x="9" y="279"/>
                  </a:lnTo>
                  <a:lnTo>
                    <a:pt x="9" y="277"/>
                  </a:lnTo>
                  <a:lnTo>
                    <a:pt x="9" y="277"/>
                  </a:lnTo>
                  <a:lnTo>
                    <a:pt x="10" y="258"/>
                  </a:lnTo>
                  <a:lnTo>
                    <a:pt x="12" y="240"/>
                  </a:lnTo>
                  <a:lnTo>
                    <a:pt x="14" y="222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23" y="186"/>
                  </a:lnTo>
                  <a:lnTo>
                    <a:pt x="28" y="168"/>
                  </a:lnTo>
                  <a:lnTo>
                    <a:pt x="32" y="150"/>
                  </a:lnTo>
                  <a:lnTo>
                    <a:pt x="35" y="132"/>
                  </a:lnTo>
                  <a:lnTo>
                    <a:pt x="35" y="132"/>
                  </a:lnTo>
                  <a:lnTo>
                    <a:pt x="39" y="99"/>
                  </a:lnTo>
                  <a:lnTo>
                    <a:pt x="41" y="83"/>
                  </a:lnTo>
                  <a:lnTo>
                    <a:pt x="44" y="67"/>
                  </a:lnTo>
                  <a:lnTo>
                    <a:pt x="48" y="51"/>
                  </a:lnTo>
                  <a:lnTo>
                    <a:pt x="54" y="35"/>
                  </a:lnTo>
                  <a:lnTo>
                    <a:pt x="57" y="28"/>
                  </a:lnTo>
                  <a:lnTo>
                    <a:pt x="61" y="21"/>
                  </a:lnTo>
                  <a:lnTo>
                    <a:pt x="66" y="14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72" y="6"/>
                  </a:lnTo>
                  <a:lnTo>
                    <a:pt x="72" y="4"/>
                  </a:lnTo>
                  <a:lnTo>
                    <a:pt x="72" y="3"/>
                  </a:lnTo>
                  <a:lnTo>
                    <a:pt x="71" y="1"/>
                  </a:lnTo>
                  <a:lnTo>
                    <a:pt x="70" y="0"/>
                  </a:lnTo>
                  <a:lnTo>
                    <a:pt x="68" y="0"/>
                  </a:lnTo>
                  <a:lnTo>
                    <a:pt x="66" y="0"/>
                  </a:lnTo>
                  <a:lnTo>
                    <a:pt x="65" y="1"/>
                  </a:lnTo>
                  <a:lnTo>
                    <a:pt x="65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3" name="Freeform 268"/>
            <p:cNvSpPr/>
            <p:nvPr/>
          </p:nvSpPr>
          <p:spPr bwMode="auto">
            <a:xfrm>
              <a:off x="2516188" y="2290763"/>
              <a:ext cx="19050" cy="74613"/>
            </a:xfrm>
            <a:custGeom>
              <a:avLst/>
              <a:gdLst/>
              <a:ahLst/>
              <a:cxnLst>
                <a:cxn ang="0">
                  <a:pos x="26" y="4"/>
                </a:cxn>
                <a:cxn ang="0">
                  <a:pos x="26" y="4"/>
                </a:cxn>
                <a:cxn ang="0">
                  <a:pos x="25" y="11"/>
                </a:cxn>
                <a:cxn ang="0">
                  <a:pos x="23" y="19"/>
                </a:cxn>
                <a:cxn ang="0">
                  <a:pos x="19" y="32"/>
                </a:cxn>
                <a:cxn ang="0">
                  <a:pos x="14" y="46"/>
                </a:cxn>
                <a:cxn ang="0">
                  <a:pos x="13" y="53"/>
                </a:cxn>
                <a:cxn ang="0">
                  <a:pos x="12" y="60"/>
                </a:cxn>
                <a:cxn ang="0">
                  <a:pos x="12" y="60"/>
                </a:cxn>
                <a:cxn ang="0">
                  <a:pos x="10" y="79"/>
                </a:cxn>
                <a:cxn ang="0">
                  <a:pos x="8" y="98"/>
                </a:cxn>
                <a:cxn ang="0">
                  <a:pos x="5" y="117"/>
                </a:cxn>
                <a:cxn ang="0">
                  <a:pos x="4" y="126"/>
                </a:cxn>
                <a:cxn ang="0">
                  <a:pos x="1" y="136"/>
                </a:cxn>
                <a:cxn ang="0">
                  <a:pos x="1" y="136"/>
                </a:cxn>
                <a:cxn ang="0">
                  <a:pos x="0" y="138"/>
                </a:cxn>
                <a:cxn ang="0">
                  <a:pos x="1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2"/>
                </a:cxn>
                <a:cxn ang="0">
                  <a:pos x="10" y="141"/>
                </a:cxn>
                <a:cxn ang="0">
                  <a:pos x="11" y="138"/>
                </a:cxn>
                <a:cxn ang="0">
                  <a:pos x="11" y="138"/>
                </a:cxn>
                <a:cxn ang="0">
                  <a:pos x="15" y="123"/>
                </a:cxn>
                <a:cxn ang="0">
                  <a:pos x="17" y="109"/>
                </a:cxn>
                <a:cxn ang="0">
                  <a:pos x="19" y="93"/>
                </a:cxn>
                <a:cxn ang="0">
                  <a:pos x="20" y="77"/>
                </a:cxn>
                <a:cxn ang="0">
                  <a:pos x="20" y="77"/>
                </a:cxn>
                <a:cxn ang="0">
                  <a:pos x="21" y="67"/>
                </a:cxn>
                <a:cxn ang="0">
                  <a:pos x="22" y="58"/>
                </a:cxn>
                <a:cxn ang="0">
                  <a:pos x="27" y="40"/>
                </a:cxn>
                <a:cxn ang="0">
                  <a:pos x="32" y="23"/>
                </a:cxn>
                <a:cxn ang="0">
                  <a:pos x="34" y="13"/>
                </a:cxn>
                <a:cxn ang="0">
                  <a:pos x="35" y="4"/>
                </a:cxn>
                <a:cxn ang="0">
                  <a:pos x="35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8" y="1"/>
                </a:cxn>
                <a:cxn ang="0">
                  <a:pos x="27" y="2"/>
                </a:cxn>
                <a:cxn ang="0">
                  <a:pos x="26" y="4"/>
                </a:cxn>
                <a:cxn ang="0">
                  <a:pos x="26" y="4"/>
                </a:cxn>
              </a:cxnLst>
              <a:rect l="0" t="0" r="r" b="b"/>
              <a:pathLst>
                <a:path w="35" h="142">
                  <a:moveTo>
                    <a:pt x="26" y="4"/>
                  </a:moveTo>
                  <a:lnTo>
                    <a:pt x="26" y="4"/>
                  </a:lnTo>
                  <a:lnTo>
                    <a:pt x="25" y="11"/>
                  </a:lnTo>
                  <a:lnTo>
                    <a:pt x="23" y="19"/>
                  </a:lnTo>
                  <a:lnTo>
                    <a:pt x="19" y="32"/>
                  </a:lnTo>
                  <a:lnTo>
                    <a:pt x="14" y="46"/>
                  </a:lnTo>
                  <a:lnTo>
                    <a:pt x="13" y="53"/>
                  </a:lnTo>
                  <a:lnTo>
                    <a:pt x="12" y="60"/>
                  </a:lnTo>
                  <a:lnTo>
                    <a:pt x="12" y="60"/>
                  </a:lnTo>
                  <a:lnTo>
                    <a:pt x="10" y="79"/>
                  </a:lnTo>
                  <a:lnTo>
                    <a:pt x="8" y="98"/>
                  </a:lnTo>
                  <a:lnTo>
                    <a:pt x="5" y="117"/>
                  </a:lnTo>
                  <a:lnTo>
                    <a:pt x="4" y="126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0" y="138"/>
                  </a:lnTo>
                  <a:lnTo>
                    <a:pt x="1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2"/>
                  </a:lnTo>
                  <a:lnTo>
                    <a:pt x="10" y="141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5" y="123"/>
                  </a:lnTo>
                  <a:lnTo>
                    <a:pt x="17" y="109"/>
                  </a:lnTo>
                  <a:lnTo>
                    <a:pt x="19" y="93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1" y="67"/>
                  </a:lnTo>
                  <a:lnTo>
                    <a:pt x="22" y="58"/>
                  </a:lnTo>
                  <a:lnTo>
                    <a:pt x="27" y="40"/>
                  </a:lnTo>
                  <a:lnTo>
                    <a:pt x="32" y="23"/>
                  </a:lnTo>
                  <a:lnTo>
                    <a:pt x="34" y="13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8" y="1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4" name="Freeform 269"/>
            <p:cNvSpPr/>
            <p:nvPr/>
          </p:nvSpPr>
          <p:spPr bwMode="auto">
            <a:xfrm>
              <a:off x="2443163" y="2420938"/>
              <a:ext cx="38100" cy="215900"/>
            </a:xfrm>
            <a:custGeom>
              <a:avLst/>
              <a:gdLst/>
              <a:ahLst/>
              <a:cxnLst>
                <a:cxn ang="0">
                  <a:pos x="65" y="2"/>
                </a:cxn>
                <a:cxn ang="0">
                  <a:pos x="53" y="21"/>
                </a:cxn>
                <a:cxn ang="0">
                  <a:pos x="48" y="39"/>
                </a:cxn>
                <a:cxn ang="0">
                  <a:pos x="44" y="82"/>
                </a:cxn>
                <a:cxn ang="0">
                  <a:pos x="35" y="143"/>
                </a:cxn>
                <a:cxn ang="0">
                  <a:pos x="23" y="204"/>
                </a:cxn>
                <a:cxn ang="0">
                  <a:pos x="19" y="217"/>
                </a:cxn>
                <a:cxn ang="0">
                  <a:pos x="16" y="241"/>
                </a:cxn>
                <a:cxn ang="0">
                  <a:pos x="13" y="252"/>
                </a:cxn>
                <a:cxn ang="0">
                  <a:pos x="5" y="289"/>
                </a:cxn>
                <a:cxn ang="0">
                  <a:pos x="3" y="303"/>
                </a:cxn>
                <a:cxn ang="0">
                  <a:pos x="0" y="352"/>
                </a:cxn>
                <a:cxn ang="0">
                  <a:pos x="1" y="404"/>
                </a:cxn>
                <a:cxn ang="0">
                  <a:pos x="2" y="407"/>
                </a:cxn>
                <a:cxn ang="0">
                  <a:pos x="6" y="408"/>
                </a:cxn>
                <a:cxn ang="0">
                  <a:pos x="9" y="407"/>
                </a:cxn>
                <a:cxn ang="0">
                  <a:pos x="10" y="404"/>
                </a:cxn>
                <a:cxn ang="0">
                  <a:pos x="10" y="361"/>
                </a:cxn>
                <a:cxn ang="0">
                  <a:pos x="11" y="319"/>
                </a:cxn>
                <a:cxn ang="0">
                  <a:pos x="13" y="294"/>
                </a:cxn>
                <a:cxn ang="0">
                  <a:pos x="25" y="245"/>
                </a:cxn>
                <a:cxn ang="0">
                  <a:pos x="29" y="220"/>
                </a:cxn>
                <a:cxn ang="0">
                  <a:pos x="31" y="206"/>
                </a:cxn>
                <a:cxn ang="0">
                  <a:pos x="39" y="164"/>
                </a:cxn>
                <a:cxn ang="0">
                  <a:pos x="49" y="108"/>
                </a:cxn>
                <a:cxn ang="0">
                  <a:pos x="51" y="95"/>
                </a:cxn>
                <a:cxn ang="0">
                  <a:pos x="55" y="56"/>
                </a:cxn>
                <a:cxn ang="0">
                  <a:pos x="60" y="30"/>
                </a:cxn>
                <a:cxn ang="0">
                  <a:pos x="68" y="13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2" y="2"/>
                </a:cxn>
                <a:cxn ang="0">
                  <a:pos x="69" y="0"/>
                </a:cxn>
                <a:cxn ang="0">
                  <a:pos x="65" y="2"/>
                </a:cxn>
              </a:cxnLst>
              <a:rect l="0" t="0" r="r" b="b"/>
              <a:pathLst>
                <a:path w="73" h="408">
                  <a:moveTo>
                    <a:pt x="65" y="2"/>
                  </a:moveTo>
                  <a:lnTo>
                    <a:pt x="65" y="2"/>
                  </a:lnTo>
                  <a:lnTo>
                    <a:pt x="59" y="11"/>
                  </a:lnTo>
                  <a:lnTo>
                    <a:pt x="53" y="21"/>
                  </a:lnTo>
                  <a:lnTo>
                    <a:pt x="50" y="30"/>
                  </a:lnTo>
                  <a:lnTo>
                    <a:pt x="48" y="39"/>
                  </a:lnTo>
                  <a:lnTo>
                    <a:pt x="46" y="60"/>
                  </a:lnTo>
                  <a:lnTo>
                    <a:pt x="44" y="82"/>
                  </a:lnTo>
                  <a:lnTo>
                    <a:pt x="44" y="82"/>
                  </a:lnTo>
                  <a:lnTo>
                    <a:pt x="35" y="143"/>
                  </a:lnTo>
                  <a:lnTo>
                    <a:pt x="29" y="173"/>
                  </a:lnTo>
                  <a:lnTo>
                    <a:pt x="23" y="204"/>
                  </a:lnTo>
                  <a:lnTo>
                    <a:pt x="23" y="204"/>
                  </a:lnTo>
                  <a:lnTo>
                    <a:pt x="19" y="217"/>
                  </a:lnTo>
                  <a:lnTo>
                    <a:pt x="17" y="228"/>
                  </a:lnTo>
                  <a:lnTo>
                    <a:pt x="16" y="241"/>
                  </a:lnTo>
                  <a:lnTo>
                    <a:pt x="13" y="252"/>
                  </a:lnTo>
                  <a:lnTo>
                    <a:pt x="13" y="252"/>
                  </a:lnTo>
                  <a:lnTo>
                    <a:pt x="7" y="277"/>
                  </a:lnTo>
                  <a:lnTo>
                    <a:pt x="5" y="289"/>
                  </a:lnTo>
                  <a:lnTo>
                    <a:pt x="3" y="303"/>
                  </a:lnTo>
                  <a:lnTo>
                    <a:pt x="3" y="303"/>
                  </a:lnTo>
                  <a:lnTo>
                    <a:pt x="1" y="327"/>
                  </a:lnTo>
                  <a:lnTo>
                    <a:pt x="0" y="352"/>
                  </a:lnTo>
                  <a:lnTo>
                    <a:pt x="1" y="404"/>
                  </a:lnTo>
                  <a:lnTo>
                    <a:pt x="1" y="404"/>
                  </a:lnTo>
                  <a:lnTo>
                    <a:pt x="1" y="405"/>
                  </a:lnTo>
                  <a:lnTo>
                    <a:pt x="2" y="407"/>
                  </a:lnTo>
                  <a:lnTo>
                    <a:pt x="4" y="408"/>
                  </a:lnTo>
                  <a:lnTo>
                    <a:pt x="6" y="408"/>
                  </a:lnTo>
                  <a:lnTo>
                    <a:pt x="7" y="408"/>
                  </a:lnTo>
                  <a:lnTo>
                    <a:pt x="9" y="407"/>
                  </a:lnTo>
                  <a:lnTo>
                    <a:pt x="10" y="405"/>
                  </a:lnTo>
                  <a:lnTo>
                    <a:pt x="10" y="404"/>
                  </a:lnTo>
                  <a:lnTo>
                    <a:pt x="10" y="404"/>
                  </a:lnTo>
                  <a:lnTo>
                    <a:pt x="10" y="361"/>
                  </a:lnTo>
                  <a:lnTo>
                    <a:pt x="11" y="319"/>
                  </a:lnTo>
                  <a:lnTo>
                    <a:pt x="11" y="319"/>
                  </a:lnTo>
                  <a:lnTo>
                    <a:pt x="12" y="307"/>
                  </a:lnTo>
                  <a:lnTo>
                    <a:pt x="13" y="294"/>
                  </a:lnTo>
                  <a:lnTo>
                    <a:pt x="19" y="270"/>
                  </a:lnTo>
                  <a:lnTo>
                    <a:pt x="25" y="245"/>
                  </a:lnTo>
                  <a:lnTo>
                    <a:pt x="28" y="232"/>
                  </a:lnTo>
                  <a:lnTo>
                    <a:pt x="29" y="220"/>
                  </a:lnTo>
                  <a:lnTo>
                    <a:pt x="29" y="220"/>
                  </a:lnTo>
                  <a:lnTo>
                    <a:pt x="31" y="206"/>
                  </a:lnTo>
                  <a:lnTo>
                    <a:pt x="33" y="192"/>
                  </a:lnTo>
                  <a:lnTo>
                    <a:pt x="39" y="164"/>
                  </a:lnTo>
                  <a:lnTo>
                    <a:pt x="45" y="136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51" y="95"/>
                  </a:lnTo>
                  <a:lnTo>
                    <a:pt x="52" y="83"/>
                  </a:lnTo>
                  <a:lnTo>
                    <a:pt x="55" y="56"/>
                  </a:lnTo>
                  <a:lnTo>
                    <a:pt x="57" y="42"/>
                  </a:lnTo>
                  <a:lnTo>
                    <a:pt x="60" y="30"/>
                  </a:lnTo>
                  <a:lnTo>
                    <a:pt x="65" y="19"/>
                  </a:lnTo>
                  <a:lnTo>
                    <a:pt x="68" y="13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6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1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5" y="2"/>
                  </a:lnTo>
                  <a:lnTo>
                    <a:pt x="6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5" name="Freeform 270"/>
            <p:cNvSpPr/>
            <p:nvPr/>
          </p:nvSpPr>
          <p:spPr bwMode="auto">
            <a:xfrm>
              <a:off x="2463800" y="2487613"/>
              <a:ext cx="34925" cy="16986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7" y="4"/>
                </a:cxn>
                <a:cxn ang="0">
                  <a:pos x="55" y="22"/>
                </a:cxn>
                <a:cxn ang="0">
                  <a:pos x="51" y="40"/>
                </a:cxn>
                <a:cxn ang="0">
                  <a:pos x="42" y="75"/>
                </a:cxn>
                <a:cxn ang="0">
                  <a:pos x="42" y="75"/>
                </a:cxn>
                <a:cxn ang="0">
                  <a:pos x="25" y="161"/>
                </a:cxn>
                <a:cxn ang="0">
                  <a:pos x="25" y="161"/>
                </a:cxn>
                <a:cxn ang="0">
                  <a:pos x="17" y="199"/>
                </a:cxn>
                <a:cxn ang="0">
                  <a:pos x="9" y="238"/>
                </a:cxn>
                <a:cxn ang="0">
                  <a:pos x="5" y="256"/>
                </a:cxn>
                <a:cxn ang="0">
                  <a:pos x="3" y="276"/>
                </a:cxn>
                <a:cxn ang="0">
                  <a:pos x="1" y="295"/>
                </a:cxn>
                <a:cxn ang="0">
                  <a:pos x="0" y="314"/>
                </a:cxn>
                <a:cxn ang="0">
                  <a:pos x="0" y="314"/>
                </a:cxn>
                <a:cxn ang="0">
                  <a:pos x="0" y="316"/>
                </a:cxn>
                <a:cxn ang="0">
                  <a:pos x="1" y="318"/>
                </a:cxn>
                <a:cxn ang="0">
                  <a:pos x="3" y="318"/>
                </a:cxn>
                <a:cxn ang="0">
                  <a:pos x="4" y="319"/>
                </a:cxn>
                <a:cxn ang="0">
                  <a:pos x="6" y="318"/>
                </a:cxn>
                <a:cxn ang="0">
                  <a:pos x="7" y="318"/>
                </a:cxn>
                <a:cxn ang="0">
                  <a:pos x="8" y="316"/>
                </a:cxn>
                <a:cxn ang="0">
                  <a:pos x="9" y="314"/>
                </a:cxn>
                <a:cxn ang="0">
                  <a:pos x="9" y="314"/>
                </a:cxn>
                <a:cxn ang="0">
                  <a:pos x="10" y="294"/>
                </a:cxn>
                <a:cxn ang="0">
                  <a:pos x="12" y="274"/>
                </a:cxn>
                <a:cxn ang="0">
                  <a:pos x="16" y="254"/>
                </a:cxn>
                <a:cxn ang="0">
                  <a:pos x="19" y="234"/>
                </a:cxn>
                <a:cxn ang="0">
                  <a:pos x="36" y="155"/>
                </a:cxn>
                <a:cxn ang="0">
                  <a:pos x="36" y="155"/>
                </a:cxn>
                <a:cxn ang="0">
                  <a:pos x="54" y="69"/>
                </a:cxn>
                <a:cxn ang="0">
                  <a:pos x="54" y="69"/>
                </a:cxn>
                <a:cxn ang="0">
                  <a:pos x="61" y="37"/>
                </a:cxn>
                <a:cxn ang="0">
                  <a:pos x="64" y="21"/>
                </a:cxn>
                <a:cxn ang="0">
                  <a:pos x="66" y="4"/>
                </a:cxn>
                <a:cxn ang="0">
                  <a:pos x="66" y="4"/>
                </a:cxn>
                <a:cxn ang="0">
                  <a:pos x="66" y="2"/>
                </a:cxn>
                <a:cxn ang="0">
                  <a:pos x="65" y="1"/>
                </a:cxn>
                <a:cxn ang="0">
                  <a:pos x="63" y="0"/>
                </a:cxn>
                <a:cxn ang="0">
                  <a:pos x="62" y="0"/>
                </a:cxn>
                <a:cxn ang="0">
                  <a:pos x="60" y="0"/>
                </a:cxn>
                <a:cxn ang="0">
                  <a:pos x="58" y="1"/>
                </a:cxn>
                <a:cxn ang="0">
                  <a:pos x="57" y="2"/>
                </a:cxn>
                <a:cxn ang="0">
                  <a:pos x="57" y="4"/>
                </a:cxn>
                <a:cxn ang="0">
                  <a:pos x="57" y="4"/>
                </a:cxn>
              </a:cxnLst>
              <a:rect l="0" t="0" r="r" b="b"/>
              <a:pathLst>
                <a:path w="66" h="319">
                  <a:moveTo>
                    <a:pt x="57" y="4"/>
                  </a:moveTo>
                  <a:lnTo>
                    <a:pt x="57" y="4"/>
                  </a:lnTo>
                  <a:lnTo>
                    <a:pt x="55" y="22"/>
                  </a:lnTo>
                  <a:lnTo>
                    <a:pt x="51" y="40"/>
                  </a:lnTo>
                  <a:lnTo>
                    <a:pt x="42" y="75"/>
                  </a:lnTo>
                  <a:lnTo>
                    <a:pt x="42" y="75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17" y="199"/>
                  </a:lnTo>
                  <a:lnTo>
                    <a:pt x="9" y="238"/>
                  </a:lnTo>
                  <a:lnTo>
                    <a:pt x="5" y="256"/>
                  </a:lnTo>
                  <a:lnTo>
                    <a:pt x="3" y="276"/>
                  </a:lnTo>
                  <a:lnTo>
                    <a:pt x="1" y="295"/>
                  </a:lnTo>
                  <a:lnTo>
                    <a:pt x="0" y="314"/>
                  </a:lnTo>
                  <a:lnTo>
                    <a:pt x="0" y="314"/>
                  </a:lnTo>
                  <a:lnTo>
                    <a:pt x="0" y="316"/>
                  </a:lnTo>
                  <a:lnTo>
                    <a:pt x="1" y="318"/>
                  </a:lnTo>
                  <a:lnTo>
                    <a:pt x="3" y="318"/>
                  </a:lnTo>
                  <a:lnTo>
                    <a:pt x="4" y="319"/>
                  </a:lnTo>
                  <a:lnTo>
                    <a:pt x="6" y="318"/>
                  </a:lnTo>
                  <a:lnTo>
                    <a:pt x="7" y="318"/>
                  </a:lnTo>
                  <a:lnTo>
                    <a:pt x="8" y="316"/>
                  </a:lnTo>
                  <a:lnTo>
                    <a:pt x="9" y="314"/>
                  </a:lnTo>
                  <a:lnTo>
                    <a:pt x="9" y="314"/>
                  </a:lnTo>
                  <a:lnTo>
                    <a:pt x="10" y="294"/>
                  </a:lnTo>
                  <a:lnTo>
                    <a:pt x="12" y="274"/>
                  </a:lnTo>
                  <a:lnTo>
                    <a:pt x="16" y="254"/>
                  </a:lnTo>
                  <a:lnTo>
                    <a:pt x="19" y="234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54" y="69"/>
                  </a:lnTo>
                  <a:lnTo>
                    <a:pt x="54" y="69"/>
                  </a:lnTo>
                  <a:lnTo>
                    <a:pt x="61" y="37"/>
                  </a:lnTo>
                  <a:lnTo>
                    <a:pt x="64" y="21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6" y="2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2" y="0"/>
                  </a:lnTo>
                  <a:lnTo>
                    <a:pt x="60" y="0"/>
                  </a:lnTo>
                  <a:lnTo>
                    <a:pt x="58" y="1"/>
                  </a:lnTo>
                  <a:lnTo>
                    <a:pt x="57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6" name="Freeform 271"/>
            <p:cNvSpPr/>
            <p:nvPr/>
          </p:nvSpPr>
          <p:spPr bwMode="auto">
            <a:xfrm>
              <a:off x="2482850" y="2514600"/>
              <a:ext cx="46038" cy="158750"/>
            </a:xfrm>
            <a:custGeom>
              <a:avLst/>
              <a:gdLst/>
              <a:ahLst/>
              <a:cxnLst>
                <a:cxn ang="0">
                  <a:pos x="77" y="4"/>
                </a:cxn>
                <a:cxn ang="0">
                  <a:pos x="77" y="4"/>
                </a:cxn>
                <a:cxn ang="0">
                  <a:pos x="76" y="13"/>
                </a:cxn>
                <a:cxn ang="0">
                  <a:pos x="73" y="22"/>
                </a:cxn>
                <a:cxn ang="0">
                  <a:pos x="66" y="40"/>
                </a:cxn>
                <a:cxn ang="0">
                  <a:pos x="59" y="57"/>
                </a:cxn>
                <a:cxn ang="0">
                  <a:pos x="52" y="74"/>
                </a:cxn>
                <a:cxn ang="0">
                  <a:pos x="52" y="74"/>
                </a:cxn>
                <a:cxn ang="0">
                  <a:pos x="47" y="94"/>
                </a:cxn>
                <a:cxn ang="0">
                  <a:pos x="42" y="113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0" y="170"/>
                </a:cxn>
                <a:cxn ang="0">
                  <a:pos x="25" y="188"/>
                </a:cxn>
                <a:cxn ang="0">
                  <a:pos x="15" y="223"/>
                </a:cxn>
                <a:cxn ang="0">
                  <a:pos x="10" y="240"/>
                </a:cxn>
                <a:cxn ang="0">
                  <a:pos x="5" y="258"/>
                </a:cxn>
                <a:cxn ang="0">
                  <a:pos x="2" y="276"/>
                </a:cxn>
                <a:cxn ang="0">
                  <a:pos x="0" y="295"/>
                </a:cxn>
                <a:cxn ang="0">
                  <a:pos x="0" y="295"/>
                </a:cxn>
                <a:cxn ang="0">
                  <a:pos x="1" y="297"/>
                </a:cxn>
                <a:cxn ang="0">
                  <a:pos x="2" y="298"/>
                </a:cxn>
                <a:cxn ang="0">
                  <a:pos x="3" y="299"/>
                </a:cxn>
                <a:cxn ang="0">
                  <a:pos x="5" y="299"/>
                </a:cxn>
                <a:cxn ang="0">
                  <a:pos x="7" y="299"/>
                </a:cxn>
                <a:cxn ang="0">
                  <a:pos x="8" y="298"/>
                </a:cxn>
                <a:cxn ang="0">
                  <a:pos x="10" y="297"/>
                </a:cxn>
                <a:cxn ang="0">
                  <a:pos x="11" y="295"/>
                </a:cxn>
                <a:cxn ang="0">
                  <a:pos x="11" y="295"/>
                </a:cxn>
                <a:cxn ang="0">
                  <a:pos x="12" y="275"/>
                </a:cxn>
                <a:cxn ang="0">
                  <a:pos x="15" y="257"/>
                </a:cxn>
                <a:cxn ang="0">
                  <a:pos x="19" y="238"/>
                </a:cxn>
                <a:cxn ang="0">
                  <a:pos x="24" y="220"/>
                </a:cxn>
                <a:cxn ang="0">
                  <a:pos x="35" y="183"/>
                </a:cxn>
                <a:cxn ang="0">
                  <a:pos x="40" y="165"/>
                </a:cxn>
                <a:cxn ang="0">
                  <a:pos x="45" y="146"/>
                </a:cxn>
                <a:cxn ang="0">
                  <a:pos x="45" y="146"/>
                </a:cxn>
                <a:cxn ang="0">
                  <a:pos x="48" y="127"/>
                </a:cxn>
                <a:cxn ang="0">
                  <a:pos x="53" y="107"/>
                </a:cxn>
                <a:cxn ang="0">
                  <a:pos x="58" y="88"/>
                </a:cxn>
                <a:cxn ang="0">
                  <a:pos x="64" y="70"/>
                </a:cxn>
                <a:cxn ang="0">
                  <a:pos x="64" y="70"/>
                </a:cxn>
                <a:cxn ang="0">
                  <a:pos x="70" y="53"/>
                </a:cxn>
                <a:cxn ang="0">
                  <a:pos x="78" y="38"/>
                </a:cxn>
                <a:cxn ang="0">
                  <a:pos x="83" y="21"/>
                </a:cxn>
                <a:cxn ang="0">
                  <a:pos x="85" y="13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2"/>
                </a:cxn>
                <a:cxn ang="0">
                  <a:pos x="85" y="1"/>
                </a:cxn>
                <a:cxn ang="0">
                  <a:pos x="83" y="0"/>
                </a:cxn>
                <a:cxn ang="0">
                  <a:pos x="82" y="0"/>
                </a:cxn>
                <a:cxn ang="0">
                  <a:pos x="79" y="1"/>
                </a:cxn>
                <a:cxn ang="0">
                  <a:pos x="77" y="2"/>
                </a:cxn>
                <a:cxn ang="0">
                  <a:pos x="77" y="4"/>
                </a:cxn>
                <a:cxn ang="0">
                  <a:pos x="77" y="4"/>
                </a:cxn>
              </a:cxnLst>
              <a:rect l="0" t="0" r="r" b="b"/>
              <a:pathLst>
                <a:path w="86" h="299">
                  <a:moveTo>
                    <a:pt x="77" y="4"/>
                  </a:moveTo>
                  <a:lnTo>
                    <a:pt x="77" y="4"/>
                  </a:lnTo>
                  <a:lnTo>
                    <a:pt x="76" y="13"/>
                  </a:lnTo>
                  <a:lnTo>
                    <a:pt x="73" y="22"/>
                  </a:lnTo>
                  <a:lnTo>
                    <a:pt x="66" y="40"/>
                  </a:lnTo>
                  <a:lnTo>
                    <a:pt x="59" y="57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47" y="94"/>
                  </a:lnTo>
                  <a:lnTo>
                    <a:pt x="42" y="113"/>
                  </a:lnTo>
                  <a:lnTo>
                    <a:pt x="34" y="152"/>
                  </a:lnTo>
                  <a:lnTo>
                    <a:pt x="34" y="152"/>
                  </a:lnTo>
                  <a:lnTo>
                    <a:pt x="30" y="170"/>
                  </a:lnTo>
                  <a:lnTo>
                    <a:pt x="25" y="188"/>
                  </a:lnTo>
                  <a:lnTo>
                    <a:pt x="15" y="223"/>
                  </a:lnTo>
                  <a:lnTo>
                    <a:pt x="10" y="240"/>
                  </a:lnTo>
                  <a:lnTo>
                    <a:pt x="5" y="258"/>
                  </a:lnTo>
                  <a:lnTo>
                    <a:pt x="2" y="276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1" y="297"/>
                  </a:lnTo>
                  <a:lnTo>
                    <a:pt x="2" y="298"/>
                  </a:lnTo>
                  <a:lnTo>
                    <a:pt x="3" y="299"/>
                  </a:lnTo>
                  <a:lnTo>
                    <a:pt x="5" y="299"/>
                  </a:lnTo>
                  <a:lnTo>
                    <a:pt x="7" y="299"/>
                  </a:lnTo>
                  <a:lnTo>
                    <a:pt x="8" y="298"/>
                  </a:lnTo>
                  <a:lnTo>
                    <a:pt x="10" y="297"/>
                  </a:lnTo>
                  <a:lnTo>
                    <a:pt x="11" y="295"/>
                  </a:lnTo>
                  <a:lnTo>
                    <a:pt x="11" y="295"/>
                  </a:lnTo>
                  <a:lnTo>
                    <a:pt x="12" y="275"/>
                  </a:lnTo>
                  <a:lnTo>
                    <a:pt x="15" y="257"/>
                  </a:lnTo>
                  <a:lnTo>
                    <a:pt x="19" y="238"/>
                  </a:lnTo>
                  <a:lnTo>
                    <a:pt x="24" y="220"/>
                  </a:lnTo>
                  <a:lnTo>
                    <a:pt x="35" y="183"/>
                  </a:lnTo>
                  <a:lnTo>
                    <a:pt x="40" y="165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8" y="127"/>
                  </a:lnTo>
                  <a:lnTo>
                    <a:pt x="53" y="107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4" y="70"/>
                  </a:lnTo>
                  <a:lnTo>
                    <a:pt x="70" y="53"/>
                  </a:lnTo>
                  <a:lnTo>
                    <a:pt x="78" y="38"/>
                  </a:lnTo>
                  <a:lnTo>
                    <a:pt x="83" y="21"/>
                  </a:lnTo>
                  <a:lnTo>
                    <a:pt x="85" y="13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86" y="2"/>
                  </a:lnTo>
                  <a:lnTo>
                    <a:pt x="85" y="1"/>
                  </a:lnTo>
                  <a:lnTo>
                    <a:pt x="83" y="0"/>
                  </a:lnTo>
                  <a:lnTo>
                    <a:pt x="82" y="0"/>
                  </a:lnTo>
                  <a:lnTo>
                    <a:pt x="79" y="1"/>
                  </a:lnTo>
                  <a:lnTo>
                    <a:pt x="77" y="2"/>
                  </a:lnTo>
                  <a:lnTo>
                    <a:pt x="77" y="4"/>
                  </a:lnTo>
                  <a:lnTo>
                    <a:pt x="7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7" name="Freeform 272"/>
            <p:cNvSpPr/>
            <p:nvPr/>
          </p:nvSpPr>
          <p:spPr bwMode="auto">
            <a:xfrm>
              <a:off x="2516188" y="2557463"/>
              <a:ext cx="28575" cy="163513"/>
            </a:xfrm>
            <a:custGeom>
              <a:avLst/>
              <a:gdLst/>
              <a:ahLst/>
              <a:cxnLst>
                <a:cxn ang="0">
                  <a:pos x="45" y="4"/>
                </a:cxn>
                <a:cxn ang="0">
                  <a:pos x="45" y="4"/>
                </a:cxn>
                <a:cxn ang="0">
                  <a:pos x="29" y="78"/>
                </a:cxn>
                <a:cxn ang="0">
                  <a:pos x="16" y="152"/>
                </a:cxn>
                <a:cxn ang="0">
                  <a:pos x="10" y="189"/>
                </a:cxn>
                <a:cxn ang="0">
                  <a:pos x="4" y="226"/>
                </a:cxn>
                <a:cxn ang="0">
                  <a:pos x="1" y="265"/>
                </a:cxn>
                <a:cxn ang="0">
                  <a:pos x="0" y="303"/>
                </a:cxn>
                <a:cxn ang="0">
                  <a:pos x="0" y="303"/>
                </a:cxn>
                <a:cxn ang="0">
                  <a:pos x="0" y="304"/>
                </a:cxn>
                <a:cxn ang="0">
                  <a:pos x="1" y="306"/>
                </a:cxn>
                <a:cxn ang="0">
                  <a:pos x="2" y="307"/>
                </a:cxn>
                <a:cxn ang="0">
                  <a:pos x="4" y="307"/>
                </a:cxn>
                <a:cxn ang="0">
                  <a:pos x="6" y="307"/>
                </a:cxn>
                <a:cxn ang="0">
                  <a:pos x="7" y="306"/>
                </a:cxn>
                <a:cxn ang="0">
                  <a:pos x="9" y="304"/>
                </a:cxn>
                <a:cxn ang="0">
                  <a:pos x="10" y="303"/>
                </a:cxn>
                <a:cxn ang="0">
                  <a:pos x="10" y="303"/>
                </a:cxn>
                <a:cxn ang="0">
                  <a:pos x="11" y="265"/>
                </a:cxn>
                <a:cxn ang="0">
                  <a:pos x="14" y="227"/>
                </a:cxn>
                <a:cxn ang="0">
                  <a:pos x="19" y="190"/>
                </a:cxn>
                <a:cxn ang="0">
                  <a:pos x="25" y="153"/>
                </a:cxn>
                <a:cxn ang="0">
                  <a:pos x="38" y="80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3" y="4"/>
                </a:cxn>
                <a:cxn ang="0">
                  <a:pos x="53" y="2"/>
                </a:cxn>
                <a:cxn ang="0">
                  <a:pos x="50" y="1"/>
                </a:cxn>
                <a:cxn ang="0">
                  <a:pos x="48" y="0"/>
                </a:cxn>
                <a:cxn ang="0">
                  <a:pos x="47" y="1"/>
                </a:cxn>
                <a:cxn ang="0">
                  <a:pos x="45" y="2"/>
                </a:cxn>
                <a:cxn ang="0">
                  <a:pos x="45" y="4"/>
                </a:cxn>
                <a:cxn ang="0">
                  <a:pos x="45" y="4"/>
                </a:cxn>
              </a:cxnLst>
              <a:rect l="0" t="0" r="r" b="b"/>
              <a:pathLst>
                <a:path w="53" h="307">
                  <a:moveTo>
                    <a:pt x="45" y="4"/>
                  </a:moveTo>
                  <a:lnTo>
                    <a:pt x="45" y="4"/>
                  </a:lnTo>
                  <a:lnTo>
                    <a:pt x="29" y="78"/>
                  </a:lnTo>
                  <a:lnTo>
                    <a:pt x="16" y="152"/>
                  </a:lnTo>
                  <a:lnTo>
                    <a:pt x="10" y="189"/>
                  </a:lnTo>
                  <a:lnTo>
                    <a:pt x="4" y="226"/>
                  </a:lnTo>
                  <a:lnTo>
                    <a:pt x="1" y="265"/>
                  </a:lnTo>
                  <a:lnTo>
                    <a:pt x="0" y="303"/>
                  </a:lnTo>
                  <a:lnTo>
                    <a:pt x="0" y="303"/>
                  </a:lnTo>
                  <a:lnTo>
                    <a:pt x="0" y="304"/>
                  </a:lnTo>
                  <a:lnTo>
                    <a:pt x="1" y="306"/>
                  </a:lnTo>
                  <a:lnTo>
                    <a:pt x="2" y="307"/>
                  </a:lnTo>
                  <a:lnTo>
                    <a:pt x="4" y="307"/>
                  </a:lnTo>
                  <a:lnTo>
                    <a:pt x="6" y="307"/>
                  </a:lnTo>
                  <a:lnTo>
                    <a:pt x="7" y="306"/>
                  </a:lnTo>
                  <a:lnTo>
                    <a:pt x="9" y="304"/>
                  </a:lnTo>
                  <a:lnTo>
                    <a:pt x="10" y="303"/>
                  </a:lnTo>
                  <a:lnTo>
                    <a:pt x="10" y="303"/>
                  </a:lnTo>
                  <a:lnTo>
                    <a:pt x="11" y="265"/>
                  </a:lnTo>
                  <a:lnTo>
                    <a:pt x="14" y="227"/>
                  </a:lnTo>
                  <a:lnTo>
                    <a:pt x="19" y="190"/>
                  </a:lnTo>
                  <a:lnTo>
                    <a:pt x="25" y="153"/>
                  </a:lnTo>
                  <a:lnTo>
                    <a:pt x="38" y="80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4"/>
                  </a:lnTo>
                  <a:lnTo>
                    <a:pt x="53" y="2"/>
                  </a:lnTo>
                  <a:lnTo>
                    <a:pt x="50" y="1"/>
                  </a:lnTo>
                  <a:lnTo>
                    <a:pt x="48" y="0"/>
                  </a:lnTo>
                  <a:lnTo>
                    <a:pt x="47" y="1"/>
                  </a:lnTo>
                  <a:lnTo>
                    <a:pt x="45" y="2"/>
                  </a:lnTo>
                  <a:lnTo>
                    <a:pt x="45" y="4"/>
                  </a:lnTo>
                  <a:lnTo>
                    <a:pt x="4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8" name="Freeform 273"/>
            <p:cNvSpPr/>
            <p:nvPr/>
          </p:nvSpPr>
          <p:spPr bwMode="auto">
            <a:xfrm>
              <a:off x="2549525" y="2571750"/>
              <a:ext cx="28575" cy="161925"/>
            </a:xfrm>
            <a:custGeom>
              <a:avLst/>
              <a:gdLst/>
              <a:ahLst/>
              <a:cxnLst>
                <a:cxn ang="0">
                  <a:pos x="45" y="4"/>
                </a:cxn>
                <a:cxn ang="0">
                  <a:pos x="45" y="4"/>
                </a:cxn>
                <a:cxn ang="0">
                  <a:pos x="44" y="12"/>
                </a:cxn>
                <a:cxn ang="0">
                  <a:pos x="42" y="21"/>
                </a:cxn>
                <a:cxn ang="0">
                  <a:pos x="37" y="37"/>
                </a:cxn>
                <a:cxn ang="0">
                  <a:pos x="33" y="53"/>
                </a:cxn>
                <a:cxn ang="0">
                  <a:pos x="29" y="68"/>
                </a:cxn>
                <a:cxn ang="0">
                  <a:pos x="29" y="68"/>
                </a:cxn>
                <a:cxn ang="0">
                  <a:pos x="27" y="88"/>
                </a:cxn>
                <a:cxn ang="0">
                  <a:pos x="25" y="107"/>
                </a:cxn>
                <a:cxn ang="0">
                  <a:pos x="21" y="147"/>
                </a:cxn>
                <a:cxn ang="0">
                  <a:pos x="21" y="147"/>
                </a:cxn>
                <a:cxn ang="0">
                  <a:pos x="15" y="185"/>
                </a:cxn>
                <a:cxn ang="0">
                  <a:pos x="7" y="224"/>
                </a:cxn>
                <a:cxn ang="0">
                  <a:pos x="2" y="262"/>
                </a:cxn>
                <a:cxn ang="0">
                  <a:pos x="1" y="282"/>
                </a:cxn>
                <a:cxn ang="0">
                  <a:pos x="0" y="302"/>
                </a:cxn>
                <a:cxn ang="0">
                  <a:pos x="0" y="302"/>
                </a:cxn>
                <a:cxn ang="0">
                  <a:pos x="0" y="304"/>
                </a:cxn>
                <a:cxn ang="0">
                  <a:pos x="1" y="305"/>
                </a:cxn>
                <a:cxn ang="0">
                  <a:pos x="3" y="306"/>
                </a:cxn>
                <a:cxn ang="0">
                  <a:pos x="4" y="306"/>
                </a:cxn>
                <a:cxn ang="0">
                  <a:pos x="6" y="306"/>
                </a:cxn>
                <a:cxn ang="0">
                  <a:pos x="7" y="305"/>
                </a:cxn>
                <a:cxn ang="0">
                  <a:pos x="10" y="304"/>
                </a:cxn>
                <a:cxn ang="0">
                  <a:pos x="10" y="302"/>
                </a:cxn>
                <a:cxn ang="0">
                  <a:pos x="10" y="302"/>
                </a:cxn>
                <a:cxn ang="0">
                  <a:pos x="11" y="281"/>
                </a:cxn>
                <a:cxn ang="0">
                  <a:pos x="13" y="261"/>
                </a:cxn>
                <a:cxn ang="0">
                  <a:pos x="18" y="221"/>
                </a:cxn>
                <a:cxn ang="0">
                  <a:pos x="24" y="181"/>
                </a:cxn>
                <a:cxn ang="0">
                  <a:pos x="31" y="140"/>
                </a:cxn>
                <a:cxn ang="0">
                  <a:pos x="31" y="140"/>
                </a:cxn>
                <a:cxn ang="0">
                  <a:pos x="35" y="102"/>
                </a:cxn>
                <a:cxn ang="0">
                  <a:pos x="37" y="83"/>
                </a:cxn>
                <a:cxn ang="0">
                  <a:pos x="40" y="64"/>
                </a:cxn>
                <a:cxn ang="0">
                  <a:pos x="40" y="64"/>
                </a:cxn>
                <a:cxn ang="0">
                  <a:pos x="43" y="49"/>
                </a:cxn>
                <a:cxn ang="0">
                  <a:pos x="48" y="34"/>
                </a:cxn>
                <a:cxn ang="0">
                  <a:pos x="52" y="20"/>
                </a:cxn>
                <a:cxn ang="0">
                  <a:pos x="53" y="12"/>
                </a:cxn>
                <a:cxn ang="0">
                  <a:pos x="54" y="4"/>
                </a:cxn>
                <a:cxn ang="0">
                  <a:pos x="54" y="4"/>
                </a:cxn>
                <a:cxn ang="0">
                  <a:pos x="54" y="2"/>
                </a:cxn>
                <a:cxn ang="0">
                  <a:pos x="53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8" y="0"/>
                </a:cxn>
                <a:cxn ang="0">
                  <a:pos x="46" y="1"/>
                </a:cxn>
                <a:cxn ang="0">
                  <a:pos x="45" y="2"/>
                </a:cxn>
                <a:cxn ang="0">
                  <a:pos x="45" y="4"/>
                </a:cxn>
                <a:cxn ang="0">
                  <a:pos x="45" y="4"/>
                </a:cxn>
              </a:cxnLst>
              <a:rect l="0" t="0" r="r" b="b"/>
              <a:pathLst>
                <a:path w="54" h="306">
                  <a:moveTo>
                    <a:pt x="45" y="4"/>
                  </a:moveTo>
                  <a:lnTo>
                    <a:pt x="45" y="4"/>
                  </a:lnTo>
                  <a:lnTo>
                    <a:pt x="44" y="12"/>
                  </a:lnTo>
                  <a:lnTo>
                    <a:pt x="42" y="21"/>
                  </a:lnTo>
                  <a:lnTo>
                    <a:pt x="37" y="37"/>
                  </a:lnTo>
                  <a:lnTo>
                    <a:pt x="33" y="53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7" y="88"/>
                  </a:lnTo>
                  <a:lnTo>
                    <a:pt x="25" y="10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15" y="185"/>
                  </a:lnTo>
                  <a:lnTo>
                    <a:pt x="7" y="224"/>
                  </a:lnTo>
                  <a:lnTo>
                    <a:pt x="2" y="262"/>
                  </a:lnTo>
                  <a:lnTo>
                    <a:pt x="1" y="282"/>
                  </a:lnTo>
                  <a:lnTo>
                    <a:pt x="0" y="302"/>
                  </a:lnTo>
                  <a:lnTo>
                    <a:pt x="0" y="302"/>
                  </a:lnTo>
                  <a:lnTo>
                    <a:pt x="0" y="304"/>
                  </a:lnTo>
                  <a:lnTo>
                    <a:pt x="1" y="305"/>
                  </a:lnTo>
                  <a:lnTo>
                    <a:pt x="3" y="306"/>
                  </a:lnTo>
                  <a:lnTo>
                    <a:pt x="4" y="306"/>
                  </a:lnTo>
                  <a:lnTo>
                    <a:pt x="6" y="306"/>
                  </a:lnTo>
                  <a:lnTo>
                    <a:pt x="7" y="305"/>
                  </a:lnTo>
                  <a:lnTo>
                    <a:pt x="10" y="304"/>
                  </a:lnTo>
                  <a:lnTo>
                    <a:pt x="10" y="302"/>
                  </a:lnTo>
                  <a:lnTo>
                    <a:pt x="10" y="302"/>
                  </a:lnTo>
                  <a:lnTo>
                    <a:pt x="11" y="281"/>
                  </a:lnTo>
                  <a:lnTo>
                    <a:pt x="13" y="261"/>
                  </a:lnTo>
                  <a:lnTo>
                    <a:pt x="18" y="221"/>
                  </a:lnTo>
                  <a:lnTo>
                    <a:pt x="24" y="181"/>
                  </a:lnTo>
                  <a:lnTo>
                    <a:pt x="31" y="140"/>
                  </a:lnTo>
                  <a:lnTo>
                    <a:pt x="31" y="140"/>
                  </a:lnTo>
                  <a:lnTo>
                    <a:pt x="35" y="102"/>
                  </a:lnTo>
                  <a:lnTo>
                    <a:pt x="37" y="83"/>
                  </a:lnTo>
                  <a:lnTo>
                    <a:pt x="40" y="64"/>
                  </a:lnTo>
                  <a:lnTo>
                    <a:pt x="40" y="64"/>
                  </a:lnTo>
                  <a:lnTo>
                    <a:pt x="43" y="49"/>
                  </a:lnTo>
                  <a:lnTo>
                    <a:pt x="48" y="34"/>
                  </a:lnTo>
                  <a:lnTo>
                    <a:pt x="52" y="20"/>
                  </a:lnTo>
                  <a:lnTo>
                    <a:pt x="53" y="1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2"/>
                  </a:lnTo>
                  <a:lnTo>
                    <a:pt x="53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8" y="0"/>
                  </a:lnTo>
                  <a:lnTo>
                    <a:pt x="46" y="1"/>
                  </a:lnTo>
                  <a:lnTo>
                    <a:pt x="45" y="2"/>
                  </a:lnTo>
                  <a:lnTo>
                    <a:pt x="45" y="4"/>
                  </a:lnTo>
                  <a:lnTo>
                    <a:pt x="4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9" name="Freeform 274"/>
            <p:cNvSpPr/>
            <p:nvPr/>
          </p:nvSpPr>
          <p:spPr bwMode="auto">
            <a:xfrm>
              <a:off x="2579688" y="2598738"/>
              <a:ext cx="15875" cy="155575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8" y="40"/>
                </a:cxn>
                <a:cxn ang="0">
                  <a:pos x="16" y="75"/>
                </a:cxn>
                <a:cxn ang="0">
                  <a:pos x="12" y="110"/>
                </a:cxn>
                <a:cxn ang="0">
                  <a:pos x="8" y="146"/>
                </a:cxn>
                <a:cxn ang="0">
                  <a:pos x="8" y="146"/>
                </a:cxn>
                <a:cxn ang="0">
                  <a:pos x="6" y="164"/>
                </a:cxn>
                <a:cxn ang="0">
                  <a:pos x="6" y="181"/>
                </a:cxn>
                <a:cxn ang="0">
                  <a:pos x="5" y="217"/>
                </a:cxn>
                <a:cxn ang="0">
                  <a:pos x="4" y="252"/>
                </a:cxn>
                <a:cxn ang="0">
                  <a:pos x="3" y="269"/>
                </a:cxn>
                <a:cxn ang="0">
                  <a:pos x="0" y="287"/>
                </a:cxn>
                <a:cxn ang="0">
                  <a:pos x="0" y="287"/>
                </a:cxn>
                <a:cxn ang="0">
                  <a:pos x="0" y="289"/>
                </a:cxn>
                <a:cxn ang="0">
                  <a:pos x="1" y="291"/>
                </a:cxn>
                <a:cxn ang="0">
                  <a:pos x="4" y="293"/>
                </a:cxn>
                <a:cxn ang="0">
                  <a:pos x="5" y="293"/>
                </a:cxn>
                <a:cxn ang="0">
                  <a:pos x="7" y="293"/>
                </a:cxn>
                <a:cxn ang="0">
                  <a:pos x="8" y="292"/>
                </a:cxn>
                <a:cxn ang="0">
                  <a:pos x="9" y="290"/>
                </a:cxn>
                <a:cxn ang="0">
                  <a:pos x="9" y="290"/>
                </a:cxn>
                <a:cxn ang="0">
                  <a:pos x="11" y="274"/>
                </a:cxn>
                <a:cxn ang="0">
                  <a:pos x="13" y="258"/>
                </a:cxn>
                <a:cxn ang="0">
                  <a:pos x="16" y="226"/>
                </a:cxn>
                <a:cxn ang="0">
                  <a:pos x="16" y="194"/>
                </a:cxn>
                <a:cxn ang="0">
                  <a:pos x="16" y="162"/>
                </a:cxn>
                <a:cxn ang="0">
                  <a:pos x="16" y="162"/>
                </a:cxn>
                <a:cxn ang="0">
                  <a:pos x="17" y="143"/>
                </a:cxn>
                <a:cxn ang="0">
                  <a:pos x="19" y="125"/>
                </a:cxn>
                <a:cxn ang="0">
                  <a:pos x="22" y="106"/>
                </a:cxn>
                <a:cxn ang="0">
                  <a:pos x="24" y="87"/>
                </a:cxn>
                <a:cxn ang="0">
                  <a:pos x="24" y="87"/>
                </a:cxn>
                <a:cxn ang="0">
                  <a:pos x="27" y="46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28" h="293">
                  <a:moveTo>
                    <a:pt x="28" y="4"/>
                  </a:move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8" y="40"/>
                  </a:lnTo>
                  <a:lnTo>
                    <a:pt x="16" y="75"/>
                  </a:lnTo>
                  <a:lnTo>
                    <a:pt x="12" y="110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6" y="164"/>
                  </a:lnTo>
                  <a:lnTo>
                    <a:pt x="6" y="181"/>
                  </a:lnTo>
                  <a:lnTo>
                    <a:pt x="5" y="217"/>
                  </a:lnTo>
                  <a:lnTo>
                    <a:pt x="4" y="252"/>
                  </a:lnTo>
                  <a:lnTo>
                    <a:pt x="3" y="269"/>
                  </a:lnTo>
                  <a:lnTo>
                    <a:pt x="0" y="287"/>
                  </a:lnTo>
                  <a:lnTo>
                    <a:pt x="0" y="287"/>
                  </a:lnTo>
                  <a:lnTo>
                    <a:pt x="0" y="289"/>
                  </a:lnTo>
                  <a:lnTo>
                    <a:pt x="1" y="291"/>
                  </a:lnTo>
                  <a:lnTo>
                    <a:pt x="4" y="293"/>
                  </a:lnTo>
                  <a:lnTo>
                    <a:pt x="5" y="293"/>
                  </a:lnTo>
                  <a:lnTo>
                    <a:pt x="7" y="293"/>
                  </a:lnTo>
                  <a:lnTo>
                    <a:pt x="8" y="292"/>
                  </a:lnTo>
                  <a:lnTo>
                    <a:pt x="9" y="290"/>
                  </a:lnTo>
                  <a:lnTo>
                    <a:pt x="9" y="290"/>
                  </a:lnTo>
                  <a:lnTo>
                    <a:pt x="11" y="274"/>
                  </a:lnTo>
                  <a:lnTo>
                    <a:pt x="13" y="258"/>
                  </a:lnTo>
                  <a:lnTo>
                    <a:pt x="16" y="226"/>
                  </a:lnTo>
                  <a:lnTo>
                    <a:pt x="16" y="194"/>
                  </a:lnTo>
                  <a:lnTo>
                    <a:pt x="16" y="162"/>
                  </a:lnTo>
                  <a:lnTo>
                    <a:pt x="16" y="162"/>
                  </a:lnTo>
                  <a:lnTo>
                    <a:pt x="17" y="143"/>
                  </a:lnTo>
                  <a:lnTo>
                    <a:pt x="19" y="125"/>
                  </a:lnTo>
                  <a:lnTo>
                    <a:pt x="22" y="106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7" y="46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0" name="Freeform 275"/>
            <p:cNvSpPr/>
            <p:nvPr/>
          </p:nvSpPr>
          <p:spPr bwMode="auto">
            <a:xfrm>
              <a:off x="2609850" y="2592388"/>
              <a:ext cx="25400" cy="158750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23"/>
                </a:cxn>
                <a:cxn ang="0">
                  <a:pos x="36" y="42"/>
                </a:cxn>
                <a:cxn ang="0">
                  <a:pos x="32" y="78"/>
                </a:cxn>
                <a:cxn ang="0">
                  <a:pos x="26" y="114"/>
                </a:cxn>
                <a:cxn ang="0">
                  <a:pos x="18" y="150"/>
                </a:cxn>
                <a:cxn ang="0">
                  <a:pos x="12" y="186"/>
                </a:cxn>
                <a:cxn ang="0">
                  <a:pos x="6" y="222"/>
                </a:cxn>
                <a:cxn ang="0">
                  <a:pos x="2" y="258"/>
                </a:cxn>
                <a:cxn ang="0">
                  <a:pos x="1" y="277"/>
                </a:cxn>
                <a:cxn ang="0">
                  <a:pos x="0" y="296"/>
                </a:cxn>
                <a:cxn ang="0">
                  <a:pos x="0" y="296"/>
                </a:cxn>
                <a:cxn ang="0">
                  <a:pos x="0" y="298"/>
                </a:cxn>
                <a:cxn ang="0">
                  <a:pos x="1" y="299"/>
                </a:cxn>
                <a:cxn ang="0">
                  <a:pos x="3" y="300"/>
                </a:cxn>
                <a:cxn ang="0">
                  <a:pos x="4" y="300"/>
                </a:cxn>
                <a:cxn ang="0">
                  <a:pos x="6" y="300"/>
                </a:cxn>
                <a:cxn ang="0">
                  <a:pos x="8" y="299"/>
                </a:cxn>
                <a:cxn ang="0">
                  <a:pos x="9" y="298"/>
                </a:cxn>
                <a:cxn ang="0">
                  <a:pos x="9" y="296"/>
                </a:cxn>
                <a:cxn ang="0">
                  <a:pos x="9" y="296"/>
                </a:cxn>
                <a:cxn ang="0">
                  <a:pos x="10" y="277"/>
                </a:cxn>
                <a:cxn ang="0">
                  <a:pos x="11" y="258"/>
                </a:cxn>
                <a:cxn ang="0">
                  <a:pos x="15" y="222"/>
                </a:cxn>
                <a:cxn ang="0">
                  <a:pos x="22" y="186"/>
                </a:cxn>
                <a:cxn ang="0">
                  <a:pos x="29" y="150"/>
                </a:cxn>
                <a:cxn ang="0">
                  <a:pos x="35" y="114"/>
                </a:cxn>
                <a:cxn ang="0">
                  <a:pos x="41" y="78"/>
                </a:cxn>
                <a:cxn ang="0">
                  <a:pos x="45" y="42"/>
                </a:cxn>
                <a:cxn ang="0">
                  <a:pos x="46" y="23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300">
                  <a:moveTo>
                    <a:pt x="38" y="4"/>
                  </a:moveTo>
                  <a:lnTo>
                    <a:pt x="38" y="4"/>
                  </a:lnTo>
                  <a:lnTo>
                    <a:pt x="37" y="23"/>
                  </a:lnTo>
                  <a:lnTo>
                    <a:pt x="36" y="42"/>
                  </a:lnTo>
                  <a:lnTo>
                    <a:pt x="32" y="78"/>
                  </a:lnTo>
                  <a:lnTo>
                    <a:pt x="26" y="114"/>
                  </a:lnTo>
                  <a:lnTo>
                    <a:pt x="18" y="150"/>
                  </a:lnTo>
                  <a:lnTo>
                    <a:pt x="12" y="186"/>
                  </a:lnTo>
                  <a:lnTo>
                    <a:pt x="6" y="222"/>
                  </a:lnTo>
                  <a:lnTo>
                    <a:pt x="2" y="258"/>
                  </a:lnTo>
                  <a:lnTo>
                    <a:pt x="1" y="277"/>
                  </a:lnTo>
                  <a:lnTo>
                    <a:pt x="0" y="296"/>
                  </a:lnTo>
                  <a:lnTo>
                    <a:pt x="0" y="296"/>
                  </a:lnTo>
                  <a:lnTo>
                    <a:pt x="0" y="298"/>
                  </a:lnTo>
                  <a:lnTo>
                    <a:pt x="1" y="299"/>
                  </a:lnTo>
                  <a:lnTo>
                    <a:pt x="3" y="300"/>
                  </a:lnTo>
                  <a:lnTo>
                    <a:pt x="4" y="300"/>
                  </a:lnTo>
                  <a:lnTo>
                    <a:pt x="6" y="300"/>
                  </a:lnTo>
                  <a:lnTo>
                    <a:pt x="8" y="299"/>
                  </a:lnTo>
                  <a:lnTo>
                    <a:pt x="9" y="298"/>
                  </a:lnTo>
                  <a:lnTo>
                    <a:pt x="9" y="296"/>
                  </a:lnTo>
                  <a:lnTo>
                    <a:pt x="9" y="296"/>
                  </a:lnTo>
                  <a:lnTo>
                    <a:pt x="10" y="277"/>
                  </a:lnTo>
                  <a:lnTo>
                    <a:pt x="11" y="258"/>
                  </a:lnTo>
                  <a:lnTo>
                    <a:pt x="15" y="222"/>
                  </a:lnTo>
                  <a:lnTo>
                    <a:pt x="22" y="186"/>
                  </a:lnTo>
                  <a:lnTo>
                    <a:pt x="29" y="150"/>
                  </a:lnTo>
                  <a:lnTo>
                    <a:pt x="35" y="114"/>
                  </a:lnTo>
                  <a:lnTo>
                    <a:pt x="41" y="78"/>
                  </a:lnTo>
                  <a:lnTo>
                    <a:pt x="45" y="42"/>
                  </a:lnTo>
                  <a:lnTo>
                    <a:pt x="46" y="23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1" name="Freeform 276"/>
            <p:cNvSpPr/>
            <p:nvPr/>
          </p:nvSpPr>
          <p:spPr bwMode="auto">
            <a:xfrm>
              <a:off x="2649538" y="2581275"/>
              <a:ext cx="22225" cy="206375"/>
            </a:xfrm>
            <a:custGeom>
              <a:avLst/>
              <a:gdLst/>
              <a:ahLst/>
              <a:cxnLst>
                <a:cxn ang="0">
                  <a:pos x="34" y="5"/>
                </a:cxn>
                <a:cxn ang="0">
                  <a:pos x="34" y="5"/>
                </a:cxn>
                <a:cxn ang="0">
                  <a:pos x="33" y="25"/>
                </a:cxn>
                <a:cxn ang="0">
                  <a:pos x="30" y="47"/>
                </a:cxn>
                <a:cxn ang="0">
                  <a:pos x="24" y="89"/>
                </a:cxn>
                <a:cxn ang="0">
                  <a:pos x="19" y="133"/>
                </a:cxn>
                <a:cxn ang="0">
                  <a:pos x="17" y="154"/>
                </a:cxn>
                <a:cxn ang="0">
                  <a:pos x="16" y="175"/>
                </a:cxn>
                <a:cxn ang="0">
                  <a:pos x="16" y="175"/>
                </a:cxn>
                <a:cxn ang="0">
                  <a:pos x="15" y="191"/>
                </a:cxn>
                <a:cxn ang="0">
                  <a:pos x="14" y="207"/>
                </a:cxn>
                <a:cxn ang="0">
                  <a:pos x="11" y="239"/>
                </a:cxn>
                <a:cxn ang="0">
                  <a:pos x="11" y="239"/>
                </a:cxn>
                <a:cxn ang="0">
                  <a:pos x="6" y="290"/>
                </a:cxn>
                <a:cxn ang="0">
                  <a:pos x="2" y="340"/>
                </a:cxn>
                <a:cxn ang="0">
                  <a:pos x="2" y="340"/>
                </a:cxn>
                <a:cxn ang="0">
                  <a:pos x="1" y="351"/>
                </a:cxn>
                <a:cxn ang="0">
                  <a:pos x="0" y="365"/>
                </a:cxn>
                <a:cxn ang="0">
                  <a:pos x="0" y="372"/>
                </a:cxn>
                <a:cxn ang="0">
                  <a:pos x="0" y="380"/>
                </a:cxn>
                <a:cxn ang="0">
                  <a:pos x="2" y="385"/>
                </a:cxn>
                <a:cxn ang="0">
                  <a:pos x="3" y="387"/>
                </a:cxn>
                <a:cxn ang="0">
                  <a:pos x="5" y="388"/>
                </a:cxn>
                <a:cxn ang="0">
                  <a:pos x="5" y="388"/>
                </a:cxn>
                <a:cxn ang="0">
                  <a:pos x="7" y="388"/>
                </a:cxn>
                <a:cxn ang="0">
                  <a:pos x="8" y="388"/>
                </a:cxn>
                <a:cxn ang="0">
                  <a:pos x="11" y="387"/>
                </a:cxn>
                <a:cxn ang="0">
                  <a:pos x="12" y="386"/>
                </a:cxn>
                <a:cxn ang="0">
                  <a:pos x="13" y="384"/>
                </a:cxn>
                <a:cxn ang="0">
                  <a:pos x="13" y="383"/>
                </a:cxn>
                <a:cxn ang="0">
                  <a:pos x="12" y="381"/>
                </a:cxn>
                <a:cxn ang="0">
                  <a:pos x="10" y="380"/>
                </a:cxn>
                <a:cxn ang="0">
                  <a:pos x="10" y="380"/>
                </a:cxn>
                <a:cxn ang="0">
                  <a:pos x="12" y="380"/>
                </a:cxn>
                <a:cxn ang="0">
                  <a:pos x="12" y="380"/>
                </a:cxn>
                <a:cxn ang="0">
                  <a:pos x="11" y="375"/>
                </a:cxn>
                <a:cxn ang="0">
                  <a:pos x="11" y="375"/>
                </a:cxn>
                <a:cxn ang="0">
                  <a:pos x="12" y="362"/>
                </a:cxn>
                <a:cxn ang="0">
                  <a:pos x="12" y="362"/>
                </a:cxn>
                <a:cxn ang="0">
                  <a:pos x="14" y="324"/>
                </a:cxn>
                <a:cxn ang="0">
                  <a:pos x="14" y="324"/>
                </a:cxn>
                <a:cxn ang="0">
                  <a:pos x="21" y="226"/>
                </a:cxn>
                <a:cxn ang="0">
                  <a:pos x="21" y="226"/>
                </a:cxn>
                <a:cxn ang="0">
                  <a:pos x="23" y="197"/>
                </a:cxn>
                <a:cxn ang="0">
                  <a:pos x="26" y="168"/>
                </a:cxn>
                <a:cxn ang="0">
                  <a:pos x="26" y="168"/>
                </a:cxn>
                <a:cxn ang="0">
                  <a:pos x="30" y="127"/>
                </a:cxn>
                <a:cxn ang="0">
                  <a:pos x="33" y="86"/>
                </a:cxn>
                <a:cxn ang="0">
                  <a:pos x="33" y="86"/>
                </a:cxn>
                <a:cxn ang="0">
                  <a:pos x="36" y="66"/>
                </a:cxn>
                <a:cxn ang="0">
                  <a:pos x="39" y="45"/>
                </a:cxn>
                <a:cxn ang="0">
                  <a:pos x="42" y="25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1"/>
                </a:cxn>
                <a:cxn ang="0">
                  <a:pos x="34" y="3"/>
                </a:cxn>
                <a:cxn ang="0">
                  <a:pos x="34" y="5"/>
                </a:cxn>
                <a:cxn ang="0">
                  <a:pos x="34" y="5"/>
                </a:cxn>
              </a:cxnLst>
              <a:rect l="0" t="0" r="r" b="b"/>
              <a:pathLst>
                <a:path w="44" h="388">
                  <a:moveTo>
                    <a:pt x="34" y="5"/>
                  </a:moveTo>
                  <a:lnTo>
                    <a:pt x="34" y="5"/>
                  </a:lnTo>
                  <a:lnTo>
                    <a:pt x="33" y="25"/>
                  </a:lnTo>
                  <a:lnTo>
                    <a:pt x="30" y="47"/>
                  </a:lnTo>
                  <a:lnTo>
                    <a:pt x="24" y="89"/>
                  </a:lnTo>
                  <a:lnTo>
                    <a:pt x="19" y="133"/>
                  </a:lnTo>
                  <a:lnTo>
                    <a:pt x="17" y="154"/>
                  </a:lnTo>
                  <a:lnTo>
                    <a:pt x="16" y="175"/>
                  </a:lnTo>
                  <a:lnTo>
                    <a:pt x="16" y="175"/>
                  </a:lnTo>
                  <a:lnTo>
                    <a:pt x="15" y="191"/>
                  </a:lnTo>
                  <a:lnTo>
                    <a:pt x="14" y="207"/>
                  </a:lnTo>
                  <a:lnTo>
                    <a:pt x="11" y="239"/>
                  </a:lnTo>
                  <a:lnTo>
                    <a:pt x="11" y="239"/>
                  </a:lnTo>
                  <a:lnTo>
                    <a:pt x="6" y="290"/>
                  </a:lnTo>
                  <a:lnTo>
                    <a:pt x="2" y="340"/>
                  </a:lnTo>
                  <a:lnTo>
                    <a:pt x="2" y="340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0" y="372"/>
                  </a:lnTo>
                  <a:lnTo>
                    <a:pt x="0" y="380"/>
                  </a:lnTo>
                  <a:lnTo>
                    <a:pt x="2" y="385"/>
                  </a:lnTo>
                  <a:lnTo>
                    <a:pt x="3" y="387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7" y="388"/>
                  </a:lnTo>
                  <a:lnTo>
                    <a:pt x="8" y="388"/>
                  </a:lnTo>
                  <a:lnTo>
                    <a:pt x="11" y="387"/>
                  </a:lnTo>
                  <a:lnTo>
                    <a:pt x="12" y="386"/>
                  </a:lnTo>
                  <a:lnTo>
                    <a:pt x="13" y="384"/>
                  </a:lnTo>
                  <a:lnTo>
                    <a:pt x="13" y="383"/>
                  </a:lnTo>
                  <a:lnTo>
                    <a:pt x="12" y="381"/>
                  </a:lnTo>
                  <a:lnTo>
                    <a:pt x="10" y="380"/>
                  </a:lnTo>
                  <a:lnTo>
                    <a:pt x="10" y="380"/>
                  </a:lnTo>
                  <a:lnTo>
                    <a:pt x="12" y="380"/>
                  </a:lnTo>
                  <a:lnTo>
                    <a:pt x="12" y="380"/>
                  </a:lnTo>
                  <a:lnTo>
                    <a:pt x="11" y="375"/>
                  </a:lnTo>
                  <a:lnTo>
                    <a:pt x="11" y="375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3" y="197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30" y="127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36" y="66"/>
                  </a:lnTo>
                  <a:lnTo>
                    <a:pt x="39" y="45"/>
                  </a:lnTo>
                  <a:lnTo>
                    <a:pt x="42" y="25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4" y="3"/>
                  </a:lnTo>
                  <a:lnTo>
                    <a:pt x="34" y="5"/>
                  </a:lnTo>
                  <a:lnTo>
                    <a:pt x="3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2" name="Freeform 277"/>
            <p:cNvSpPr/>
            <p:nvPr/>
          </p:nvSpPr>
          <p:spPr bwMode="auto">
            <a:xfrm>
              <a:off x="2687638" y="2544763"/>
              <a:ext cx="20638" cy="236538"/>
            </a:xfrm>
            <a:custGeom>
              <a:avLst/>
              <a:gdLst/>
              <a:ahLst/>
              <a:cxnLst>
                <a:cxn ang="0">
                  <a:pos x="31" y="5"/>
                </a:cxn>
                <a:cxn ang="0">
                  <a:pos x="31" y="5"/>
                </a:cxn>
                <a:cxn ang="0">
                  <a:pos x="29" y="58"/>
                </a:cxn>
                <a:cxn ang="0">
                  <a:pos x="26" y="113"/>
                </a:cxn>
                <a:cxn ang="0">
                  <a:pos x="23" y="167"/>
                </a:cxn>
                <a:cxn ang="0">
                  <a:pos x="18" y="219"/>
                </a:cxn>
                <a:cxn ang="0">
                  <a:pos x="18" y="219"/>
                </a:cxn>
                <a:cxn ang="0">
                  <a:pos x="13" y="275"/>
                </a:cxn>
                <a:cxn ang="0">
                  <a:pos x="7" y="330"/>
                </a:cxn>
                <a:cxn ang="0">
                  <a:pos x="2" y="386"/>
                </a:cxn>
                <a:cxn ang="0">
                  <a:pos x="0" y="414"/>
                </a:cxn>
                <a:cxn ang="0">
                  <a:pos x="0" y="441"/>
                </a:cxn>
                <a:cxn ang="0">
                  <a:pos x="0" y="441"/>
                </a:cxn>
                <a:cxn ang="0">
                  <a:pos x="0" y="444"/>
                </a:cxn>
                <a:cxn ang="0">
                  <a:pos x="1" y="445"/>
                </a:cxn>
                <a:cxn ang="0">
                  <a:pos x="3" y="446"/>
                </a:cxn>
                <a:cxn ang="0">
                  <a:pos x="4" y="446"/>
                </a:cxn>
                <a:cxn ang="0">
                  <a:pos x="6" y="446"/>
                </a:cxn>
                <a:cxn ang="0">
                  <a:pos x="7" y="445"/>
                </a:cxn>
                <a:cxn ang="0">
                  <a:pos x="8" y="444"/>
                </a:cxn>
                <a:cxn ang="0">
                  <a:pos x="9" y="441"/>
                </a:cxn>
                <a:cxn ang="0">
                  <a:pos x="9" y="441"/>
                </a:cxn>
                <a:cxn ang="0">
                  <a:pos x="10" y="414"/>
                </a:cxn>
                <a:cxn ang="0">
                  <a:pos x="11" y="386"/>
                </a:cxn>
                <a:cxn ang="0">
                  <a:pos x="16" y="330"/>
                </a:cxn>
                <a:cxn ang="0">
                  <a:pos x="22" y="275"/>
                </a:cxn>
                <a:cxn ang="0">
                  <a:pos x="27" y="219"/>
                </a:cxn>
                <a:cxn ang="0">
                  <a:pos x="27" y="219"/>
                </a:cxn>
                <a:cxn ang="0">
                  <a:pos x="33" y="167"/>
                </a:cxn>
                <a:cxn ang="0">
                  <a:pos x="37" y="113"/>
                </a:cxn>
                <a:cxn ang="0">
                  <a:pos x="39" y="59"/>
                </a:cxn>
                <a:cxn ang="0">
                  <a:pos x="40" y="5"/>
                </a:cxn>
                <a:cxn ang="0">
                  <a:pos x="40" y="5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1" y="5"/>
                </a:cxn>
                <a:cxn ang="0">
                  <a:pos x="31" y="5"/>
                </a:cxn>
              </a:cxnLst>
              <a:rect l="0" t="0" r="r" b="b"/>
              <a:pathLst>
                <a:path w="40" h="446">
                  <a:moveTo>
                    <a:pt x="31" y="5"/>
                  </a:moveTo>
                  <a:lnTo>
                    <a:pt x="31" y="5"/>
                  </a:lnTo>
                  <a:lnTo>
                    <a:pt x="29" y="58"/>
                  </a:lnTo>
                  <a:lnTo>
                    <a:pt x="26" y="113"/>
                  </a:lnTo>
                  <a:lnTo>
                    <a:pt x="23" y="167"/>
                  </a:lnTo>
                  <a:lnTo>
                    <a:pt x="18" y="219"/>
                  </a:lnTo>
                  <a:lnTo>
                    <a:pt x="18" y="219"/>
                  </a:lnTo>
                  <a:lnTo>
                    <a:pt x="13" y="275"/>
                  </a:lnTo>
                  <a:lnTo>
                    <a:pt x="7" y="330"/>
                  </a:lnTo>
                  <a:lnTo>
                    <a:pt x="2" y="386"/>
                  </a:lnTo>
                  <a:lnTo>
                    <a:pt x="0" y="414"/>
                  </a:lnTo>
                  <a:lnTo>
                    <a:pt x="0" y="441"/>
                  </a:lnTo>
                  <a:lnTo>
                    <a:pt x="0" y="441"/>
                  </a:lnTo>
                  <a:lnTo>
                    <a:pt x="0" y="444"/>
                  </a:lnTo>
                  <a:lnTo>
                    <a:pt x="1" y="445"/>
                  </a:lnTo>
                  <a:lnTo>
                    <a:pt x="3" y="446"/>
                  </a:lnTo>
                  <a:lnTo>
                    <a:pt x="4" y="446"/>
                  </a:lnTo>
                  <a:lnTo>
                    <a:pt x="6" y="446"/>
                  </a:lnTo>
                  <a:lnTo>
                    <a:pt x="7" y="445"/>
                  </a:lnTo>
                  <a:lnTo>
                    <a:pt x="8" y="444"/>
                  </a:lnTo>
                  <a:lnTo>
                    <a:pt x="9" y="441"/>
                  </a:lnTo>
                  <a:lnTo>
                    <a:pt x="9" y="441"/>
                  </a:lnTo>
                  <a:lnTo>
                    <a:pt x="10" y="414"/>
                  </a:lnTo>
                  <a:lnTo>
                    <a:pt x="11" y="386"/>
                  </a:lnTo>
                  <a:lnTo>
                    <a:pt x="16" y="330"/>
                  </a:lnTo>
                  <a:lnTo>
                    <a:pt x="22" y="275"/>
                  </a:lnTo>
                  <a:lnTo>
                    <a:pt x="27" y="219"/>
                  </a:lnTo>
                  <a:lnTo>
                    <a:pt x="27" y="219"/>
                  </a:lnTo>
                  <a:lnTo>
                    <a:pt x="33" y="167"/>
                  </a:lnTo>
                  <a:lnTo>
                    <a:pt x="37" y="113"/>
                  </a:lnTo>
                  <a:lnTo>
                    <a:pt x="39" y="59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1" y="5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3" name="Freeform 278"/>
            <p:cNvSpPr/>
            <p:nvPr/>
          </p:nvSpPr>
          <p:spPr bwMode="auto">
            <a:xfrm>
              <a:off x="2714625" y="2535238"/>
              <a:ext cx="17463" cy="265113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20" y="34"/>
                </a:cxn>
                <a:cxn ang="0">
                  <a:pos x="21" y="64"/>
                </a:cxn>
                <a:cxn ang="0">
                  <a:pos x="23" y="125"/>
                </a:cxn>
                <a:cxn ang="0">
                  <a:pos x="24" y="155"/>
                </a:cxn>
                <a:cxn ang="0">
                  <a:pos x="24" y="185"/>
                </a:cxn>
                <a:cxn ang="0">
                  <a:pos x="23" y="215"/>
                </a:cxn>
                <a:cxn ang="0">
                  <a:pos x="20" y="245"/>
                </a:cxn>
                <a:cxn ang="0">
                  <a:pos x="20" y="245"/>
                </a:cxn>
                <a:cxn ang="0">
                  <a:pos x="13" y="306"/>
                </a:cxn>
                <a:cxn ang="0">
                  <a:pos x="9" y="335"/>
                </a:cxn>
                <a:cxn ang="0">
                  <a:pos x="7" y="366"/>
                </a:cxn>
                <a:cxn ang="0">
                  <a:pos x="7" y="366"/>
                </a:cxn>
                <a:cxn ang="0">
                  <a:pos x="3" y="427"/>
                </a:cxn>
                <a:cxn ang="0">
                  <a:pos x="1" y="458"/>
                </a:cxn>
                <a:cxn ang="0">
                  <a:pos x="0" y="489"/>
                </a:cxn>
                <a:cxn ang="0">
                  <a:pos x="0" y="489"/>
                </a:cxn>
                <a:cxn ang="0">
                  <a:pos x="0" y="490"/>
                </a:cxn>
                <a:cxn ang="0">
                  <a:pos x="0" y="497"/>
                </a:cxn>
                <a:cxn ang="0">
                  <a:pos x="0" y="497"/>
                </a:cxn>
                <a:cxn ang="0">
                  <a:pos x="0" y="499"/>
                </a:cxn>
                <a:cxn ang="0">
                  <a:pos x="1" y="501"/>
                </a:cxn>
                <a:cxn ang="0">
                  <a:pos x="3" y="502"/>
                </a:cxn>
                <a:cxn ang="0">
                  <a:pos x="4" y="502"/>
                </a:cxn>
                <a:cxn ang="0">
                  <a:pos x="6" y="502"/>
                </a:cxn>
                <a:cxn ang="0">
                  <a:pos x="7" y="501"/>
                </a:cxn>
                <a:cxn ang="0">
                  <a:pos x="8" y="499"/>
                </a:cxn>
                <a:cxn ang="0">
                  <a:pos x="9" y="497"/>
                </a:cxn>
                <a:cxn ang="0">
                  <a:pos x="9" y="497"/>
                </a:cxn>
                <a:cxn ang="0">
                  <a:pos x="10" y="467"/>
                </a:cxn>
                <a:cxn ang="0">
                  <a:pos x="13" y="436"/>
                </a:cxn>
                <a:cxn ang="0">
                  <a:pos x="15" y="406"/>
                </a:cxn>
                <a:cxn ang="0">
                  <a:pos x="17" y="376"/>
                </a:cxn>
                <a:cxn ang="0">
                  <a:pos x="17" y="376"/>
                </a:cxn>
                <a:cxn ang="0">
                  <a:pos x="18" y="345"/>
                </a:cxn>
                <a:cxn ang="0">
                  <a:pos x="21" y="314"/>
                </a:cxn>
                <a:cxn ang="0">
                  <a:pos x="29" y="253"/>
                </a:cxn>
                <a:cxn ang="0">
                  <a:pos x="29" y="253"/>
                </a:cxn>
                <a:cxn ang="0">
                  <a:pos x="32" y="222"/>
                </a:cxn>
                <a:cxn ang="0">
                  <a:pos x="33" y="191"/>
                </a:cxn>
                <a:cxn ang="0">
                  <a:pos x="33" y="160"/>
                </a:cxn>
                <a:cxn ang="0">
                  <a:pos x="32" y="129"/>
                </a:cxn>
                <a:cxn ang="0">
                  <a:pos x="30" y="67"/>
                </a:cxn>
                <a:cxn ang="0">
                  <a:pos x="29" y="35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33" h="502">
                  <a:moveTo>
                    <a:pt x="28" y="4"/>
                  </a:move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20" y="34"/>
                  </a:lnTo>
                  <a:lnTo>
                    <a:pt x="21" y="64"/>
                  </a:lnTo>
                  <a:lnTo>
                    <a:pt x="23" y="125"/>
                  </a:lnTo>
                  <a:lnTo>
                    <a:pt x="24" y="155"/>
                  </a:lnTo>
                  <a:lnTo>
                    <a:pt x="24" y="185"/>
                  </a:lnTo>
                  <a:lnTo>
                    <a:pt x="23" y="215"/>
                  </a:lnTo>
                  <a:lnTo>
                    <a:pt x="20" y="245"/>
                  </a:lnTo>
                  <a:lnTo>
                    <a:pt x="20" y="245"/>
                  </a:lnTo>
                  <a:lnTo>
                    <a:pt x="13" y="306"/>
                  </a:lnTo>
                  <a:lnTo>
                    <a:pt x="9" y="335"/>
                  </a:lnTo>
                  <a:lnTo>
                    <a:pt x="7" y="366"/>
                  </a:lnTo>
                  <a:lnTo>
                    <a:pt x="7" y="366"/>
                  </a:lnTo>
                  <a:lnTo>
                    <a:pt x="3" y="427"/>
                  </a:lnTo>
                  <a:lnTo>
                    <a:pt x="1" y="458"/>
                  </a:lnTo>
                  <a:lnTo>
                    <a:pt x="0" y="489"/>
                  </a:lnTo>
                  <a:lnTo>
                    <a:pt x="0" y="489"/>
                  </a:lnTo>
                  <a:lnTo>
                    <a:pt x="0" y="490"/>
                  </a:lnTo>
                  <a:lnTo>
                    <a:pt x="0" y="497"/>
                  </a:lnTo>
                  <a:lnTo>
                    <a:pt x="0" y="497"/>
                  </a:lnTo>
                  <a:lnTo>
                    <a:pt x="0" y="499"/>
                  </a:lnTo>
                  <a:lnTo>
                    <a:pt x="1" y="501"/>
                  </a:lnTo>
                  <a:lnTo>
                    <a:pt x="3" y="502"/>
                  </a:lnTo>
                  <a:lnTo>
                    <a:pt x="4" y="502"/>
                  </a:lnTo>
                  <a:lnTo>
                    <a:pt x="6" y="502"/>
                  </a:lnTo>
                  <a:lnTo>
                    <a:pt x="7" y="501"/>
                  </a:lnTo>
                  <a:lnTo>
                    <a:pt x="8" y="499"/>
                  </a:lnTo>
                  <a:lnTo>
                    <a:pt x="9" y="497"/>
                  </a:lnTo>
                  <a:lnTo>
                    <a:pt x="9" y="497"/>
                  </a:lnTo>
                  <a:lnTo>
                    <a:pt x="10" y="467"/>
                  </a:lnTo>
                  <a:lnTo>
                    <a:pt x="13" y="436"/>
                  </a:lnTo>
                  <a:lnTo>
                    <a:pt x="15" y="406"/>
                  </a:lnTo>
                  <a:lnTo>
                    <a:pt x="17" y="376"/>
                  </a:lnTo>
                  <a:lnTo>
                    <a:pt x="17" y="376"/>
                  </a:lnTo>
                  <a:lnTo>
                    <a:pt x="18" y="345"/>
                  </a:lnTo>
                  <a:lnTo>
                    <a:pt x="21" y="314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32" y="222"/>
                  </a:lnTo>
                  <a:lnTo>
                    <a:pt x="33" y="191"/>
                  </a:lnTo>
                  <a:lnTo>
                    <a:pt x="33" y="160"/>
                  </a:lnTo>
                  <a:lnTo>
                    <a:pt x="32" y="129"/>
                  </a:lnTo>
                  <a:lnTo>
                    <a:pt x="30" y="67"/>
                  </a:lnTo>
                  <a:lnTo>
                    <a:pt x="29" y="35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4" name="Freeform 279"/>
            <p:cNvSpPr/>
            <p:nvPr/>
          </p:nvSpPr>
          <p:spPr bwMode="auto">
            <a:xfrm>
              <a:off x="2744788" y="2547938"/>
              <a:ext cx="19050" cy="252413"/>
            </a:xfrm>
            <a:custGeom>
              <a:avLst/>
              <a:gdLst/>
              <a:ahLst/>
              <a:cxnLst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5" y="5"/>
                </a:cxn>
                <a:cxn ang="0">
                  <a:pos x="25" y="5"/>
                </a:cxn>
                <a:cxn ang="0">
                  <a:pos x="26" y="64"/>
                </a:cxn>
                <a:cxn ang="0">
                  <a:pos x="27" y="123"/>
                </a:cxn>
                <a:cxn ang="0">
                  <a:pos x="27" y="123"/>
                </a:cxn>
                <a:cxn ang="0">
                  <a:pos x="25" y="151"/>
                </a:cxn>
                <a:cxn ang="0">
                  <a:pos x="23" y="180"/>
                </a:cxn>
                <a:cxn ang="0">
                  <a:pos x="16" y="238"/>
                </a:cxn>
                <a:cxn ang="0">
                  <a:pos x="16" y="238"/>
                </a:cxn>
                <a:cxn ang="0">
                  <a:pos x="6" y="355"/>
                </a:cxn>
                <a:cxn ang="0">
                  <a:pos x="2" y="414"/>
                </a:cxn>
                <a:cxn ang="0">
                  <a:pos x="0" y="443"/>
                </a:cxn>
                <a:cxn ang="0">
                  <a:pos x="0" y="472"/>
                </a:cxn>
                <a:cxn ang="0">
                  <a:pos x="0" y="472"/>
                </a:cxn>
                <a:cxn ang="0">
                  <a:pos x="0" y="474"/>
                </a:cxn>
                <a:cxn ang="0">
                  <a:pos x="1" y="476"/>
                </a:cxn>
                <a:cxn ang="0">
                  <a:pos x="3" y="477"/>
                </a:cxn>
                <a:cxn ang="0">
                  <a:pos x="4" y="477"/>
                </a:cxn>
                <a:cxn ang="0">
                  <a:pos x="6" y="477"/>
                </a:cxn>
                <a:cxn ang="0">
                  <a:pos x="7" y="476"/>
                </a:cxn>
                <a:cxn ang="0">
                  <a:pos x="9" y="474"/>
                </a:cxn>
                <a:cxn ang="0">
                  <a:pos x="9" y="472"/>
                </a:cxn>
                <a:cxn ang="0">
                  <a:pos x="9" y="472"/>
                </a:cxn>
                <a:cxn ang="0">
                  <a:pos x="9" y="443"/>
                </a:cxn>
                <a:cxn ang="0">
                  <a:pos x="11" y="414"/>
                </a:cxn>
                <a:cxn ang="0">
                  <a:pos x="15" y="355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32" y="180"/>
                </a:cxn>
                <a:cxn ang="0">
                  <a:pos x="35" y="151"/>
                </a:cxn>
                <a:cxn ang="0">
                  <a:pos x="36" y="123"/>
                </a:cxn>
                <a:cxn ang="0">
                  <a:pos x="36" y="123"/>
                </a:cxn>
                <a:cxn ang="0">
                  <a:pos x="36" y="93"/>
                </a:cxn>
                <a:cxn ang="0">
                  <a:pos x="35" y="64"/>
                </a:cxn>
                <a:cxn ang="0">
                  <a:pos x="34" y="5"/>
                </a:cxn>
                <a:cxn ang="0">
                  <a:pos x="34" y="5"/>
                </a:cxn>
              </a:cxnLst>
              <a:rect l="0" t="0" r="r" b="b"/>
              <a:pathLst>
                <a:path w="36" h="477">
                  <a:moveTo>
                    <a:pt x="34" y="5"/>
                  </a:move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6" y="64"/>
                  </a:lnTo>
                  <a:lnTo>
                    <a:pt x="27" y="123"/>
                  </a:lnTo>
                  <a:lnTo>
                    <a:pt x="27" y="123"/>
                  </a:lnTo>
                  <a:lnTo>
                    <a:pt x="25" y="151"/>
                  </a:lnTo>
                  <a:lnTo>
                    <a:pt x="23" y="180"/>
                  </a:lnTo>
                  <a:lnTo>
                    <a:pt x="16" y="238"/>
                  </a:lnTo>
                  <a:lnTo>
                    <a:pt x="16" y="238"/>
                  </a:lnTo>
                  <a:lnTo>
                    <a:pt x="6" y="355"/>
                  </a:lnTo>
                  <a:lnTo>
                    <a:pt x="2" y="414"/>
                  </a:lnTo>
                  <a:lnTo>
                    <a:pt x="0" y="443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74"/>
                  </a:lnTo>
                  <a:lnTo>
                    <a:pt x="1" y="476"/>
                  </a:lnTo>
                  <a:lnTo>
                    <a:pt x="3" y="477"/>
                  </a:lnTo>
                  <a:lnTo>
                    <a:pt x="4" y="477"/>
                  </a:lnTo>
                  <a:lnTo>
                    <a:pt x="6" y="477"/>
                  </a:lnTo>
                  <a:lnTo>
                    <a:pt x="7" y="476"/>
                  </a:lnTo>
                  <a:lnTo>
                    <a:pt x="9" y="474"/>
                  </a:lnTo>
                  <a:lnTo>
                    <a:pt x="9" y="472"/>
                  </a:lnTo>
                  <a:lnTo>
                    <a:pt x="9" y="472"/>
                  </a:lnTo>
                  <a:lnTo>
                    <a:pt x="9" y="443"/>
                  </a:lnTo>
                  <a:lnTo>
                    <a:pt x="11" y="414"/>
                  </a:lnTo>
                  <a:lnTo>
                    <a:pt x="15" y="355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32" y="180"/>
                  </a:lnTo>
                  <a:lnTo>
                    <a:pt x="35" y="151"/>
                  </a:lnTo>
                  <a:lnTo>
                    <a:pt x="36" y="123"/>
                  </a:lnTo>
                  <a:lnTo>
                    <a:pt x="36" y="123"/>
                  </a:lnTo>
                  <a:lnTo>
                    <a:pt x="36" y="93"/>
                  </a:lnTo>
                  <a:lnTo>
                    <a:pt x="35" y="64"/>
                  </a:lnTo>
                  <a:lnTo>
                    <a:pt x="34" y="5"/>
                  </a:lnTo>
                  <a:lnTo>
                    <a:pt x="3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5" name="Freeform 280"/>
            <p:cNvSpPr/>
            <p:nvPr/>
          </p:nvSpPr>
          <p:spPr bwMode="auto">
            <a:xfrm>
              <a:off x="2774950" y="2544763"/>
              <a:ext cx="25400" cy="242888"/>
            </a:xfrm>
            <a:custGeom>
              <a:avLst/>
              <a:gdLst/>
              <a:ahLst/>
              <a:cxnLst>
                <a:cxn ang="0">
                  <a:pos x="47" y="5"/>
                </a:cxn>
                <a:cxn ang="0">
                  <a:pos x="47" y="5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0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8" y="60"/>
                </a:cxn>
                <a:cxn ang="0">
                  <a:pos x="39" y="116"/>
                </a:cxn>
                <a:cxn ang="0">
                  <a:pos x="39" y="144"/>
                </a:cxn>
                <a:cxn ang="0">
                  <a:pos x="39" y="172"/>
                </a:cxn>
                <a:cxn ang="0">
                  <a:pos x="37" y="200"/>
                </a:cxn>
                <a:cxn ang="0">
                  <a:pos x="35" y="228"/>
                </a:cxn>
                <a:cxn ang="0">
                  <a:pos x="35" y="228"/>
                </a:cxn>
                <a:cxn ang="0">
                  <a:pos x="27" y="291"/>
                </a:cxn>
                <a:cxn ang="0">
                  <a:pos x="21" y="322"/>
                </a:cxn>
                <a:cxn ang="0">
                  <a:pos x="16" y="353"/>
                </a:cxn>
                <a:cxn ang="0">
                  <a:pos x="16" y="353"/>
                </a:cxn>
                <a:cxn ang="0">
                  <a:pos x="7" y="395"/>
                </a:cxn>
                <a:cxn ang="0">
                  <a:pos x="3" y="417"/>
                </a:cxn>
                <a:cxn ang="0">
                  <a:pos x="1" y="438"/>
                </a:cxn>
                <a:cxn ang="0">
                  <a:pos x="1" y="438"/>
                </a:cxn>
                <a:cxn ang="0">
                  <a:pos x="0" y="441"/>
                </a:cxn>
                <a:cxn ang="0">
                  <a:pos x="0" y="454"/>
                </a:cxn>
                <a:cxn ang="0">
                  <a:pos x="0" y="454"/>
                </a:cxn>
                <a:cxn ang="0">
                  <a:pos x="0" y="456"/>
                </a:cxn>
                <a:cxn ang="0">
                  <a:pos x="1" y="457"/>
                </a:cxn>
                <a:cxn ang="0">
                  <a:pos x="3" y="458"/>
                </a:cxn>
                <a:cxn ang="0">
                  <a:pos x="4" y="458"/>
                </a:cxn>
                <a:cxn ang="0">
                  <a:pos x="6" y="458"/>
                </a:cxn>
                <a:cxn ang="0">
                  <a:pos x="8" y="457"/>
                </a:cxn>
                <a:cxn ang="0">
                  <a:pos x="9" y="456"/>
                </a:cxn>
                <a:cxn ang="0">
                  <a:pos x="9" y="454"/>
                </a:cxn>
                <a:cxn ang="0">
                  <a:pos x="9" y="454"/>
                </a:cxn>
                <a:cxn ang="0">
                  <a:pos x="10" y="440"/>
                </a:cxn>
                <a:cxn ang="0">
                  <a:pos x="11" y="426"/>
                </a:cxn>
                <a:cxn ang="0">
                  <a:pos x="15" y="399"/>
                </a:cxn>
                <a:cxn ang="0">
                  <a:pos x="27" y="345"/>
                </a:cxn>
                <a:cxn ang="0">
                  <a:pos x="27" y="345"/>
                </a:cxn>
                <a:cxn ang="0">
                  <a:pos x="32" y="319"/>
                </a:cxn>
                <a:cxn ang="0">
                  <a:pos x="36" y="292"/>
                </a:cxn>
                <a:cxn ang="0">
                  <a:pos x="43" y="237"/>
                </a:cxn>
                <a:cxn ang="0">
                  <a:pos x="43" y="237"/>
                </a:cxn>
                <a:cxn ang="0">
                  <a:pos x="46" y="208"/>
                </a:cxn>
                <a:cxn ang="0">
                  <a:pos x="47" y="179"/>
                </a:cxn>
                <a:cxn ang="0">
                  <a:pos x="48" y="150"/>
                </a:cxn>
                <a:cxn ang="0">
                  <a:pos x="48" y="121"/>
                </a:cxn>
                <a:cxn ang="0">
                  <a:pos x="48" y="63"/>
                </a:cxn>
                <a:cxn ang="0">
                  <a:pos x="47" y="5"/>
                </a:cxn>
                <a:cxn ang="0">
                  <a:pos x="47" y="5"/>
                </a:cxn>
              </a:cxnLst>
              <a:rect l="0" t="0" r="r" b="b"/>
              <a:pathLst>
                <a:path w="48" h="458">
                  <a:moveTo>
                    <a:pt x="47" y="5"/>
                  </a:moveTo>
                  <a:lnTo>
                    <a:pt x="47" y="5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60"/>
                  </a:lnTo>
                  <a:lnTo>
                    <a:pt x="39" y="116"/>
                  </a:lnTo>
                  <a:lnTo>
                    <a:pt x="39" y="144"/>
                  </a:lnTo>
                  <a:lnTo>
                    <a:pt x="39" y="172"/>
                  </a:lnTo>
                  <a:lnTo>
                    <a:pt x="37" y="200"/>
                  </a:lnTo>
                  <a:lnTo>
                    <a:pt x="35" y="228"/>
                  </a:lnTo>
                  <a:lnTo>
                    <a:pt x="35" y="228"/>
                  </a:lnTo>
                  <a:lnTo>
                    <a:pt x="27" y="291"/>
                  </a:lnTo>
                  <a:lnTo>
                    <a:pt x="21" y="322"/>
                  </a:lnTo>
                  <a:lnTo>
                    <a:pt x="16" y="353"/>
                  </a:lnTo>
                  <a:lnTo>
                    <a:pt x="16" y="353"/>
                  </a:lnTo>
                  <a:lnTo>
                    <a:pt x="7" y="395"/>
                  </a:lnTo>
                  <a:lnTo>
                    <a:pt x="3" y="417"/>
                  </a:lnTo>
                  <a:lnTo>
                    <a:pt x="1" y="438"/>
                  </a:lnTo>
                  <a:lnTo>
                    <a:pt x="1" y="438"/>
                  </a:lnTo>
                  <a:lnTo>
                    <a:pt x="0" y="441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0" y="456"/>
                  </a:lnTo>
                  <a:lnTo>
                    <a:pt x="1" y="457"/>
                  </a:lnTo>
                  <a:lnTo>
                    <a:pt x="3" y="458"/>
                  </a:lnTo>
                  <a:lnTo>
                    <a:pt x="4" y="458"/>
                  </a:lnTo>
                  <a:lnTo>
                    <a:pt x="6" y="458"/>
                  </a:lnTo>
                  <a:lnTo>
                    <a:pt x="8" y="457"/>
                  </a:lnTo>
                  <a:lnTo>
                    <a:pt x="9" y="456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10" y="440"/>
                  </a:lnTo>
                  <a:lnTo>
                    <a:pt x="11" y="426"/>
                  </a:lnTo>
                  <a:lnTo>
                    <a:pt x="15" y="399"/>
                  </a:lnTo>
                  <a:lnTo>
                    <a:pt x="27" y="345"/>
                  </a:lnTo>
                  <a:lnTo>
                    <a:pt x="27" y="345"/>
                  </a:lnTo>
                  <a:lnTo>
                    <a:pt x="32" y="319"/>
                  </a:lnTo>
                  <a:lnTo>
                    <a:pt x="36" y="292"/>
                  </a:lnTo>
                  <a:lnTo>
                    <a:pt x="43" y="237"/>
                  </a:lnTo>
                  <a:lnTo>
                    <a:pt x="43" y="237"/>
                  </a:lnTo>
                  <a:lnTo>
                    <a:pt x="46" y="208"/>
                  </a:lnTo>
                  <a:lnTo>
                    <a:pt x="47" y="179"/>
                  </a:lnTo>
                  <a:lnTo>
                    <a:pt x="48" y="150"/>
                  </a:lnTo>
                  <a:lnTo>
                    <a:pt x="48" y="121"/>
                  </a:lnTo>
                  <a:lnTo>
                    <a:pt x="48" y="63"/>
                  </a:lnTo>
                  <a:lnTo>
                    <a:pt x="47" y="5"/>
                  </a:lnTo>
                  <a:lnTo>
                    <a:pt x="47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6" name="Freeform 281"/>
            <p:cNvSpPr/>
            <p:nvPr/>
          </p:nvSpPr>
          <p:spPr bwMode="auto">
            <a:xfrm>
              <a:off x="2808288" y="2571750"/>
              <a:ext cx="20638" cy="20955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50"/>
                </a:cxn>
                <a:cxn ang="0">
                  <a:pos x="30" y="95"/>
                </a:cxn>
                <a:cxn ang="0">
                  <a:pos x="30" y="95"/>
                </a:cxn>
                <a:cxn ang="0">
                  <a:pos x="28" y="121"/>
                </a:cxn>
                <a:cxn ang="0">
                  <a:pos x="24" y="147"/>
                </a:cxn>
                <a:cxn ang="0">
                  <a:pos x="20" y="171"/>
                </a:cxn>
                <a:cxn ang="0">
                  <a:pos x="17" y="197"/>
                </a:cxn>
                <a:cxn ang="0">
                  <a:pos x="17" y="197"/>
                </a:cxn>
                <a:cxn ang="0">
                  <a:pos x="6" y="293"/>
                </a:cxn>
                <a:cxn ang="0">
                  <a:pos x="2" y="342"/>
                </a:cxn>
                <a:cxn ang="0">
                  <a:pos x="0" y="366"/>
                </a:cxn>
                <a:cxn ang="0">
                  <a:pos x="0" y="390"/>
                </a:cxn>
                <a:cxn ang="0">
                  <a:pos x="0" y="390"/>
                </a:cxn>
                <a:cxn ang="0">
                  <a:pos x="0" y="393"/>
                </a:cxn>
                <a:cxn ang="0">
                  <a:pos x="1" y="394"/>
                </a:cxn>
                <a:cxn ang="0">
                  <a:pos x="3" y="395"/>
                </a:cxn>
                <a:cxn ang="0">
                  <a:pos x="5" y="395"/>
                </a:cxn>
                <a:cxn ang="0">
                  <a:pos x="6" y="395"/>
                </a:cxn>
                <a:cxn ang="0">
                  <a:pos x="8" y="394"/>
                </a:cxn>
                <a:cxn ang="0">
                  <a:pos x="9" y="393"/>
                </a:cxn>
                <a:cxn ang="0">
                  <a:pos x="9" y="390"/>
                </a:cxn>
                <a:cxn ang="0">
                  <a:pos x="9" y="390"/>
                </a:cxn>
                <a:cxn ang="0">
                  <a:pos x="10" y="366"/>
                </a:cxn>
                <a:cxn ang="0">
                  <a:pos x="11" y="342"/>
                </a:cxn>
                <a:cxn ang="0">
                  <a:pos x="15" y="293"/>
                </a:cxn>
                <a:cxn ang="0">
                  <a:pos x="21" y="24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30" y="174"/>
                </a:cxn>
                <a:cxn ang="0">
                  <a:pos x="33" y="151"/>
                </a:cxn>
                <a:cxn ang="0">
                  <a:pos x="36" y="127"/>
                </a:cxn>
                <a:cxn ang="0">
                  <a:pos x="39" y="103"/>
                </a:cxn>
                <a:cxn ang="0">
                  <a:pos x="39" y="103"/>
                </a:cxn>
                <a:cxn ang="0">
                  <a:pos x="40" y="79"/>
                </a:cxn>
                <a:cxn ang="0">
                  <a:pos x="41" y="5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395">
                  <a:moveTo>
                    <a:pt x="32" y="4"/>
                  </a:moveTo>
                  <a:lnTo>
                    <a:pt x="32" y="4"/>
                  </a:lnTo>
                  <a:lnTo>
                    <a:pt x="31" y="50"/>
                  </a:lnTo>
                  <a:lnTo>
                    <a:pt x="30" y="95"/>
                  </a:lnTo>
                  <a:lnTo>
                    <a:pt x="30" y="95"/>
                  </a:lnTo>
                  <a:lnTo>
                    <a:pt x="28" y="121"/>
                  </a:lnTo>
                  <a:lnTo>
                    <a:pt x="24" y="147"/>
                  </a:lnTo>
                  <a:lnTo>
                    <a:pt x="20" y="171"/>
                  </a:lnTo>
                  <a:lnTo>
                    <a:pt x="17" y="197"/>
                  </a:lnTo>
                  <a:lnTo>
                    <a:pt x="17" y="197"/>
                  </a:lnTo>
                  <a:lnTo>
                    <a:pt x="6" y="293"/>
                  </a:lnTo>
                  <a:lnTo>
                    <a:pt x="2" y="342"/>
                  </a:lnTo>
                  <a:lnTo>
                    <a:pt x="0" y="366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93"/>
                  </a:lnTo>
                  <a:lnTo>
                    <a:pt x="1" y="394"/>
                  </a:lnTo>
                  <a:lnTo>
                    <a:pt x="3" y="395"/>
                  </a:lnTo>
                  <a:lnTo>
                    <a:pt x="5" y="395"/>
                  </a:lnTo>
                  <a:lnTo>
                    <a:pt x="6" y="395"/>
                  </a:lnTo>
                  <a:lnTo>
                    <a:pt x="8" y="394"/>
                  </a:lnTo>
                  <a:lnTo>
                    <a:pt x="9" y="393"/>
                  </a:lnTo>
                  <a:lnTo>
                    <a:pt x="9" y="390"/>
                  </a:lnTo>
                  <a:lnTo>
                    <a:pt x="9" y="390"/>
                  </a:lnTo>
                  <a:lnTo>
                    <a:pt x="10" y="366"/>
                  </a:lnTo>
                  <a:lnTo>
                    <a:pt x="11" y="342"/>
                  </a:lnTo>
                  <a:lnTo>
                    <a:pt x="15" y="293"/>
                  </a:lnTo>
                  <a:lnTo>
                    <a:pt x="21" y="24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30" y="174"/>
                  </a:lnTo>
                  <a:lnTo>
                    <a:pt x="33" y="151"/>
                  </a:lnTo>
                  <a:lnTo>
                    <a:pt x="36" y="127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40" y="79"/>
                  </a:lnTo>
                  <a:lnTo>
                    <a:pt x="41" y="5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7" name="Freeform 282"/>
            <p:cNvSpPr/>
            <p:nvPr/>
          </p:nvSpPr>
          <p:spPr bwMode="auto">
            <a:xfrm>
              <a:off x="2847975" y="2592388"/>
              <a:ext cx="14288" cy="144463"/>
            </a:xfrm>
            <a:custGeom>
              <a:avLst/>
              <a:gdLst/>
              <a:ahLst/>
              <a:cxnLst>
                <a:cxn ang="0">
                  <a:pos x="20" y="4"/>
                </a:cxn>
                <a:cxn ang="0">
                  <a:pos x="20" y="4"/>
                </a:cxn>
                <a:cxn ang="0">
                  <a:pos x="19" y="18"/>
                </a:cxn>
                <a:cxn ang="0">
                  <a:pos x="17" y="31"/>
                </a:cxn>
                <a:cxn ang="0">
                  <a:pos x="15" y="44"/>
                </a:cxn>
                <a:cxn ang="0">
                  <a:pos x="14" y="57"/>
                </a:cxn>
                <a:cxn ang="0">
                  <a:pos x="14" y="133"/>
                </a:cxn>
                <a:cxn ang="0">
                  <a:pos x="14" y="133"/>
                </a:cxn>
                <a:cxn ang="0">
                  <a:pos x="13" y="151"/>
                </a:cxn>
                <a:cxn ang="0">
                  <a:pos x="12" y="168"/>
                </a:cxn>
                <a:cxn ang="0">
                  <a:pos x="7" y="202"/>
                </a:cxn>
                <a:cxn ang="0">
                  <a:pos x="3" y="236"/>
                </a:cxn>
                <a:cxn ang="0">
                  <a:pos x="1" y="253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1" y="272"/>
                </a:cxn>
                <a:cxn ang="0">
                  <a:pos x="2" y="273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7" y="274"/>
                </a:cxn>
                <a:cxn ang="0">
                  <a:pos x="8" y="273"/>
                </a:cxn>
                <a:cxn ang="0">
                  <a:pos x="9" y="272"/>
                </a:cxn>
                <a:cxn ang="0">
                  <a:pos x="10" y="270"/>
                </a:cxn>
                <a:cxn ang="0">
                  <a:pos x="10" y="270"/>
                </a:cxn>
                <a:cxn ang="0">
                  <a:pos x="10" y="253"/>
                </a:cxn>
                <a:cxn ang="0">
                  <a:pos x="13" y="236"/>
                </a:cxn>
                <a:cxn ang="0">
                  <a:pos x="17" y="202"/>
                </a:cxn>
                <a:cxn ang="0">
                  <a:pos x="21" y="168"/>
                </a:cxn>
                <a:cxn ang="0">
                  <a:pos x="22" y="151"/>
                </a:cxn>
                <a:cxn ang="0">
                  <a:pos x="23" y="133"/>
                </a:cxn>
                <a:cxn ang="0">
                  <a:pos x="23" y="57"/>
                </a:cxn>
                <a:cxn ang="0">
                  <a:pos x="23" y="57"/>
                </a:cxn>
                <a:cxn ang="0">
                  <a:pos x="24" y="44"/>
                </a:cxn>
                <a:cxn ang="0">
                  <a:pos x="26" y="31"/>
                </a:cxn>
                <a:cxn ang="0">
                  <a:pos x="28" y="18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2"/>
                </a:cxn>
                <a:cxn ang="0">
                  <a:pos x="28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20" y="4"/>
                </a:cxn>
                <a:cxn ang="0">
                  <a:pos x="20" y="4"/>
                </a:cxn>
              </a:cxnLst>
              <a:rect l="0" t="0" r="r" b="b"/>
              <a:pathLst>
                <a:path w="29" h="275">
                  <a:moveTo>
                    <a:pt x="20" y="4"/>
                  </a:moveTo>
                  <a:lnTo>
                    <a:pt x="20" y="4"/>
                  </a:lnTo>
                  <a:lnTo>
                    <a:pt x="19" y="18"/>
                  </a:lnTo>
                  <a:lnTo>
                    <a:pt x="17" y="31"/>
                  </a:lnTo>
                  <a:lnTo>
                    <a:pt x="15" y="44"/>
                  </a:lnTo>
                  <a:lnTo>
                    <a:pt x="14" y="57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3" y="151"/>
                  </a:lnTo>
                  <a:lnTo>
                    <a:pt x="12" y="168"/>
                  </a:lnTo>
                  <a:lnTo>
                    <a:pt x="7" y="202"/>
                  </a:lnTo>
                  <a:lnTo>
                    <a:pt x="3" y="236"/>
                  </a:lnTo>
                  <a:lnTo>
                    <a:pt x="1" y="253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1" y="272"/>
                  </a:lnTo>
                  <a:lnTo>
                    <a:pt x="2" y="273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7" y="274"/>
                  </a:lnTo>
                  <a:lnTo>
                    <a:pt x="8" y="273"/>
                  </a:lnTo>
                  <a:lnTo>
                    <a:pt x="9" y="272"/>
                  </a:lnTo>
                  <a:lnTo>
                    <a:pt x="10" y="270"/>
                  </a:lnTo>
                  <a:lnTo>
                    <a:pt x="10" y="270"/>
                  </a:lnTo>
                  <a:lnTo>
                    <a:pt x="10" y="253"/>
                  </a:lnTo>
                  <a:lnTo>
                    <a:pt x="13" y="236"/>
                  </a:lnTo>
                  <a:lnTo>
                    <a:pt x="17" y="202"/>
                  </a:lnTo>
                  <a:lnTo>
                    <a:pt x="21" y="168"/>
                  </a:lnTo>
                  <a:lnTo>
                    <a:pt x="22" y="151"/>
                  </a:lnTo>
                  <a:lnTo>
                    <a:pt x="23" y="133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4" y="44"/>
                  </a:lnTo>
                  <a:lnTo>
                    <a:pt x="26" y="31"/>
                  </a:lnTo>
                  <a:lnTo>
                    <a:pt x="28" y="18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8" name="Freeform 283"/>
            <p:cNvSpPr/>
            <p:nvPr/>
          </p:nvSpPr>
          <p:spPr bwMode="auto">
            <a:xfrm>
              <a:off x="2874963" y="2625725"/>
              <a:ext cx="14288" cy="10160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9" y="2"/>
                </a:cxn>
                <a:cxn ang="0">
                  <a:pos x="28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51"/>
                </a:cxn>
                <a:cxn ang="0">
                  <a:pos x="19" y="74"/>
                </a:cxn>
                <a:cxn ang="0">
                  <a:pos x="18" y="96"/>
                </a:cxn>
                <a:cxn ang="0">
                  <a:pos x="16" y="120"/>
                </a:cxn>
                <a:cxn ang="0">
                  <a:pos x="12" y="142"/>
                </a:cxn>
                <a:cxn ang="0">
                  <a:pos x="8" y="164"/>
                </a:cxn>
                <a:cxn ang="0">
                  <a:pos x="1" y="187"/>
                </a:cxn>
                <a:cxn ang="0">
                  <a:pos x="1" y="187"/>
                </a:cxn>
                <a:cxn ang="0">
                  <a:pos x="0" y="188"/>
                </a:cxn>
                <a:cxn ang="0">
                  <a:pos x="1" y="190"/>
                </a:cxn>
                <a:cxn ang="0">
                  <a:pos x="2" y="191"/>
                </a:cxn>
                <a:cxn ang="0">
                  <a:pos x="3" y="192"/>
                </a:cxn>
                <a:cxn ang="0">
                  <a:pos x="7" y="192"/>
                </a:cxn>
                <a:cxn ang="0">
                  <a:pos x="8" y="191"/>
                </a:cxn>
                <a:cxn ang="0">
                  <a:pos x="9" y="189"/>
                </a:cxn>
                <a:cxn ang="0">
                  <a:pos x="9" y="189"/>
                </a:cxn>
                <a:cxn ang="0">
                  <a:pos x="16" y="167"/>
                </a:cxn>
                <a:cxn ang="0">
                  <a:pos x="23" y="144"/>
                </a:cxn>
                <a:cxn ang="0">
                  <a:pos x="26" y="121"/>
                </a:cxn>
                <a:cxn ang="0">
                  <a:pos x="28" y="98"/>
                </a:cxn>
                <a:cxn ang="0">
                  <a:pos x="29" y="75"/>
                </a:cxn>
                <a:cxn ang="0">
                  <a:pos x="29" y="52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29" h="192">
                  <a:moveTo>
                    <a:pt x="29" y="4"/>
                  </a:move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51"/>
                  </a:lnTo>
                  <a:lnTo>
                    <a:pt x="19" y="74"/>
                  </a:lnTo>
                  <a:lnTo>
                    <a:pt x="18" y="96"/>
                  </a:lnTo>
                  <a:lnTo>
                    <a:pt x="16" y="120"/>
                  </a:lnTo>
                  <a:lnTo>
                    <a:pt x="12" y="142"/>
                  </a:lnTo>
                  <a:lnTo>
                    <a:pt x="8" y="164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0" y="188"/>
                  </a:lnTo>
                  <a:lnTo>
                    <a:pt x="1" y="190"/>
                  </a:lnTo>
                  <a:lnTo>
                    <a:pt x="2" y="191"/>
                  </a:lnTo>
                  <a:lnTo>
                    <a:pt x="3" y="192"/>
                  </a:lnTo>
                  <a:lnTo>
                    <a:pt x="7" y="192"/>
                  </a:lnTo>
                  <a:lnTo>
                    <a:pt x="8" y="191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6" y="167"/>
                  </a:lnTo>
                  <a:lnTo>
                    <a:pt x="23" y="144"/>
                  </a:lnTo>
                  <a:lnTo>
                    <a:pt x="26" y="121"/>
                  </a:lnTo>
                  <a:lnTo>
                    <a:pt x="28" y="98"/>
                  </a:lnTo>
                  <a:lnTo>
                    <a:pt x="29" y="75"/>
                  </a:lnTo>
                  <a:lnTo>
                    <a:pt x="29" y="52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99" name="Freeform 284"/>
            <p:cNvSpPr/>
            <p:nvPr/>
          </p:nvSpPr>
          <p:spPr bwMode="auto">
            <a:xfrm>
              <a:off x="2254250" y="2162175"/>
              <a:ext cx="657225" cy="652463"/>
            </a:xfrm>
            <a:custGeom>
              <a:avLst/>
              <a:gdLst/>
              <a:ahLst/>
              <a:cxnLst>
                <a:cxn ang="0">
                  <a:pos x="794" y="1224"/>
                </a:cxn>
                <a:cxn ang="0">
                  <a:pos x="567" y="1137"/>
                </a:cxn>
                <a:cxn ang="0">
                  <a:pos x="468" y="1063"/>
                </a:cxn>
                <a:cxn ang="0">
                  <a:pos x="325" y="941"/>
                </a:cxn>
                <a:cxn ang="0">
                  <a:pos x="171" y="752"/>
                </a:cxn>
                <a:cxn ang="0">
                  <a:pos x="109" y="650"/>
                </a:cxn>
                <a:cxn ang="0">
                  <a:pos x="52" y="558"/>
                </a:cxn>
                <a:cxn ang="0">
                  <a:pos x="12" y="442"/>
                </a:cxn>
                <a:cxn ang="0">
                  <a:pos x="2" y="323"/>
                </a:cxn>
                <a:cxn ang="0">
                  <a:pos x="45" y="213"/>
                </a:cxn>
                <a:cxn ang="0">
                  <a:pos x="165" y="75"/>
                </a:cxn>
                <a:cxn ang="0">
                  <a:pos x="261" y="10"/>
                </a:cxn>
                <a:cxn ang="0">
                  <a:pos x="280" y="1"/>
                </a:cxn>
                <a:cxn ang="0">
                  <a:pos x="336" y="9"/>
                </a:cxn>
                <a:cxn ang="0">
                  <a:pos x="412" y="44"/>
                </a:cxn>
                <a:cxn ang="0">
                  <a:pos x="470" y="93"/>
                </a:cxn>
                <a:cxn ang="0">
                  <a:pos x="549" y="207"/>
                </a:cxn>
                <a:cxn ang="0">
                  <a:pos x="570" y="271"/>
                </a:cxn>
                <a:cxn ang="0">
                  <a:pos x="583" y="316"/>
                </a:cxn>
                <a:cxn ang="0">
                  <a:pos x="563" y="330"/>
                </a:cxn>
                <a:cxn ang="0">
                  <a:pos x="541" y="302"/>
                </a:cxn>
                <a:cxn ang="0">
                  <a:pos x="522" y="232"/>
                </a:cxn>
                <a:cxn ang="0">
                  <a:pos x="429" y="102"/>
                </a:cxn>
                <a:cxn ang="0">
                  <a:pos x="351" y="54"/>
                </a:cxn>
                <a:cxn ang="0">
                  <a:pos x="283" y="42"/>
                </a:cxn>
                <a:cxn ang="0">
                  <a:pos x="169" y="115"/>
                </a:cxn>
                <a:cxn ang="0">
                  <a:pos x="95" y="197"/>
                </a:cxn>
                <a:cxn ang="0">
                  <a:pos x="52" y="278"/>
                </a:cxn>
                <a:cxn ang="0">
                  <a:pos x="37" y="361"/>
                </a:cxn>
                <a:cxn ang="0">
                  <a:pos x="59" y="479"/>
                </a:cxn>
                <a:cxn ang="0">
                  <a:pos x="113" y="593"/>
                </a:cxn>
                <a:cxn ang="0">
                  <a:pos x="154" y="647"/>
                </a:cxn>
                <a:cxn ang="0">
                  <a:pos x="194" y="713"/>
                </a:cxn>
                <a:cxn ang="0">
                  <a:pos x="265" y="822"/>
                </a:cxn>
                <a:cxn ang="0">
                  <a:pos x="440" y="993"/>
                </a:cxn>
                <a:cxn ang="0">
                  <a:pos x="526" y="1068"/>
                </a:cxn>
                <a:cxn ang="0">
                  <a:pos x="682" y="1151"/>
                </a:cxn>
                <a:cxn ang="0">
                  <a:pos x="831" y="1193"/>
                </a:cxn>
                <a:cxn ang="0">
                  <a:pos x="961" y="1178"/>
                </a:cxn>
                <a:cxn ang="0">
                  <a:pos x="1063" y="1130"/>
                </a:cxn>
                <a:cxn ang="0">
                  <a:pos x="1149" y="1057"/>
                </a:cxn>
                <a:cxn ang="0">
                  <a:pos x="1198" y="1006"/>
                </a:cxn>
                <a:cxn ang="0">
                  <a:pos x="1193" y="930"/>
                </a:cxn>
                <a:cxn ang="0">
                  <a:pos x="1158" y="869"/>
                </a:cxn>
                <a:cxn ang="0">
                  <a:pos x="1126" y="834"/>
                </a:cxn>
                <a:cxn ang="0">
                  <a:pos x="1059" y="783"/>
                </a:cxn>
                <a:cxn ang="0">
                  <a:pos x="892" y="720"/>
                </a:cxn>
                <a:cxn ang="0">
                  <a:pos x="875" y="706"/>
                </a:cxn>
                <a:cxn ang="0">
                  <a:pos x="886" y="684"/>
                </a:cxn>
                <a:cxn ang="0">
                  <a:pos x="923" y="690"/>
                </a:cxn>
                <a:cxn ang="0">
                  <a:pos x="1000" y="705"/>
                </a:cxn>
                <a:cxn ang="0">
                  <a:pos x="1112" y="776"/>
                </a:cxn>
                <a:cxn ang="0">
                  <a:pos x="1192" y="850"/>
                </a:cxn>
                <a:cxn ang="0">
                  <a:pos x="1228" y="925"/>
                </a:cxn>
                <a:cxn ang="0">
                  <a:pos x="1242" y="1015"/>
                </a:cxn>
                <a:cxn ang="0">
                  <a:pos x="1224" y="1029"/>
                </a:cxn>
                <a:cxn ang="0">
                  <a:pos x="1165" y="1095"/>
                </a:cxn>
                <a:cxn ang="0">
                  <a:pos x="1111" y="1141"/>
                </a:cxn>
                <a:cxn ang="0">
                  <a:pos x="1027" y="1191"/>
                </a:cxn>
                <a:cxn ang="0">
                  <a:pos x="858" y="1232"/>
                </a:cxn>
              </a:cxnLst>
              <a:rect l="0" t="0" r="r" b="b"/>
              <a:pathLst>
                <a:path w="1242" h="1232">
                  <a:moveTo>
                    <a:pt x="858" y="1232"/>
                  </a:moveTo>
                  <a:lnTo>
                    <a:pt x="858" y="1232"/>
                  </a:lnTo>
                  <a:lnTo>
                    <a:pt x="841" y="1232"/>
                  </a:lnTo>
                  <a:lnTo>
                    <a:pt x="825" y="1230"/>
                  </a:lnTo>
                  <a:lnTo>
                    <a:pt x="809" y="1227"/>
                  </a:lnTo>
                  <a:lnTo>
                    <a:pt x="794" y="1224"/>
                  </a:lnTo>
                  <a:lnTo>
                    <a:pt x="794" y="1224"/>
                  </a:lnTo>
                  <a:lnTo>
                    <a:pt x="761" y="1216"/>
                  </a:lnTo>
                  <a:lnTo>
                    <a:pt x="728" y="1206"/>
                  </a:lnTo>
                  <a:lnTo>
                    <a:pt x="696" y="1194"/>
                  </a:lnTo>
                  <a:lnTo>
                    <a:pt x="663" y="1182"/>
                  </a:lnTo>
                  <a:lnTo>
                    <a:pt x="630" y="1168"/>
                  </a:lnTo>
                  <a:lnTo>
                    <a:pt x="598" y="1152"/>
                  </a:lnTo>
                  <a:lnTo>
                    <a:pt x="567" y="1137"/>
                  </a:lnTo>
                  <a:lnTo>
                    <a:pt x="538" y="1119"/>
                  </a:lnTo>
                  <a:lnTo>
                    <a:pt x="538" y="1119"/>
                  </a:lnTo>
                  <a:lnTo>
                    <a:pt x="519" y="1107"/>
                  </a:lnTo>
                  <a:lnTo>
                    <a:pt x="501" y="1092"/>
                  </a:lnTo>
                  <a:lnTo>
                    <a:pt x="484" y="1078"/>
                  </a:lnTo>
                  <a:lnTo>
                    <a:pt x="468" y="1063"/>
                  </a:lnTo>
                  <a:lnTo>
                    <a:pt x="468" y="1063"/>
                  </a:lnTo>
                  <a:lnTo>
                    <a:pt x="448" y="1046"/>
                  </a:lnTo>
                  <a:lnTo>
                    <a:pt x="427" y="1028"/>
                  </a:lnTo>
                  <a:lnTo>
                    <a:pt x="427" y="1028"/>
                  </a:lnTo>
                  <a:lnTo>
                    <a:pt x="400" y="1006"/>
                  </a:lnTo>
                  <a:lnTo>
                    <a:pt x="374" y="985"/>
                  </a:lnTo>
                  <a:lnTo>
                    <a:pt x="350" y="963"/>
                  </a:lnTo>
                  <a:lnTo>
                    <a:pt x="325" y="941"/>
                  </a:lnTo>
                  <a:lnTo>
                    <a:pt x="325" y="941"/>
                  </a:lnTo>
                  <a:lnTo>
                    <a:pt x="297" y="913"/>
                  </a:lnTo>
                  <a:lnTo>
                    <a:pt x="270" y="885"/>
                  </a:lnTo>
                  <a:lnTo>
                    <a:pt x="243" y="854"/>
                  </a:lnTo>
                  <a:lnTo>
                    <a:pt x="218" y="822"/>
                  </a:lnTo>
                  <a:lnTo>
                    <a:pt x="194" y="787"/>
                  </a:lnTo>
                  <a:lnTo>
                    <a:pt x="171" y="752"/>
                  </a:lnTo>
                  <a:lnTo>
                    <a:pt x="150" y="715"/>
                  </a:lnTo>
                  <a:lnTo>
                    <a:pt x="130" y="678"/>
                  </a:lnTo>
                  <a:lnTo>
                    <a:pt x="130" y="678"/>
                  </a:lnTo>
                  <a:lnTo>
                    <a:pt x="125" y="671"/>
                  </a:lnTo>
                  <a:lnTo>
                    <a:pt x="120" y="663"/>
                  </a:lnTo>
                  <a:lnTo>
                    <a:pt x="109" y="650"/>
                  </a:lnTo>
                  <a:lnTo>
                    <a:pt x="109" y="650"/>
                  </a:lnTo>
                  <a:lnTo>
                    <a:pt x="98" y="639"/>
                  </a:lnTo>
                  <a:lnTo>
                    <a:pt x="93" y="632"/>
                  </a:lnTo>
                  <a:lnTo>
                    <a:pt x="89" y="626"/>
                  </a:lnTo>
                  <a:lnTo>
                    <a:pt x="89" y="626"/>
                  </a:lnTo>
                  <a:lnTo>
                    <a:pt x="75" y="598"/>
                  </a:lnTo>
                  <a:lnTo>
                    <a:pt x="60" y="573"/>
                  </a:lnTo>
                  <a:lnTo>
                    <a:pt x="52" y="558"/>
                  </a:lnTo>
                  <a:lnTo>
                    <a:pt x="52" y="558"/>
                  </a:lnTo>
                  <a:lnTo>
                    <a:pt x="44" y="544"/>
                  </a:lnTo>
                  <a:lnTo>
                    <a:pt x="38" y="528"/>
                  </a:lnTo>
                  <a:lnTo>
                    <a:pt x="31" y="514"/>
                  </a:lnTo>
                  <a:lnTo>
                    <a:pt x="26" y="498"/>
                  </a:lnTo>
                  <a:lnTo>
                    <a:pt x="17" y="468"/>
                  </a:lnTo>
                  <a:lnTo>
                    <a:pt x="12" y="442"/>
                  </a:lnTo>
                  <a:lnTo>
                    <a:pt x="12" y="442"/>
                  </a:lnTo>
                  <a:lnTo>
                    <a:pt x="5" y="409"/>
                  </a:lnTo>
                  <a:lnTo>
                    <a:pt x="2" y="392"/>
                  </a:lnTo>
                  <a:lnTo>
                    <a:pt x="0" y="374"/>
                  </a:lnTo>
                  <a:lnTo>
                    <a:pt x="0" y="358"/>
                  </a:lnTo>
                  <a:lnTo>
                    <a:pt x="0" y="340"/>
                  </a:lnTo>
                  <a:lnTo>
                    <a:pt x="2" y="323"/>
                  </a:lnTo>
                  <a:lnTo>
                    <a:pt x="6" y="305"/>
                  </a:lnTo>
                  <a:lnTo>
                    <a:pt x="6" y="305"/>
                  </a:lnTo>
                  <a:lnTo>
                    <a:pt x="11" y="289"/>
                  </a:lnTo>
                  <a:lnTo>
                    <a:pt x="16" y="273"/>
                  </a:lnTo>
                  <a:lnTo>
                    <a:pt x="22" y="258"/>
                  </a:lnTo>
                  <a:lnTo>
                    <a:pt x="29" y="243"/>
                  </a:lnTo>
                  <a:lnTo>
                    <a:pt x="45" y="213"/>
                  </a:lnTo>
                  <a:lnTo>
                    <a:pt x="64" y="181"/>
                  </a:lnTo>
                  <a:lnTo>
                    <a:pt x="64" y="181"/>
                  </a:lnTo>
                  <a:lnTo>
                    <a:pt x="80" y="158"/>
                  </a:lnTo>
                  <a:lnTo>
                    <a:pt x="98" y="137"/>
                  </a:lnTo>
                  <a:lnTo>
                    <a:pt x="117" y="115"/>
                  </a:lnTo>
                  <a:lnTo>
                    <a:pt x="140" y="94"/>
                  </a:lnTo>
                  <a:lnTo>
                    <a:pt x="165" y="75"/>
                  </a:lnTo>
                  <a:lnTo>
                    <a:pt x="193" y="55"/>
                  </a:lnTo>
                  <a:lnTo>
                    <a:pt x="224" y="35"/>
                  </a:lnTo>
                  <a:lnTo>
                    <a:pt x="257" y="16"/>
                  </a:lnTo>
                  <a:lnTo>
                    <a:pt x="259" y="15"/>
                  </a:lnTo>
                  <a:lnTo>
                    <a:pt x="260" y="13"/>
                  </a:lnTo>
                  <a:lnTo>
                    <a:pt x="260" y="13"/>
                  </a:lnTo>
                  <a:lnTo>
                    <a:pt x="261" y="10"/>
                  </a:lnTo>
                  <a:lnTo>
                    <a:pt x="264" y="5"/>
                  </a:lnTo>
                  <a:lnTo>
                    <a:pt x="268" y="2"/>
                  </a:lnTo>
                  <a:lnTo>
                    <a:pt x="271" y="1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80" y="1"/>
                  </a:lnTo>
                  <a:lnTo>
                    <a:pt x="280" y="1"/>
                  </a:lnTo>
                  <a:lnTo>
                    <a:pt x="288" y="3"/>
                  </a:lnTo>
                  <a:lnTo>
                    <a:pt x="294" y="4"/>
                  </a:lnTo>
                  <a:lnTo>
                    <a:pt x="308" y="4"/>
                  </a:lnTo>
                  <a:lnTo>
                    <a:pt x="308" y="4"/>
                  </a:lnTo>
                  <a:lnTo>
                    <a:pt x="323" y="5"/>
                  </a:lnTo>
                  <a:lnTo>
                    <a:pt x="330" y="7"/>
                  </a:lnTo>
                  <a:lnTo>
                    <a:pt x="336" y="9"/>
                  </a:lnTo>
                  <a:lnTo>
                    <a:pt x="336" y="9"/>
                  </a:lnTo>
                  <a:lnTo>
                    <a:pt x="351" y="15"/>
                  </a:lnTo>
                  <a:lnTo>
                    <a:pt x="351" y="15"/>
                  </a:lnTo>
                  <a:lnTo>
                    <a:pt x="367" y="21"/>
                  </a:lnTo>
                  <a:lnTo>
                    <a:pt x="385" y="29"/>
                  </a:lnTo>
                  <a:lnTo>
                    <a:pt x="385" y="29"/>
                  </a:lnTo>
                  <a:lnTo>
                    <a:pt x="412" y="44"/>
                  </a:lnTo>
                  <a:lnTo>
                    <a:pt x="424" y="52"/>
                  </a:lnTo>
                  <a:lnTo>
                    <a:pt x="435" y="59"/>
                  </a:lnTo>
                  <a:lnTo>
                    <a:pt x="446" y="67"/>
                  </a:lnTo>
                  <a:lnTo>
                    <a:pt x="455" y="76"/>
                  </a:lnTo>
                  <a:lnTo>
                    <a:pt x="463" y="84"/>
                  </a:lnTo>
                  <a:lnTo>
                    <a:pt x="470" y="93"/>
                  </a:lnTo>
                  <a:lnTo>
                    <a:pt x="470" y="93"/>
                  </a:lnTo>
                  <a:lnTo>
                    <a:pt x="487" y="115"/>
                  </a:lnTo>
                  <a:lnTo>
                    <a:pt x="503" y="138"/>
                  </a:lnTo>
                  <a:lnTo>
                    <a:pt x="533" y="184"/>
                  </a:lnTo>
                  <a:lnTo>
                    <a:pt x="544" y="200"/>
                  </a:lnTo>
                  <a:lnTo>
                    <a:pt x="544" y="200"/>
                  </a:lnTo>
                  <a:lnTo>
                    <a:pt x="549" y="207"/>
                  </a:lnTo>
                  <a:lnTo>
                    <a:pt x="549" y="207"/>
                  </a:lnTo>
                  <a:lnTo>
                    <a:pt x="554" y="214"/>
                  </a:lnTo>
                  <a:lnTo>
                    <a:pt x="559" y="222"/>
                  </a:lnTo>
                  <a:lnTo>
                    <a:pt x="562" y="230"/>
                  </a:lnTo>
                  <a:lnTo>
                    <a:pt x="563" y="238"/>
                  </a:lnTo>
                  <a:lnTo>
                    <a:pt x="563" y="238"/>
                  </a:lnTo>
                  <a:lnTo>
                    <a:pt x="565" y="251"/>
                  </a:lnTo>
                  <a:lnTo>
                    <a:pt x="570" y="271"/>
                  </a:lnTo>
                  <a:lnTo>
                    <a:pt x="575" y="291"/>
                  </a:lnTo>
                  <a:lnTo>
                    <a:pt x="578" y="299"/>
                  </a:lnTo>
                  <a:lnTo>
                    <a:pt x="580" y="304"/>
                  </a:lnTo>
                  <a:lnTo>
                    <a:pt x="580" y="304"/>
                  </a:lnTo>
                  <a:lnTo>
                    <a:pt x="582" y="308"/>
                  </a:lnTo>
                  <a:lnTo>
                    <a:pt x="583" y="312"/>
                  </a:lnTo>
                  <a:lnTo>
                    <a:pt x="583" y="316"/>
                  </a:lnTo>
                  <a:lnTo>
                    <a:pt x="582" y="321"/>
                  </a:lnTo>
                  <a:lnTo>
                    <a:pt x="582" y="321"/>
                  </a:lnTo>
                  <a:lnTo>
                    <a:pt x="579" y="325"/>
                  </a:lnTo>
                  <a:lnTo>
                    <a:pt x="574" y="328"/>
                  </a:lnTo>
                  <a:lnTo>
                    <a:pt x="570" y="330"/>
                  </a:lnTo>
                  <a:lnTo>
                    <a:pt x="563" y="330"/>
                  </a:lnTo>
                  <a:lnTo>
                    <a:pt x="563" y="330"/>
                  </a:lnTo>
                  <a:lnTo>
                    <a:pt x="560" y="330"/>
                  </a:lnTo>
                  <a:lnTo>
                    <a:pt x="556" y="329"/>
                  </a:lnTo>
                  <a:lnTo>
                    <a:pt x="553" y="326"/>
                  </a:lnTo>
                  <a:lnTo>
                    <a:pt x="549" y="322"/>
                  </a:lnTo>
                  <a:lnTo>
                    <a:pt x="549" y="322"/>
                  </a:lnTo>
                  <a:lnTo>
                    <a:pt x="544" y="312"/>
                  </a:lnTo>
                  <a:lnTo>
                    <a:pt x="541" y="302"/>
                  </a:lnTo>
                  <a:lnTo>
                    <a:pt x="539" y="291"/>
                  </a:lnTo>
                  <a:lnTo>
                    <a:pt x="537" y="278"/>
                  </a:lnTo>
                  <a:lnTo>
                    <a:pt x="537" y="278"/>
                  </a:lnTo>
                  <a:lnTo>
                    <a:pt x="534" y="267"/>
                  </a:lnTo>
                  <a:lnTo>
                    <a:pt x="531" y="254"/>
                  </a:lnTo>
                  <a:lnTo>
                    <a:pt x="528" y="243"/>
                  </a:lnTo>
                  <a:lnTo>
                    <a:pt x="522" y="232"/>
                  </a:lnTo>
                  <a:lnTo>
                    <a:pt x="522" y="232"/>
                  </a:lnTo>
                  <a:lnTo>
                    <a:pt x="490" y="183"/>
                  </a:lnTo>
                  <a:lnTo>
                    <a:pt x="459" y="137"/>
                  </a:lnTo>
                  <a:lnTo>
                    <a:pt x="459" y="137"/>
                  </a:lnTo>
                  <a:lnTo>
                    <a:pt x="450" y="124"/>
                  </a:lnTo>
                  <a:lnTo>
                    <a:pt x="439" y="113"/>
                  </a:lnTo>
                  <a:lnTo>
                    <a:pt x="429" y="102"/>
                  </a:lnTo>
                  <a:lnTo>
                    <a:pt x="418" y="91"/>
                  </a:lnTo>
                  <a:lnTo>
                    <a:pt x="405" y="82"/>
                  </a:lnTo>
                  <a:lnTo>
                    <a:pt x="392" y="74"/>
                  </a:lnTo>
                  <a:lnTo>
                    <a:pt x="378" y="66"/>
                  </a:lnTo>
                  <a:lnTo>
                    <a:pt x="365" y="59"/>
                  </a:lnTo>
                  <a:lnTo>
                    <a:pt x="365" y="59"/>
                  </a:lnTo>
                  <a:lnTo>
                    <a:pt x="351" y="54"/>
                  </a:lnTo>
                  <a:lnTo>
                    <a:pt x="337" y="50"/>
                  </a:lnTo>
                  <a:lnTo>
                    <a:pt x="323" y="47"/>
                  </a:lnTo>
                  <a:lnTo>
                    <a:pt x="309" y="45"/>
                  </a:lnTo>
                  <a:lnTo>
                    <a:pt x="309" y="45"/>
                  </a:lnTo>
                  <a:lnTo>
                    <a:pt x="288" y="41"/>
                  </a:lnTo>
                  <a:lnTo>
                    <a:pt x="286" y="41"/>
                  </a:lnTo>
                  <a:lnTo>
                    <a:pt x="283" y="42"/>
                  </a:lnTo>
                  <a:lnTo>
                    <a:pt x="283" y="42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51" y="60"/>
                  </a:lnTo>
                  <a:lnTo>
                    <a:pt x="222" y="77"/>
                  </a:lnTo>
                  <a:lnTo>
                    <a:pt x="195" y="95"/>
                  </a:lnTo>
                  <a:lnTo>
                    <a:pt x="169" y="115"/>
                  </a:lnTo>
                  <a:lnTo>
                    <a:pt x="155" y="125"/>
                  </a:lnTo>
                  <a:lnTo>
                    <a:pt x="144" y="137"/>
                  </a:lnTo>
                  <a:lnTo>
                    <a:pt x="133" y="148"/>
                  </a:lnTo>
                  <a:lnTo>
                    <a:pt x="121" y="159"/>
                  </a:lnTo>
                  <a:lnTo>
                    <a:pt x="112" y="172"/>
                  </a:lnTo>
                  <a:lnTo>
                    <a:pt x="103" y="184"/>
                  </a:lnTo>
                  <a:lnTo>
                    <a:pt x="95" y="197"/>
                  </a:lnTo>
                  <a:lnTo>
                    <a:pt x="88" y="210"/>
                  </a:lnTo>
                  <a:lnTo>
                    <a:pt x="88" y="210"/>
                  </a:lnTo>
                  <a:lnTo>
                    <a:pt x="79" y="228"/>
                  </a:lnTo>
                  <a:lnTo>
                    <a:pt x="70" y="244"/>
                  </a:lnTo>
                  <a:lnTo>
                    <a:pt x="70" y="244"/>
                  </a:lnTo>
                  <a:lnTo>
                    <a:pt x="58" y="267"/>
                  </a:lnTo>
                  <a:lnTo>
                    <a:pt x="52" y="278"/>
                  </a:lnTo>
                  <a:lnTo>
                    <a:pt x="47" y="290"/>
                  </a:lnTo>
                  <a:lnTo>
                    <a:pt x="43" y="302"/>
                  </a:lnTo>
                  <a:lnTo>
                    <a:pt x="40" y="315"/>
                  </a:lnTo>
                  <a:lnTo>
                    <a:pt x="38" y="329"/>
                  </a:lnTo>
                  <a:lnTo>
                    <a:pt x="37" y="343"/>
                  </a:lnTo>
                  <a:lnTo>
                    <a:pt x="37" y="343"/>
                  </a:lnTo>
                  <a:lnTo>
                    <a:pt x="37" y="361"/>
                  </a:lnTo>
                  <a:lnTo>
                    <a:pt x="38" y="378"/>
                  </a:lnTo>
                  <a:lnTo>
                    <a:pt x="40" y="396"/>
                  </a:lnTo>
                  <a:lnTo>
                    <a:pt x="42" y="414"/>
                  </a:lnTo>
                  <a:lnTo>
                    <a:pt x="46" y="430"/>
                  </a:lnTo>
                  <a:lnTo>
                    <a:pt x="49" y="447"/>
                  </a:lnTo>
                  <a:lnTo>
                    <a:pt x="54" y="463"/>
                  </a:lnTo>
                  <a:lnTo>
                    <a:pt x="59" y="479"/>
                  </a:lnTo>
                  <a:lnTo>
                    <a:pt x="59" y="479"/>
                  </a:lnTo>
                  <a:lnTo>
                    <a:pt x="68" y="501"/>
                  </a:lnTo>
                  <a:lnTo>
                    <a:pt x="78" y="523"/>
                  </a:lnTo>
                  <a:lnTo>
                    <a:pt x="100" y="566"/>
                  </a:lnTo>
                  <a:lnTo>
                    <a:pt x="100" y="566"/>
                  </a:lnTo>
                  <a:lnTo>
                    <a:pt x="113" y="593"/>
                  </a:lnTo>
                  <a:lnTo>
                    <a:pt x="113" y="593"/>
                  </a:lnTo>
                  <a:lnTo>
                    <a:pt x="118" y="603"/>
                  </a:lnTo>
                  <a:lnTo>
                    <a:pt x="124" y="611"/>
                  </a:lnTo>
                  <a:lnTo>
                    <a:pt x="138" y="626"/>
                  </a:lnTo>
                  <a:lnTo>
                    <a:pt x="138" y="626"/>
                  </a:lnTo>
                  <a:lnTo>
                    <a:pt x="150" y="641"/>
                  </a:lnTo>
                  <a:lnTo>
                    <a:pt x="150" y="641"/>
                  </a:lnTo>
                  <a:lnTo>
                    <a:pt x="154" y="647"/>
                  </a:lnTo>
                  <a:lnTo>
                    <a:pt x="157" y="653"/>
                  </a:lnTo>
                  <a:lnTo>
                    <a:pt x="165" y="666"/>
                  </a:lnTo>
                  <a:lnTo>
                    <a:pt x="165" y="666"/>
                  </a:lnTo>
                  <a:lnTo>
                    <a:pt x="171" y="677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94" y="713"/>
                  </a:lnTo>
                  <a:lnTo>
                    <a:pt x="208" y="738"/>
                  </a:lnTo>
                  <a:lnTo>
                    <a:pt x="208" y="738"/>
                  </a:lnTo>
                  <a:lnTo>
                    <a:pt x="231" y="776"/>
                  </a:lnTo>
                  <a:lnTo>
                    <a:pt x="243" y="795"/>
                  </a:lnTo>
                  <a:lnTo>
                    <a:pt x="257" y="812"/>
                  </a:lnTo>
                  <a:lnTo>
                    <a:pt x="265" y="822"/>
                  </a:lnTo>
                  <a:lnTo>
                    <a:pt x="265" y="822"/>
                  </a:lnTo>
                  <a:lnTo>
                    <a:pt x="286" y="846"/>
                  </a:lnTo>
                  <a:lnTo>
                    <a:pt x="306" y="870"/>
                  </a:lnTo>
                  <a:lnTo>
                    <a:pt x="328" y="894"/>
                  </a:lnTo>
                  <a:lnTo>
                    <a:pt x="351" y="916"/>
                  </a:lnTo>
                  <a:lnTo>
                    <a:pt x="351" y="916"/>
                  </a:lnTo>
                  <a:lnTo>
                    <a:pt x="398" y="958"/>
                  </a:lnTo>
                  <a:lnTo>
                    <a:pt x="440" y="993"/>
                  </a:lnTo>
                  <a:lnTo>
                    <a:pt x="440" y="993"/>
                  </a:lnTo>
                  <a:lnTo>
                    <a:pt x="460" y="1010"/>
                  </a:lnTo>
                  <a:lnTo>
                    <a:pt x="479" y="1027"/>
                  </a:lnTo>
                  <a:lnTo>
                    <a:pt x="479" y="1027"/>
                  </a:lnTo>
                  <a:lnTo>
                    <a:pt x="494" y="1042"/>
                  </a:lnTo>
                  <a:lnTo>
                    <a:pt x="510" y="1055"/>
                  </a:lnTo>
                  <a:lnTo>
                    <a:pt x="526" y="1068"/>
                  </a:lnTo>
                  <a:lnTo>
                    <a:pt x="543" y="1080"/>
                  </a:lnTo>
                  <a:lnTo>
                    <a:pt x="543" y="1080"/>
                  </a:lnTo>
                  <a:lnTo>
                    <a:pt x="570" y="1095"/>
                  </a:lnTo>
                  <a:lnTo>
                    <a:pt x="597" y="1111"/>
                  </a:lnTo>
                  <a:lnTo>
                    <a:pt x="625" y="1125"/>
                  </a:lnTo>
                  <a:lnTo>
                    <a:pt x="653" y="1139"/>
                  </a:lnTo>
                  <a:lnTo>
                    <a:pt x="682" y="1151"/>
                  </a:lnTo>
                  <a:lnTo>
                    <a:pt x="710" y="1162"/>
                  </a:lnTo>
                  <a:lnTo>
                    <a:pt x="738" y="1173"/>
                  </a:lnTo>
                  <a:lnTo>
                    <a:pt x="767" y="1182"/>
                  </a:lnTo>
                  <a:lnTo>
                    <a:pt x="767" y="1182"/>
                  </a:lnTo>
                  <a:lnTo>
                    <a:pt x="788" y="1187"/>
                  </a:lnTo>
                  <a:lnTo>
                    <a:pt x="809" y="1191"/>
                  </a:lnTo>
                  <a:lnTo>
                    <a:pt x="831" y="1193"/>
                  </a:lnTo>
                  <a:lnTo>
                    <a:pt x="854" y="1194"/>
                  </a:lnTo>
                  <a:lnTo>
                    <a:pt x="854" y="1194"/>
                  </a:lnTo>
                  <a:lnTo>
                    <a:pt x="874" y="1193"/>
                  </a:lnTo>
                  <a:lnTo>
                    <a:pt x="896" y="1191"/>
                  </a:lnTo>
                  <a:lnTo>
                    <a:pt x="918" y="1188"/>
                  </a:lnTo>
                  <a:lnTo>
                    <a:pt x="939" y="1184"/>
                  </a:lnTo>
                  <a:lnTo>
                    <a:pt x="961" y="1178"/>
                  </a:lnTo>
                  <a:lnTo>
                    <a:pt x="983" y="1171"/>
                  </a:lnTo>
                  <a:lnTo>
                    <a:pt x="1004" y="1162"/>
                  </a:lnTo>
                  <a:lnTo>
                    <a:pt x="1026" y="1152"/>
                  </a:lnTo>
                  <a:lnTo>
                    <a:pt x="1026" y="1152"/>
                  </a:lnTo>
                  <a:lnTo>
                    <a:pt x="1038" y="1146"/>
                  </a:lnTo>
                  <a:lnTo>
                    <a:pt x="1051" y="1139"/>
                  </a:lnTo>
                  <a:lnTo>
                    <a:pt x="1063" y="1130"/>
                  </a:lnTo>
                  <a:lnTo>
                    <a:pt x="1076" y="1122"/>
                  </a:lnTo>
                  <a:lnTo>
                    <a:pt x="1088" y="1112"/>
                  </a:lnTo>
                  <a:lnTo>
                    <a:pt x="1100" y="1101"/>
                  </a:lnTo>
                  <a:lnTo>
                    <a:pt x="1125" y="1078"/>
                  </a:lnTo>
                  <a:lnTo>
                    <a:pt x="1125" y="1078"/>
                  </a:lnTo>
                  <a:lnTo>
                    <a:pt x="1138" y="1067"/>
                  </a:lnTo>
                  <a:lnTo>
                    <a:pt x="1149" y="1057"/>
                  </a:lnTo>
                  <a:lnTo>
                    <a:pt x="1149" y="1057"/>
                  </a:lnTo>
                  <a:lnTo>
                    <a:pt x="1161" y="1047"/>
                  </a:lnTo>
                  <a:lnTo>
                    <a:pt x="1173" y="1035"/>
                  </a:lnTo>
                  <a:lnTo>
                    <a:pt x="1184" y="1024"/>
                  </a:lnTo>
                  <a:lnTo>
                    <a:pt x="1193" y="1011"/>
                  </a:lnTo>
                  <a:lnTo>
                    <a:pt x="1193" y="1011"/>
                  </a:lnTo>
                  <a:lnTo>
                    <a:pt x="1198" y="1006"/>
                  </a:lnTo>
                  <a:lnTo>
                    <a:pt x="1202" y="1003"/>
                  </a:lnTo>
                  <a:lnTo>
                    <a:pt x="1205" y="1002"/>
                  </a:lnTo>
                  <a:lnTo>
                    <a:pt x="1205" y="998"/>
                  </a:lnTo>
                  <a:lnTo>
                    <a:pt x="1205" y="998"/>
                  </a:lnTo>
                  <a:lnTo>
                    <a:pt x="1201" y="968"/>
                  </a:lnTo>
                  <a:lnTo>
                    <a:pt x="1198" y="950"/>
                  </a:lnTo>
                  <a:lnTo>
                    <a:pt x="1193" y="930"/>
                  </a:lnTo>
                  <a:lnTo>
                    <a:pt x="1187" y="911"/>
                  </a:lnTo>
                  <a:lnTo>
                    <a:pt x="1183" y="903"/>
                  </a:lnTo>
                  <a:lnTo>
                    <a:pt x="1179" y="895"/>
                  </a:lnTo>
                  <a:lnTo>
                    <a:pt x="1175" y="887"/>
                  </a:lnTo>
                  <a:lnTo>
                    <a:pt x="1170" y="880"/>
                  </a:lnTo>
                  <a:lnTo>
                    <a:pt x="1165" y="874"/>
                  </a:lnTo>
                  <a:lnTo>
                    <a:pt x="1158" y="869"/>
                  </a:lnTo>
                  <a:lnTo>
                    <a:pt x="1158" y="869"/>
                  </a:lnTo>
                  <a:lnTo>
                    <a:pt x="1152" y="865"/>
                  </a:lnTo>
                  <a:lnTo>
                    <a:pt x="1147" y="859"/>
                  </a:lnTo>
                  <a:lnTo>
                    <a:pt x="1137" y="846"/>
                  </a:lnTo>
                  <a:lnTo>
                    <a:pt x="1135" y="843"/>
                  </a:lnTo>
                  <a:lnTo>
                    <a:pt x="1135" y="843"/>
                  </a:lnTo>
                  <a:lnTo>
                    <a:pt x="1126" y="834"/>
                  </a:lnTo>
                  <a:lnTo>
                    <a:pt x="1117" y="825"/>
                  </a:lnTo>
                  <a:lnTo>
                    <a:pt x="1107" y="817"/>
                  </a:lnTo>
                  <a:lnTo>
                    <a:pt x="1096" y="810"/>
                  </a:lnTo>
                  <a:lnTo>
                    <a:pt x="1096" y="810"/>
                  </a:lnTo>
                  <a:lnTo>
                    <a:pt x="1082" y="800"/>
                  </a:lnTo>
                  <a:lnTo>
                    <a:pt x="1082" y="800"/>
                  </a:lnTo>
                  <a:lnTo>
                    <a:pt x="1059" y="783"/>
                  </a:lnTo>
                  <a:lnTo>
                    <a:pt x="1036" y="769"/>
                  </a:lnTo>
                  <a:lnTo>
                    <a:pt x="1012" y="755"/>
                  </a:lnTo>
                  <a:lnTo>
                    <a:pt x="988" y="744"/>
                  </a:lnTo>
                  <a:lnTo>
                    <a:pt x="964" y="735"/>
                  </a:lnTo>
                  <a:lnTo>
                    <a:pt x="939" y="728"/>
                  </a:lnTo>
                  <a:lnTo>
                    <a:pt x="916" y="723"/>
                  </a:lnTo>
                  <a:lnTo>
                    <a:pt x="892" y="720"/>
                  </a:lnTo>
                  <a:lnTo>
                    <a:pt x="892" y="720"/>
                  </a:lnTo>
                  <a:lnTo>
                    <a:pt x="888" y="719"/>
                  </a:lnTo>
                  <a:lnTo>
                    <a:pt x="885" y="717"/>
                  </a:lnTo>
                  <a:lnTo>
                    <a:pt x="881" y="715"/>
                  </a:lnTo>
                  <a:lnTo>
                    <a:pt x="878" y="713"/>
                  </a:lnTo>
                  <a:lnTo>
                    <a:pt x="877" y="710"/>
                  </a:lnTo>
                  <a:lnTo>
                    <a:pt x="875" y="706"/>
                  </a:lnTo>
                  <a:lnTo>
                    <a:pt x="874" y="699"/>
                  </a:lnTo>
                  <a:lnTo>
                    <a:pt x="874" y="699"/>
                  </a:lnTo>
                  <a:lnTo>
                    <a:pt x="875" y="693"/>
                  </a:lnTo>
                  <a:lnTo>
                    <a:pt x="878" y="688"/>
                  </a:lnTo>
                  <a:lnTo>
                    <a:pt x="880" y="686"/>
                  </a:lnTo>
                  <a:lnTo>
                    <a:pt x="883" y="685"/>
                  </a:lnTo>
                  <a:lnTo>
                    <a:pt x="886" y="684"/>
                  </a:lnTo>
                  <a:lnTo>
                    <a:pt x="890" y="684"/>
                  </a:lnTo>
                  <a:lnTo>
                    <a:pt x="890" y="684"/>
                  </a:lnTo>
                  <a:lnTo>
                    <a:pt x="892" y="684"/>
                  </a:lnTo>
                  <a:lnTo>
                    <a:pt x="892" y="684"/>
                  </a:lnTo>
                  <a:lnTo>
                    <a:pt x="907" y="686"/>
                  </a:lnTo>
                  <a:lnTo>
                    <a:pt x="923" y="690"/>
                  </a:lnTo>
                  <a:lnTo>
                    <a:pt x="923" y="690"/>
                  </a:lnTo>
                  <a:lnTo>
                    <a:pt x="939" y="694"/>
                  </a:lnTo>
                  <a:lnTo>
                    <a:pt x="939" y="694"/>
                  </a:lnTo>
                  <a:lnTo>
                    <a:pt x="960" y="698"/>
                  </a:lnTo>
                  <a:lnTo>
                    <a:pt x="960" y="698"/>
                  </a:lnTo>
                  <a:lnTo>
                    <a:pt x="974" y="700"/>
                  </a:lnTo>
                  <a:lnTo>
                    <a:pt x="988" y="702"/>
                  </a:lnTo>
                  <a:lnTo>
                    <a:pt x="1000" y="705"/>
                  </a:lnTo>
                  <a:lnTo>
                    <a:pt x="1005" y="707"/>
                  </a:lnTo>
                  <a:lnTo>
                    <a:pt x="1010" y="710"/>
                  </a:lnTo>
                  <a:lnTo>
                    <a:pt x="1010" y="710"/>
                  </a:lnTo>
                  <a:lnTo>
                    <a:pt x="1050" y="736"/>
                  </a:lnTo>
                  <a:lnTo>
                    <a:pt x="1050" y="736"/>
                  </a:lnTo>
                  <a:lnTo>
                    <a:pt x="1091" y="763"/>
                  </a:lnTo>
                  <a:lnTo>
                    <a:pt x="1112" y="776"/>
                  </a:lnTo>
                  <a:lnTo>
                    <a:pt x="1131" y="792"/>
                  </a:lnTo>
                  <a:lnTo>
                    <a:pt x="1131" y="792"/>
                  </a:lnTo>
                  <a:lnTo>
                    <a:pt x="1147" y="804"/>
                  </a:lnTo>
                  <a:lnTo>
                    <a:pt x="1160" y="816"/>
                  </a:lnTo>
                  <a:lnTo>
                    <a:pt x="1172" y="828"/>
                  </a:lnTo>
                  <a:lnTo>
                    <a:pt x="1183" y="839"/>
                  </a:lnTo>
                  <a:lnTo>
                    <a:pt x="1192" y="850"/>
                  </a:lnTo>
                  <a:lnTo>
                    <a:pt x="1201" y="861"/>
                  </a:lnTo>
                  <a:lnTo>
                    <a:pt x="1207" y="871"/>
                  </a:lnTo>
                  <a:lnTo>
                    <a:pt x="1212" y="881"/>
                  </a:lnTo>
                  <a:lnTo>
                    <a:pt x="1212" y="881"/>
                  </a:lnTo>
                  <a:lnTo>
                    <a:pt x="1218" y="896"/>
                  </a:lnTo>
                  <a:lnTo>
                    <a:pt x="1223" y="910"/>
                  </a:lnTo>
                  <a:lnTo>
                    <a:pt x="1228" y="925"/>
                  </a:lnTo>
                  <a:lnTo>
                    <a:pt x="1232" y="941"/>
                  </a:lnTo>
                  <a:lnTo>
                    <a:pt x="1236" y="958"/>
                  </a:lnTo>
                  <a:lnTo>
                    <a:pt x="1238" y="975"/>
                  </a:lnTo>
                  <a:lnTo>
                    <a:pt x="1240" y="993"/>
                  </a:lnTo>
                  <a:lnTo>
                    <a:pt x="1242" y="1011"/>
                  </a:lnTo>
                  <a:lnTo>
                    <a:pt x="1242" y="1011"/>
                  </a:lnTo>
                  <a:lnTo>
                    <a:pt x="1242" y="1015"/>
                  </a:lnTo>
                  <a:lnTo>
                    <a:pt x="1240" y="1019"/>
                  </a:lnTo>
                  <a:lnTo>
                    <a:pt x="1239" y="1021"/>
                  </a:lnTo>
                  <a:lnTo>
                    <a:pt x="1237" y="1023"/>
                  </a:lnTo>
                  <a:lnTo>
                    <a:pt x="1232" y="1026"/>
                  </a:lnTo>
                  <a:lnTo>
                    <a:pt x="1229" y="1027"/>
                  </a:lnTo>
                  <a:lnTo>
                    <a:pt x="1225" y="1027"/>
                  </a:lnTo>
                  <a:lnTo>
                    <a:pt x="1224" y="1029"/>
                  </a:lnTo>
                  <a:lnTo>
                    <a:pt x="1224" y="1029"/>
                  </a:lnTo>
                  <a:lnTo>
                    <a:pt x="1217" y="1039"/>
                  </a:lnTo>
                  <a:lnTo>
                    <a:pt x="1210" y="1050"/>
                  </a:lnTo>
                  <a:lnTo>
                    <a:pt x="1192" y="1069"/>
                  </a:lnTo>
                  <a:lnTo>
                    <a:pt x="1183" y="1079"/>
                  </a:lnTo>
                  <a:lnTo>
                    <a:pt x="1174" y="1087"/>
                  </a:lnTo>
                  <a:lnTo>
                    <a:pt x="1165" y="1095"/>
                  </a:lnTo>
                  <a:lnTo>
                    <a:pt x="1155" y="1101"/>
                  </a:lnTo>
                  <a:lnTo>
                    <a:pt x="1155" y="1101"/>
                  </a:lnTo>
                  <a:lnTo>
                    <a:pt x="1146" y="1108"/>
                  </a:lnTo>
                  <a:lnTo>
                    <a:pt x="1138" y="1115"/>
                  </a:lnTo>
                  <a:lnTo>
                    <a:pt x="1122" y="1129"/>
                  </a:lnTo>
                  <a:lnTo>
                    <a:pt x="1122" y="1129"/>
                  </a:lnTo>
                  <a:lnTo>
                    <a:pt x="1111" y="1141"/>
                  </a:lnTo>
                  <a:lnTo>
                    <a:pt x="1099" y="1150"/>
                  </a:lnTo>
                  <a:lnTo>
                    <a:pt x="1099" y="1150"/>
                  </a:lnTo>
                  <a:lnTo>
                    <a:pt x="1087" y="1159"/>
                  </a:lnTo>
                  <a:lnTo>
                    <a:pt x="1074" y="1168"/>
                  </a:lnTo>
                  <a:lnTo>
                    <a:pt x="1045" y="1183"/>
                  </a:lnTo>
                  <a:lnTo>
                    <a:pt x="1045" y="1183"/>
                  </a:lnTo>
                  <a:lnTo>
                    <a:pt x="1027" y="1191"/>
                  </a:lnTo>
                  <a:lnTo>
                    <a:pt x="1008" y="1200"/>
                  </a:lnTo>
                  <a:lnTo>
                    <a:pt x="986" y="1208"/>
                  </a:lnTo>
                  <a:lnTo>
                    <a:pt x="962" y="1216"/>
                  </a:lnTo>
                  <a:lnTo>
                    <a:pt x="937" y="1222"/>
                  </a:lnTo>
                  <a:lnTo>
                    <a:pt x="911" y="1227"/>
                  </a:lnTo>
                  <a:lnTo>
                    <a:pt x="886" y="1231"/>
                  </a:lnTo>
                  <a:lnTo>
                    <a:pt x="858" y="1232"/>
                  </a:lnTo>
                  <a:lnTo>
                    <a:pt x="858" y="1232"/>
                  </a:lnTo>
                  <a:lnTo>
                    <a:pt x="858" y="1232"/>
                  </a:lnTo>
                  <a:lnTo>
                    <a:pt x="858" y="12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0" name="Freeform 285"/>
            <p:cNvSpPr/>
            <p:nvPr/>
          </p:nvSpPr>
          <p:spPr bwMode="auto">
            <a:xfrm>
              <a:off x="2463800" y="2317750"/>
              <a:ext cx="261938" cy="290513"/>
            </a:xfrm>
            <a:custGeom>
              <a:avLst/>
              <a:gdLst/>
              <a:ahLst/>
              <a:cxnLst>
                <a:cxn ang="0">
                  <a:pos x="314" y="547"/>
                </a:cxn>
                <a:cxn ang="0">
                  <a:pos x="288" y="541"/>
                </a:cxn>
                <a:cxn ang="0">
                  <a:pos x="245" y="523"/>
                </a:cxn>
                <a:cxn ang="0">
                  <a:pos x="210" y="499"/>
                </a:cxn>
                <a:cxn ang="0">
                  <a:pos x="170" y="460"/>
                </a:cxn>
                <a:cxn ang="0">
                  <a:pos x="135" y="426"/>
                </a:cxn>
                <a:cxn ang="0">
                  <a:pos x="104" y="390"/>
                </a:cxn>
                <a:cxn ang="0">
                  <a:pos x="40" y="301"/>
                </a:cxn>
                <a:cxn ang="0">
                  <a:pos x="16" y="260"/>
                </a:cxn>
                <a:cxn ang="0">
                  <a:pos x="3" y="221"/>
                </a:cxn>
                <a:cxn ang="0">
                  <a:pos x="1" y="180"/>
                </a:cxn>
                <a:cxn ang="0">
                  <a:pos x="8" y="157"/>
                </a:cxn>
                <a:cxn ang="0">
                  <a:pos x="29" y="121"/>
                </a:cxn>
                <a:cxn ang="0">
                  <a:pos x="71" y="67"/>
                </a:cxn>
                <a:cxn ang="0">
                  <a:pos x="89" y="48"/>
                </a:cxn>
                <a:cxn ang="0">
                  <a:pos x="150" y="3"/>
                </a:cxn>
                <a:cxn ang="0">
                  <a:pos x="158" y="0"/>
                </a:cxn>
                <a:cxn ang="0">
                  <a:pos x="168" y="3"/>
                </a:cxn>
                <a:cxn ang="0">
                  <a:pos x="175" y="13"/>
                </a:cxn>
                <a:cxn ang="0">
                  <a:pos x="175" y="25"/>
                </a:cxn>
                <a:cxn ang="0">
                  <a:pos x="167" y="34"/>
                </a:cxn>
                <a:cxn ang="0">
                  <a:pos x="144" y="49"/>
                </a:cxn>
                <a:cxn ang="0">
                  <a:pos x="106" y="81"/>
                </a:cxn>
                <a:cxn ang="0">
                  <a:pos x="91" y="101"/>
                </a:cxn>
                <a:cxn ang="0">
                  <a:pos x="72" y="124"/>
                </a:cxn>
                <a:cxn ang="0">
                  <a:pos x="47" y="158"/>
                </a:cxn>
                <a:cxn ang="0">
                  <a:pos x="38" y="188"/>
                </a:cxn>
                <a:cxn ang="0">
                  <a:pos x="42" y="216"/>
                </a:cxn>
                <a:cxn ang="0">
                  <a:pos x="46" y="234"/>
                </a:cxn>
                <a:cxn ang="0">
                  <a:pos x="53" y="253"/>
                </a:cxn>
                <a:cxn ang="0">
                  <a:pos x="66" y="272"/>
                </a:cxn>
                <a:cxn ang="0">
                  <a:pos x="80" y="290"/>
                </a:cxn>
                <a:cxn ang="0">
                  <a:pos x="127" y="361"/>
                </a:cxn>
                <a:cxn ang="0">
                  <a:pos x="179" y="417"/>
                </a:cxn>
                <a:cxn ang="0">
                  <a:pos x="208" y="446"/>
                </a:cxn>
                <a:cxn ang="0">
                  <a:pos x="233" y="472"/>
                </a:cxn>
                <a:cxn ang="0">
                  <a:pos x="263" y="493"/>
                </a:cxn>
                <a:cxn ang="0">
                  <a:pos x="286" y="503"/>
                </a:cxn>
                <a:cxn ang="0">
                  <a:pos x="312" y="507"/>
                </a:cxn>
                <a:cxn ang="0">
                  <a:pos x="345" y="501"/>
                </a:cxn>
                <a:cxn ang="0">
                  <a:pos x="375" y="486"/>
                </a:cxn>
                <a:cxn ang="0">
                  <a:pos x="412" y="455"/>
                </a:cxn>
                <a:cxn ang="0">
                  <a:pos x="460" y="398"/>
                </a:cxn>
                <a:cxn ang="0">
                  <a:pos x="468" y="392"/>
                </a:cxn>
                <a:cxn ang="0">
                  <a:pos x="475" y="390"/>
                </a:cxn>
                <a:cxn ang="0">
                  <a:pos x="491" y="396"/>
                </a:cxn>
                <a:cxn ang="0">
                  <a:pos x="495" y="405"/>
                </a:cxn>
                <a:cxn ang="0">
                  <a:pos x="492" y="415"/>
                </a:cxn>
                <a:cxn ang="0">
                  <a:pos x="444" y="473"/>
                </a:cxn>
                <a:cxn ang="0">
                  <a:pos x="401" y="514"/>
                </a:cxn>
                <a:cxn ang="0">
                  <a:pos x="370" y="535"/>
                </a:cxn>
                <a:cxn ang="0">
                  <a:pos x="341" y="546"/>
                </a:cxn>
                <a:cxn ang="0">
                  <a:pos x="322" y="548"/>
                </a:cxn>
              </a:cxnLst>
              <a:rect l="0" t="0" r="r" b="b"/>
              <a:pathLst>
                <a:path w="495" h="548">
                  <a:moveTo>
                    <a:pt x="322" y="548"/>
                  </a:moveTo>
                  <a:lnTo>
                    <a:pt x="322" y="548"/>
                  </a:lnTo>
                  <a:lnTo>
                    <a:pt x="314" y="547"/>
                  </a:lnTo>
                  <a:lnTo>
                    <a:pt x="305" y="546"/>
                  </a:lnTo>
                  <a:lnTo>
                    <a:pt x="305" y="546"/>
                  </a:lnTo>
                  <a:lnTo>
                    <a:pt x="288" y="541"/>
                  </a:lnTo>
                  <a:lnTo>
                    <a:pt x="273" y="536"/>
                  </a:lnTo>
                  <a:lnTo>
                    <a:pt x="258" y="530"/>
                  </a:lnTo>
                  <a:lnTo>
                    <a:pt x="245" y="523"/>
                  </a:lnTo>
                  <a:lnTo>
                    <a:pt x="232" y="516"/>
                  </a:lnTo>
                  <a:lnTo>
                    <a:pt x="221" y="508"/>
                  </a:lnTo>
                  <a:lnTo>
                    <a:pt x="210" y="499"/>
                  </a:lnTo>
                  <a:lnTo>
                    <a:pt x="198" y="488"/>
                  </a:lnTo>
                  <a:lnTo>
                    <a:pt x="198" y="488"/>
                  </a:lnTo>
                  <a:lnTo>
                    <a:pt x="170" y="460"/>
                  </a:lnTo>
                  <a:lnTo>
                    <a:pt x="170" y="460"/>
                  </a:lnTo>
                  <a:lnTo>
                    <a:pt x="153" y="444"/>
                  </a:lnTo>
                  <a:lnTo>
                    <a:pt x="135" y="426"/>
                  </a:lnTo>
                  <a:lnTo>
                    <a:pt x="119" y="409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82" y="360"/>
                  </a:lnTo>
                  <a:lnTo>
                    <a:pt x="61" y="330"/>
                  </a:lnTo>
                  <a:lnTo>
                    <a:pt x="40" y="301"/>
                  </a:lnTo>
                  <a:lnTo>
                    <a:pt x="22" y="271"/>
                  </a:lnTo>
                  <a:lnTo>
                    <a:pt x="22" y="271"/>
                  </a:lnTo>
                  <a:lnTo>
                    <a:pt x="16" y="260"/>
                  </a:lnTo>
                  <a:lnTo>
                    <a:pt x="11" y="248"/>
                  </a:lnTo>
                  <a:lnTo>
                    <a:pt x="6" y="235"/>
                  </a:lnTo>
                  <a:lnTo>
                    <a:pt x="3" y="221"/>
                  </a:lnTo>
                  <a:lnTo>
                    <a:pt x="1" y="207"/>
                  </a:lnTo>
                  <a:lnTo>
                    <a:pt x="0" y="194"/>
                  </a:lnTo>
                  <a:lnTo>
                    <a:pt x="1" y="180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8" y="157"/>
                  </a:lnTo>
                  <a:lnTo>
                    <a:pt x="15" y="144"/>
                  </a:lnTo>
                  <a:lnTo>
                    <a:pt x="21" y="133"/>
                  </a:lnTo>
                  <a:lnTo>
                    <a:pt x="29" y="121"/>
                  </a:lnTo>
                  <a:lnTo>
                    <a:pt x="46" y="98"/>
                  </a:lnTo>
                  <a:lnTo>
                    <a:pt x="64" y="76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80" y="58"/>
                  </a:lnTo>
                  <a:lnTo>
                    <a:pt x="89" y="48"/>
                  </a:lnTo>
                  <a:lnTo>
                    <a:pt x="107" y="32"/>
                  </a:lnTo>
                  <a:lnTo>
                    <a:pt x="128" y="17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63" y="0"/>
                  </a:lnTo>
                  <a:lnTo>
                    <a:pt x="168" y="3"/>
                  </a:lnTo>
                  <a:lnTo>
                    <a:pt x="172" y="7"/>
                  </a:lnTo>
                  <a:lnTo>
                    <a:pt x="175" y="13"/>
                  </a:lnTo>
                  <a:lnTo>
                    <a:pt x="175" y="13"/>
                  </a:lnTo>
                  <a:lnTo>
                    <a:pt x="175" y="16"/>
                  </a:lnTo>
                  <a:lnTo>
                    <a:pt x="175" y="21"/>
                  </a:lnTo>
                  <a:lnTo>
                    <a:pt x="175" y="25"/>
                  </a:lnTo>
                  <a:lnTo>
                    <a:pt x="173" y="28"/>
                  </a:lnTo>
                  <a:lnTo>
                    <a:pt x="170" y="31"/>
                  </a:lnTo>
                  <a:lnTo>
                    <a:pt x="167" y="34"/>
                  </a:lnTo>
                  <a:lnTo>
                    <a:pt x="164" y="36"/>
                  </a:lnTo>
                  <a:lnTo>
                    <a:pt x="164" y="36"/>
                  </a:lnTo>
                  <a:lnTo>
                    <a:pt x="144" y="49"/>
                  </a:lnTo>
                  <a:lnTo>
                    <a:pt x="124" y="64"/>
                  </a:lnTo>
                  <a:lnTo>
                    <a:pt x="115" y="72"/>
                  </a:lnTo>
                  <a:lnTo>
                    <a:pt x="106" y="81"/>
                  </a:lnTo>
                  <a:lnTo>
                    <a:pt x="98" y="91"/>
                  </a:lnTo>
                  <a:lnTo>
                    <a:pt x="91" y="101"/>
                  </a:lnTo>
                  <a:lnTo>
                    <a:pt x="91" y="101"/>
                  </a:lnTo>
                  <a:lnTo>
                    <a:pt x="83" y="112"/>
                  </a:lnTo>
                  <a:lnTo>
                    <a:pt x="72" y="124"/>
                  </a:lnTo>
                  <a:lnTo>
                    <a:pt x="72" y="124"/>
                  </a:lnTo>
                  <a:lnTo>
                    <a:pt x="59" y="140"/>
                  </a:lnTo>
                  <a:lnTo>
                    <a:pt x="52" y="149"/>
                  </a:lnTo>
                  <a:lnTo>
                    <a:pt x="47" y="158"/>
                  </a:lnTo>
                  <a:lnTo>
                    <a:pt x="42" y="167"/>
                  </a:lnTo>
                  <a:lnTo>
                    <a:pt x="39" y="177"/>
                  </a:lnTo>
                  <a:lnTo>
                    <a:pt x="38" y="18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42" y="216"/>
                  </a:lnTo>
                  <a:lnTo>
                    <a:pt x="42" y="216"/>
                  </a:lnTo>
                  <a:lnTo>
                    <a:pt x="43" y="225"/>
                  </a:lnTo>
                  <a:lnTo>
                    <a:pt x="46" y="234"/>
                  </a:lnTo>
                  <a:lnTo>
                    <a:pt x="49" y="245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60" y="263"/>
                  </a:lnTo>
                  <a:lnTo>
                    <a:pt x="66" y="272"/>
                  </a:lnTo>
                  <a:lnTo>
                    <a:pt x="66" y="272"/>
                  </a:lnTo>
                  <a:lnTo>
                    <a:pt x="73" y="281"/>
                  </a:lnTo>
                  <a:lnTo>
                    <a:pt x="80" y="290"/>
                  </a:lnTo>
                  <a:lnTo>
                    <a:pt x="80" y="290"/>
                  </a:lnTo>
                  <a:lnTo>
                    <a:pt x="104" y="328"/>
                  </a:lnTo>
                  <a:lnTo>
                    <a:pt x="127" y="361"/>
                  </a:lnTo>
                  <a:lnTo>
                    <a:pt x="127" y="361"/>
                  </a:lnTo>
                  <a:lnTo>
                    <a:pt x="140" y="377"/>
                  </a:lnTo>
                  <a:lnTo>
                    <a:pt x="152" y="390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205" y="443"/>
                  </a:lnTo>
                  <a:lnTo>
                    <a:pt x="208" y="446"/>
                  </a:lnTo>
                  <a:lnTo>
                    <a:pt x="208" y="446"/>
                  </a:lnTo>
                  <a:lnTo>
                    <a:pt x="224" y="462"/>
                  </a:lnTo>
                  <a:lnTo>
                    <a:pt x="233" y="472"/>
                  </a:lnTo>
                  <a:lnTo>
                    <a:pt x="243" y="479"/>
                  </a:lnTo>
                  <a:lnTo>
                    <a:pt x="252" y="487"/>
                  </a:lnTo>
                  <a:lnTo>
                    <a:pt x="263" y="493"/>
                  </a:lnTo>
                  <a:lnTo>
                    <a:pt x="274" y="499"/>
                  </a:lnTo>
                  <a:lnTo>
                    <a:pt x="286" y="503"/>
                  </a:lnTo>
                  <a:lnTo>
                    <a:pt x="286" y="503"/>
                  </a:lnTo>
                  <a:lnTo>
                    <a:pt x="299" y="506"/>
                  </a:lnTo>
                  <a:lnTo>
                    <a:pt x="312" y="507"/>
                  </a:lnTo>
                  <a:lnTo>
                    <a:pt x="312" y="507"/>
                  </a:lnTo>
                  <a:lnTo>
                    <a:pt x="323" y="506"/>
                  </a:lnTo>
                  <a:lnTo>
                    <a:pt x="334" y="504"/>
                  </a:lnTo>
                  <a:lnTo>
                    <a:pt x="345" y="501"/>
                  </a:lnTo>
                  <a:lnTo>
                    <a:pt x="355" y="497"/>
                  </a:lnTo>
                  <a:lnTo>
                    <a:pt x="366" y="491"/>
                  </a:lnTo>
                  <a:lnTo>
                    <a:pt x="375" y="486"/>
                  </a:lnTo>
                  <a:lnTo>
                    <a:pt x="385" y="479"/>
                  </a:lnTo>
                  <a:lnTo>
                    <a:pt x="395" y="472"/>
                  </a:lnTo>
                  <a:lnTo>
                    <a:pt x="412" y="455"/>
                  </a:lnTo>
                  <a:lnTo>
                    <a:pt x="430" y="437"/>
                  </a:lnTo>
                  <a:lnTo>
                    <a:pt x="445" y="417"/>
                  </a:lnTo>
                  <a:lnTo>
                    <a:pt x="460" y="398"/>
                  </a:lnTo>
                  <a:lnTo>
                    <a:pt x="460" y="398"/>
                  </a:lnTo>
                  <a:lnTo>
                    <a:pt x="464" y="394"/>
                  </a:lnTo>
                  <a:lnTo>
                    <a:pt x="468" y="392"/>
                  </a:lnTo>
                  <a:lnTo>
                    <a:pt x="472" y="390"/>
                  </a:lnTo>
                  <a:lnTo>
                    <a:pt x="475" y="390"/>
                  </a:lnTo>
                  <a:lnTo>
                    <a:pt x="475" y="390"/>
                  </a:lnTo>
                  <a:lnTo>
                    <a:pt x="481" y="391"/>
                  </a:lnTo>
                  <a:lnTo>
                    <a:pt x="487" y="393"/>
                  </a:lnTo>
                  <a:lnTo>
                    <a:pt x="491" y="396"/>
                  </a:lnTo>
                  <a:lnTo>
                    <a:pt x="494" y="400"/>
                  </a:lnTo>
                  <a:lnTo>
                    <a:pt x="494" y="400"/>
                  </a:lnTo>
                  <a:lnTo>
                    <a:pt x="495" y="405"/>
                  </a:lnTo>
                  <a:lnTo>
                    <a:pt x="495" y="408"/>
                  </a:lnTo>
                  <a:lnTo>
                    <a:pt x="494" y="412"/>
                  </a:lnTo>
                  <a:lnTo>
                    <a:pt x="492" y="415"/>
                  </a:lnTo>
                  <a:lnTo>
                    <a:pt x="492" y="415"/>
                  </a:lnTo>
                  <a:lnTo>
                    <a:pt x="468" y="446"/>
                  </a:lnTo>
                  <a:lnTo>
                    <a:pt x="444" y="473"/>
                  </a:lnTo>
                  <a:lnTo>
                    <a:pt x="423" y="496"/>
                  </a:lnTo>
                  <a:lnTo>
                    <a:pt x="411" y="506"/>
                  </a:lnTo>
                  <a:lnTo>
                    <a:pt x="401" y="514"/>
                  </a:lnTo>
                  <a:lnTo>
                    <a:pt x="391" y="522"/>
                  </a:lnTo>
                  <a:lnTo>
                    <a:pt x="380" y="530"/>
                  </a:lnTo>
                  <a:lnTo>
                    <a:pt x="370" y="535"/>
                  </a:lnTo>
                  <a:lnTo>
                    <a:pt x="360" y="540"/>
                  </a:lnTo>
                  <a:lnTo>
                    <a:pt x="350" y="543"/>
                  </a:lnTo>
                  <a:lnTo>
                    <a:pt x="341" y="546"/>
                  </a:lnTo>
                  <a:lnTo>
                    <a:pt x="332" y="547"/>
                  </a:lnTo>
                  <a:lnTo>
                    <a:pt x="322" y="548"/>
                  </a:lnTo>
                  <a:lnTo>
                    <a:pt x="322" y="5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1" name="Freeform 286"/>
            <p:cNvSpPr>
              <a:spLocks noEditPoints="1"/>
            </p:cNvSpPr>
            <p:nvPr/>
          </p:nvSpPr>
          <p:spPr bwMode="auto">
            <a:xfrm>
              <a:off x="2262188" y="2705100"/>
              <a:ext cx="312738" cy="139700"/>
            </a:xfrm>
            <a:custGeom>
              <a:avLst/>
              <a:gdLst/>
              <a:ahLst/>
              <a:cxnLst>
                <a:cxn ang="0">
                  <a:pos x="146" y="262"/>
                </a:cxn>
                <a:cxn ang="0">
                  <a:pos x="69" y="253"/>
                </a:cxn>
                <a:cxn ang="0">
                  <a:pos x="30" y="239"/>
                </a:cxn>
                <a:cxn ang="0">
                  <a:pos x="2" y="212"/>
                </a:cxn>
                <a:cxn ang="0">
                  <a:pos x="1" y="197"/>
                </a:cxn>
                <a:cxn ang="0">
                  <a:pos x="10" y="187"/>
                </a:cxn>
                <a:cxn ang="0">
                  <a:pos x="23" y="184"/>
                </a:cxn>
                <a:cxn ang="0">
                  <a:pos x="33" y="193"/>
                </a:cxn>
                <a:cxn ang="0">
                  <a:pos x="58" y="213"/>
                </a:cxn>
                <a:cxn ang="0">
                  <a:pos x="111" y="225"/>
                </a:cxn>
                <a:cxn ang="0">
                  <a:pos x="159" y="226"/>
                </a:cxn>
                <a:cxn ang="0">
                  <a:pos x="199" y="218"/>
                </a:cxn>
                <a:cxn ang="0">
                  <a:pos x="160" y="192"/>
                </a:cxn>
                <a:cxn ang="0">
                  <a:pos x="126" y="150"/>
                </a:cxn>
                <a:cxn ang="0">
                  <a:pos x="119" y="111"/>
                </a:cxn>
                <a:cxn ang="0">
                  <a:pos x="127" y="56"/>
                </a:cxn>
                <a:cxn ang="0">
                  <a:pos x="146" y="24"/>
                </a:cxn>
                <a:cxn ang="0">
                  <a:pos x="178" y="4"/>
                </a:cxn>
                <a:cxn ang="0">
                  <a:pos x="209" y="0"/>
                </a:cxn>
                <a:cxn ang="0">
                  <a:pos x="265" y="17"/>
                </a:cxn>
                <a:cxn ang="0">
                  <a:pos x="307" y="66"/>
                </a:cxn>
                <a:cxn ang="0">
                  <a:pos x="322" y="113"/>
                </a:cxn>
                <a:cxn ang="0">
                  <a:pos x="322" y="146"/>
                </a:cxn>
                <a:cxn ang="0">
                  <a:pos x="310" y="177"/>
                </a:cxn>
                <a:cxn ang="0">
                  <a:pos x="284" y="210"/>
                </a:cxn>
                <a:cxn ang="0">
                  <a:pos x="312" y="212"/>
                </a:cxn>
                <a:cxn ang="0">
                  <a:pos x="366" y="205"/>
                </a:cxn>
                <a:cxn ang="0">
                  <a:pos x="453" y="185"/>
                </a:cxn>
                <a:cxn ang="0">
                  <a:pos x="498" y="166"/>
                </a:cxn>
                <a:cxn ang="0">
                  <a:pos x="540" y="135"/>
                </a:cxn>
                <a:cxn ang="0">
                  <a:pos x="555" y="106"/>
                </a:cxn>
                <a:cxn ang="0">
                  <a:pos x="560" y="98"/>
                </a:cxn>
                <a:cxn ang="0">
                  <a:pos x="570" y="94"/>
                </a:cxn>
                <a:cxn ang="0">
                  <a:pos x="587" y="102"/>
                </a:cxn>
                <a:cxn ang="0">
                  <a:pos x="590" y="113"/>
                </a:cxn>
                <a:cxn ang="0">
                  <a:pos x="582" y="138"/>
                </a:cxn>
                <a:cxn ang="0">
                  <a:pos x="554" y="174"/>
                </a:cxn>
                <a:cxn ang="0">
                  <a:pos x="513" y="199"/>
                </a:cxn>
                <a:cxn ang="0">
                  <a:pos x="447" y="224"/>
                </a:cxn>
                <a:cxn ang="0">
                  <a:pos x="344" y="246"/>
                </a:cxn>
                <a:cxn ang="0">
                  <a:pos x="314" y="248"/>
                </a:cxn>
                <a:cxn ang="0">
                  <a:pos x="247" y="238"/>
                </a:cxn>
                <a:cxn ang="0">
                  <a:pos x="231" y="244"/>
                </a:cxn>
                <a:cxn ang="0">
                  <a:pos x="186" y="259"/>
                </a:cxn>
                <a:cxn ang="0">
                  <a:pos x="152" y="263"/>
                </a:cxn>
                <a:cxn ang="0">
                  <a:pos x="188" y="40"/>
                </a:cxn>
                <a:cxn ang="0">
                  <a:pos x="160" y="66"/>
                </a:cxn>
                <a:cxn ang="0">
                  <a:pos x="155" y="101"/>
                </a:cxn>
                <a:cxn ang="0">
                  <a:pos x="161" y="132"/>
                </a:cxn>
                <a:cxn ang="0">
                  <a:pos x="192" y="170"/>
                </a:cxn>
                <a:cxn ang="0">
                  <a:pos x="226" y="191"/>
                </a:cxn>
                <a:cxn ang="0">
                  <a:pos x="244" y="196"/>
                </a:cxn>
                <a:cxn ang="0">
                  <a:pos x="272" y="168"/>
                </a:cxn>
                <a:cxn ang="0">
                  <a:pos x="286" y="135"/>
                </a:cxn>
                <a:cxn ang="0">
                  <a:pos x="285" y="108"/>
                </a:cxn>
                <a:cxn ang="0">
                  <a:pos x="270" y="73"/>
                </a:cxn>
                <a:cxn ang="0">
                  <a:pos x="241" y="48"/>
                </a:cxn>
                <a:cxn ang="0">
                  <a:pos x="204" y="37"/>
                </a:cxn>
              </a:cxnLst>
              <a:rect l="0" t="0" r="r" b="b"/>
              <a:pathLst>
                <a:path w="590" h="263">
                  <a:moveTo>
                    <a:pt x="152" y="263"/>
                  </a:moveTo>
                  <a:lnTo>
                    <a:pt x="152" y="263"/>
                  </a:lnTo>
                  <a:lnTo>
                    <a:pt x="146" y="262"/>
                  </a:lnTo>
                  <a:lnTo>
                    <a:pt x="146" y="262"/>
                  </a:lnTo>
                  <a:lnTo>
                    <a:pt x="130" y="262"/>
                  </a:lnTo>
                  <a:lnTo>
                    <a:pt x="111" y="260"/>
                  </a:lnTo>
                  <a:lnTo>
                    <a:pt x="91" y="258"/>
                  </a:lnTo>
                  <a:lnTo>
                    <a:pt x="69" y="253"/>
                  </a:lnTo>
                  <a:lnTo>
                    <a:pt x="59" y="251"/>
                  </a:lnTo>
                  <a:lnTo>
                    <a:pt x="48" y="247"/>
                  </a:lnTo>
                  <a:lnTo>
                    <a:pt x="39" y="243"/>
                  </a:lnTo>
                  <a:lnTo>
                    <a:pt x="30" y="239"/>
                  </a:lnTo>
                  <a:lnTo>
                    <a:pt x="22" y="233"/>
                  </a:lnTo>
                  <a:lnTo>
                    <a:pt x="13" y="226"/>
                  </a:lnTo>
                  <a:lnTo>
                    <a:pt x="7" y="219"/>
                  </a:lnTo>
                  <a:lnTo>
                    <a:pt x="2" y="212"/>
                  </a:lnTo>
                  <a:lnTo>
                    <a:pt x="2" y="212"/>
                  </a:lnTo>
                  <a:lnTo>
                    <a:pt x="0" y="206"/>
                  </a:lnTo>
                  <a:lnTo>
                    <a:pt x="0" y="201"/>
                  </a:lnTo>
                  <a:lnTo>
                    <a:pt x="1" y="197"/>
                  </a:lnTo>
                  <a:lnTo>
                    <a:pt x="3" y="194"/>
                  </a:lnTo>
                  <a:lnTo>
                    <a:pt x="3" y="194"/>
                  </a:lnTo>
                  <a:lnTo>
                    <a:pt x="6" y="190"/>
                  </a:lnTo>
                  <a:lnTo>
                    <a:pt x="10" y="187"/>
                  </a:lnTo>
                  <a:lnTo>
                    <a:pt x="14" y="185"/>
                  </a:lnTo>
                  <a:lnTo>
                    <a:pt x="20" y="184"/>
                  </a:lnTo>
                  <a:lnTo>
                    <a:pt x="20" y="184"/>
                  </a:lnTo>
                  <a:lnTo>
                    <a:pt x="23" y="184"/>
                  </a:lnTo>
                  <a:lnTo>
                    <a:pt x="27" y="186"/>
                  </a:lnTo>
                  <a:lnTo>
                    <a:pt x="30" y="188"/>
                  </a:lnTo>
                  <a:lnTo>
                    <a:pt x="33" y="193"/>
                  </a:lnTo>
                  <a:lnTo>
                    <a:pt x="33" y="193"/>
                  </a:lnTo>
                  <a:lnTo>
                    <a:pt x="37" y="198"/>
                  </a:lnTo>
                  <a:lnTo>
                    <a:pt x="42" y="204"/>
                  </a:lnTo>
                  <a:lnTo>
                    <a:pt x="49" y="209"/>
                  </a:lnTo>
                  <a:lnTo>
                    <a:pt x="58" y="213"/>
                  </a:lnTo>
                  <a:lnTo>
                    <a:pt x="66" y="216"/>
                  </a:lnTo>
                  <a:lnTo>
                    <a:pt x="75" y="219"/>
                  </a:lnTo>
                  <a:lnTo>
                    <a:pt x="94" y="223"/>
                  </a:lnTo>
                  <a:lnTo>
                    <a:pt x="111" y="225"/>
                  </a:lnTo>
                  <a:lnTo>
                    <a:pt x="128" y="226"/>
                  </a:lnTo>
                  <a:lnTo>
                    <a:pt x="145" y="227"/>
                  </a:lnTo>
                  <a:lnTo>
                    <a:pt x="145" y="227"/>
                  </a:lnTo>
                  <a:lnTo>
                    <a:pt x="159" y="226"/>
                  </a:lnTo>
                  <a:lnTo>
                    <a:pt x="159" y="226"/>
                  </a:lnTo>
                  <a:lnTo>
                    <a:pt x="171" y="224"/>
                  </a:lnTo>
                  <a:lnTo>
                    <a:pt x="186" y="221"/>
                  </a:lnTo>
                  <a:lnTo>
                    <a:pt x="199" y="218"/>
                  </a:lnTo>
                  <a:lnTo>
                    <a:pt x="187" y="211"/>
                  </a:lnTo>
                  <a:lnTo>
                    <a:pt x="187" y="211"/>
                  </a:lnTo>
                  <a:lnTo>
                    <a:pt x="172" y="201"/>
                  </a:lnTo>
                  <a:lnTo>
                    <a:pt x="160" y="192"/>
                  </a:lnTo>
                  <a:lnTo>
                    <a:pt x="149" y="182"/>
                  </a:lnTo>
                  <a:lnTo>
                    <a:pt x="139" y="172"/>
                  </a:lnTo>
                  <a:lnTo>
                    <a:pt x="132" y="161"/>
                  </a:lnTo>
                  <a:lnTo>
                    <a:pt x="126" y="150"/>
                  </a:lnTo>
                  <a:lnTo>
                    <a:pt x="122" y="138"/>
                  </a:lnTo>
                  <a:lnTo>
                    <a:pt x="120" y="127"/>
                  </a:lnTo>
                  <a:lnTo>
                    <a:pt x="120" y="127"/>
                  </a:lnTo>
                  <a:lnTo>
                    <a:pt x="119" y="111"/>
                  </a:lnTo>
                  <a:lnTo>
                    <a:pt x="119" y="92"/>
                  </a:lnTo>
                  <a:lnTo>
                    <a:pt x="122" y="73"/>
                  </a:lnTo>
                  <a:lnTo>
                    <a:pt x="124" y="65"/>
                  </a:lnTo>
                  <a:lnTo>
                    <a:pt x="127" y="56"/>
                  </a:lnTo>
                  <a:lnTo>
                    <a:pt x="130" y="47"/>
                  </a:lnTo>
                  <a:lnTo>
                    <a:pt x="134" y="38"/>
                  </a:lnTo>
                  <a:lnTo>
                    <a:pt x="139" y="31"/>
                  </a:lnTo>
                  <a:lnTo>
                    <a:pt x="146" y="24"/>
                  </a:lnTo>
                  <a:lnTo>
                    <a:pt x="152" y="18"/>
                  </a:lnTo>
                  <a:lnTo>
                    <a:pt x="159" y="12"/>
                  </a:lnTo>
                  <a:lnTo>
                    <a:pt x="168" y="7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93" y="1"/>
                  </a:lnTo>
                  <a:lnTo>
                    <a:pt x="209" y="0"/>
                  </a:lnTo>
                  <a:lnTo>
                    <a:pt x="209" y="0"/>
                  </a:lnTo>
                  <a:lnTo>
                    <a:pt x="224" y="1"/>
                  </a:lnTo>
                  <a:lnTo>
                    <a:pt x="239" y="4"/>
                  </a:lnTo>
                  <a:lnTo>
                    <a:pt x="252" y="9"/>
                  </a:lnTo>
                  <a:lnTo>
                    <a:pt x="265" y="17"/>
                  </a:lnTo>
                  <a:lnTo>
                    <a:pt x="278" y="27"/>
                  </a:lnTo>
                  <a:lnTo>
                    <a:pt x="288" y="38"/>
                  </a:lnTo>
                  <a:lnTo>
                    <a:pt x="297" y="51"/>
                  </a:lnTo>
                  <a:lnTo>
                    <a:pt x="307" y="66"/>
                  </a:lnTo>
                  <a:lnTo>
                    <a:pt x="307" y="66"/>
                  </a:lnTo>
                  <a:lnTo>
                    <a:pt x="315" y="86"/>
                  </a:lnTo>
                  <a:lnTo>
                    <a:pt x="321" y="103"/>
                  </a:lnTo>
                  <a:lnTo>
                    <a:pt x="322" y="113"/>
                  </a:lnTo>
                  <a:lnTo>
                    <a:pt x="323" y="121"/>
                  </a:lnTo>
                  <a:lnTo>
                    <a:pt x="324" y="129"/>
                  </a:lnTo>
                  <a:lnTo>
                    <a:pt x="323" y="137"/>
                  </a:lnTo>
                  <a:lnTo>
                    <a:pt x="322" y="146"/>
                  </a:lnTo>
                  <a:lnTo>
                    <a:pt x="320" y="153"/>
                  </a:lnTo>
                  <a:lnTo>
                    <a:pt x="318" y="161"/>
                  </a:lnTo>
                  <a:lnTo>
                    <a:pt x="314" y="168"/>
                  </a:lnTo>
                  <a:lnTo>
                    <a:pt x="310" y="177"/>
                  </a:lnTo>
                  <a:lnTo>
                    <a:pt x="306" y="184"/>
                  </a:lnTo>
                  <a:lnTo>
                    <a:pt x="293" y="199"/>
                  </a:lnTo>
                  <a:lnTo>
                    <a:pt x="291" y="201"/>
                  </a:lnTo>
                  <a:lnTo>
                    <a:pt x="284" y="210"/>
                  </a:lnTo>
                  <a:lnTo>
                    <a:pt x="295" y="211"/>
                  </a:lnTo>
                  <a:lnTo>
                    <a:pt x="295" y="211"/>
                  </a:lnTo>
                  <a:lnTo>
                    <a:pt x="312" y="212"/>
                  </a:lnTo>
                  <a:lnTo>
                    <a:pt x="312" y="212"/>
                  </a:lnTo>
                  <a:lnTo>
                    <a:pt x="328" y="211"/>
                  </a:lnTo>
                  <a:lnTo>
                    <a:pt x="344" y="209"/>
                  </a:lnTo>
                  <a:lnTo>
                    <a:pt x="344" y="209"/>
                  </a:lnTo>
                  <a:lnTo>
                    <a:pt x="366" y="205"/>
                  </a:lnTo>
                  <a:lnTo>
                    <a:pt x="366" y="205"/>
                  </a:lnTo>
                  <a:lnTo>
                    <a:pt x="410" y="196"/>
                  </a:lnTo>
                  <a:lnTo>
                    <a:pt x="432" y="191"/>
                  </a:lnTo>
                  <a:lnTo>
                    <a:pt x="453" y="185"/>
                  </a:lnTo>
                  <a:lnTo>
                    <a:pt x="453" y="185"/>
                  </a:lnTo>
                  <a:lnTo>
                    <a:pt x="467" y="180"/>
                  </a:lnTo>
                  <a:lnTo>
                    <a:pt x="482" y="174"/>
                  </a:lnTo>
                  <a:lnTo>
                    <a:pt x="498" y="166"/>
                  </a:lnTo>
                  <a:lnTo>
                    <a:pt x="513" y="157"/>
                  </a:lnTo>
                  <a:lnTo>
                    <a:pt x="528" y="147"/>
                  </a:lnTo>
                  <a:lnTo>
                    <a:pt x="534" y="142"/>
                  </a:lnTo>
                  <a:lnTo>
                    <a:pt x="540" y="135"/>
                  </a:lnTo>
                  <a:lnTo>
                    <a:pt x="545" y="129"/>
                  </a:lnTo>
                  <a:lnTo>
                    <a:pt x="549" y="122"/>
                  </a:lnTo>
                  <a:lnTo>
                    <a:pt x="553" y="115"/>
                  </a:lnTo>
                  <a:lnTo>
                    <a:pt x="555" y="106"/>
                  </a:lnTo>
                  <a:lnTo>
                    <a:pt x="555" y="106"/>
                  </a:lnTo>
                  <a:lnTo>
                    <a:pt x="557" y="103"/>
                  </a:lnTo>
                  <a:lnTo>
                    <a:pt x="558" y="100"/>
                  </a:lnTo>
                  <a:lnTo>
                    <a:pt x="560" y="98"/>
                  </a:lnTo>
                  <a:lnTo>
                    <a:pt x="562" y="96"/>
                  </a:lnTo>
                  <a:lnTo>
                    <a:pt x="567" y="95"/>
                  </a:lnTo>
                  <a:lnTo>
                    <a:pt x="570" y="94"/>
                  </a:lnTo>
                  <a:lnTo>
                    <a:pt x="570" y="94"/>
                  </a:lnTo>
                  <a:lnTo>
                    <a:pt x="575" y="95"/>
                  </a:lnTo>
                  <a:lnTo>
                    <a:pt x="579" y="96"/>
                  </a:lnTo>
                  <a:lnTo>
                    <a:pt x="584" y="99"/>
                  </a:lnTo>
                  <a:lnTo>
                    <a:pt x="587" y="102"/>
                  </a:lnTo>
                  <a:lnTo>
                    <a:pt x="587" y="102"/>
                  </a:lnTo>
                  <a:lnTo>
                    <a:pt x="588" y="104"/>
                  </a:lnTo>
                  <a:lnTo>
                    <a:pt x="590" y="107"/>
                  </a:lnTo>
                  <a:lnTo>
                    <a:pt x="590" y="113"/>
                  </a:lnTo>
                  <a:lnTo>
                    <a:pt x="590" y="117"/>
                  </a:lnTo>
                  <a:lnTo>
                    <a:pt x="590" y="117"/>
                  </a:lnTo>
                  <a:lnTo>
                    <a:pt x="587" y="128"/>
                  </a:lnTo>
                  <a:lnTo>
                    <a:pt x="582" y="138"/>
                  </a:lnTo>
                  <a:lnTo>
                    <a:pt x="576" y="149"/>
                  </a:lnTo>
                  <a:lnTo>
                    <a:pt x="570" y="157"/>
                  </a:lnTo>
                  <a:lnTo>
                    <a:pt x="562" y="165"/>
                  </a:lnTo>
                  <a:lnTo>
                    <a:pt x="554" y="174"/>
                  </a:lnTo>
                  <a:lnTo>
                    <a:pt x="544" y="181"/>
                  </a:lnTo>
                  <a:lnTo>
                    <a:pt x="534" y="187"/>
                  </a:lnTo>
                  <a:lnTo>
                    <a:pt x="524" y="193"/>
                  </a:lnTo>
                  <a:lnTo>
                    <a:pt x="513" y="199"/>
                  </a:lnTo>
                  <a:lnTo>
                    <a:pt x="491" y="209"/>
                  </a:lnTo>
                  <a:lnTo>
                    <a:pt x="469" y="217"/>
                  </a:lnTo>
                  <a:lnTo>
                    <a:pt x="447" y="224"/>
                  </a:lnTo>
                  <a:lnTo>
                    <a:pt x="447" y="224"/>
                  </a:lnTo>
                  <a:lnTo>
                    <a:pt x="410" y="235"/>
                  </a:lnTo>
                  <a:lnTo>
                    <a:pt x="376" y="242"/>
                  </a:lnTo>
                  <a:lnTo>
                    <a:pt x="359" y="245"/>
                  </a:lnTo>
                  <a:lnTo>
                    <a:pt x="344" y="246"/>
                  </a:lnTo>
                  <a:lnTo>
                    <a:pt x="328" y="247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296" y="247"/>
                  </a:lnTo>
                  <a:lnTo>
                    <a:pt x="279" y="245"/>
                  </a:lnTo>
                  <a:lnTo>
                    <a:pt x="262" y="242"/>
                  </a:lnTo>
                  <a:lnTo>
                    <a:pt x="247" y="238"/>
                  </a:lnTo>
                  <a:lnTo>
                    <a:pt x="245" y="238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31" y="244"/>
                  </a:lnTo>
                  <a:lnTo>
                    <a:pt x="220" y="249"/>
                  </a:lnTo>
                  <a:lnTo>
                    <a:pt x="209" y="253"/>
                  </a:lnTo>
                  <a:lnTo>
                    <a:pt x="197" y="256"/>
                  </a:lnTo>
                  <a:lnTo>
                    <a:pt x="186" y="259"/>
                  </a:lnTo>
                  <a:lnTo>
                    <a:pt x="174" y="261"/>
                  </a:lnTo>
                  <a:lnTo>
                    <a:pt x="163" y="262"/>
                  </a:lnTo>
                  <a:lnTo>
                    <a:pt x="152" y="263"/>
                  </a:lnTo>
                  <a:lnTo>
                    <a:pt x="152" y="263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196" y="38"/>
                  </a:lnTo>
                  <a:lnTo>
                    <a:pt x="188" y="40"/>
                  </a:lnTo>
                  <a:lnTo>
                    <a:pt x="180" y="43"/>
                  </a:lnTo>
                  <a:lnTo>
                    <a:pt x="171" y="50"/>
                  </a:lnTo>
                  <a:lnTo>
                    <a:pt x="165" y="57"/>
                  </a:lnTo>
                  <a:lnTo>
                    <a:pt x="160" y="66"/>
                  </a:lnTo>
                  <a:lnTo>
                    <a:pt x="157" y="79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5" y="101"/>
                  </a:lnTo>
                  <a:lnTo>
                    <a:pt x="156" y="110"/>
                  </a:lnTo>
                  <a:lnTo>
                    <a:pt x="157" y="118"/>
                  </a:lnTo>
                  <a:lnTo>
                    <a:pt x="159" y="125"/>
                  </a:lnTo>
                  <a:lnTo>
                    <a:pt x="161" y="132"/>
                  </a:lnTo>
                  <a:lnTo>
                    <a:pt x="164" y="139"/>
                  </a:lnTo>
                  <a:lnTo>
                    <a:pt x="172" y="151"/>
                  </a:lnTo>
                  <a:lnTo>
                    <a:pt x="182" y="161"/>
                  </a:lnTo>
                  <a:lnTo>
                    <a:pt x="192" y="170"/>
                  </a:lnTo>
                  <a:lnTo>
                    <a:pt x="202" y="178"/>
                  </a:lnTo>
                  <a:lnTo>
                    <a:pt x="214" y="185"/>
                  </a:lnTo>
                  <a:lnTo>
                    <a:pt x="214" y="185"/>
                  </a:lnTo>
                  <a:lnTo>
                    <a:pt x="226" y="191"/>
                  </a:lnTo>
                  <a:lnTo>
                    <a:pt x="239" y="196"/>
                  </a:lnTo>
                  <a:lnTo>
                    <a:pt x="242" y="197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53" y="189"/>
                  </a:lnTo>
                  <a:lnTo>
                    <a:pt x="260" y="182"/>
                  </a:lnTo>
                  <a:lnTo>
                    <a:pt x="260" y="182"/>
                  </a:lnTo>
                  <a:lnTo>
                    <a:pt x="272" y="168"/>
                  </a:lnTo>
                  <a:lnTo>
                    <a:pt x="279" y="155"/>
                  </a:lnTo>
                  <a:lnTo>
                    <a:pt x="282" y="149"/>
                  </a:lnTo>
                  <a:lnTo>
                    <a:pt x="284" y="142"/>
                  </a:lnTo>
                  <a:lnTo>
                    <a:pt x="286" y="135"/>
                  </a:lnTo>
                  <a:lnTo>
                    <a:pt x="287" y="128"/>
                  </a:lnTo>
                  <a:lnTo>
                    <a:pt x="287" y="122"/>
                  </a:lnTo>
                  <a:lnTo>
                    <a:pt x="286" y="116"/>
                  </a:lnTo>
                  <a:lnTo>
                    <a:pt x="285" y="108"/>
                  </a:lnTo>
                  <a:lnTo>
                    <a:pt x="283" y="102"/>
                  </a:lnTo>
                  <a:lnTo>
                    <a:pt x="278" y="88"/>
                  </a:lnTo>
                  <a:lnTo>
                    <a:pt x="270" y="73"/>
                  </a:lnTo>
                  <a:lnTo>
                    <a:pt x="270" y="73"/>
                  </a:lnTo>
                  <a:lnTo>
                    <a:pt x="263" y="66"/>
                  </a:lnTo>
                  <a:lnTo>
                    <a:pt x="256" y="59"/>
                  </a:lnTo>
                  <a:lnTo>
                    <a:pt x="249" y="53"/>
                  </a:lnTo>
                  <a:lnTo>
                    <a:pt x="241" y="48"/>
                  </a:lnTo>
                  <a:lnTo>
                    <a:pt x="231" y="43"/>
                  </a:lnTo>
                  <a:lnTo>
                    <a:pt x="223" y="40"/>
                  </a:lnTo>
                  <a:lnTo>
                    <a:pt x="214" y="38"/>
                  </a:lnTo>
                  <a:lnTo>
                    <a:pt x="204" y="37"/>
                  </a:lnTo>
                  <a:lnTo>
                    <a:pt x="204" y="3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2" name="Freeform 287"/>
            <p:cNvSpPr/>
            <p:nvPr/>
          </p:nvSpPr>
          <p:spPr bwMode="auto">
            <a:xfrm>
              <a:off x="2338388" y="2205038"/>
              <a:ext cx="153988" cy="179388"/>
            </a:xfrm>
            <a:custGeom>
              <a:avLst/>
              <a:gdLst/>
              <a:ahLst/>
              <a:cxnLst>
                <a:cxn ang="0">
                  <a:pos x="273" y="340"/>
                </a:cxn>
                <a:cxn ang="0">
                  <a:pos x="263" y="337"/>
                </a:cxn>
                <a:cxn ang="0">
                  <a:pos x="259" y="333"/>
                </a:cxn>
                <a:cxn ang="0">
                  <a:pos x="256" y="326"/>
                </a:cxn>
                <a:cxn ang="0">
                  <a:pos x="255" y="319"/>
                </a:cxn>
                <a:cxn ang="0">
                  <a:pos x="253" y="317"/>
                </a:cxn>
                <a:cxn ang="0">
                  <a:pos x="250" y="316"/>
                </a:cxn>
                <a:cxn ang="0">
                  <a:pos x="246" y="308"/>
                </a:cxn>
                <a:cxn ang="0">
                  <a:pos x="244" y="298"/>
                </a:cxn>
                <a:cxn ang="0">
                  <a:pos x="242" y="288"/>
                </a:cxn>
                <a:cxn ang="0">
                  <a:pos x="236" y="260"/>
                </a:cxn>
                <a:cxn ang="0">
                  <a:pos x="233" y="253"/>
                </a:cxn>
                <a:cxn ang="0">
                  <a:pos x="221" y="231"/>
                </a:cxn>
                <a:cxn ang="0">
                  <a:pos x="215" y="222"/>
                </a:cxn>
                <a:cxn ang="0">
                  <a:pos x="210" y="213"/>
                </a:cxn>
                <a:cxn ang="0">
                  <a:pos x="203" y="195"/>
                </a:cxn>
                <a:cxn ang="0">
                  <a:pos x="194" y="174"/>
                </a:cxn>
                <a:cxn ang="0">
                  <a:pos x="191" y="168"/>
                </a:cxn>
                <a:cxn ang="0">
                  <a:pos x="175" y="146"/>
                </a:cxn>
                <a:cxn ang="0">
                  <a:pos x="157" y="125"/>
                </a:cxn>
                <a:cxn ang="0">
                  <a:pos x="138" y="106"/>
                </a:cxn>
                <a:cxn ang="0">
                  <a:pos x="93" y="73"/>
                </a:cxn>
                <a:cxn ang="0">
                  <a:pos x="41" y="46"/>
                </a:cxn>
                <a:cxn ang="0">
                  <a:pos x="13" y="36"/>
                </a:cxn>
                <a:cxn ang="0">
                  <a:pos x="6" y="32"/>
                </a:cxn>
                <a:cxn ang="0">
                  <a:pos x="2" y="27"/>
                </a:cxn>
                <a:cxn ang="0">
                  <a:pos x="0" y="15"/>
                </a:cxn>
                <a:cxn ang="0">
                  <a:pos x="2" y="9"/>
                </a:cxn>
                <a:cxn ang="0">
                  <a:pos x="10" y="2"/>
                </a:cxn>
                <a:cxn ang="0">
                  <a:pos x="15" y="0"/>
                </a:cxn>
                <a:cxn ang="0">
                  <a:pos x="21" y="1"/>
                </a:cxn>
                <a:cxn ang="0">
                  <a:pos x="50" y="11"/>
                </a:cxn>
                <a:cxn ang="0">
                  <a:pos x="101" y="36"/>
                </a:cxn>
                <a:cxn ang="0">
                  <a:pos x="146" y="66"/>
                </a:cxn>
                <a:cxn ang="0">
                  <a:pos x="184" y="101"/>
                </a:cxn>
                <a:cxn ang="0">
                  <a:pos x="201" y="121"/>
                </a:cxn>
                <a:cxn ang="0">
                  <a:pos x="214" y="142"/>
                </a:cxn>
                <a:cxn ang="0">
                  <a:pos x="226" y="166"/>
                </a:cxn>
                <a:cxn ang="0">
                  <a:pos x="239" y="194"/>
                </a:cxn>
                <a:cxn ang="0">
                  <a:pos x="257" y="219"/>
                </a:cxn>
                <a:cxn ang="0">
                  <a:pos x="263" y="226"/>
                </a:cxn>
                <a:cxn ang="0">
                  <a:pos x="271" y="243"/>
                </a:cxn>
                <a:cxn ang="0">
                  <a:pos x="276" y="263"/>
                </a:cxn>
                <a:cxn ang="0">
                  <a:pos x="281" y="293"/>
                </a:cxn>
                <a:cxn ang="0">
                  <a:pos x="282" y="296"/>
                </a:cxn>
                <a:cxn ang="0">
                  <a:pos x="287" y="302"/>
                </a:cxn>
                <a:cxn ang="0">
                  <a:pos x="291" y="314"/>
                </a:cxn>
                <a:cxn ang="0">
                  <a:pos x="291" y="322"/>
                </a:cxn>
                <a:cxn ang="0">
                  <a:pos x="290" y="329"/>
                </a:cxn>
                <a:cxn ang="0">
                  <a:pos x="286" y="336"/>
                </a:cxn>
                <a:cxn ang="0">
                  <a:pos x="279" y="339"/>
                </a:cxn>
                <a:cxn ang="0">
                  <a:pos x="273" y="340"/>
                </a:cxn>
              </a:cxnLst>
              <a:rect l="0" t="0" r="r" b="b"/>
              <a:pathLst>
                <a:path w="291" h="340">
                  <a:moveTo>
                    <a:pt x="273" y="340"/>
                  </a:moveTo>
                  <a:lnTo>
                    <a:pt x="273" y="340"/>
                  </a:lnTo>
                  <a:lnTo>
                    <a:pt x="266" y="339"/>
                  </a:lnTo>
                  <a:lnTo>
                    <a:pt x="263" y="337"/>
                  </a:lnTo>
                  <a:lnTo>
                    <a:pt x="261" y="336"/>
                  </a:lnTo>
                  <a:lnTo>
                    <a:pt x="259" y="333"/>
                  </a:lnTo>
                  <a:lnTo>
                    <a:pt x="257" y="329"/>
                  </a:lnTo>
                  <a:lnTo>
                    <a:pt x="256" y="326"/>
                  </a:lnTo>
                  <a:lnTo>
                    <a:pt x="255" y="322"/>
                  </a:lnTo>
                  <a:lnTo>
                    <a:pt x="255" y="319"/>
                  </a:lnTo>
                  <a:lnTo>
                    <a:pt x="253" y="317"/>
                  </a:lnTo>
                  <a:lnTo>
                    <a:pt x="253" y="317"/>
                  </a:lnTo>
                  <a:lnTo>
                    <a:pt x="250" y="316"/>
                  </a:lnTo>
                  <a:lnTo>
                    <a:pt x="250" y="316"/>
                  </a:lnTo>
                  <a:lnTo>
                    <a:pt x="247" y="312"/>
                  </a:lnTo>
                  <a:lnTo>
                    <a:pt x="246" y="308"/>
                  </a:lnTo>
                  <a:lnTo>
                    <a:pt x="246" y="308"/>
                  </a:lnTo>
                  <a:lnTo>
                    <a:pt x="244" y="298"/>
                  </a:lnTo>
                  <a:lnTo>
                    <a:pt x="242" y="288"/>
                  </a:lnTo>
                  <a:lnTo>
                    <a:pt x="242" y="288"/>
                  </a:lnTo>
                  <a:lnTo>
                    <a:pt x="240" y="275"/>
                  </a:lnTo>
                  <a:lnTo>
                    <a:pt x="236" y="260"/>
                  </a:lnTo>
                  <a:lnTo>
                    <a:pt x="236" y="260"/>
                  </a:lnTo>
                  <a:lnTo>
                    <a:pt x="233" y="253"/>
                  </a:lnTo>
                  <a:lnTo>
                    <a:pt x="230" y="246"/>
                  </a:lnTo>
                  <a:lnTo>
                    <a:pt x="221" y="231"/>
                  </a:lnTo>
                  <a:lnTo>
                    <a:pt x="221" y="231"/>
                  </a:lnTo>
                  <a:lnTo>
                    <a:pt x="215" y="222"/>
                  </a:lnTo>
                  <a:lnTo>
                    <a:pt x="210" y="213"/>
                  </a:lnTo>
                  <a:lnTo>
                    <a:pt x="210" y="213"/>
                  </a:lnTo>
                  <a:lnTo>
                    <a:pt x="203" y="195"/>
                  </a:lnTo>
                  <a:lnTo>
                    <a:pt x="203" y="195"/>
                  </a:lnTo>
                  <a:lnTo>
                    <a:pt x="197" y="181"/>
                  </a:lnTo>
                  <a:lnTo>
                    <a:pt x="194" y="174"/>
                  </a:lnTo>
                  <a:lnTo>
                    <a:pt x="191" y="168"/>
                  </a:lnTo>
                  <a:lnTo>
                    <a:pt x="191" y="168"/>
                  </a:lnTo>
                  <a:lnTo>
                    <a:pt x="183" y="157"/>
                  </a:lnTo>
                  <a:lnTo>
                    <a:pt x="175" y="146"/>
                  </a:lnTo>
                  <a:lnTo>
                    <a:pt x="167" y="135"/>
                  </a:lnTo>
                  <a:lnTo>
                    <a:pt x="157" y="125"/>
                  </a:lnTo>
                  <a:lnTo>
                    <a:pt x="148" y="116"/>
                  </a:lnTo>
                  <a:lnTo>
                    <a:pt x="138" y="106"/>
                  </a:lnTo>
                  <a:lnTo>
                    <a:pt x="116" y="89"/>
                  </a:lnTo>
                  <a:lnTo>
                    <a:pt x="93" y="73"/>
                  </a:lnTo>
                  <a:lnTo>
                    <a:pt x="68" y="59"/>
                  </a:lnTo>
                  <a:lnTo>
                    <a:pt x="41" y="46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9" y="35"/>
                  </a:lnTo>
                  <a:lnTo>
                    <a:pt x="6" y="32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0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9"/>
                  </a:lnTo>
                  <a:lnTo>
                    <a:pt x="5" y="5"/>
                  </a:lnTo>
                  <a:lnTo>
                    <a:pt x="10" y="2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50" y="11"/>
                  </a:lnTo>
                  <a:lnTo>
                    <a:pt x="76" y="24"/>
                  </a:lnTo>
                  <a:lnTo>
                    <a:pt x="101" y="36"/>
                  </a:lnTo>
                  <a:lnTo>
                    <a:pt x="124" y="51"/>
                  </a:lnTo>
                  <a:lnTo>
                    <a:pt x="146" y="66"/>
                  </a:lnTo>
                  <a:lnTo>
                    <a:pt x="166" y="83"/>
                  </a:lnTo>
                  <a:lnTo>
                    <a:pt x="184" y="101"/>
                  </a:lnTo>
                  <a:lnTo>
                    <a:pt x="201" y="121"/>
                  </a:lnTo>
                  <a:lnTo>
                    <a:pt x="201" y="121"/>
                  </a:lnTo>
                  <a:lnTo>
                    <a:pt x="208" y="131"/>
                  </a:lnTo>
                  <a:lnTo>
                    <a:pt x="214" y="142"/>
                  </a:lnTo>
                  <a:lnTo>
                    <a:pt x="226" y="166"/>
                  </a:lnTo>
                  <a:lnTo>
                    <a:pt x="226" y="166"/>
                  </a:lnTo>
                  <a:lnTo>
                    <a:pt x="232" y="180"/>
                  </a:lnTo>
                  <a:lnTo>
                    <a:pt x="239" y="194"/>
                  </a:lnTo>
                  <a:lnTo>
                    <a:pt x="247" y="208"/>
                  </a:lnTo>
                  <a:lnTo>
                    <a:pt x="257" y="219"/>
                  </a:lnTo>
                  <a:lnTo>
                    <a:pt x="257" y="219"/>
                  </a:lnTo>
                  <a:lnTo>
                    <a:pt x="263" y="226"/>
                  </a:lnTo>
                  <a:lnTo>
                    <a:pt x="267" y="234"/>
                  </a:lnTo>
                  <a:lnTo>
                    <a:pt x="271" y="243"/>
                  </a:lnTo>
                  <a:lnTo>
                    <a:pt x="274" y="253"/>
                  </a:lnTo>
                  <a:lnTo>
                    <a:pt x="276" y="263"/>
                  </a:lnTo>
                  <a:lnTo>
                    <a:pt x="278" y="274"/>
                  </a:lnTo>
                  <a:lnTo>
                    <a:pt x="281" y="293"/>
                  </a:lnTo>
                  <a:lnTo>
                    <a:pt x="281" y="295"/>
                  </a:lnTo>
                  <a:lnTo>
                    <a:pt x="282" y="296"/>
                  </a:lnTo>
                  <a:lnTo>
                    <a:pt x="282" y="296"/>
                  </a:lnTo>
                  <a:lnTo>
                    <a:pt x="287" y="302"/>
                  </a:lnTo>
                  <a:lnTo>
                    <a:pt x="289" y="308"/>
                  </a:lnTo>
                  <a:lnTo>
                    <a:pt x="291" y="314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6"/>
                  </a:lnTo>
                  <a:lnTo>
                    <a:pt x="290" y="329"/>
                  </a:lnTo>
                  <a:lnTo>
                    <a:pt x="288" y="333"/>
                  </a:lnTo>
                  <a:lnTo>
                    <a:pt x="286" y="336"/>
                  </a:lnTo>
                  <a:lnTo>
                    <a:pt x="282" y="337"/>
                  </a:lnTo>
                  <a:lnTo>
                    <a:pt x="279" y="339"/>
                  </a:lnTo>
                  <a:lnTo>
                    <a:pt x="273" y="340"/>
                  </a:lnTo>
                  <a:lnTo>
                    <a:pt x="273" y="3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3" name="Freeform 288"/>
            <p:cNvSpPr/>
            <p:nvPr/>
          </p:nvSpPr>
          <p:spPr bwMode="auto">
            <a:xfrm>
              <a:off x="2679700" y="2560638"/>
              <a:ext cx="160338" cy="195263"/>
            </a:xfrm>
            <a:custGeom>
              <a:avLst/>
              <a:gdLst/>
              <a:ahLst/>
              <a:cxnLst>
                <a:cxn ang="0">
                  <a:pos x="287" y="368"/>
                </a:cxn>
                <a:cxn ang="0">
                  <a:pos x="277" y="366"/>
                </a:cxn>
                <a:cxn ang="0">
                  <a:pos x="273" y="362"/>
                </a:cxn>
                <a:cxn ang="0">
                  <a:pos x="270" y="355"/>
                </a:cxn>
                <a:cxn ang="0">
                  <a:pos x="269" y="351"/>
                </a:cxn>
                <a:cxn ang="0">
                  <a:pos x="268" y="325"/>
                </a:cxn>
                <a:cxn ang="0">
                  <a:pos x="262" y="297"/>
                </a:cxn>
                <a:cxn ang="0">
                  <a:pos x="246" y="240"/>
                </a:cxn>
                <a:cxn ang="0">
                  <a:pos x="220" y="187"/>
                </a:cxn>
                <a:cxn ang="0">
                  <a:pos x="205" y="165"/>
                </a:cxn>
                <a:cxn ang="0">
                  <a:pos x="188" y="144"/>
                </a:cxn>
                <a:cxn ang="0">
                  <a:pos x="169" y="123"/>
                </a:cxn>
                <a:cxn ang="0">
                  <a:pos x="137" y="92"/>
                </a:cxn>
                <a:cxn ang="0">
                  <a:pos x="114" y="74"/>
                </a:cxn>
                <a:cxn ang="0">
                  <a:pos x="101" y="65"/>
                </a:cxn>
                <a:cxn ang="0">
                  <a:pos x="70" y="52"/>
                </a:cxn>
                <a:cxn ang="0">
                  <a:pos x="39" y="44"/>
                </a:cxn>
                <a:cxn ang="0">
                  <a:pos x="12" y="37"/>
                </a:cxn>
                <a:cxn ang="0">
                  <a:pos x="8" y="34"/>
                </a:cxn>
                <a:cxn ang="0">
                  <a:pos x="3" y="30"/>
                </a:cxn>
                <a:cxn ang="0">
                  <a:pos x="0" y="22"/>
                </a:cxn>
                <a:cxn ang="0">
                  <a:pos x="0" y="16"/>
                </a:cxn>
                <a:cxn ang="0">
                  <a:pos x="4" y="6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2" y="1"/>
                </a:cxn>
                <a:cxn ang="0">
                  <a:pos x="51" y="10"/>
                </a:cxn>
                <a:cxn ang="0">
                  <a:pos x="92" y="22"/>
                </a:cxn>
                <a:cxn ang="0">
                  <a:pos x="112" y="30"/>
                </a:cxn>
                <a:cxn ang="0">
                  <a:pos x="131" y="43"/>
                </a:cxn>
                <a:cxn ang="0">
                  <a:pos x="159" y="64"/>
                </a:cxn>
                <a:cxn ang="0">
                  <a:pos x="205" y="108"/>
                </a:cxn>
                <a:cxn ang="0">
                  <a:pos x="223" y="128"/>
                </a:cxn>
                <a:cxn ang="0">
                  <a:pos x="256" y="178"/>
                </a:cxn>
                <a:cxn ang="0">
                  <a:pos x="281" y="233"/>
                </a:cxn>
                <a:cxn ang="0">
                  <a:pos x="298" y="290"/>
                </a:cxn>
                <a:cxn ang="0">
                  <a:pos x="304" y="331"/>
                </a:cxn>
                <a:cxn ang="0">
                  <a:pos x="305" y="345"/>
                </a:cxn>
                <a:cxn ang="0">
                  <a:pos x="305" y="351"/>
                </a:cxn>
                <a:cxn ang="0">
                  <a:pos x="304" y="359"/>
                </a:cxn>
                <a:cxn ang="0">
                  <a:pos x="300" y="364"/>
                </a:cxn>
                <a:cxn ang="0">
                  <a:pos x="293" y="367"/>
                </a:cxn>
                <a:cxn ang="0">
                  <a:pos x="287" y="368"/>
                </a:cxn>
              </a:cxnLst>
              <a:rect l="0" t="0" r="r" b="b"/>
              <a:pathLst>
                <a:path w="305" h="368">
                  <a:moveTo>
                    <a:pt x="287" y="368"/>
                  </a:moveTo>
                  <a:lnTo>
                    <a:pt x="287" y="368"/>
                  </a:lnTo>
                  <a:lnTo>
                    <a:pt x="280" y="367"/>
                  </a:lnTo>
                  <a:lnTo>
                    <a:pt x="277" y="366"/>
                  </a:lnTo>
                  <a:lnTo>
                    <a:pt x="275" y="364"/>
                  </a:lnTo>
                  <a:lnTo>
                    <a:pt x="273" y="362"/>
                  </a:lnTo>
                  <a:lnTo>
                    <a:pt x="271" y="359"/>
                  </a:lnTo>
                  <a:lnTo>
                    <a:pt x="270" y="355"/>
                  </a:lnTo>
                  <a:lnTo>
                    <a:pt x="269" y="351"/>
                  </a:lnTo>
                  <a:lnTo>
                    <a:pt x="269" y="351"/>
                  </a:lnTo>
                  <a:lnTo>
                    <a:pt x="269" y="338"/>
                  </a:lnTo>
                  <a:lnTo>
                    <a:pt x="268" y="325"/>
                  </a:lnTo>
                  <a:lnTo>
                    <a:pt x="265" y="310"/>
                  </a:lnTo>
                  <a:lnTo>
                    <a:pt x="262" y="297"/>
                  </a:lnTo>
                  <a:lnTo>
                    <a:pt x="255" y="269"/>
                  </a:lnTo>
                  <a:lnTo>
                    <a:pt x="246" y="240"/>
                  </a:lnTo>
                  <a:lnTo>
                    <a:pt x="234" y="213"/>
                  </a:lnTo>
                  <a:lnTo>
                    <a:pt x="220" y="187"/>
                  </a:lnTo>
                  <a:lnTo>
                    <a:pt x="213" y="176"/>
                  </a:lnTo>
                  <a:lnTo>
                    <a:pt x="205" y="165"/>
                  </a:lnTo>
                  <a:lnTo>
                    <a:pt x="197" y="153"/>
                  </a:lnTo>
                  <a:lnTo>
                    <a:pt x="188" y="144"/>
                  </a:lnTo>
                  <a:lnTo>
                    <a:pt x="188" y="144"/>
                  </a:lnTo>
                  <a:lnTo>
                    <a:pt x="169" y="123"/>
                  </a:lnTo>
                  <a:lnTo>
                    <a:pt x="149" y="103"/>
                  </a:lnTo>
                  <a:lnTo>
                    <a:pt x="137" y="92"/>
                  </a:lnTo>
                  <a:lnTo>
                    <a:pt x="126" y="83"/>
                  </a:lnTo>
                  <a:lnTo>
                    <a:pt x="114" y="74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86" y="58"/>
                  </a:lnTo>
                  <a:lnTo>
                    <a:pt x="70" y="52"/>
                  </a:lnTo>
                  <a:lnTo>
                    <a:pt x="55" y="48"/>
                  </a:lnTo>
                  <a:lnTo>
                    <a:pt x="39" y="44"/>
                  </a:lnTo>
                  <a:lnTo>
                    <a:pt x="39" y="44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8" y="34"/>
                  </a:lnTo>
                  <a:lnTo>
                    <a:pt x="5" y="32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1"/>
                  </a:lnTo>
                  <a:lnTo>
                    <a:pt x="4" y="6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71" y="16"/>
                  </a:lnTo>
                  <a:lnTo>
                    <a:pt x="92" y="22"/>
                  </a:lnTo>
                  <a:lnTo>
                    <a:pt x="102" y="26"/>
                  </a:lnTo>
                  <a:lnTo>
                    <a:pt x="112" y="30"/>
                  </a:lnTo>
                  <a:lnTo>
                    <a:pt x="122" y="37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159" y="64"/>
                  </a:lnTo>
                  <a:lnTo>
                    <a:pt x="184" y="86"/>
                  </a:lnTo>
                  <a:lnTo>
                    <a:pt x="205" y="108"/>
                  </a:lnTo>
                  <a:lnTo>
                    <a:pt x="223" y="128"/>
                  </a:lnTo>
                  <a:lnTo>
                    <a:pt x="223" y="128"/>
                  </a:lnTo>
                  <a:lnTo>
                    <a:pt x="241" y="152"/>
                  </a:lnTo>
                  <a:lnTo>
                    <a:pt x="256" y="178"/>
                  </a:lnTo>
                  <a:lnTo>
                    <a:pt x="270" y="205"/>
                  </a:lnTo>
                  <a:lnTo>
                    <a:pt x="281" y="233"/>
                  </a:lnTo>
                  <a:lnTo>
                    <a:pt x="290" y="262"/>
                  </a:lnTo>
                  <a:lnTo>
                    <a:pt x="298" y="290"/>
                  </a:lnTo>
                  <a:lnTo>
                    <a:pt x="303" y="317"/>
                  </a:lnTo>
                  <a:lnTo>
                    <a:pt x="304" y="331"/>
                  </a:lnTo>
                  <a:lnTo>
                    <a:pt x="305" y="344"/>
                  </a:lnTo>
                  <a:lnTo>
                    <a:pt x="305" y="345"/>
                  </a:lnTo>
                  <a:lnTo>
                    <a:pt x="305" y="351"/>
                  </a:lnTo>
                  <a:lnTo>
                    <a:pt x="305" y="351"/>
                  </a:lnTo>
                  <a:lnTo>
                    <a:pt x="305" y="355"/>
                  </a:lnTo>
                  <a:lnTo>
                    <a:pt x="304" y="359"/>
                  </a:lnTo>
                  <a:lnTo>
                    <a:pt x="302" y="362"/>
                  </a:lnTo>
                  <a:lnTo>
                    <a:pt x="300" y="364"/>
                  </a:lnTo>
                  <a:lnTo>
                    <a:pt x="296" y="366"/>
                  </a:lnTo>
                  <a:lnTo>
                    <a:pt x="293" y="367"/>
                  </a:lnTo>
                  <a:lnTo>
                    <a:pt x="287" y="368"/>
                  </a:lnTo>
                  <a:lnTo>
                    <a:pt x="287" y="36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504628" y="3127476"/>
            <a:ext cx="720041" cy="704588"/>
            <a:chOff x="2159000" y="1141413"/>
            <a:chExt cx="739775" cy="723900"/>
          </a:xfrm>
          <a:solidFill>
            <a:schemeClr val="bg1"/>
          </a:solidFill>
        </p:grpSpPr>
        <p:sp>
          <p:nvSpPr>
            <p:cNvPr id="105" name="Freeform 832"/>
            <p:cNvSpPr/>
            <p:nvPr/>
          </p:nvSpPr>
          <p:spPr bwMode="auto">
            <a:xfrm>
              <a:off x="2216150" y="1428750"/>
              <a:ext cx="14288" cy="63500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4"/>
                </a:cxn>
                <a:cxn ang="0">
                  <a:pos x="27" y="2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7" y="22"/>
                </a:cxn>
                <a:cxn ang="0">
                  <a:pos x="14" y="39"/>
                </a:cxn>
                <a:cxn ang="0">
                  <a:pos x="9" y="56"/>
                </a:cxn>
                <a:cxn ang="0">
                  <a:pos x="4" y="73"/>
                </a:cxn>
                <a:cxn ang="0">
                  <a:pos x="4" y="73"/>
                </a:cxn>
                <a:cxn ang="0">
                  <a:pos x="2" y="84"/>
                </a:cxn>
                <a:cxn ang="0">
                  <a:pos x="1" y="95"/>
                </a:cxn>
                <a:cxn ang="0">
                  <a:pos x="0" y="100"/>
                </a:cxn>
                <a:cxn ang="0">
                  <a:pos x="1" y="106"/>
                </a:cxn>
                <a:cxn ang="0">
                  <a:pos x="2" y="111"/>
                </a:cxn>
                <a:cxn ang="0">
                  <a:pos x="4" y="116"/>
                </a:cxn>
                <a:cxn ang="0">
                  <a:pos x="4" y="116"/>
                </a:cxn>
                <a:cxn ang="0">
                  <a:pos x="5" y="117"/>
                </a:cxn>
                <a:cxn ang="0">
                  <a:pos x="7" y="118"/>
                </a:cxn>
                <a:cxn ang="0">
                  <a:pos x="8" y="118"/>
                </a:cxn>
                <a:cxn ang="0">
                  <a:pos x="10" y="118"/>
                </a:cxn>
                <a:cxn ang="0">
                  <a:pos x="12" y="116"/>
                </a:cxn>
                <a:cxn ang="0">
                  <a:pos x="13" y="115"/>
                </a:cxn>
                <a:cxn ang="0">
                  <a:pos x="14" y="113"/>
                </a:cxn>
                <a:cxn ang="0">
                  <a:pos x="13" y="111"/>
                </a:cxn>
                <a:cxn ang="0">
                  <a:pos x="13" y="111"/>
                </a:cxn>
                <a:cxn ang="0">
                  <a:pos x="10" y="104"/>
                </a:cxn>
                <a:cxn ang="0">
                  <a:pos x="9" y="97"/>
                </a:cxn>
                <a:cxn ang="0">
                  <a:pos x="10" y="91"/>
                </a:cxn>
                <a:cxn ang="0">
                  <a:pos x="12" y="83"/>
                </a:cxn>
                <a:cxn ang="0">
                  <a:pos x="16" y="68"/>
                </a:cxn>
                <a:cxn ang="0">
                  <a:pos x="20" y="56"/>
                </a:cxn>
                <a:cxn ang="0">
                  <a:pos x="20" y="56"/>
                </a:cxn>
                <a:cxn ang="0">
                  <a:pos x="23" y="44"/>
                </a:cxn>
                <a:cxn ang="0">
                  <a:pos x="26" y="30"/>
                </a:cxn>
                <a:cxn ang="0">
                  <a:pos x="27" y="4"/>
                </a:cxn>
                <a:cxn ang="0">
                  <a:pos x="27" y="4"/>
                </a:cxn>
              </a:cxnLst>
              <a:rect l="0" t="0" r="r" b="b"/>
              <a:pathLst>
                <a:path w="27" h="118">
                  <a:moveTo>
                    <a:pt x="27" y="4"/>
                  </a:moveTo>
                  <a:lnTo>
                    <a:pt x="27" y="4"/>
                  </a:lnTo>
                  <a:lnTo>
                    <a:pt x="27" y="2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7" y="22"/>
                  </a:lnTo>
                  <a:lnTo>
                    <a:pt x="14" y="39"/>
                  </a:lnTo>
                  <a:lnTo>
                    <a:pt x="9" y="56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2" y="84"/>
                  </a:lnTo>
                  <a:lnTo>
                    <a:pt x="1" y="95"/>
                  </a:lnTo>
                  <a:lnTo>
                    <a:pt x="0" y="100"/>
                  </a:lnTo>
                  <a:lnTo>
                    <a:pt x="1" y="106"/>
                  </a:lnTo>
                  <a:lnTo>
                    <a:pt x="2" y="111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5" y="117"/>
                  </a:lnTo>
                  <a:lnTo>
                    <a:pt x="7" y="118"/>
                  </a:lnTo>
                  <a:lnTo>
                    <a:pt x="8" y="118"/>
                  </a:lnTo>
                  <a:lnTo>
                    <a:pt x="10" y="118"/>
                  </a:lnTo>
                  <a:lnTo>
                    <a:pt x="12" y="116"/>
                  </a:lnTo>
                  <a:lnTo>
                    <a:pt x="13" y="115"/>
                  </a:lnTo>
                  <a:lnTo>
                    <a:pt x="14" y="113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0" y="104"/>
                  </a:lnTo>
                  <a:lnTo>
                    <a:pt x="9" y="97"/>
                  </a:lnTo>
                  <a:lnTo>
                    <a:pt x="10" y="91"/>
                  </a:lnTo>
                  <a:lnTo>
                    <a:pt x="12" y="83"/>
                  </a:lnTo>
                  <a:lnTo>
                    <a:pt x="16" y="68"/>
                  </a:lnTo>
                  <a:lnTo>
                    <a:pt x="20" y="56"/>
                  </a:lnTo>
                  <a:lnTo>
                    <a:pt x="20" y="56"/>
                  </a:lnTo>
                  <a:lnTo>
                    <a:pt x="23" y="44"/>
                  </a:lnTo>
                  <a:lnTo>
                    <a:pt x="26" y="30"/>
                  </a:lnTo>
                  <a:lnTo>
                    <a:pt x="27" y="4"/>
                  </a:lnTo>
                  <a:lnTo>
                    <a:pt x="2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6" name="Freeform 833"/>
            <p:cNvSpPr/>
            <p:nvPr/>
          </p:nvSpPr>
          <p:spPr bwMode="auto">
            <a:xfrm>
              <a:off x="2251075" y="1462088"/>
              <a:ext cx="9525" cy="53975"/>
            </a:xfrm>
            <a:custGeom>
              <a:avLst/>
              <a:gdLst/>
              <a:ahLst/>
              <a:cxnLst>
                <a:cxn ang="0">
                  <a:pos x="20" y="5"/>
                </a:cxn>
                <a:cxn ang="0">
                  <a:pos x="20" y="5"/>
                </a:cxn>
                <a:cxn ang="0">
                  <a:pos x="19" y="3"/>
                </a:cxn>
                <a:cxn ang="0">
                  <a:pos x="18" y="1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1" y="3"/>
                </a:cxn>
                <a:cxn ang="0">
                  <a:pos x="10" y="5"/>
                </a:cxn>
                <a:cxn ang="0">
                  <a:pos x="10" y="55"/>
                </a:cxn>
                <a:cxn ang="0">
                  <a:pos x="10" y="55"/>
                </a:cxn>
                <a:cxn ang="0">
                  <a:pos x="10" y="61"/>
                </a:cxn>
                <a:cxn ang="0">
                  <a:pos x="8" y="66"/>
                </a:cxn>
                <a:cxn ang="0">
                  <a:pos x="5" y="78"/>
                </a:cxn>
                <a:cxn ang="0">
                  <a:pos x="2" y="88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1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4" y="104"/>
                </a:cxn>
                <a:cxn ang="0">
                  <a:pos x="8" y="103"/>
                </a:cxn>
                <a:cxn ang="0">
                  <a:pos x="10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2" y="90"/>
                </a:cxn>
                <a:cxn ang="0">
                  <a:pos x="15" y="81"/>
                </a:cxn>
                <a:cxn ang="0">
                  <a:pos x="18" y="71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0" y="48"/>
                </a:cxn>
                <a:cxn ang="0">
                  <a:pos x="20" y="33"/>
                </a:cxn>
                <a:cxn ang="0">
                  <a:pos x="20" y="5"/>
                </a:cxn>
                <a:cxn ang="0">
                  <a:pos x="20" y="5"/>
                </a:cxn>
              </a:cxnLst>
              <a:rect l="0" t="0" r="r" b="b"/>
              <a:pathLst>
                <a:path w="20" h="104">
                  <a:moveTo>
                    <a:pt x="20" y="5"/>
                  </a:moveTo>
                  <a:lnTo>
                    <a:pt x="20" y="5"/>
                  </a:lnTo>
                  <a:lnTo>
                    <a:pt x="19" y="3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3"/>
                  </a:lnTo>
                  <a:lnTo>
                    <a:pt x="10" y="5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10" y="61"/>
                  </a:lnTo>
                  <a:lnTo>
                    <a:pt x="8" y="66"/>
                  </a:lnTo>
                  <a:lnTo>
                    <a:pt x="5" y="78"/>
                  </a:lnTo>
                  <a:lnTo>
                    <a:pt x="2" y="88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1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4" y="104"/>
                  </a:lnTo>
                  <a:lnTo>
                    <a:pt x="8" y="103"/>
                  </a:lnTo>
                  <a:lnTo>
                    <a:pt x="10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2" y="90"/>
                  </a:lnTo>
                  <a:lnTo>
                    <a:pt x="15" y="81"/>
                  </a:lnTo>
                  <a:lnTo>
                    <a:pt x="18" y="7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20" y="48"/>
                  </a:lnTo>
                  <a:lnTo>
                    <a:pt x="20" y="33"/>
                  </a:lnTo>
                  <a:lnTo>
                    <a:pt x="20" y="5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7" name="Freeform 834"/>
            <p:cNvSpPr/>
            <p:nvPr/>
          </p:nvSpPr>
          <p:spPr bwMode="auto">
            <a:xfrm>
              <a:off x="2278063" y="1493838"/>
              <a:ext cx="9525" cy="58738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7" y="30"/>
                </a:cxn>
                <a:cxn ang="0">
                  <a:pos x="4" y="55"/>
                </a:cxn>
                <a:cxn ang="0">
                  <a:pos x="1" y="80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0" y="80"/>
                </a:cxn>
                <a:cxn ang="0">
                  <a:pos x="13" y="55"/>
                </a:cxn>
                <a:cxn ang="0">
                  <a:pos x="16" y="30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8" h="109">
                  <a:moveTo>
                    <a:pt x="9" y="4"/>
                  </a:moveTo>
                  <a:lnTo>
                    <a:pt x="9" y="4"/>
                  </a:lnTo>
                  <a:lnTo>
                    <a:pt x="7" y="30"/>
                  </a:lnTo>
                  <a:lnTo>
                    <a:pt x="4" y="55"/>
                  </a:lnTo>
                  <a:lnTo>
                    <a:pt x="1" y="80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0" y="80"/>
                  </a:lnTo>
                  <a:lnTo>
                    <a:pt x="13" y="55"/>
                  </a:lnTo>
                  <a:lnTo>
                    <a:pt x="16" y="3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8" name="Freeform 835"/>
            <p:cNvSpPr/>
            <p:nvPr/>
          </p:nvSpPr>
          <p:spPr bwMode="auto">
            <a:xfrm>
              <a:off x="2308225" y="1528763"/>
              <a:ext cx="12700" cy="55563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4" y="5"/>
                </a:cxn>
                <a:cxn ang="0">
                  <a:pos x="13" y="17"/>
                </a:cxn>
                <a:cxn ang="0">
                  <a:pos x="12" y="29"/>
                </a:cxn>
                <a:cxn ang="0">
                  <a:pos x="8" y="52"/>
                </a:cxn>
                <a:cxn ang="0">
                  <a:pos x="4" y="76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4" y="105"/>
                </a:cxn>
                <a:cxn ang="0">
                  <a:pos x="5" y="105"/>
                </a:cxn>
                <a:cxn ang="0">
                  <a:pos x="7" y="105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3" y="77"/>
                </a:cxn>
                <a:cxn ang="0">
                  <a:pos x="17" y="53"/>
                </a:cxn>
                <a:cxn ang="0">
                  <a:pos x="21" y="29"/>
                </a:cxn>
                <a:cxn ang="0">
                  <a:pos x="22" y="17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23" h="105">
                  <a:moveTo>
                    <a:pt x="14" y="5"/>
                  </a:moveTo>
                  <a:lnTo>
                    <a:pt x="14" y="5"/>
                  </a:lnTo>
                  <a:lnTo>
                    <a:pt x="13" y="17"/>
                  </a:lnTo>
                  <a:lnTo>
                    <a:pt x="12" y="29"/>
                  </a:lnTo>
                  <a:lnTo>
                    <a:pt x="8" y="52"/>
                  </a:lnTo>
                  <a:lnTo>
                    <a:pt x="4" y="76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4" y="105"/>
                  </a:lnTo>
                  <a:lnTo>
                    <a:pt x="5" y="105"/>
                  </a:lnTo>
                  <a:lnTo>
                    <a:pt x="7" y="105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3" y="77"/>
                  </a:lnTo>
                  <a:lnTo>
                    <a:pt x="17" y="53"/>
                  </a:lnTo>
                  <a:lnTo>
                    <a:pt x="21" y="29"/>
                  </a:lnTo>
                  <a:lnTo>
                    <a:pt x="22" y="17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09" name="Freeform 836"/>
            <p:cNvSpPr/>
            <p:nvPr/>
          </p:nvSpPr>
          <p:spPr bwMode="auto">
            <a:xfrm>
              <a:off x="2328863" y="1558925"/>
              <a:ext cx="14288" cy="52388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5"/>
                </a:cxn>
                <a:cxn ang="0">
                  <a:pos x="17" y="17"/>
                </a:cxn>
                <a:cxn ang="0">
                  <a:pos x="15" y="28"/>
                </a:cxn>
                <a:cxn ang="0">
                  <a:pos x="10" y="50"/>
                </a:cxn>
                <a:cxn ang="0">
                  <a:pos x="5" y="71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3" y="99"/>
                </a:cxn>
                <a:cxn ang="0">
                  <a:pos x="5" y="99"/>
                </a:cxn>
                <a:cxn ang="0">
                  <a:pos x="7" y="99"/>
                </a:cxn>
                <a:cxn ang="0">
                  <a:pos x="8" y="98"/>
                </a:cxn>
                <a:cxn ang="0">
                  <a:pos x="8" y="96"/>
                </a:cxn>
                <a:cxn ang="0">
                  <a:pos x="8" y="96"/>
                </a:cxn>
                <a:cxn ang="0">
                  <a:pos x="14" y="73"/>
                </a:cxn>
                <a:cxn ang="0">
                  <a:pos x="20" y="51"/>
                </a:cxn>
                <a:cxn ang="0">
                  <a:pos x="26" y="28"/>
                </a:cxn>
                <a:cxn ang="0">
                  <a:pos x="27" y="17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1"/>
                </a:cxn>
                <a:cxn ang="0">
                  <a:pos x="20" y="1"/>
                </a:cxn>
                <a:cxn ang="0">
                  <a:pos x="19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28" h="99">
                  <a:moveTo>
                    <a:pt x="19" y="5"/>
                  </a:moveTo>
                  <a:lnTo>
                    <a:pt x="19" y="5"/>
                  </a:lnTo>
                  <a:lnTo>
                    <a:pt x="17" y="17"/>
                  </a:lnTo>
                  <a:lnTo>
                    <a:pt x="15" y="28"/>
                  </a:lnTo>
                  <a:lnTo>
                    <a:pt x="10" y="50"/>
                  </a:lnTo>
                  <a:lnTo>
                    <a:pt x="5" y="7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3" y="99"/>
                  </a:lnTo>
                  <a:lnTo>
                    <a:pt x="5" y="99"/>
                  </a:lnTo>
                  <a:lnTo>
                    <a:pt x="7" y="99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14" y="73"/>
                  </a:lnTo>
                  <a:lnTo>
                    <a:pt x="20" y="51"/>
                  </a:lnTo>
                  <a:lnTo>
                    <a:pt x="26" y="28"/>
                  </a:lnTo>
                  <a:lnTo>
                    <a:pt x="27" y="17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0" name="Freeform 837"/>
            <p:cNvSpPr/>
            <p:nvPr/>
          </p:nvSpPr>
          <p:spPr bwMode="auto">
            <a:xfrm>
              <a:off x="2359025" y="1576388"/>
              <a:ext cx="22225" cy="63500"/>
            </a:xfrm>
            <a:custGeom>
              <a:avLst/>
              <a:gdLst/>
              <a:ahLst/>
              <a:cxnLst>
                <a:cxn ang="0">
                  <a:pos x="34" y="3"/>
                </a:cxn>
                <a:cxn ang="0">
                  <a:pos x="34" y="3"/>
                </a:cxn>
                <a:cxn ang="0">
                  <a:pos x="31" y="10"/>
                </a:cxn>
                <a:cxn ang="0">
                  <a:pos x="28" y="18"/>
                </a:cxn>
                <a:cxn ang="0">
                  <a:pos x="23" y="33"/>
                </a:cxn>
                <a:cxn ang="0">
                  <a:pos x="20" y="49"/>
                </a:cxn>
                <a:cxn ang="0">
                  <a:pos x="16" y="65"/>
                </a:cxn>
                <a:cxn ang="0">
                  <a:pos x="16" y="65"/>
                </a:cxn>
                <a:cxn ang="0">
                  <a:pos x="9" y="89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5"/>
                </a:cxn>
                <a:cxn ang="0">
                  <a:pos x="1" y="117"/>
                </a:cxn>
                <a:cxn ang="0">
                  <a:pos x="2" y="118"/>
                </a:cxn>
                <a:cxn ang="0">
                  <a:pos x="4" y="119"/>
                </a:cxn>
                <a:cxn ang="0">
                  <a:pos x="7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0" y="116"/>
                </a:cxn>
                <a:cxn ang="0">
                  <a:pos x="23" y="75"/>
                </a:cxn>
                <a:cxn ang="0">
                  <a:pos x="23" y="75"/>
                </a:cxn>
                <a:cxn ang="0">
                  <a:pos x="28" y="58"/>
                </a:cxn>
                <a:cxn ang="0">
                  <a:pos x="31" y="40"/>
                </a:cxn>
                <a:cxn ang="0">
                  <a:pos x="36" y="24"/>
                </a:cxn>
                <a:cxn ang="0">
                  <a:pos x="39" y="16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43" y="5"/>
                </a:cxn>
                <a:cxn ang="0">
                  <a:pos x="43" y="4"/>
                </a:cxn>
                <a:cxn ang="0">
                  <a:pos x="42" y="2"/>
                </a:cxn>
                <a:cxn ang="0">
                  <a:pos x="40" y="1"/>
                </a:cxn>
                <a:cxn ang="0">
                  <a:pos x="39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3"/>
                </a:cxn>
                <a:cxn ang="0">
                  <a:pos x="34" y="3"/>
                </a:cxn>
              </a:cxnLst>
              <a:rect l="0" t="0" r="r" b="b"/>
              <a:pathLst>
                <a:path w="43" h="119">
                  <a:moveTo>
                    <a:pt x="34" y="3"/>
                  </a:moveTo>
                  <a:lnTo>
                    <a:pt x="34" y="3"/>
                  </a:lnTo>
                  <a:lnTo>
                    <a:pt x="31" y="10"/>
                  </a:lnTo>
                  <a:lnTo>
                    <a:pt x="28" y="18"/>
                  </a:lnTo>
                  <a:lnTo>
                    <a:pt x="23" y="33"/>
                  </a:lnTo>
                  <a:lnTo>
                    <a:pt x="20" y="49"/>
                  </a:lnTo>
                  <a:lnTo>
                    <a:pt x="16" y="65"/>
                  </a:lnTo>
                  <a:lnTo>
                    <a:pt x="16" y="65"/>
                  </a:lnTo>
                  <a:lnTo>
                    <a:pt x="9" y="89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5"/>
                  </a:lnTo>
                  <a:lnTo>
                    <a:pt x="1" y="117"/>
                  </a:lnTo>
                  <a:lnTo>
                    <a:pt x="2" y="118"/>
                  </a:lnTo>
                  <a:lnTo>
                    <a:pt x="4" y="119"/>
                  </a:lnTo>
                  <a:lnTo>
                    <a:pt x="7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8" y="58"/>
                  </a:lnTo>
                  <a:lnTo>
                    <a:pt x="31" y="40"/>
                  </a:lnTo>
                  <a:lnTo>
                    <a:pt x="36" y="24"/>
                  </a:lnTo>
                  <a:lnTo>
                    <a:pt x="39" y="16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3" y="5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3"/>
                  </a:lnTo>
                  <a:lnTo>
                    <a:pt x="34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1" name="Freeform 838"/>
            <p:cNvSpPr/>
            <p:nvPr/>
          </p:nvSpPr>
          <p:spPr bwMode="auto">
            <a:xfrm>
              <a:off x="2393950" y="1608138"/>
              <a:ext cx="22225" cy="61913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33" y="3"/>
                </a:cxn>
                <a:cxn ang="0">
                  <a:pos x="23" y="30"/>
                </a:cxn>
                <a:cxn ang="0">
                  <a:pos x="11" y="57"/>
                </a:cxn>
                <a:cxn ang="0">
                  <a:pos x="7" y="70"/>
                </a:cxn>
                <a:cxn ang="0">
                  <a:pos x="4" y="84"/>
                </a:cxn>
                <a:cxn ang="0">
                  <a:pos x="1" y="98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0" y="115"/>
                </a:cxn>
                <a:cxn ang="0">
                  <a:pos x="1" y="117"/>
                </a:cxn>
                <a:cxn ang="0">
                  <a:pos x="3" y="118"/>
                </a:cxn>
                <a:cxn ang="0">
                  <a:pos x="4" y="118"/>
                </a:cxn>
                <a:cxn ang="0">
                  <a:pos x="6" y="118"/>
                </a:cxn>
                <a:cxn ang="0">
                  <a:pos x="7" y="117"/>
                </a:cxn>
                <a:cxn ang="0">
                  <a:pos x="9" y="115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0" y="99"/>
                </a:cxn>
                <a:cxn ang="0">
                  <a:pos x="13" y="85"/>
                </a:cxn>
                <a:cxn ang="0">
                  <a:pos x="16" y="71"/>
                </a:cxn>
                <a:cxn ang="0">
                  <a:pos x="22" y="58"/>
                </a:cxn>
                <a:cxn ang="0">
                  <a:pos x="32" y="32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3"/>
                </a:cxn>
              </a:cxnLst>
              <a:rect l="0" t="0" r="r" b="b"/>
              <a:pathLst>
                <a:path w="42" h="118">
                  <a:moveTo>
                    <a:pt x="33" y="3"/>
                  </a:moveTo>
                  <a:lnTo>
                    <a:pt x="33" y="3"/>
                  </a:lnTo>
                  <a:lnTo>
                    <a:pt x="23" y="30"/>
                  </a:lnTo>
                  <a:lnTo>
                    <a:pt x="11" y="57"/>
                  </a:lnTo>
                  <a:lnTo>
                    <a:pt x="7" y="70"/>
                  </a:lnTo>
                  <a:lnTo>
                    <a:pt x="4" y="84"/>
                  </a:lnTo>
                  <a:lnTo>
                    <a:pt x="1" y="98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5"/>
                  </a:lnTo>
                  <a:lnTo>
                    <a:pt x="1" y="117"/>
                  </a:lnTo>
                  <a:lnTo>
                    <a:pt x="3" y="118"/>
                  </a:lnTo>
                  <a:lnTo>
                    <a:pt x="4" y="118"/>
                  </a:lnTo>
                  <a:lnTo>
                    <a:pt x="6" y="118"/>
                  </a:lnTo>
                  <a:lnTo>
                    <a:pt x="7" y="117"/>
                  </a:lnTo>
                  <a:lnTo>
                    <a:pt x="9" y="115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0" y="99"/>
                  </a:lnTo>
                  <a:lnTo>
                    <a:pt x="13" y="85"/>
                  </a:lnTo>
                  <a:lnTo>
                    <a:pt x="16" y="71"/>
                  </a:lnTo>
                  <a:lnTo>
                    <a:pt x="22" y="58"/>
                  </a:lnTo>
                  <a:lnTo>
                    <a:pt x="32" y="32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2" name="Freeform 839"/>
            <p:cNvSpPr/>
            <p:nvPr/>
          </p:nvSpPr>
          <p:spPr bwMode="auto">
            <a:xfrm>
              <a:off x="2420938" y="1644650"/>
              <a:ext cx="20638" cy="5873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29" y="2"/>
                </a:cxn>
                <a:cxn ang="0">
                  <a:pos x="23" y="14"/>
                </a:cxn>
                <a:cxn ang="0">
                  <a:pos x="18" y="25"/>
                </a:cxn>
                <a:cxn ang="0">
                  <a:pos x="15" y="37"/>
                </a:cxn>
                <a:cxn ang="0">
                  <a:pos x="12" y="50"/>
                </a:cxn>
                <a:cxn ang="0">
                  <a:pos x="12" y="50"/>
                </a:cxn>
                <a:cxn ang="0">
                  <a:pos x="6" y="77"/>
                </a:cxn>
                <a:cxn ang="0">
                  <a:pos x="3" y="91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2" y="107"/>
                </a:cxn>
                <a:cxn ang="0">
                  <a:pos x="3" y="108"/>
                </a:cxn>
                <a:cxn ang="0">
                  <a:pos x="4" y="109"/>
                </a:cxn>
                <a:cxn ang="0">
                  <a:pos x="6" y="110"/>
                </a:cxn>
                <a:cxn ang="0">
                  <a:pos x="7" y="109"/>
                </a:cxn>
                <a:cxn ang="0">
                  <a:pos x="9" y="108"/>
                </a:cxn>
                <a:cxn ang="0">
                  <a:pos x="10" y="107"/>
                </a:cxn>
                <a:cxn ang="0">
                  <a:pos x="10" y="104"/>
                </a:cxn>
                <a:cxn ang="0">
                  <a:pos x="10" y="104"/>
                </a:cxn>
                <a:cxn ang="0">
                  <a:pos x="12" y="94"/>
                </a:cxn>
                <a:cxn ang="0">
                  <a:pos x="15" y="84"/>
                </a:cxn>
                <a:cxn ang="0">
                  <a:pos x="18" y="73"/>
                </a:cxn>
                <a:cxn ang="0">
                  <a:pos x="19" y="62"/>
                </a:cxn>
                <a:cxn ang="0">
                  <a:pos x="19" y="62"/>
                </a:cxn>
                <a:cxn ang="0">
                  <a:pos x="21" y="48"/>
                </a:cxn>
                <a:cxn ang="0">
                  <a:pos x="25" y="34"/>
                </a:cxn>
                <a:cxn ang="0">
                  <a:pos x="30" y="20"/>
                </a:cxn>
                <a:cxn ang="0">
                  <a:pos x="38" y="7"/>
                </a:cxn>
                <a:cxn ang="0">
                  <a:pos x="38" y="7"/>
                </a:cxn>
                <a:cxn ang="0">
                  <a:pos x="39" y="5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4" y="0"/>
                </a:cxn>
                <a:cxn ang="0">
                  <a:pos x="31" y="1"/>
                </a:cxn>
                <a:cxn ang="0">
                  <a:pos x="29" y="2"/>
                </a:cxn>
                <a:cxn ang="0">
                  <a:pos x="29" y="2"/>
                </a:cxn>
              </a:cxnLst>
              <a:rect l="0" t="0" r="r" b="b"/>
              <a:pathLst>
                <a:path w="39" h="110">
                  <a:moveTo>
                    <a:pt x="29" y="2"/>
                  </a:moveTo>
                  <a:lnTo>
                    <a:pt x="29" y="2"/>
                  </a:lnTo>
                  <a:lnTo>
                    <a:pt x="23" y="14"/>
                  </a:lnTo>
                  <a:lnTo>
                    <a:pt x="18" y="25"/>
                  </a:lnTo>
                  <a:lnTo>
                    <a:pt x="15" y="37"/>
                  </a:lnTo>
                  <a:lnTo>
                    <a:pt x="12" y="50"/>
                  </a:lnTo>
                  <a:lnTo>
                    <a:pt x="12" y="50"/>
                  </a:lnTo>
                  <a:lnTo>
                    <a:pt x="6" y="77"/>
                  </a:lnTo>
                  <a:lnTo>
                    <a:pt x="3" y="9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107"/>
                  </a:lnTo>
                  <a:lnTo>
                    <a:pt x="3" y="108"/>
                  </a:lnTo>
                  <a:lnTo>
                    <a:pt x="4" y="109"/>
                  </a:lnTo>
                  <a:lnTo>
                    <a:pt x="6" y="110"/>
                  </a:lnTo>
                  <a:lnTo>
                    <a:pt x="7" y="109"/>
                  </a:lnTo>
                  <a:lnTo>
                    <a:pt x="9" y="108"/>
                  </a:lnTo>
                  <a:lnTo>
                    <a:pt x="10" y="107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2" y="94"/>
                  </a:lnTo>
                  <a:lnTo>
                    <a:pt x="15" y="84"/>
                  </a:lnTo>
                  <a:lnTo>
                    <a:pt x="18" y="73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21" y="48"/>
                  </a:lnTo>
                  <a:lnTo>
                    <a:pt x="25" y="34"/>
                  </a:lnTo>
                  <a:lnTo>
                    <a:pt x="30" y="20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9" y="5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1" y="1"/>
                  </a:lnTo>
                  <a:lnTo>
                    <a:pt x="29" y="2"/>
                  </a:lnTo>
                  <a:lnTo>
                    <a:pt x="29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3" name="Freeform 840"/>
            <p:cNvSpPr/>
            <p:nvPr/>
          </p:nvSpPr>
          <p:spPr bwMode="auto">
            <a:xfrm>
              <a:off x="2451100" y="1674813"/>
              <a:ext cx="12700" cy="55563"/>
            </a:xfrm>
            <a:custGeom>
              <a:avLst/>
              <a:gdLst/>
              <a:ahLst/>
              <a:cxnLst>
                <a:cxn ang="0">
                  <a:pos x="15" y="5"/>
                </a:cxn>
                <a:cxn ang="0">
                  <a:pos x="15" y="5"/>
                </a:cxn>
                <a:cxn ang="0">
                  <a:pos x="13" y="29"/>
                </a:cxn>
                <a:cxn ang="0">
                  <a:pos x="11" y="53"/>
                </a:cxn>
                <a:cxn ang="0">
                  <a:pos x="7" y="75"/>
                </a:cxn>
                <a:cxn ang="0">
                  <a:pos x="1" y="98"/>
                </a:cxn>
                <a:cxn ang="0">
                  <a:pos x="1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3"/>
                </a:cxn>
                <a:cxn ang="0">
                  <a:pos x="4" y="104"/>
                </a:cxn>
                <a:cxn ang="0">
                  <a:pos x="7" y="104"/>
                </a:cxn>
                <a:cxn ang="0">
                  <a:pos x="8" y="104"/>
                </a:cxn>
                <a:cxn ang="0">
                  <a:pos x="10" y="103"/>
                </a:cxn>
                <a:cxn ang="0">
                  <a:pos x="10" y="101"/>
                </a:cxn>
                <a:cxn ang="0">
                  <a:pos x="10" y="101"/>
                </a:cxn>
                <a:cxn ang="0">
                  <a:pos x="16" y="77"/>
                </a:cxn>
                <a:cxn ang="0">
                  <a:pos x="20" y="54"/>
                </a:cxn>
                <a:cxn ang="0">
                  <a:pos x="23" y="29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24" y="3"/>
                </a:cxn>
                <a:cxn ang="0">
                  <a:pos x="23" y="2"/>
                </a:cxn>
                <a:cxn ang="0">
                  <a:pos x="22" y="1"/>
                </a:cxn>
                <a:cxn ang="0">
                  <a:pos x="20" y="0"/>
                </a:cxn>
                <a:cxn ang="0">
                  <a:pos x="18" y="1"/>
                </a:cxn>
                <a:cxn ang="0">
                  <a:pos x="17" y="2"/>
                </a:cxn>
                <a:cxn ang="0">
                  <a:pos x="16" y="3"/>
                </a:cxn>
                <a:cxn ang="0">
                  <a:pos x="15" y="5"/>
                </a:cxn>
                <a:cxn ang="0">
                  <a:pos x="15" y="5"/>
                </a:cxn>
              </a:cxnLst>
              <a:rect l="0" t="0" r="r" b="b"/>
              <a:pathLst>
                <a:path w="24" h="104">
                  <a:moveTo>
                    <a:pt x="15" y="5"/>
                  </a:moveTo>
                  <a:lnTo>
                    <a:pt x="15" y="5"/>
                  </a:lnTo>
                  <a:lnTo>
                    <a:pt x="13" y="29"/>
                  </a:lnTo>
                  <a:lnTo>
                    <a:pt x="11" y="53"/>
                  </a:lnTo>
                  <a:lnTo>
                    <a:pt x="7" y="75"/>
                  </a:lnTo>
                  <a:lnTo>
                    <a:pt x="1" y="98"/>
                  </a:lnTo>
                  <a:lnTo>
                    <a:pt x="1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3"/>
                  </a:lnTo>
                  <a:lnTo>
                    <a:pt x="4" y="104"/>
                  </a:lnTo>
                  <a:lnTo>
                    <a:pt x="7" y="104"/>
                  </a:lnTo>
                  <a:lnTo>
                    <a:pt x="8" y="104"/>
                  </a:lnTo>
                  <a:lnTo>
                    <a:pt x="10" y="103"/>
                  </a:lnTo>
                  <a:lnTo>
                    <a:pt x="10" y="101"/>
                  </a:lnTo>
                  <a:lnTo>
                    <a:pt x="10" y="101"/>
                  </a:lnTo>
                  <a:lnTo>
                    <a:pt x="16" y="77"/>
                  </a:lnTo>
                  <a:lnTo>
                    <a:pt x="20" y="54"/>
                  </a:lnTo>
                  <a:lnTo>
                    <a:pt x="23" y="29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3" y="2"/>
                  </a:lnTo>
                  <a:lnTo>
                    <a:pt x="22" y="1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4" name="Freeform 841"/>
            <p:cNvSpPr/>
            <p:nvPr/>
          </p:nvSpPr>
          <p:spPr bwMode="auto">
            <a:xfrm>
              <a:off x="2479675" y="1695450"/>
              <a:ext cx="22225" cy="60325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33" y="3"/>
                </a:cxn>
                <a:cxn ang="0">
                  <a:pos x="19" y="56"/>
                </a:cxn>
                <a:cxn ang="0">
                  <a:pos x="9" y="83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6" y="113"/>
                </a:cxn>
                <a:cxn ang="0">
                  <a:pos x="8" y="112"/>
                </a:cxn>
                <a:cxn ang="0">
                  <a:pos x="9" y="111"/>
                </a:cxn>
                <a:cxn ang="0">
                  <a:pos x="9" y="111"/>
                </a:cxn>
                <a:cxn ang="0">
                  <a:pos x="19" y="85"/>
                </a:cxn>
                <a:cxn ang="0">
                  <a:pos x="27" y="59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0" y="1"/>
                </a:cxn>
                <a:cxn ang="0">
                  <a:pos x="39" y="0"/>
                </a:cxn>
                <a:cxn ang="0">
                  <a:pos x="37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3"/>
                </a:cxn>
                <a:cxn ang="0">
                  <a:pos x="33" y="3"/>
                </a:cxn>
              </a:cxnLst>
              <a:rect l="0" t="0" r="r" b="b"/>
              <a:pathLst>
                <a:path w="42" h="114">
                  <a:moveTo>
                    <a:pt x="33" y="3"/>
                  </a:moveTo>
                  <a:lnTo>
                    <a:pt x="33" y="3"/>
                  </a:lnTo>
                  <a:lnTo>
                    <a:pt x="19" y="56"/>
                  </a:lnTo>
                  <a:lnTo>
                    <a:pt x="9" y="83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6" y="113"/>
                  </a:lnTo>
                  <a:lnTo>
                    <a:pt x="8" y="112"/>
                  </a:lnTo>
                  <a:lnTo>
                    <a:pt x="9" y="111"/>
                  </a:lnTo>
                  <a:lnTo>
                    <a:pt x="9" y="111"/>
                  </a:lnTo>
                  <a:lnTo>
                    <a:pt x="19" y="85"/>
                  </a:lnTo>
                  <a:lnTo>
                    <a:pt x="27" y="59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5" name="Freeform 842"/>
            <p:cNvSpPr/>
            <p:nvPr/>
          </p:nvSpPr>
          <p:spPr bwMode="auto">
            <a:xfrm>
              <a:off x="2509838" y="1725613"/>
              <a:ext cx="14288" cy="53975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8" y="5"/>
                </a:cxn>
                <a:cxn ang="0">
                  <a:pos x="17" y="16"/>
                </a:cxn>
                <a:cxn ang="0">
                  <a:pos x="14" y="27"/>
                </a:cxn>
                <a:cxn ang="0">
                  <a:pos x="11" y="37"/>
                </a:cxn>
                <a:cxn ang="0">
                  <a:pos x="8" y="49"/>
                </a:cxn>
                <a:cxn ang="0">
                  <a:pos x="8" y="49"/>
                </a:cxn>
                <a:cxn ang="0">
                  <a:pos x="6" y="61"/>
                </a:cxn>
                <a:cxn ang="0">
                  <a:pos x="4" y="73"/>
                </a:cxn>
                <a:cxn ang="0">
                  <a:pos x="2" y="86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3" y="76"/>
                </a:cxn>
                <a:cxn ang="0">
                  <a:pos x="17" y="51"/>
                </a:cxn>
                <a:cxn ang="0">
                  <a:pos x="17" y="51"/>
                </a:cxn>
                <a:cxn ang="0">
                  <a:pos x="19" y="39"/>
                </a:cxn>
                <a:cxn ang="0">
                  <a:pos x="24" y="28"/>
                </a:cxn>
                <a:cxn ang="0">
                  <a:pos x="27" y="16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1"/>
                </a:cxn>
                <a:cxn ang="0">
                  <a:pos x="24" y="0"/>
                </a:cxn>
                <a:cxn ang="0">
                  <a:pos x="21" y="1"/>
                </a:cxn>
                <a:cxn ang="0">
                  <a:pos x="20" y="1"/>
                </a:cxn>
                <a:cxn ang="0">
                  <a:pos x="19" y="3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r" b="b"/>
              <a:pathLst>
                <a:path w="29" h="104">
                  <a:moveTo>
                    <a:pt x="18" y="5"/>
                  </a:moveTo>
                  <a:lnTo>
                    <a:pt x="18" y="5"/>
                  </a:lnTo>
                  <a:lnTo>
                    <a:pt x="17" y="16"/>
                  </a:lnTo>
                  <a:lnTo>
                    <a:pt x="14" y="27"/>
                  </a:lnTo>
                  <a:lnTo>
                    <a:pt x="11" y="37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61"/>
                  </a:lnTo>
                  <a:lnTo>
                    <a:pt x="4" y="73"/>
                  </a:lnTo>
                  <a:lnTo>
                    <a:pt x="2" y="86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3" y="76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19" y="39"/>
                  </a:lnTo>
                  <a:lnTo>
                    <a:pt x="24" y="28"/>
                  </a:lnTo>
                  <a:lnTo>
                    <a:pt x="27" y="16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8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6" name="Freeform 843"/>
            <p:cNvSpPr/>
            <p:nvPr/>
          </p:nvSpPr>
          <p:spPr bwMode="auto">
            <a:xfrm>
              <a:off x="2528888" y="1752600"/>
              <a:ext cx="17463" cy="57150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24" y="2"/>
                </a:cxn>
                <a:cxn ang="0">
                  <a:pos x="20" y="14"/>
                </a:cxn>
                <a:cxn ang="0">
                  <a:pos x="16" y="28"/>
                </a:cxn>
                <a:cxn ang="0">
                  <a:pos x="9" y="54"/>
                </a:cxn>
                <a:cxn ang="0">
                  <a:pos x="9" y="54"/>
                </a:cxn>
                <a:cxn ang="0">
                  <a:pos x="3" y="79"/>
                </a:cxn>
                <a:cxn ang="0">
                  <a:pos x="1" y="91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7"/>
                </a:cxn>
                <a:cxn ang="0">
                  <a:pos x="8" y="105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0" y="92"/>
                </a:cxn>
                <a:cxn ang="0">
                  <a:pos x="12" y="80"/>
                </a:cxn>
                <a:cxn ang="0">
                  <a:pos x="19" y="57"/>
                </a:cxn>
                <a:cxn ang="0">
                  <a:pos x="19" y="57"/>
                </a:cxn>
                <a:cxn ang="0">
                  <a:pos x="22" y="44"/>
                </a:cxn>
                <a:cxn ang="0">
                  <a:pos x="25" y="32"/>
                </a:cxn>
                <a:cxn ang="0">
                  <a:pos x="28" y="19"/>
                </a:cxn>
                <a:cxn ang="0">
                  <a:pos x="32" y="6"/>
                </a:cxn>
                <a:cxn ang="0">
                  <a:pos x="32" y="6"/>
                </a:cxn>
                <a:cxn ang="0">
                  <a:pos x="33" y="5"/>
                </a:cxn>
                <a:cxn ang="0">
                  <a:pos x="32" y="3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3" h="108">
                  <a:moveTo>
                    <a:pt x="24" y="2"/>
                  </a:moveTo>
                  <a:lnTo>
                    <a:pt x="24" y="2"/>
                  </a:lnTo>
                  <a:lnTo>
                    <a:pt x="20" y="14"/>
                  </a:lnTo>
                  <a:lnTo>
                    <a:pt x="16" y="28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3" y="79"/>
                  </a:lnTo>
                  <a:lnTo>
                    <a:pt x="1" y="9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7"/>
                  </a:lnTo>
                  <a:lnTo>
                    <a:pt x="8" y="105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0" y="92"/>
                  </a:lnTo>
                  <a:lnTo>
                    <a:pt x="12" y="80"/>
                  </a:lnTo>
                  <a:lnTo>
                    <a:pt x="19" y="57"/>
                  </a:lnTo>
                  <a:lnTo>
                    <a:pt x="19" y="57"/>
                  </a:lnTo>
                  <a:lnTo>
                    <a:pt x="22" y="44"/>
                  </a:lnTo>
                  <a:lnTo>
                    <a:pt x="25" y="32"/>
                  </a:lnTo>
                  <a:lnTo>
                    <a:pt x="28" y="19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3" y="5"/>
                  </a:lnTo>
                  <a:lnTo>
                    <a:pt x="32" y="3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7" name="Freeform 844"/>
            <p:cNvSpPr/>
            <p:nvPr/>
          </p:nvSpPr>
          <p:spPr bwMode="auto">
            <a:xfrm>
              <a:off x="2557463" y="1774825"/>
              <a:ext cx="11113" cy="52388"/>
            </a:xfrm>
            <a:custGeom>
              <a:avLst/>
              <a:gdLst/>
              <a:ahLst/>
              <a:cxnLst>
                <a:cxn ang="0">
                  <a:pos x="14" y="4"/>
                </a:cxn>
                <a:cxn ang="0">
                  <a:pos x="14" y="4"/>
                </a:cxn>
                <a:cxn ang="0">
                  <a:pos x="13" y="15"/>
                </a:cxn>
                <a:cxn ang="0">
                  <a:pos x="12" y="27"/>
                </a:cxn>
                <a:cxn ang="0">
                  <a:pos x="9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8" y="51"/>
                </a:cxn>
                <a:cxn ang="0">
                  <a:pos x="21" y="28"/>
                </a:cxn>
                <a:cxn ang="0">
                  <a:pos x="23" y="17"/>
                </a:cxn>
                <a:cxn ang="0">
                  <a:pos x="23" y="4"/>
                </a:cxn>
                <a:cxn ang="0">
                  <a:pos x="23" y="4"/>
                </a:cxn>
                <a:cxn ang="0">
                  <a:pos x="23" y="3"/>
                </a:cxn>
                <a:cxn ang="0">
                  <a:pos x="22" y="1"/>
                </a:cxn>
                <a:cxn ang="0">
                  <a:pos x="20" y="0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4" y="4"/>
                </a:cxn>
                <a:cxn ang="0">
                  <a:pos x="14" y="4"/>
                </a:cxn>
              </a:cxnLst>
              <a:rect l="0" t="0" r="r" b="b"/>
              <a:pathLst>
                <a:path w="23" h="99">
                  <a:moveTo>
                    <a:pt x="14" y="4"/>
                  </a:moveTo>
                  <a:lnTo>
                    <a:pt x="14" y="4"/>
                  </a:lnTo>
                  <a:lnTo>
                    <a:pt x="13" y="15"/>
                  </a:lnTo>
                  <a:lnTo>
                    <a:pt x="12" y="27"/>
                  </a:lnTo>
                  <a:lnTo>
                    <a:pt x="9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8" y="51"/>
                  </a:lnTo>
                  <a:lnTo>
                    <a:pt x="21" y="28"/>
                  </a:lnTo>
                  <a:lnTo>
                    <a:pt x="23" y="17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3" y="3"/>
                  </a:lnTo>
                  <a:lnTo>
                    <a:pt x="22" y="1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8" name="Freeform 847"/>
            <p:cNvSpPr/>
            <p:nvPr/>
          </p:nvSpPr>
          <p:spPr bwMode="auto">
            <a:xfrm>
              <a:off x="2640013" y="1768475"/>
              <a:ext cx="7938" cy="57150"/>
            </a:xfrm>
            <a:custGeom>
              <a:avLst/>
              <a:gdLst/>
              <a:ahLst/>
              <a:cxnLst>
                <a:cxn ang="0">
                  <a:pos x="13" y="73"/>
                </a:cxn>
                <a:cxn ang="0">
                  <a:pos x="13" y="73"/>
                </a:cxn>
                <a:cxn ang="0">
                  <a:pos x="14" y="39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8"/>
                </a:cxn>
                <a:cxn ang="0">
                  <a:pos x="4" y="58"/>
                </a:cxn>
                <a:cxn ang="0">
                  <a:pos x="5" y="80"/>
                </a:cxn>
                <a:cxn ang="0">
                  <a:pos x="4" y="94"/>
                </a:cxn>
                <a:cxn ang="0">
                  <a:pos x="3" y="98"/>
                </a:cxn>
                <a:cxn ang="0">
                  <a:pos x="2" y="100"/>
                </a:cxn>
                <a:cxn ang="0">
                  <a:pos x="2" y="100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3" y="108"/>
                </a:cxn>
                <a:cxn ang="0">
                  <a:pos x="5" y="109"/>
                </a:cxn>
                <a:cxn ang="0">
                  <a:pos x="7" y="108"/>
                </a:cxn>
                <a:cxn ang="0">
                  <a:pos x="7" y="108"/>
                </a:cxn>
                <a:cxn ang="0">
                  <a:pos x="9" y="106"/>
                </a:cxn>
                <a:cxn ang="0">
                  <a:pos x="11" y="102"/>
                </a:cxn>
                <a:cxn ang="0">
                  <a:pos x="12" y="97"/>
                </a:cxn>
                <a:cxn ang="0">
                  <a:pos x="13" y="91"/>
                </a:cxn>
                <a:cxn ang="0">
                  <a:pos x="13" y="81"/>
                </a:cxn>
                <a:cxn ang="0">
                  <a:pos x="13" y="73"/>
                </a:cxn>
                <a:cxn ang="0">
                  <a:pos x="13" y="73"/>
                </a:cxn>
              </a:cxnLst>
              <a:rect l="0" t="0" r="r" b="b"/>
              <a:pathLst>
                <a:path w="14" h="109">
                  <a:moveTo>
                    <a:pt x="13" y="73"/>
                  </a:moveTo>
                  <a:lnTo>
                    <a:pt x="13" y="73"/>
                  </a:lnTo>
                  <a:lnTo>
                    <a:pt x="14" y="39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5" y="80"/>
                  </a:lnTo>
                  <a:lnTo>
                    <a:pt x="4" y="94"/>
                  </a:lnTo>
                  <a:lnTo>
                    <a:pt x="3" y="98"/>
                  </a:lnTo>
                  <a:lnTo>
                    <a:pt x="2" y="100"/>
                  </a:lnTo>
                  <a:lnTo>
                    <a:pt x="2" y="100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3" y="108"/>
                  </a:lnTo>
                  <a:lnTo>
                    <a:pt x="5" y="109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9" y="106"/>
                  </a:lnTo>
                  <a:lnTo>
                    <a:pt x="11" y="102"/>
                  </a:lnTo>
                  <a:lnTo>
                    <a:pt x="12" y="97"/>
                  </a:lnTo>
                  <a:lnTo>
                    <a:pt x="13" y="91"/>
                  </a:lnTo>
                  <a:lnTo>
                    <a:pt x="13" y="81"/>
                  </a:lnTo>
                  <a:lnTo>
                    <a:pt x="13" y="73"/>
                  </a:lnTo>
                  <a:lnTo>
                    <a:pt x="13" y="7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19" name="Freeform 848"/>
            <p:cNvSpPr/>
            <p:nvPr/>
          </p:nvSpPr>
          <p:spPr bwMode="auto">
            <a:xfrm>
              <a:off x="2665413" y="1757363"/>
              <a:ext cx="19050" cy="52388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7" y="14"/>
                </a:cxn>
                <a:cxn ang="0">
                  <a:pos x="24" y="24"/>
                </a:cxn>
                <a:cxn ang="0">
                  <a:pos x="20" y="33"/>
                </a:cxn>
                <a:cxn ang="0">
                  <a:pos x="17" y="42"/>
                </a:cxn>
                <a:cxn ang="0">
                  <a:pos x="17" y="42"/>
                </a:cxn>
                <a:cxn ang="0">
                  <a:pos x="13" y="56"/>
                </a:cxn>
                <a:cxn ang="0">
                  <a:pos x="8" y="68"/>
                </a:cxn>
                <a:cxn ang="0">
                  <a:pos x="4" y="81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5" y="99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7" y="73"/>
                </a:cxn>
                <a:cxn ang="0">
                  <a:pos x="26" y="51"/>
                </a:cxn>
                <a:cxn ang="0">
                  <a:pos x="30" y="39"/>
                </a:cxn>
                <a:cxn ang="0">
                  <a:pos x="33" y="28"/>
                </a:cxn>
                <a:cxn ang="0">
                  <a:pos x="36" y="16"/>
                </a:cxn>
                <a:cxn ang="0">
                  <a:pos x="37" y="4"/>
                </a:cxn>
                <a:cxn ang="0">
                  <a:pos x="37" y="4"/>
                </a:cxn>
                <a:cxn ang="0">
                  <a:pos x="37" y="2"/>
                </a:cxn>
                <a:cxn ang="0">
                  <a:pos x="36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37" h="99">
                  <a:moveTo>
                    <a:pt x="28" y="4"/>
                  </a:moveTo>
                  <a:lnTo>
                    <a:pt x="28" y="4"/>
                  </a:lnTo>
                  <a:lnTo>
                    <a:pt x="27" y="14"/>
                  </a:lnTo>
                  <a:lnTo>
                    <a:pt x="24" y="24"/>
                  </a:lnTo>
                  <a:lnTo>
                    <a:pt x="20" y="33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3" y="56"/>
                  </a:lnTo>
                  <a:lnTo>
                    <a:pt x="8" y="68"/>
                  </a:lnTo>
                  <a:lnTo>
                    <a:pt x="4" y="81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5" y="99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7" y="73"/>
                  </a:lnTo>
                  <a:lnTo>
                    <a:pt x="26" y="51"/>
                  </a:lnTo>
                  <a:lnTo>
                    <a:pt x="30" y="39"/>
                  </a:lnTo>
                  <a:lnTo>
                    <a:pt x="33" y="28"/>
                  </a:lnTo>
                  <a:lnTo>
                    <a:pt x="36" y="16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0" name="Freeform 849"/>
            <p:cNvSpPr/>
            <p:nvPr/>
          </p:nvSpPr>
          <p:spPr bwMode="auto">
            <a:xfrm>
              <a:off x="2697163" y="1725613"/>
              <a:ext cx="15875" cy="52388"/>
            </a:xfrm>
            <a:custGeom>
              <a:avLst/>
              <a:gdLst/>
              <a:ahLst/>
              <a:cxnLst>
                <a:cxn ang="0">
                  <a:pos x="15" y="91"/>
                </a:cxn>
                <a:cxn ang="0">
                  <a:pos x="15" y="91"/>
                </a:cxn>
                <a:cxn ang="0">
                  <a:pos x="20" y="82"/>
                </a:cxn>
                <a:cxn ang="0">
                  <a:pos x="24" y="71"/>
                </a:cxn>
                <a:cxn ang="0">
                  <a:pos x="27" y="61"/>
                </a:cxn>
                <a:cxn ang="0">
                  <a:pos x="28" y="50"/>
                </a:cxn>
                <a:cxn ang="0">
                  <a:pos x="29" y="38"/>
                </a:cxn>
                <a:cxn ang="0">
                  <a:pos x="29" y="27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1"/>
                </a:cxn>
                <a:cxn ang="0">
                  <a:pos x="24" y="0"/>
                </a:cxn>
                <a:cxn ang="0">
                  <a:pos x="22" y="1"/>
                </a:cxn>
                <a:cxn ang="0">
                  <a:pos x="21" y="1"/>
                </a:cxn>
                <a:cxn ang="0">
                  <a:pos x="20" y="3"/>
                </a:cxn>
                <a:cxn ang="0">
                  <a:pos x="20" y="5"/>
                </a:cxn>
                <a:cxn ang="0">
                  <a:pos x="20" y="5"/>
                </a:cxn>
                <a:cxn ang="0">
                  <a:pos x="20" y="26"/>
                </a:cxn>
                <a:cxn ang="0">
                  <a:pos x="19" y="47"/>
                </a:cxn>
                <a:cxn ang="0">
                  <a:pos x="18" y="58"/>
                </a:cxn>
                <a:cxn ang="0">
                  <a:pos x="16" y="67"/>
                </a:cxn>
                <a:cxn ang="0">
                  <a:pos x="11" y="76"/>
                </a:cxn>
                <a:cxn ang="0">
                  <a:pos x="6" y="86"/>
                </a:cxn>
                <a:cxn ang="0">
                  <a:pos x="6" y="86"/>
                </a:cxn>
                <a:cxn ang="0">
                  <a:pos x="3" y="87"/>
                </a:cxn>
                <a:cxn ang="0">
                  <a:pos x="2" y="89"/>
                </a:cxn>
                <a:cxn ang="0">
                  <a:pos x="1" y="91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11" y="94"/>
                </a:cxn>
                <a:cxn ang="0">
                  <a:pos x="11" y="94"/>
                </a:cxn>
                <a:cxn ang="0">
                  <a:pos x="14" y="93"/>
                </a:cxn>
                <a:cxn ang="0">
                  <a:pos x="15" y="91"/>
                </a:cxn>
                <a:cxn ang="0">
                  <a:pos x="15" y="91"/>
                </a:cxn>
              </a:cxnLst>
              <a:rect l="0" t="0" r="r" b="b"/>
              <a:pathLst>
                <a:path w="29" h="99">
                  <a:moveTo>
                    <a:pt x="15" y="91"/>
                  </a:moveTo>
                  <a:lnTo>
                    <a:pt x="15" y="91"/>
                  </a:lnTo>
                  <a:lnTo>
                    <a:pt x="20" y="82"/>
                  </a:lnTo>
                  <a:lnTo>
                    <a:pt x="24" y="71"/>
                  </a:lnTo>
                  <a:lnTo>
                    <a:pt x="27" y="61"/>
                  </a:lnTo>
                  <a:lnTo>
                    <a:pt x="28" y="50"/>
                  </a:lnTo>
                  <a:lnTo>
                    <a:pt x="29" y="38"/>
                  </a:lnTo>
                  <a:lnTo>
                    <a:pt x="29" y="27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0" y="26"/>
                  </a:lnTo>
                  <a:lnTo>
                    <a:pt x="19" y="47"/>
                  </a:lnTo>
                  <a:lnTo>
                    <a:pt x="18" y="58"/>
                  </a:lnTo>
                  <a:lnTo>
                    <a:pt x="16" y="67"/>
                  </a:lnTo>
                  <a:lnTo>
                    <a:pt x="11" y="76"/>
                  </a:lnTo>
                  <a:lnTo>
                    <a:pt x="6" y="86"/>
                  </a:lnTo>
                  <a:lnTo>
                    <a:pt x="6" y="86"/>
                  </a:lnTo>
                  <a:lnTo>
                    <a:pt x="3" y="87"/>
                  </a:lnTo>
                  <a:lnTo>
                    <a:pt x="2" y="89"/>
                  </a:lnTo>
                  <a:lnTo>
                    <a:pt x="1" y="9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11" y="94"/>
                  </a:lnTo>
                  <a:lnTo>
                    <a:pt x="11" y="94"/>
                  </a:lnTo>
                  <a:lnTo>
                    <a:pt x="14" y="93"/>
                  </a:lnTo>
                  <a:lnTo>
                    <a:pt x="15" y="91"/>
                  </a:lnTo>
                  <a:lnTo>
                    <a:pt x="15" y="9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1" name="Freeform 850"/>
            <p:cNvSpPr/>
            <p:nvPr/>
          </p:nvSpPr>
          <p:spPr bwMode="auto">
            <a:xfrm>
              <a:off x="2732088" y="1708150"/>
              <a:ext cx="11113" cy="53975"/>
            </a:xfrm>
            <a:custGeom>
              <a:avLst/>
              <a:gdLst/>
              <a:ahLst/>
              <a:cxnLst>
                <a:cxn ang="0">
                  <a:pos x="20" y="5"/>
                </a:cxn>
                <a:cxn ang="0">
                  <a:pos x="20" y="5"/>
                </a:cxn>
                <a:cxn ang="0">
                  <a:pos x="19" y="3"/>
                </a:cxn>
                <a:cxn ang="0">
                  <a:pos x="18" y="1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1"/>
                </a:cxn>
                <a:cxn ang="0">
                  <a:pos x="11" y="3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2" y="28"/>
                </a:cxn>
                <a:cxn ang="0">
                  <a:pos x="13" y="53"/>
                </a:cxn>
                <a:cxn ang="0">
                  <a:pos x="13" y="64"/>
                </a:cxn>
                <a:cxn ang="0">
                  <a:pos x="11" y="75"/>
                </a:cxn>
                <a:cxn ang="0">
                  <a:pos x="7" y="87"/>
                </a:cxn>
                <a:cxn ang="0">
                  <a:pos x="4" y="92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10" y="102"/>
                </a:cxn>
                <a:cxn ang="0">
                  <a:pos x="10" y="102"/>
                </a:cxn>
                <a:cxn ang="0">
                  <a:pos x="13" y="96"/>
                </a:cxn>
                <a:cxn ang="0">
                  <a:pos x="16" y="91"/>
                </a:cxn>
                <a:cxn ang="0">
                  <a:pos x="20" y="79"/>
                </a:cxn>
                <a:cxn ang="0">
                  <a:pos x="22" y="67"/>
                </a:cxn>
                <a:cxn ang="0">
                  <a:pos x="22" y="55"/>
                </a:cxn>
                <a:cxn ang="0">
                  <a:pos x="22" y="42"/>
                </a:cxn>
                <a:cxn ang="0">
                  <a:pos x="21" y="29"/>
                </a:cxn>
                <a:cxn ang="0">
                  <a:pos x="20" y="5"/>
                </a:cxn>
                <a:cxn ang="0">
                  <a:pos x="20" y="5"/>
                </a:cxn>
              </a:cxnLst>
              <a:rect l="0" t="0" r="r" b="b"/>
              <a:pathLst>
                <a:path w="22" h="104">
                  <a:moveTo>
                    <a:pt x="20" y="5"/>
                  </a:moveTo>
                  <a:lnTo>
                    <a:pt x="20" y="5"/>
                  </a:lnTo>
                  <a:lnTo>
                    <a:pt x="19" y="3"/>
                  </a:lnTo>
                  <a:lnTo>
                    <a:pt x="18" y="1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1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28"/>
                  </a:lnTo>
                  <a:lnTo>
                    <a:pt x="13" y="53"/>
                  </a:lnTo>
                  <a:lnTo>
                    <a:pt x="13" y="64"/>
                  </a:lnTo>
                  <a:lnTo>
                    <a:pt x="11" y="75"/>
                  </a:lnTo>
                  <a:lnTo>
                    <a:pt x="7" y="87"/>
                  </a:lnTo>
                  <a:lnTo>
                    <a:pt x="4" y="92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3" y="96"/>
                  </a:lnTo>
                  <a:lnTo>
                    <a:pt x="16" y="91"/>
                  </a:lnTo>
                  <a:lnTo>
                    <a:pt x="20" y="79"/>
                  </a:lnTo>
                  <a:lnTo>
                    <a:pt x="22" y="67"/>
                  </a:lnTo>
                  <a:lnTo>
                    <a:pt x="22" y="55"/>
                  </a:lnTo>
                  <a:lnTo>
                    <a:pt x="22" y="42"/>
                  </a:lnTo>
                  <a:lnTo>
                    <a:pt x="21" y="29"/>
                  </a:lnTo>
                  <a:lnTo>
                    <a:pt x="20" y="5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2" name="Freeform 851"/>
            <p:cNvSpPr/>
            <p:nvPr/>
          </p:nvSpPr>
          <p:spPr bwMode="auto">
            <a:xfrm>
              <a:off x="2765425" y="1674813"/>
              <a:ext cx="7938" cy="55563"/>
            </a:xfrm>
            <a:custGeom>
              <a:avLst/>
              <a:gdLst/>
              <a:ahLst/>
              <a:cxnLst>
                <a:cxn ang="0">
                  <a:pos x="15" y="94"/>
                </a:cxn>
                <a:cxn ang="0">
                  <a:pos x="15" y="94"/>
                </a:cxn>
                <a:cxn ang="0">
                  <a:pos x="14" y="72"/>
                </a:cxn>
                <a:cxn ang="0">
                  <a:pos x="12" y="50"/>
                </a:cxn>
                <a:cxn ang="0">
                  <a:pos x="11" y="2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9"/>
                </a:cxn>
                <a:cxn ang="0">
                  <a:pos x="2" y="53"/>
                </a:cxn>
                <a:cxn ang="0">
                  <a:pos x="4" y="76"/>
                </a:cxn>
                <a:cxn ang="0">
                  <a:pos x="5" y="100"/>
                </a:cxn>
                <a:cxn ang="0">
                  <a:pos x="5" y="100"/>
                </a:cxn>
                <a:cxn ang="0">
                  <a:pos x="5" y="102"/>
                </a:cxn>
                <a:cxn ang="0">
                  <a:pos x="6" y="103"/>
                </a:cxn>
                <a:cxn ang="0">
                  <a:pos x="8" y="104"/>
                </a:cxn>
                <a:cxn ang="0">
                  <a:pos x="9" y="104"/>
                </a:cxn>
                <a:cxn ang="0">
                  <a:pos x="12" y="104"/>
                </a:cxn>
                <a:cxn ang="0">
                  <a:pos x="13" y="103"/>
                </a:cxn>
                <a:cxn ang="0">
                  <a:pos x="15" y="102"/>
                </a:cxn>
                <a:cxn ang="0">
                  <a:pos x="15" y="100"/>
                </a:cxn>
                <a:cxn ang="0">
                  <a:pos x="15" y="95"/>
                </a:cxn>
                <a:cxn ang="0">
                  <a:pos x="15" y="95"/>
                </a:cxn>
                <a:cxn ang="0">
                  <a:pos x="15" y="94"/>
                </a:cxn>
                <a:cxn ang="0">
                  <a:pos x="15" y="94"/>
                </a:cxn>
              </a:cxnLst>
              <a:rect l="0" t="0" r="r" b="b"/>
              <a:pathLst>
                <a:path w="15" h="104">
                  <a:moveTo>
                    <a:pt x="15" y="94"/>
                  </a:moveTo>
                  <a:lnTo>
                    <a:pt x="15" y="94"/>
                  </a:lnTo>
                  <a:lnTo>
                    <a:pt x="14" y="72"/>
                  </a:lnTo>
                  <a:lnTo>
                    <a:pt x="12" y="50"/>
                  </a:lnTo>
                  <a:lnTo>
                    <a:pt x="11" y="2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9"/>
                  </a:lnTo>
                  <a:lnTo>
                    <a:pt x="2" y="53"/>
                  </a:lnTo>
                  <a:lnTo>
                    <a:pt x="4" y="76"/>
                  </a:lnTo>
                  <a:lnTo>
                    <a:pt x="5" y="100"/>
                  </a:lnTo>
                  <a:lnTo>
                    <a:pt x="5" y="100"/>
                  </a:lnTo>
                  <a:lnTo>
                    <a:pt x="5" y="102"/>
                  </a:lnTo>
                  <a:lnTo>
                    <a:pt x="6" y="103"/>
                  </a:lnTo>
                  <a:lnTo>
                    <a:pt x="8" y="104"/>
                  </a:lnTo>
                  <a:lnTo>
                    <a:pt x="9" y="104"/>
                  </a:lnTo>
                  <a:lnTo>
                    <a:pt x="12" y="104"/>
                  </a:lnTo>
                  <a:lnTo>
                    <a:pt x="13" y="103"/>
                  </a:lnTo>
                  <a:lnTo>
                    <a:pt x="15" y="102"/>
                  </a:lnTo>
                  <a:lnTo>
                    <a:pt x="15" y="100"/>
                  </a:lnTo>
                  <a:lnTo>
                    <a:pt x="15" y="95"/>
                  </a:lnTo>
                  <a:lnTo>
                    <a:pt x="15" y="95"/>
                  </a:lnTo>
                  <a:lnTo>
                    <a:pt x="15" y="94"/>
                  </a:lnTo>
                  <a:lnTo>
                    <a:pt x="15" y="9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3" name="Freeform 852"/>
            <p:cNvSpPr/>
            <p:nvPr/>
          </p:nvSpPr>
          <p:spPr bwMode="auto">
            <a:xfrm>
              <a:off x="2792413" y="1638300"/>
              <a:ext cx="7938" cy="53975"/>
            </a:xfrm>
            <a:custGeom>
              <a:avLst/>
              <a:gdLst/>
              <a:ahLst/>
              <a:cxnLst>
                <a:cxn ang="0">
                  <a:pos x="13" y="4"/>
                </a:cxn>
                <a:cxn ang="0">
                  <a:pos x="13" y="4"/>
                </a:cxn>
                <a:cxn ang="0">
                  <a:pos x="13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5" y="28"/>
                </a:cxn>
                <a:cxn ang="0">
                  <a:pos x="5" y="51"/>
                </a:cxn>
                <a:cxn ang="0">
                  <a:pos x="5" y="63"/>
                </a:cxn>
                <a:cxn ang="0">
                  <a:pos x="4" y="74"/>
                </a:cxn>
                <a:cxn ang="0">
                  <a:pos x="3" y="8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3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1" y="89"/>
                </a:cxn>
                <a:cxn ang="0">
                  <a:pos x="13" y="76"/>
                </a:cxn>
                <a:cxn ang="0">
                  <a:pos x="14" y="64"/>
                </a:cxn>
                <a:cxn ang="0">
                  <a:pos x="15" y="52"/>
                </a:cxn>
                <a:cxn ang="0">
                  <a:pos x="14" y="28"/>
                </a:cxn>
                <a:cxn ang="0">
                  <a:pos x="13" y="4"/>
                </a:cxn>
                <a:cxn ang="0">
                  <a:pos x="13" y="4"/>
                </a:cxn>
              </a:cxnLst>
              <a:rect l="0" t="0" r="r" b="b"/>
              <a:pathLst>
                <a:path w="15" h="103">
                  <a:moveTo>
                    <a:pt x="13" y="4"/>
                  </a:moveTo>
                  <a:lnTo>
                    <a:pt x="13" y="4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28"/>
                  </a:lnTo>
                  <a:lnTo>
                    <a:pt x="5" y="51"/>
                  </a:lnTo>
                  <a:lnTo>
                    <a:pt x="5" y="63"/>
                  </a:lnTo>
                  <a:lnTo>
                    <a:pt x="4" y="74"/>
                  </a:lnTo>
                  <a:lnTo>
                    <a:pt x="3" y="8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3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1" y="89"/>
                  </a:lnTo>
                  <a:lnTo>
                    <a:pt x="13" y="76"/>
                  </a:lnTo>
                  <a:lnTo>
                    <a:pt x="14" y="64"/>
                  </a:lnTo>
                  <a:lnTo>
                    <a:pt x="15" y="52"/>
                  </a:lnTo>
                  <a:lnTo>
                    <a:pt x="14" y="28"/>
                  </a:lnTo>
                  <a:lnTo>
                    <a:pt x="13" y="4"/>
                  </a:lnTo>
                  <a:lnTo>
                    <a:pt x="1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4" name="Freeform 853"/>
            <p:cNvSpPr/>
            <p:nvPr/>
          </p:nvSpPr>
          <p:spPr bwMode="auto">
            <a:xfrm>
              <a:off x="2817813" y="1609725"/>
              <a:ext cx="7938" cy="4286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2" y="24"/>
                </a:cxn>
                <a:cxn ang="0">
                  <a:pos x="3" y="33"/>
                </a:cxn>
                <a:cxn ang="0">
                  <a:pos x="5" y="42"/>
                </a:cxn>
                <a:cxn ang="0">
                  <a:pos x="5" y="42"/>
                </a:cxn>
                <a:cxn ang="0">
                  <a:pos x="5" y="59"/>
                </a:cxn>
                <a:cxn ang="0">
                  <a:pos x="5" y="75"/>
                </a:cxn>
                <a:cxn ang="0">
                  <a:pos x="5" y="75"/>
                </a:cxn>
                <a:cxn ang="0">
                  <a:pos x="6" y="77"/>
                </a:cxn>
                <a:cxn ang="0">
                  <a:pos x="7" y="80"/>
                </a:cxn>
                <a:cxn ang="0">
                  <a:pos x="8" y="81"/>
                </a:cxn>
                <a:cxn ang="0">
                  <a:pos x="10" y="81"/>
                </a:cxn>
                <a:cxn ang="0">
                  <a:pos x="11" y="81"/>
                </a:cxn>
                <a:cxn ang="0">
                  <a:pos x="13" y="80"/>
                </a:cxn>
                <a:cxn ang="0">
                  <a:pos x="14" y="77"/>
                </a:cxn>
                <a:cxn ang="0">
                  <a:pos x="14" y="75"/>
                </a:cxn>
                <a:cxn ang="0">
                  <a:pos x="14" y="42"/>
                </a:cxn>
                <a:cxn ang="0">
                  <a:pos x="14" y="42"/>
                </a:cxn>
                <a:cxn ang="0">
                  <a:pos x="14" y="33"/>
                </a:cxn>
                <a:cxn ang="0">
                  <a:pos x="12" y="24"/>
                </a:cxn>
                <a:cxn ang="0">
                  <a:pos x="11" y="14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4" h="81">
                  <a:moveTo>
                    <a:pt x="10" y="5"/>
                  </a:move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5" y="59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6" y="77"/>
                  </a:lnTo>
                  <a:lnTo>
                    <a:pt x="7" y="80"/>
                  </a:lnTo>
                  <a:lnTo>
                    <a:pt x="8" y="81"/>
                  </a:lnTo>
                  <a:lnTo>
                    <a:pt x="10" y="81"/>
                  </a:lnTo>
                  <a:lnTo>
                    <a:pt x="11" y="81"/>
                  </a:lnTo>
                  <a:lnTo>
                    <a:pt x="13" y="80"/>
                  </a:lnTo>
                  <a:lnTo>
                    <a:pt x="14" y="77"/>
                  </a:lnTo>
                  <a:lnTo>
                    <a:pt x="14" y="75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14" y="33"/>
                  </a:lnTo>
                  <a:lnTo>
                    <a:pt x="12" y="24"/>
                  </a:lnTo>
                  <a:lnTo>
                    <a:pt x="11" y="14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5" name="Freeform 854"/>
            <p:cNvSpPr/>
            <p:nvPr/>
          </p:nvSpPr>
          <p:spPr bwMode="auto">
            <a:xfrm>
              <a:off x="2847975" y="1576388"/>
              <a:ext cx="7938" cy="33338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9"/>
                </a:cxn>
                <a:cxn ang="0">
                  <a:pos x="2" y="31"/>
                </a:cxn>
                <a:cxn ang="0">
                  <a:pos x="3" y="44"/>
                </a:cxn>
                <a:cxn ang="0">
                  <a:pos x="4" y="57"/>
                </a:cxn>
                <a:cxn ang="0">
                  <a:pos x="4" y="57"/>
                </a:cxn>
                <a:cxn ang="0">
                  <a:pos x="5" y="59"/>
                </a:cxn>
                <a:cxn ang="0">
                  <a:pos x="6" y="61"/>
                </a:cxn>
                <a:cxn ang="0">
                  <a:pos x="7" y="62"/>
                </a:cxn>
                <a:cxn ang="0">
                  <a:pos x="9" y="62"/>
                </a:cxn>
                <a:cxn ang="0">
                  <a:pos x="12" y="62"/>
                </a:cxn>
                <a:cxn ang="0">
                  <a:pos x="13" y="61"/>
                </a:cxn>
                <a:cxn ang="0">
                  <a:pos x="14" y="59"/>
                </a:cxn>
                <a:cxn ang="0">
                  <a:pos x="14" y="57"/>
                </a:cxn>
                <a:cxn ang="0">
                  <a:pos x="14" y="57"/>
                </a:cxn>
                <a:cxn ang="0">
                  <a:pos x="14" y="44"/>
                </a:cxn>
                <a:cxn ang="0">
                  <a:pos x="12" y="31"/>
                </a:cxn>
                <a:cxn ang="0">
                  <a:pos x="11" y="19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4" h="62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9"/>
                  </a:lnTo>
                  <a:lnTo>
                    <a:pt x="2" y="31"/>
                  </a:lnTo>
                  <a:lnTo>
                    <a:pt x="3" y="44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5" y="59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9" y="62"/>
                  </a:lnTo>
                  <a:lnTo>
                    <a:pt x="12" y="62"/>
                  </a:lnTo>
                  <a:lnTo>
                    <a:pt x="13" y="61"/>
                  </a:lnTo>
                  <a:lnTo>
                    <a:pt x="14" y="59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4" y="44"/>
                  </a:lnTo>
                  <a:lnTo>
                    <a:pt x="12" y="31"/>
                  </a:lnTo>
                  <a:lnTo>
                    <a:pt x="11" y="19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6" name="Freeform 855"/>
            <p:cNvSpPr/>
            <p:nvPr/>
          </p:nvSpPr>
          <p:spPr bwMode="auto">
            <a:xfrm>
              <a:off x="2573338" y="1277938"/>
              <a:ext cx="25400" cy="68263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1" y="17"/>
                </a:cxn>
                <a:cxn ang="0">
                  <a:pos x="24" y="31"/>
                </a:cxn>
                <a:cxn ang="0">
                  <a:pos x="19" y="46"/>
                </a:cxn>
                <a:cxn ang="0">
                  <a:pos x="14" y="60"/>
                </a:cxn>
                <a:cxn ang="0">
                  <a:pos x="14" y="60"/>
                </a:cxn>
                <a:cxn ang="0">
                  <a:pos x="10" y="75"/>
                </a:cxn>
                <a:cxn ang="0">
                  <a:pos x="5" y="92"/>
                </a:cxn>
                <a:cxn ang="0">
                  <a:pos x="2" y="109"/>
                </a:cxn>
                <a:cxn ang="0">
                  <a:pos x="0" y="125"/>
                </a:cxn>
                <a:cxn ang="0">
                  <a:pos x="0" y="125"/>
                </a:cxn>
                <a:cxn ang="0">
                  <a:pos x="0" y="127"/>
                </a:cxn>
                <a:cxn ang="0">
                  <a:pos x="1" y="128"/>
                </a:cxn>
                <a:cxn ang="0">
                  <a:pos x="2" y="129"/>
                </a:cxn>
                <a:cxn ang="0">
                  <a:pos x="4" y="129"/>
                </a:cxn>
                <a:cxn ang="0">
                  <a:pos x="7" y="128"/>
                </a:cxn>
                <a:cxn ang="0">
                  <a:pos x="8" y="127"/>
                </a:cxn>
                <a:cxn ang="0">
                  <a:pos x="9" y="125"/>
                </a:cxn>
                <a:cxn ang="0">
                  <a:pos x="9" y="125"/>
                </a:cxn>
                <a:cxn ang="0">
                  <a:pos x="10" y="119"/>
                </a:cxn>
                <a:cxn ang="0">
                  <a:pos x="11" y="113"/>
                </a:cxn>
                <a:cxn ang="0">
                  <a:pos x="15" y="100"/>
                </a:cxn>
                <a:cxn ang="0">
                  <a:pos x="18" y="88"/>
                </a:cxn>
                <a:cxn ang="0">
                  <a:pos x="20" y="82"/>
                </a:cxn>
                <a:cxn ang="0">
                  <a:pos x="21" y="75"/>
                </a:cxn>
                <a:cxn ang="0">
                  <a:pos x="21" y="75"/>
                </a:cxn>
                <a:cxn ang="0">
                  <a:pos x="22" y="66"/>
                </a:cxn>
                <a:cxn ang="0">
                  <a:pos x="24" y="58"/>
                </a:cxn>
                <a:cxn ang="0">
                  <a:pos x="30" y="40"/>
                </a:cxn>
                <a:cxn ang="0">
                  <a:pos x="38" y="23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6" y="2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129">
                  <a:moveTo>
                    <a:pt x="38" y="2"/>
                  </a:moveTo>
                  <a:lnTo>
                    <a:pt x="38" y="2"/>
                  </a:lnTo>
                  <a:lnTo>
                    <a:pt x="31" y="17"/>
                  </a:lnTo>
                  <a:lnTo>
                    <a:pt x="24" y="31"/>
                  </a:lnTo>
                  <a:lnTo>
                    <a:pt x="19" y="46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0" y="75"/>
                  </a:lnTo>
                  <a:lnTo>
                    <a:pt x="5" y="92"/>
                  </a:lnTo>
                  <a:lnTo>
                    <a:pt x="2" y="109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7"/>
                  </a:lnTo>
                  <a:lnTo>
                    <a:pt x="1" y="128"/>
                  </a:lnTo>
                  <a:lnTo>
                    <a:pt x="2" y="129"/>
                  </a:lnTo>
                  <a:lnTo>
                    <a:pt x="4" y="129"/>
                  </a:lnTo>
                  <a:lnTo>
                    <a:pt x="7" y="128"/>
                  </a:lnTo>
                  <a:lnTo>
                    <a:pt x="8" y="127"/>
                  </a:lnTo>
                  <a:lnTo>
                    <a:pt x="9" y="125"/>
                  </a:lnTo>
                  <a:lnTo>
                    <a:pt x="9" y="125"/>
                  </a:lnTo>
                  <a:lnTo>
                    <a:pt x="10" y="119"/>
                  </a:lnTo>
                  <a:lnTo>
                    <a:pt x="11" y="113"/>
                  </a:lnTo>
                  <a:lnTo>
                    <a:pt x="15" y="100"/>
                  </a:lnTo>
                  <a:lnTo>
                    <a:pt x="18" y="88"/>
                  </a:lnTo>
                  <a:lnTo>
                    <a:pt x="20" y="82"/>
                  </a:lnTo>
                  <a:lnTo>
                    <a:pt x="21" y="75"/>
                  </a:lnTo>
                  <a:lnTo>
                    <a:pt x="21" y="75"/>
                  </a:lnTo>
                  <a:lnTo>
                    <a:pt x="22" y="66"/>
                  </a:lnTo>
                  <a:lnTo>
                    <a:pt x="24" y="58"/>
                  </a:lnTo>
                  <a:lnTo>
                    <a:pt x="30" y="40"/>
                  </a:lnTo>
                  <a:lnTo>
                    <a:pt x="38" y="23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6" y="2"/>
                  </a:lnTo>
                  <a:lnTo>
                    <a:pt x="44" y="1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7" name="Freeform 856"/>
            <p:cNvSpPr/>
            <p:nvPr/>
          </p:nvSpPr>
          <p:spPr bwMode="auto">
            <a:xfrm>
              <a:off x="2606675" y="1308100"/>
              <a:ext cx="22225" cy="34925"/>
            </a:xfrm>
            <a:custGeom>
              <a:avLst/>
              <a:gdLst/>
              <a:ahLst/>
              <a:cxnLst>
                <a:cxn ang="0">
                  <a:pos x="33" y="1"/>
                </a:cxn>
                <a:cxn ang="0">
                  <a:pos x="33" y="1"/>
                </a:cxn>
                <a:cxn ang="0">
                  <a:pos x="27" y="8"/>
                </a:cxn>
                <a:cxn ang="0">
                  <a:pos x="22" y="14"/>
                </a:cxn>
                <a:cxn ang="0">
                  <a:pos x="13" y="29"/>
                </a:cxn>
                <a:cxn ang="0">
                  <a:pos x="6" y="4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2" y="65"/>
                </a:cxn>
                <a:cxn ang="0">
                  <a:pos x="3" y="66"/>
                </a:cxn>
                <a:cxn ang="0">
                  <a:pos x="5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9" y="63"/>
                </a:cxn>
                <a:cxn ang="0">
                  <a:pos x="14" y="48"/>
                </a:cxn>
                <a:cxn ang="0">
                  <a:pos x="21" y="34"/>
                </a:cxn>
                <a:cxn ang="0">
                  <a:pos x="30" y="21"/>
                </a:cxn>
                <a:cxn ang="0">
                  <a:pos x="34" y="14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40" y="6"/>
                </a:cxn>
                <a:cxn ang="0">
                  <a:pos x="41" y="5"/>
                </a:cxn>
                <a:cxn ang="0">
                  <a:pos x="40" y="3"/>
                </a:cxn>
                <a:cxn ang="0">
                  <a:pos x="39" y="2"/>
                </a:cxn>
                <a:cxn ang="0">
                  <a:pos x="38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3" y="1"/>
                </a:cxn>
              </a:cxnLst>
              <a:rect l="0" t="0" r="r" b="b"/>
              <a:pathLst>
                <a:path w="41" h="66">
                  <a:moveTo>
                    <a:pt x="33" y="1"/>
                  </a:moveTo>
                  <a:lnTo>
                    <a:pt x="33" y="1"/>
                  </a:lnTo>
                  <a:lnTo>
                    <a:pt x="27" y="8"/>
                  </a:lnTo>
                  <a:lnTo>
                    <a:pt x="22" y="14"/>
                  </a:lnTo>
                  <a:lnTo>
                    <a:pt x="13" y="29"/>
                  </a:lnTo>
                  <a:lnTo>
                    <a:pt x="6" y="44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2" y="65"/>
                  </a:lnTo>
                  <a:lnTo>
                    <a:pt x="3" y="66"/>
                  </a:lnTo>
                  <a:lnTo>
                    <a:pt x="5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9" y="63"/>
                  </a:lnTo>
                  <a:lnTo>
                    <a:pt x="14" y="48"/>
                  </a:lnTo>
                  <a:lnTo>
                    <a:pt x="21" y="34"/>
                  </a:lnTo>
                  <a:lnTo>
                    <a:pt x="30" y="21"/>
                  </a:lnTo>
                  <a:lnTo>
                    <a:pt x="34" y="14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40" y="6"/>
                  </a:lnTo>
                  <a:lnTo>
                    <a:pt x="41" y="5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8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8" name="Freeform 857"/>
            <p:cNvSpPr/>
            <p:nvPr/>
          </p:nvSpPr>
          <p:spPr bwMode="auto">
            <a:xfrm>
              <a:off x="2646363" y="1443038"/>
              <a:ext cx="19050" cy="41275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9" y="37"/>
                </a:cxn>
                <a:cxn ang="0">
                  <a:pos x="6" y="45"/>
                </a:cxn>
                <a:cxn ang="0">
                  <a:pos x="3" y="55"/>
                </a:cxn>
                <a:cxn ang="0">
                  <a:pos x="1" y="64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1" y="76"/>
                </a:cxn>
                <a:cxn ang="0">
                  <a:pos x="2" y="77"/>
                </a:cxn>
                <a:cxn ang="0">
                  <a:pos x="3" y="78"/>
                </a:cxn>
                <a:cxn ang="0">
                  <a:pos x="5" y="78"/>
                </a:cxn>
                <a:cxn ang="0">
                  <a:pos x="7" y="78"/>
                </a:cxn>
                <a:cxn ang="0">
                  <a:pos x="8" y="77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10" y="65"/>
                </a:cxn>
                <a:cxn ang="0">
                  <a:pos x="12" y="56"/>
                </a:cxn>
                <a:cxn ang="0">
                  <a:pos x="16" y="47"/>
                </a:cxn>
                <a:cxn ang="0">
                  <a:pos x="19" y="39"/>
                </a:cxn>
                <a:cxn ang="0">
                  <a:pos x="26" y="23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2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5" h="78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9" y="37"/>
                  </a:lnTo>
                  <a:lnTo>
                    <a:pt x="6" y="45"/>
                  </a:lnTo>
                  <a:lnTo>
                    <a:pt x="3" y="55"/>
                  </a:lnTo>
                  <a:lnTo>
                    <a:pt x="1" y="6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1" y="76"/>
                  </a:lnTo>
                  <a:lnTo>
                    <a:pt x="2" y="77"/>
                  </a:lnTo>
                  <a:lnTo>
                    <a:pt x="3" y="78"/>
                  </a:lnTo>
                  <a:lnTo>
                    <a:pt x="5" y="78"/>
                  </a:lnTo>
                  <a:lnTo>
                    <a:pt x="7" y="78"/>
                  </a:lnTo>
                  <a:lnTo>
                    <a:pt x="8" y="77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65"/>
                  </a:lnTo>
                  <a:lnTo>
                    <a:pt x="12" y="56"/>
                  </a:lnTo>
                  <a:lnTo>
                    <a:pt x="16" y="47"/>
                  </a:lnTo>
                  <a:lnTo>
                    <a:pt x="19" y="39"/>
                  </a:lnTo>
                  <a:lnTo>
                    <a:pt x="26" y="23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29" name="Freeform 858"/>
            <p:cNvSpPr/>
            <p:nvPr/>
          </p:nvSpPr>
          <p:spPr bwMode="auto">
            <a:xfrm>
              <a:off x="2684463" y="1452563"/>
              <a:ext cx="17463" cy="34925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7" y="15"/>
                </a:cxn>
                <a:cxn ang="0">
                  <a:pos x="9" y="30"/>
                </a:cxn>
                <a:cxn ang="0">
                  <a:pos x="5" y="37"/>
                </a:cxn>
                <a:cxn ang="0">
                  <a:pos x="2" y="44"/>
                </a:cxn>
                <a:cxn ang="0">
                  <a:pos x="1" y="52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1" y="64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7" y="65"/>
                </a:cxn>
                <a:cxn ang="0">
                  <a:pos x="8" y="64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11" y="53"/>
                </a:cxn>
                <a:cxn ang="0">
                  <a:pos x="12" y="46"/>
                </a:cxn>
                <a:cxn ang="0">
                  <a:pos x="15" y="39"/>
                </a:cxn>
                <a:cxn ang="0">
                  <a:pos x="18" y="32"/>
                </a:cxn>
                <a:cxn ang="0">
                  <a:pos x="26" y="18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4" y="4"/>
                </a:cxn>
                <a:cxn ang="0">
                  <a:pos x="34" y="3"/>
                </a:cxn>
                <a:cxn ang="0">
                  <a:pos x="34" y="1"/>
                </a:cxn>
                <a:cxn ang="0">
                  <a:pos x="32" y="0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65">
                  <a:moveTo>
                    <a:pt x="26" y="2"/>
                  </a:moveTo>
                  <a:lnTo>
                    <a:pt x="26" y="2"/>
                  </a:lnTo>
                  <a:lnTo>
                    <a:pt x="17" y="15"/>
                  </a:lnTo>
                  <a:lnTo>
                    <a:pt x="9" y="30"/>
                  </a:lnTo>
                  <a:lnTo>
                    <a:pt x="5" y="37"/>
                  </a:lnTo>
                  <a:lnTo>
                    <a:pt x="2" y="44"/>
                  </a:lnTo>
                  <a:lnTo>
                    <a:pt x="1" y="52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7" y="65"/>
                  </a:lnTo>
                  <a:lnTo>
                    <a:pt x="8" y="64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1" y="53"/>
                  </a:lnTo>
                  <a:lnTo>
                    <a:pt x="12" y="46"/>
                  </a:lnTo>
                  <a:lnTo>
                    <a:pt x="15" y="39"/>
                  </a:lnTo>
                  <a:lnTo>
                    <a:pt x="18" y="32"/>
                  </a:lnTo>
                  <a:lnTo>
                    <a:pt x="26" y="18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4" y="4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0" name="Freeform 859"/>
            <p:cNvSpPr/>
            <p:nvPr/>
          </p:nvSpPr>
          <p:spPr bwMode="auto">
            <a:xfrm>
              <a:off x="2724150" y="1473200"/>
              <a:ext cx="4763" cy="111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9"/>
                </a:cxn>
                <a:cxn ang="0">
                  <a:pos x="2" y="20"/>
                </a:cxn>
                <a:cxn ang="0">
                  <a:pos x="3" y="21"/>
                </a:cxn>
                <a:cxn ang="0">
                  <a:pos x="5" y="21"/>
                </a:cxn>
                <a:cxn ang="0">
                  <a:pos x="6" y="21"/>
                </a:cxn>
                <a:cxn ang="0">
                  <a:pos x="8" y="20"/>
                </a:cxn>
                <a:cxn ang="0">
                  <a:pos x="9" y="19"/>
                </a:cxn>
                <a:cxn ang="0">
                  <a:pos x="9" y="1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21">
                  <a:moveTo>
                    <a:pt x="0" y="5"/>
                  </a:moveTo>
                  <a:lnTo>
                    <a:pt x="0" y="17"/>
                  </a:lnTo>
                  <a:lnTo>
                    <a:pt x="0" y="17"/>
                  </a:lnTo>
                  <a:lnTo>
                    <a:pt x="1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6" y="21"/>
                  </a:lnTo>
                  <a:lnTo>
                    <a:pt x="8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1" name="Freeform 860"/>
            <p:cNvSpPr/>
            <p:nvPr/>
          </p:nvSpPr>
          <p:spPr bwMode="auto">
            <a:xfrm>
              <a:off x="2386013" y="1473200"/>
              <a:ext cx="15875" cy="47625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5"/>
                </a:cxn>
                <a:cxn ang="0">
                  <a:pos x="18" y="15"/>
                </a:cxn>
                <a:cxn ang="0">
                  <a:pos x="16" y="26"/>
                </a:cxn>
                <a:cxn ang="0">
                  <a:pos x="10" y="45"/>
                </a:cxn>
                <a:cxn ang="0">
                  <a:pos x="3" y="66"/>
                </a:cxn>
                <a:cxn ang="0">
                  <a:pos x="1" y="76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0" y="89"/>
                </a:cxn>
                <a:cxn ang="0">
                  <a:pos x="1" y="91"/>
                </a:cxn>
                <a:cxn ang="0">
                  <a:pos x="3" y="91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9" y="91"/>
                </a:cxn>
                <a:cxn ang="0">
                  <a:pos x="10" y="89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1" y="76"/>
                </a:cxn>
                <a:cxn ang="0">
                  <a:pos x="13" y="66"/>
                </a:cxn>
                <a:cxn ang="0">
                  <a:pos x="19" y="45"/>
                </a:cxn>
                <a:cxn ang="0">
                  <a:pos x="25" y="26"/>
                </a:cxn>
                <a:cxn ang="0">
                  <a:pos x="27" y="15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29" h="92">
                  <a:moveTo>
                    <a:pt x="19" y="5"/>
                  </a:moveTo>
                  <a:lnTo>
                    <a:pt x="19" y="5"/>
                  </a:lnTo>
                  <a:lnTo>
                    <a:pt x="18" y="15"/>
                  </a:lnTo>
                  <a:lnTo>
                    <a:pt x="16" y="26"/>
                  </a:lnTo>
                  <a:lnTo>
                    <a:pt x="10" y="45"/>
                  </a:lnTo>
                  <a:lnTo>
                    <a:pt x="3" y="66"/>
                  </a:lnTo>
                  <a:lnTo>
                    <a:pt x="1" y="7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1"/>
                  </a:lnTo>
                  <a:lnTo>
                    <a:pt x="3" y="91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9" y="91"/>
                  </a:lnTo>
                  <a:lnTo>
                    <a:pt x="10" y="89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1" y="76"/>
                  </a:lnTo>
                  <a:lnTo>
                    <a:pt x="13" y="66"/>
                  </a:lnTo>
                  <a:lnTo>
                    <a:pt x="19" y="45"/>
                  </a:lnTo>
                  <a:lnTo>
                    <a:pt x="25" y="26"/>
                  </a:lnTo>
                  <a:lnTo>
                    <a:pt x="27" y="15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2" name="Freeform 861"/>
            <p:cNvSpPr/>
            <p:nvPr/>
          </p:nvSpPr>
          <p:spPr bwMode="auto">
            <a:xfrm>
              <a:off x="2422525" y="1492250"/>
              <a:ext cx="12700" cy="31750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3" y="3"/>
                </a:cxn>
                <a:cxn ang="0">
                  <a:pos x="5" y="29"/>
                </a:cxn>
                <a:cxn ang="0">
                  <a:pos x="2" y="41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57"/>
                </a:cxn>
                <a:cxn ang="0">
                  <a:pos x="2" y="59"/>
                </a:cxn>
                <a:cxn ang="0">
                  <a:pos x="3" y="59"/>
                </a:cxn>
                <a:cxn ang="0">
                  <a:pos x="5" y="60"/>
                </a:cxn>
                <a:cxn ang="0">
                  <a:pos x="6" y="59"/>
                </a:cxn>
                <a:cxn ang="0">
                  <a:pos x="8" y="59"/>
                </a:cxn>
                <a:cxn ang="0">
                  <a:pos x="9" y="57"/>
                </a:cxn>
                <a:cxn ang="0">
                  <a:pos x="9" y="55"/>
                </a:cxn>
                <a:cxn ang="0">
                  <a:pos x="9" y="55"/>
                </a:cxn>
                <a:cxn ang="0">
                  <a:pos x="11" y="42"/>
                </a:cxn>
                <a:cxn ang="0">
                  <a:pos x="14" y="30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1" y="2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22" h="60">
                  <a:moveTo>
                    <a:pt x="13" y="3"/>
                  </a:moveTo>
                  <a:lnTo>
                    <a:pt x="13" y="3"/>
                  </a:lnTo>
                  <a:lnTo>
                    <a:pt x="5" y="29"/>
                  </a:lnTo>
                  <a:lnTo>
                    <a:pt x="2" y="4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7"/>
                  </a:lnTo>
                  <a:lnTo>
                    <a:pt x="2" y="59"/>
                  </a:lnTo>
                  <a:lnTo>
                    <a:pt x="3" y="59"/>
                  </a:lnTo>
                  <a:lnTo>
                    <a:pt x="5" y="60"/>
                  </a:lnTo>
                  <a:lnTo>
                    <a:pt x="6" y="59"/>
                  </a:lnTo>
                  <a:lnTo>
                    <a:pt x="8" y="59"/>
                  </a:lnTo>
                  <a:lnTo>
                    <a:pt x="9" y="57"/>
                  </a:lnTo>
                  <a:lnTo>
                    <a:pt x="9" y="55"/>
                  </a:lnTo>
                  <a:lnTo>
                    <a:pt x="9" y="55"/>
                  </a:lnTo>
                  <a:lnTo>
                    <a:pt x="11" y="42"/>
                  </a:lnTo>
                  <a:lnTo>
                    <a:pt x="14" y="3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1" y="2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3" name="Freeform 862"/>
            <p:cNvSpPr/>
            <p:nvPr/>
          </p:nvSpPr>
          <p:spPr bwMode="auto">
            <a:xfrm>
              <a:off x="2322513" y="1298575"/>
              <a:ext cx="19050" cy="476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3" y="16"/>
                </a:cxn>
                <a:cxn ang="0">
                  <a:pos x="20" y="26"/>
                </a:cxn>
                <a:cxn ang="0">
                  <a:pos x="16" y="35"/>
                </a:cxn>
                <a:cxn ang="0">
                  <a:pos x="12" y="46"/>
                </a:cxn>
                <a:cxn ang="0">
                  <a:pos x="7" y="55"/>
                </a:cxn>
                <a:cxn ang="0">
                  <a:pos x="4" y="65"/>
                </a:cxn>
                <a:cxn ang="0">
                  <a:pos x="1" y="76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0" y="89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7" y="90"/>
                </a:cxn>
                <a:cxn ang="0">
                  <a:pos x="8" y="89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0" y="76"/>
                </a:cxn>
                <a:cxn ang="0">
                  <a:pos x="13" y="65"/>
                </a:cxn>
                <a:cxn ang="0">
                  <a:pos x="17" y="55"/>
                </a:cxn>
                <a:cxn ang="0">
                  <a:pos x="21" y="46"/>
                </a:cxn>
                <a:cxn ang="0">
                  <a:pos x="25" y="35"/>
                </a:cxn>
                <a:cxn ang="0">
                  <a:pos x="30" y="26"/>
                </a:cxn>
                <a:cxn ang="0">
                  <a:pos x="33" y="16"/>
                </a:cxn>
                <a:cxn ang="0">
                  <a:pos x="34" y="4"/>
                </a:cxn>
                <a:cxn ang="0">
                  <a:pos x="34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7" y="0"/>
                </a:cxn>
                <a:cxn ang="0">
                  <a:pos x="26" y="1"/>
                </a:cxn>
                <a:cxn ang="0">
                  <a:pos x="25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4" h="91">
                  <a:moveTo>
                    <a:pt x="24" y="4"/>
                  </a:moveTo>
                  <a:lnTo>
                    <a:pt x="24" y="4"/>
                  </a:lnTo>
                  <a:lnTo>
                    <a:pt x="23" y="16"/>
                  </a:lnTo>
                  <a:lnTo>
                    <a:pt x="20" y="26"/>
                  </a:lnTo>
                  <a:lnTo>
                    <a:pt x="16" y="35"/>
                  </a:lnTo>
                  <a:lnTo>
                    <a:pt x="12" y="46"/>
                  </a:lnTo>
                  <a:lnTo>
                    <a:pt x="7" y="55"/>
                  </a:lnTo>
                  <a:lnTo>
                    <a:pt x="4" y="65"/>
                  </a:lnTo>
                  <a:lnTo>
                    <a:pt x="1" y="7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7" y="90"/>
                  </a:lnTo>
                  <a:lnTo>
                    <a:pt x="8" y="89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0" y="76"/>
                  </a:lnTo>
                  <a:lnTo>
                    <a:pt x="13" y="65"/>
                  </a:lnTo>
                  <a:lnTo>
                    <a:pt x="17" y="55"/>
                  </a:lnTo>
                  <a:lnTo>
                    <a:pt x="21" y="46"/>
                  </a:lnTo>
                  <a:lnTo>
                    <a:pt x="25" y="35"/>
                  </a:lnTo>
                  <a:lnTo>
                    <a:pt x="30" y="26"/>
                  </a:lnTo>
                  <a:lnTo>
                    <a:pt x="33" y="16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6" y="1"/>
                  </a:lnTo>
                  <a:lnTo>
                    <a:pt x="25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4" name="Freeform 863"/>
            <p:cNvSpPr/>
            <p:nvPr/>
          </p:nvSpPr>
          <p:spPr bwMode="auto">
            <a:xfrm>
              <a:off x="2355850" y="1304925"/>
              <a:ext cx="22225" cy="34925"/>
            </a:xfrm>
            <a:custGeom>
              <a:avLst/>
              <a:gdLst/>
              <a:ahLst/>
              <a:cxnLst>
                <a:cxn ang="0">
                  <a:pos x="32" y="2"/>
                </a:cxn>
                <a:cxn ang="0">
                  <a:pos x="32" y="2"/>
                </a:cxn>
                <a:cxn ang="0">
                  <a:pos x="21" y="16"/>
                </a:cxn>
                <a:cxn ang="0">
                  <a:pos x="11" y="30"/>
                </a:cxn>
                <a:cxn ang="0">
                  <a:pos x="7" y="37"/>
                </a:cxn>
                <a:cxn ang="0">
                  <a:pos x="4" y="45"/>
                </a:cxn>
                <a:cxn ang="0">
                  <a:pos x="1" y="52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4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7" y="65"/>
                </a:cxn>
                <a:cxn ang="0">
                  <a:pos x="9" y="64"/>
                </a:cxn>
                <a:cxn ang="0">
                  <a:pos x="9" y="62"/>
                </a:cxn>
                <a:cxn ang="0">
                  <a:pos x="9" y="62"/>
                </a:cxn>
                <a:cxn ang="0">
                  <a:pos x="10" y="53"/>
                </a:cxn>
                <a:cxn ang="0">
                  <a:pos x="13" y="46"/>
                </a:cxn>
                <a:cxn ang="0">
                  <a:pos x="16" y="39"/>
                </a:cxn>
                <a:cxn ang="0">
                  <a:pos x="20" y="33"/>
                </a:cxn>
                <a:cxn ang="0">
                  <a:pos x="31" y="19"/>
                </a:cxn>
                <a:cxn ang="0">
                  <a:pos x="40" y="7"/>
                </a:cxn>
                <a:cxn ang="0">
                  <a:pos x="40" y="7"/>
                </a:cxn>
                <a:cxn ang="0">
                  <a:pos x="41" y="5"/>
                </a:cxn>
                <a:cxn ang="0">
                  <a:pos x="41" y="3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4" y="1"/>
                </a:cxn>
                <a:cxn ang="0">
                  <a:pos x="32" y="2"/>
                </a:cxn>
                <a:cxn ang="0">
                  <a:pos x="32" y="2"/>
                </a:cxn>
              </a:cxnLst>
              <a:rect l="0" t="0" r="r" b="b"/>
              <a:pathLst>
                <a:path w="41" h="66">
                  <a:moveTo>
                    <a:pt x="32" y="2"/>
                  </a:moveTo>
                  <a:lnTo>
                    <a:pt x="32" y="2"/>
                  </a:lnTo>
                  <a:lnTo>
                    <a:pt x="21" y="16"/>
                  </a:lnTo>
                  <a:lnTo>
                    <a:pt x="11" y="30"/>
                  </a:lnTo>
                  <a:lnTo>
                    <a:pt x="7" y="37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4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7" y="65"/>
                  </a:lnTo>
                  <a:lnTo>
                    <a:pt x="9" y="64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0" y="53"/>
                  </a:lnTo>
                  <a:lnTo>
                    <a:pt x="13" y="46"/>
                  </a:lnTo>
                  <a:lnTo>
                    <a:pt x="16" y="39"/>
                  </a:lnTo>
                  <a:lnTo>
                    <a:pt x="20" y="33"/>
                  </a:lnTo>
                  <a:lnTo>
                    <a:pt x="31" y="19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1" y="5"/>
                  </a:lnTo>
                  <a:lnTo>
                    <a:pt x="41" y="3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1"/>
                  </a:lnTo>
                  <a:lnTo>
                    <a:pt x="32" y="2"/>
                  </a:lnTo>
                  <a:lnTo>
                    <a:pt x="3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5" name="Freeform 864"/>
            <p:cNvSpPr/>
            <p:nvPr/>
          </p:nvSpPr>
          <p:spPr bwMode="auto">
            <a:xfrm>
              <a:off x="2382838" y="1314450"/>
              <a:ext cx="22225" cy="42863"/>
            </a:xfrm>
            <a:custGeom>
              <a:avLst/>
              <a:gdLst/>
              <a:ahLst/>
              <a:cxnLst>
                <a:cxn ang="0">
                  <a:pos x="40" y="4"/>
                </a:cxn>
                <a:cxn ang="0">
                  <a:pos x="40" y="4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7" y="0"/>
                </a:cxn>
                <a:cxn ang="0">
                  <a:pos x="35" y="1"/>
                </a:cxn>
                <a:cxn ang="0">
                  <a:pos x="32" y="3"/>
                </a:cxn>
                <a:cxn ang="0">
                  <a:pos x="32" y="4"/>
                </a:cxn>
                <a:cxn ang="0">
                  <a:pos x="32" y="6"/>
                </a:cxn>
                <a:cxn ang="0">
                  <a:pos x="32" y="6"/>
                </a:cxn>
                <a:cxn ang="0">
                  <a:pos x="32" y="12"/>
                </a:cxn>
                <a:cxn ang="0">
                  <a:pos x="31" y="18"/>
                </a:cxn>
                <a:cxn ang="0">
                  <a:pos x="29" y="22"/>
                </a:cxn>
                <a:cxn ang="0">
                  <a:pos x="27" y="27"/>
                </a:cxn>
                <a:cxn ang="0">
                  <a:pos x="20" y="36"/>
                </a:cxn>
                <a:cxn ang="0">
                  <a:pos x="14" y="45"/>
                </a:cxn>
                <a:cxn ang="0">
                  <a:pos x="14" y="45"/>
                </a:cxn>
                <a:cxn ang="0">
                  <a:pos x="8" y="52"/>
                </a:cxn>
                <a:cxn ang="0">
                  <a:pos x="4" y="59"/>
                </a:cxn>
                <a:cxn ang="0">
                  <a:pos x="1" y="66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0" y="77"/>
                </a:cxn>
                <a:cxn ang="0">
                  <a:pos x="1" y="79"/>
                </a:cxn>
                <a:cxn ang="0">
                  <a:pos x="3" y="79"/>
                </a:cxn>
                <a:cxn ang="0">
                  <a:pos x="4" y="80"/>
                </a:cxn>
                <a:cxn ang="0">
                  <a:pos x="6" y="79"/>
                </a:cxn>
                <a:cxn ang="0">
                  <a:pos x="7" y="79"/>
                </a:cxn>
                <a:cxn ang="0">
                  <a:pos x="9" y="77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69"/>
                </a:cxn>
                <a:cxn ang="0">
                  <a:pos x="12" y="65"/>
                </a:cxn>
                <a:cxn ang="0">
                  <a:pos x="16" y="56"/>
                </a:cxn>
                <a:cxn ang="0">
                  <a:pos x="22" y="49"/>
                </a:cxn>
                <a:cxn ang="0">
                  <a:pos x="28" y="41"/>
                </a:cxn>
                <a:cxn ang="0">
                  <a:pos x="34" y="32"/>
                </a:cxn>
                <a:cxn ang="0">
                  <a:pos x="38" y="24"/>
                </a:cxn>
                <a:cxn ang="0">
                  <a:pos x="40" y="20"/>
                </a:cxn>
                <a:cxn ang="0">
                  <a:pos x="42" y="15"/>
                </a:cxn>
                <a:cxn ang="0">
                  <a:pos x="42" y="10"/>
                </a:cxn>
                <a:cxn ang="0">
                  <a:pos x="40" y="4"/>
                </a:cxn>
                <a:cxn ang="0">
                  <a:pos x="40" y="4"/>
                </a:cxn>
              </a:cxnLst>
              <a:rect l="0" t="0" r="r" b="b"/>
              <a:pathLst>
                <a:path w="42" h="80">
                  <a:moveTo>
                    <a:pt x="40" y="4"/>
                  </a:moveTo>
                  <a:lnTo>
                    <a:pt x="40" y="4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5" y="1"/>
                  </a:lnTo>
                  <a:lnTo>
                    <a:pt x="32" y="3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12"/>
                  </a:lnTo>
                  <a:lnTo>
                    <a:pt x="31" y="18"/>
                  </a:lnTo>
                  <a:lnTo>
                    <a:pt x="29" y="22"/>
                  </a:lnTo>
                  <a:lnTo>
                    <a:pt x="27" y="27"/>
                  </a:lnTo>
                  <a:lnTo>
                    <a:pt x="20" y="3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8" y="52"/>
                  </a:lnTo>
                  <a:lnTo>
                    <a:pt x="4" y="59"/>
                  </a:lnTo>
                  <a:lnTo>
                    <a:pt x="1" y="66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7"/>
                  </a:lnTo>
                  <a:lnTo>
                    <a:pt x="1" y="79"/>
                  </a:lnTo>
                  <a:lnTo>
                    <a:pt x="3" y="79"/>
                  </a:lnTo>
                  <a:lnTo>
                    <a:pt x="4" y="80"/>
                  </a:lnTo>
                  <a:lnTo>
                    <a:pt x="6" y="79"/>
                  </a:lnTo>
                  <a:lnTo>
                    <a:pt x="7" y="79"/>
                  </a:lnTo>
                  <a:lnTo>
                    <a:pt x="9" y="77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6" y="56"/>
                  </a:lnTo>
                  <a:lnTo>
                    <a:pt x="22" y="49"/>
                  </a:lnTo>
                  <a:lnTo>
                    <a:pt x="28" y="41"/>
                  </a:lnTo>
                  <a:lnTo>
                    <a:pt x="34" y="32"/>
                  </a:lnTo>
                  <a:lnTo>
                    <a:pt x="38" y="24"/>
                  </a:lnTo>
                  <a:lnTo>
                    <a:pt x="40" y="20"/>
                  </a:lnTo>
                  <a:lnTo>
                    <a:pt x="42" y="15"/>
                  </a:lnTo>
                  <a:lnTo>
                    <a:pt x="42" y="10"/>
                  </a:lnTo>
                  <a:lnTo>
                    <a:pt x="40" y="4"/>
                  </a:lnTo>
                  <a:lnTo>
                    <a:pt x="4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6" name="Freeform 865"/>
            <p:cNvSpPr>
              <a:spLocks noEditPoints="1"/>
            </p:cNvSpPr>
            <p:nvPr/>
          </p:nvSpPr>
          <p:spPr bwMode="auto">
            <a:xfrm>
              <a:off x="2159000" y="1141413"/>
              <a:ext cx="739775" cy="723900"/>
            </a:xfrm>
            <a:custGeom>
              <a:avLst/>
              <a:gdLst/>
              <a:ahLst/>
              <a:cxnLst>
                <a:cxn ang="0">
                  <a:pos x="761" y="1352"/>
                </a:cxn>
                <a:cxn ang="0">
                  <a:pos x="683" y="1296"/>
                </a:cxn>
                <a:cxn ang="0">
                  <a:pos x="639" y="1242"/>
                </a:cxn>
                <a:cxn ang="0">
                  <a:pos x="406" y="1019"/>
                </a:cxn>
                <a:cxn ang="0">
                  <a:pos x="260" y="865"/>
                </a:cxn>
                <a:cxn ang="0">
                  <a:pos x="75" y="672"/>
                </a:cxn>
                <a:cxn ang="0">
                  <a:pos x="27" y="609"/>
                </a:cxn>
                <a:cxn ang="0">
                  <a:pos x="0" y="518"/>
                </a:cxn>
                <a:cxn ang="0">
                  <a:pos x="17" y="455"/>
                </a:cxn>
                <a:cxn ang="0">
                  <a:pos x="61" y="408"/>
                </a:cxn>
                <a:cxn ang="0">
                  <a:pos x="168" y="302"/>
                </a:cxn>
                <a:cxn ang="0">
                  <a:pos x="410" y="87"/>
                </a:cxn>
                <a:cxn ang="0">
                  <a:pos x="502" y="26"/>
                </a:cxn>
                <a:cxn ang="0">
                  <a:pos x="539" y="10"/>
                </a:cxn>
                <a:cxn ang="0">
                  <a:pos x="629" y="2"/>
                </a:cxn>
                <a:cxn ang="0">
                  <a:pos x="689" y="28"/>
                </a:cxn>
                <a:cxn ang="0">
                  <a:pos x="702" y="36"/>
                </a:cxn>
                <a:cxn ang="0">
                  <a:pos x="755" y="111"/>
                </a:cxn>
                <a:cxn ang="0">
                  <a:pos x="937" y="297"/>
                </a:cxn>
                <a:cxn ang="0">
                  <a:pos x="1223" y="573"/>
                </a:cxn>
                <a:cxn ang="0">
                  <a:pos x="1358" y="690"/>
                </a:cxn>
                <a:cxn ang="0">
                  <a:pos x="1386" y="724"/>
                </a:cxn>
                <a:cxn ang="0">
                  <a:pos x="1395" y="808"/>
                </a:cxn>
                <a:cxn ang="0">
                  <a:pos x="1359" y="882"/>
                </a:cxn>
                <a:cxn ang="0">
                  <a:pos x="1337" y="913"/>
                </a:cxn>
                <a:cxn ang="0">
                  <a:pos x="1217" y="1073"/>
                </a:cxn>
                <a:cxn ang="0">
                  <a:pos x="1134" y="1163"/>
                </a:cxn>
                <a:cxn ang="0">
                  <a:pos x="1026" y="1243"/>
                </a:cxn>
                <a:cxn ang="0">
                  <a:pos x="1018" y="1257"/>
                </a:cxn>
                <a:cxn ang="0">
                  <a:pos x="997" y="1285"/>
                </a:cxn>
                <a:cxn ang="0">
                  <a:pos x="980" y="1304"/>
                </a:cxn>
                <a:cxn ang="0">
                  <a:pos x="937" y="1331"/>
                </a:cxn>
                <a:cxn ang="0">
                  <a:pos x="850" y="1366"/>
                </a:cxn>
                <a:cxn ang="0">
                  <a:pos x="601" y="41"/>
                </a:cxn>
                <a:cxn ang="0">
                  <a:pos x="532" y="57"/>
                </a:cxn>
                <a:cxn ang="0">
                  <a:pos x="355" y="185"/>
                </a:cxn>
                <a:cxn ang="0">
                  <a:pos x="95" y="433"/>
                </a:cxn>
                <a:cxn ang="0">
                  <a:pos x="82" y="444"/>
                </a:cxn>
                <a:cxn ang="0">
                  <a:pos x="49" y="479"/>
                </a:cxn>
                <a:cxn ang="0">
                  <a:pos x="41" y="529"/>
                </a:cxn>
                <a:cxn ang="0">
                  <a:pos x="66" y="595"/>
                </a:cxn>
                <a:cxn ang="0">
                  <a:pos x="127" y="658"/>
                </a:cxn>
                <a:cxn ang="0">
                  <a:pos x="136" y="677"/>
                </a:cxn>
                <a:cxn ang="0">
                  <a:pos x="390" y="944"/>
                </a:cxn>
                <a:cxn ang="0">
                  <a:pos x="574" y="1119"/>
                </a:cxn>
                <a:cxn ang="0">
                  <a:pos x="714" y="1263"/>
                </a:cxn>
                <a:cxn ang="0">
                  <a:pos x="748" y="1294"/>
                </a:cxn>
                <a:cxn ang="0">
                  <a:pos x="829" y="1321"/>
                </a:cxn>
                <a:cxn ang="0">
                  <a:pos x="918" y="1290"/>
                </a:cxn>
                <a:cxn ang="0">
                  <a:pos x="991" y="1224"/>
                </a:cxn>
                <a:cxn ang="0">
                  <a:pos x="1081" y="1153"/>
                </a:cxn>
                <a:cxn ang="0">
                  <a:pos x="1195" y="1033"/>
                </a:cxn>
                <a:cxn ang="0">
                  <a:pos x="1286" y="908"/>
                </a:cxn>
                <a:cxn ang="0">
                  <a:pos x="1295" y="888"/>
                </a:cxn>
                <a:cxn ang="0">
                  <a:pos x="1336" y="843"/>
                </a:cxn>
                <a:cxn ang="0">
                  <a:pos x="1358" y="782"/>
                </a:cxn>
                <a:cxn ang="0">
                  <a:pos x="1344" y="735"/>
                </a:cxn>
                <a:cxn ang="0">
                  <a:pos x="1233" y="639"/>
                </a:cxn>
                <a:cxn ang="0">
                  <a:pos x="949" y="365"/>
                </a:cxn>
                <a:cxn ang="0">
                  <a:pos x="782" y="204"/>
                </a:cxn>
                <a:cxn ang="0">
                  <a:pos x="676" y="75"/>
                </a:cxn>
                <a:cxn ang="0">
                  <a:pos x="649" y="52"/>
                </a:cxn>
                <a:cxn ang="0">
                  <a:pos x="601" y="41"/>
                </a:cxn>
              </a:cxnLst>
              <a:rect l="0" t="0" r="r" b="b"/>
              <a:pathLst>
                <a:path w="1398" h="1368">
                  <a:moveTo>
                    <a:pt x="829" y="1368"/>
                  </a:moveTo>
                  <a:lnTo>
                    <a:pt x="829" y="1368"/>
                  </a:lnTo>
                  <a:lnTo>
                    <a:pt x="813" y="1367"/>
                  </a:lnTo>
                  <a:lnTo>
                    <a:pt x="796" y="1364"/>
                  </a:lnTo>
                  <a:lnTo>
                    <a:pt x="779" y="1359"/>
                  </a:lnTo>
                  <a:lnTo>
                    <a:pt x="761" y="1352"/>
                  </a:lnTo>
                  <a:lnTo>
                    <a:pt x="743" y="1343"/>
                  </a:lnTo>
                  <a:lnTo>
                    <a:pt x="726" y="1330"/>
                  </a:lnTo>
                  <a:lnTo>
                    <a:pt x="707" y="1317"/>
                  </a:lnTo>
                  <a:lnTo>
                    <a:pt x="688" y="1300"/>
                  </a:lnTo>
                  <a:lnTo>
                    <a:pt x="688" y="1300"/>
                  </a:lnTo>
                  <a:lnTo>
                    <a:pt x="683" y="1296"/>
                  </a:lnTo>
                  <a:lnTo>
                    <a:pt x="681" y="1291"/>
                  </a:lnTo>
                  <a:lnTo>
                    <a:pt x="681" y="1288"/>
                  </a:lnTo>
                  <a:lnTo>
                    <a:pt x="679" y="1286"/>
                  </a:lnTo>
                  <a:lnTo>
                    <a:pt x="679" y="1286"/>
                  </a:lnTo>
                  <a:lnTo>
                    <a:pt x="659" y="1264"/>
                  </a:lnTo>
                  <a:lnTo>
                    <a:pt x="639" y="1242"/>
                  </a:lnTo>
                  <a:lnTo>
                    <a:pt x="597" y="1201"/>
                  </a:lnTo>
                  <a:lnTo>
                    <a:pt x="554" y="1161"/>
                  </a:lnTo>
                  <a:lnTo>
                    <a:pt x="512" y="1122"/>
                  </a:lnTo>
                  <a:lnTo>
                    <a:pt x="512" y="1122"/>
                  </a:lnTo>
                  <a:lnTo>
                    <a:pt x="441" y="1054"/>
                  </a:lnTo>
                  <a:lnTo>
                    <a:pt x="406" y="1019"/>
                  </a:lnTo>
                  <a:lnTo>
                    <a:pt x="372" y="984"/>
                  </a:lnTo>
                  <a:lnTo>
                    <a:pt x="372" y="984"/>
                  </a:lnTo>
                  <a:lnTo>
                    <a:pt x="322" y="930"/>
                  </a:lnTo>
                  <a:lnTo>
                    <a:pt x="318" y="926"/>
                  </a:lnTo>
                  <a:lnTo>
                    <a:pt x="318" y="926"/>
                  </a:lnTo>
                  <a:lnTo>
                    <a:pt x="260" y="865"/>
                  </a:lnTo>
                  <a:lnTo>
                    <a:pt x="201" y="803"/>
                  </a:lnTo>
                  <a:lnTo>
                    <a:pt x="142" y="742"/>
                  </a:lnTo>
                  <a:lnTo>
                    <a:pt x="81" y="683"/>
                  </a:lnTo>
                  <a:lnTo>
                    <a:pt x="81" y="683"/>
                  </a:lnTo>
                  <a:lnTo>
                    <a:pt x="77" y="677"/>
                  </a:lnTo>
                  <a:lnTo>
                    <a:pt x="75" y="672"/>
                  </a:lnTo>
                  <a:lnTo>
                    <a:pt x="74" y="669"/>
                  </a:lnTo>
                  <a:lnTo>
                    <a:pt x="72" y="666"/>
                  </a:lnTo>
                  <a:lnTo>
                    <a:pt x="72" y="666"/>
                  </a:lnTo>
                  <a:lnTo>
                    <a:pt x="54" y="647"/>
                  </a:lnTo>
                  <a:lnTo>
                    <a:pt x="40" y="629"/>
                  </a:lnTo>
                  <a:lnTo>
                    <a:pt x="27" y="609"/>
                  </a:lnTo>
                  <a:lnTo>
                    <a:pt x="16" y="589"/>
                  </a:lnTo>
                  <a:lnTo>
                    <a:pt x="9" y="569"/>
                  </a:lnTo>
                  <a:lnTo>
                    <a:pt x="3" y="548"/>
                  </a:lnTo>
                  <a:lnTo>
                    <a:pt x="2" y="538"/>
                  </a:lnTo>
                  <a:lnTo>
                    <a:pt x="1" y="528"/>
                  </a:lnTo>
                  <a:lnTo>
                    <a:pt x="0" y="518"/>
                  </a:lnTo>
                  <a:lnTo>
                    <a:pt x="1" y="508"/>
                  </a:lnTo>
                  <a:lnTo>
                    <a:pt x="1" y="508"/>
                  </a:lnTo>
                  <a:lnTo>
                    <a:pt x="2" y="495"/>
                  </a:lnTo>
                  <a:lnTo>
                    <a:pt x="6" y="480"/>
                  </a:lnTo>
                  <a:lnTo>
                    <a:pt x="10" y="468"/>
                  </a:lnTo>
                  <a:lnTo>
                    <a:pt x="17" y="455"/>
                  </a:lnTo>
                  <a:lnTo>
                    <a:pt x="24" y="443"/>
                  </a:lnTo>
                  <a:lnTo>
                    <a:pt x="34" y="432"/>
                  </a:lnTo>
                  <a:lnTo>
                    <a:pt x="45" y="421"/>
                  </a:lnTo>
                  <a:lnTo>
                    <a:pt x="58" y="411"/>
                  </a:lnTo>
                  <a:lnTo>
                    <a:pt x="60" y="410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5" y="403"/>
                  </a:lnTo>
                  <a:lnTo>
                    <a:pt x="65" y="403"/>
                  </a:lnTo>
                  <a:lnTo>
                    <a:pt x="116" y="353"/>
                  </a:lnTo>
                  <a:lnTo>
                    <a:pt x="168" y="303"/>
                  </a:lnTo>
                  <a:lnTo>
                    <a:pt x="168" y="302"/>
                  </a:lnTo>
                  <a:lnTo>
                    <a:pt x="168" y="302"/>
                  </a:lnTo>
                  <a:lnTo>
                    <a:pt x="246" y="228"/>
                  </a:lnTo>
                  <a:lnTo>
                    <a:pt x="286" y="191"/>
                  </a:lnTo>
                  <a:lnTo>
                    <a:pt x="326" y="155"/>
                  </a:lnTo>
                  <a:lnTo>
                    <a:pt x="367" y="120"/>
                  </a:lnTo>
                  <a:lnTo>
                    <a:pt x="410" y="87"/>
                  </a:lnTo>
                  <a:lnTo>
                    <a:pt x="432" y="71"/>
                  </a:lnTo>
                  <a:lnTo>
                    <a:pt x="454" y="56"/>
                  </a:lnTo>
                  <a:lnTo>
                    <a:pt x="477" y="40"/>
                  </a:lnTo>
                  <a:lnTo>
                    <a:pt x="500" y="27"/>
                  </a:lnTo>
                  <a:lnTo>
                    <a:pt x="501" y="26"/>
                  </a:lnTo>
                  <a:lnTo>
                    <a:pt x="502" y="26"/>
                  </a:lnTo>
                  <a:lnTo>
                    <a:pt x="502" y="26"/>
                  </a:lnTo>
                  <a:lnTo>
                    <a:pt x="508" y="21"/>
                  </a:lnTo>
                  <a:lnTo>
                    <a:pt x="508" y="21"/>
                  </a:lnTo>
                  <a:lnTo>
                    <a:pt x="515" y="18"/>
                  </a:lnTo>
                  <a:lnTo>
                    <a:pt x="515" y="18"/>
                  </a:lnTo>
                  <a:lnTo>
                    <a:pt x="539" y="10"/>
                  </a:lnTo>
                  <a:lnTo>
                    <a:pt x="562" y="5"/>
                  </a:lnTo>
                  <a:lnTo>
                    <a:pt x="583" y="1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17" y="0"/>
                  </a:lnTo>
                  <a:lnTo>
                    <a:pt x="629" y="2"/>
                  </a:lnTo>
                  <a:lnTo>
                    <a:pt x="640" y="4"/>
                  </a:lnTo>
                  <a:lnTo>
                    <a:pt x="650" y="7"/>
                  </a:lnTo>
                  <a:lnTo>
                    <a:pt x="661" y="11"/>
                  </a:lnTo>
                  <a:lnTo>
                    <a:pt x="671" y="15"/>
                  </a:lnTo>
                  <a:lnTo>
                    <a:pt x="679" y="21"/>
                  </a:lnTo>
                  <a:lnTo>
                    <a:pt x="689" y="28"/>
                  </a:lnTo>
                  <a:lnTo>
                    <a:pt x="691" y="30"/>
                  </a:lnTo>
                  <a:lnTo>
                    <a:pt x="693" y="31"/>
                  </a:lnTo>
                  <a:lnTo>
                    <a:pt x="693" y="31"/>
                  </a:lnTo>
                  <a:lnTo>
                    <a:pt x="697" y="32"/>
                  </a:lnTo>
                  <a:lnTo>
                    <a:pt x="700" y="34"/>
                  </a:lnTo>
                  <a:lnTo>
                    <a:pt x="702" y="36"/>
                  </a:lnTo>
                  <a:lnTo>
                    <a:pt x="705" y="40"/>
                  </a:lnTo>
                  <a:lnTo>
                    <a:pt x="705" y="40"/>
                  </a:lnTo>
                  <a:lnTo>
                    <a:pt x="717" y="58"/>
                  </a:lnTo>
                  <a:lnTo>
                    <a:pt x="729" y="76"/>
                  </a:lnTo>
                  <a:lnTo>
                    <a:pt x="741" y="94"/>
                  </a:lnTo>
                  <a:lnTo>
                    <a:pt x="755" y="111"/>
                  </a:lnTo>
                  <a:lnTo>
                    <a:pt x="783" y="144"/>
                  </a:lnTo>
                  <a:lnTo>
                    <a:pt x="812" y="176"/>
                  </a:lnTo>
                  <a:lnTo>
                    <a:pt x="842" y="208"/>
                  </a:lnTo>
                  <a:lnTo>
                    <a:pt x="874" y="238"/>
                  </a:lnTo>
                  <a:lnTo>
                    <a:pt x="937" y="297"/>
                  </a:lnTo>
                  <a:lnTo>
                    <a:pt x="937" y="297"/>
                  </a:lnTo>
                  <a:lnTo>
                    <a:pt x="983" y="341"/>
                  </a:lnTo>
                  <a:lnTo>
                    <a:pt x="1030" y="385"/>
                  </a:lnTo>
                  <a:lnTo>
                    <a:pt x="1030" y="385"/>
                  </a:lnTo>
                  <a:lnTo>
                    <a:pt x="1103" y="458"/>
                  </a:lnTo>
                  <a:lnTo>
                    <a:pt x="1182" y="535"/>
                  </a:lnTo>
                  <a:lnTo>
                    <a:pt x="1223" y="573"/>
                  </a:lnTo>
                  <a:lnTo>
                    <a:pt x="1265" y="612"/>
                  </a:lnTo>
                  <a:lnTo>
                    <a:pt x="1307" y="650"/>
                  </a:lnTo>
                  <a:lnTo>
                    <a:pt x="1351" y="688"/>
                  </a:lnTo>
                  <a:lnTo>
                    <a:pt x="1354" y="690"/>
                  </a:lnTo>
                  <a:lnTo>
                    <a:pt x="1358" y="690"/>
                  </a:lnTo>
                  <a:lnTo>
                    <a:pt x="1358" y="690"/>
                  </a:lnTo>
                  <a:lnTo>
                    <a:pt x="1361" y="691"/>
                  </a:lnTo>
                  <a:lnTo>
                    <a:pt x="1363" y="692"/>
                  </a:lnTo>
                  <a:lnTo>
                    <a:pt x="1368" y="697"/>
                  </a:lnTo>
                  <a:lnTo>
                    <a:pt x="1368" y="697"/>
                  </a:lnTo>
                  <a:lnTo>
                    <a:pt x="1379" y="710"/>
                  </a:lnTo>
                  <a:lnTo>
                    <a:pt x="1386" y="724"/>
                  </a:lnTo>
                  <a:lnTo>
                    <a:pt x="1392" y="738"/>
                  </a:lnTo>
                  <a:lnTo>
                    <a:pt x="1395" y="752"/>
                  </a:lnTo>
                  <a:lnTo>
                    <a:pt x="1398" y="766"/>
                  </a:lnTo>
                  <a:lnTo>
                    <a:pt x="1398" y="780"/>
                  </a:lnTo>
                  <a:lnTo>
                    <a:pt x="1397" y="794"/>
                  </a:lnTo>
                  <a:lnTo>
                    <a:pt x="1395" y="808"/>
                  </a:lnTo>
                  <a:lnTo>
                    <a:pt x="1391" y="821"/>
                  </a:lnTo>
                  <a:lnTo>
                    <a:pt x="1387" y="833"/>
                  </a:lnTo>
                  <a:lnTo>
                    <a:pt x="1381" y="847"/>
                  </a:lnTo>
                  <a:lnTo>
                    <a:pt x="1375" y="859"/>
                  </a:lnTo>
                  <a:lnTo>
                    <a:pt x="1367" y="871"/>
                  </a:lnTo>
                  <a:lnTo>
                    <a:pt x="1359" y="882"/>
                  </a:lnTo>
                  <a:lnTo>
                    <a:pt x="1351" y="892"/>
                  </a:lnTo>
                  <a:lnTo>
                    <a:pt x="1341" y="902"/>
                  </a:lnTo>
                  <a:lnTo>
                    <a:pt x="1339" y="905"/>
                  </a:lnTo>
                  <a:lnTo>
                    <a:pt x="1338" y="909"/>
                  </a:lnTo>
                  <a:lnTo>
                    <a:pt x="1338" y="909"/>
                  </a:lnTo>
                  <a:lnTo>
                    <a:pt x="1337" y="913"/>
                  </a:lnTo>
                  <a:lnTo>
                    <a:pt x="1334" y="917"/>
                  </a:lnTo>
                  <a:lnTo>
                    <a:pt x="1334" y="917"/>
                  </a:lnTo>
                  <a:lnTo>
                    <a:pt x="1287" y="981"/>
                  </a:lnTo>
                  <a:lnTo>
                    <a:pt x="1287" y="981"/>
                  </a:lnTo>
                  <a:lnTo>
                    <a:pt x="1253" y="1028"/>
                  </a:lnTo>
                  <a:lnTo>
                    <a:pt x="1217" y="1073"/>
                  </a:lnTo>
                  <a:lnTo>
                    <a:pt x="1200" y="1095"/>
                  </a:lnTo>
                  <a:lnTo>
                    <a:pt x="1181" y="1115"/>
                  </a:lnTo>
                  <a:lnTo>
                    <a:pt x="1162" y="1136"/>
                  </a:lnTo>
                  <a:lnTo>
                    <a:pt x="1141" y="1156"/>
                  </a:lnTo>
                  <a:lnTo>
                    <a:pt x="1141" y="1156"/>
                  </a:lnTo>
                  <a:lnTo>
                    <a:pt x="1134" y="1163"/>
                  </a:lnTo>
                  <a:lnTo>
                    <a:pt x="1122" y="1171"/>
                  </a:lnTo>
                  <a:lnTo>
                    <a:pt x="1096" y="1191"/>
                  </a:lnTo>
                  <a:lnTo>
                    <a:pt x="1096" y="1191"/>
                  </a:lnTo>
                  <a:lnTo>
                    <a:pt x="1059" y="1217"/>
                  </a:lnTo>
                  <a:lnTo>
                    <a:pt x="1042" y="1231"/>
                  </a:lnTo>
                  <a:lnTo>
                    <a:pt x="1026" y="1243"/>
                  </a:lnTo>
                  <a:lnTo>
                    <a:pt x="1024" y="1246"/>
                  </a:lnTo>
                  <a:lnTo>
                    <a:pt x="1023" y="1249"/>
                  </a:lnTo>
                  <a:lnTo>
                    <a:pt x="1023" y="1249"/>
                  </a:lnTo>
                  <a:lnTo>
                    <a:pt x="1021" y="1253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02" y="1275"/>
                  </a:lnTo>
                  <a:lnTo>
                    <a:pt x="999" y="1278"/>
                  </a:lnTo>
                  <a:lnTo>
                    <a:pt x="999" y="1281"/>
                  </a:lnTo>
                  <a:lnTo>
                    <a:pt x="999" y="1281"/>
                  </a:lnTo>
                  <a:lnTo>
                    <a:pt x="997" y="1285"/>
                  </a:lnTo>
                  <a:lnTo>
                    <a:pt x="997" y="1285"/>
                  </a:lnTo>
                  <a:lnTo>
                    <a:pt x="996" y="1290"/>
                  </a:lnTo>
                  <a:lnTo>
                    <a:pt x="994" y="1295"/>
                  </a:lnTo>
                  <a:lnTo>
                    <a:pt x="991" y="1298"/>
                  </a:lnTo>
                  <a:lnTo>
                    <a:pt x="988" y="1301"/>
                  </a:lnTo>
                  <a:lnTo>
                    <a:pt x="984" y="1303"/>
                  </a:lnTo>
                  <a:lnTo>
                    <a:pt x="980" y="1304"/>
                  </a:lnTo>
                  <a:lnTo>
                    <a:pt x="974" y="1305"/>
                  </a:lnTo>
                  <a:lnTo>
                    <a:pt x="969" y="1305"/>
                  </a:lnTo>
                  <a:lnTo>
                    <a:pt x="965" y="1309"/>
                  </a:lnTo>
                  <a:lnTo>
                    <a:pt x="965" y="1309"/>
                  </a:lnTo>
                  <a:lnTo>
                    <a:pt x="951" y="1321"/>
                  </a:lnTo>
                  <a:lnTo>
                    <a:pt x="937" y="1331"/>
                  </a:lnTo>
                  <a:lnTo>
                    <a:pt x="922" y="1341"/>
                  </a:lnTo>
                  <a:lnTo>
                    <a:pt x="908" y="1348"/>
                  </a:lnTo>
                  <a:lnTo>
                    <a:pt x="893" y="1355"/>
                  </a:lnTo>
                  <a:lnTo>
                    <a:pt x="879" y="1360"/>
                  </a:lnTo>
                  <a:lnTo>
                    <a:pt x="864" y="1364"/>
                  </a:lnTo>
                  <a:lnTo>
                    <a:pt x="850" y="1366"/>
                  </a:lnTo>
                  <a:lnTo>
                    <a:pt x="850" y="1366"/>
                  </a:lnTo>
                  <a:lnTo>
                    <a:pt x="839" y="1367"/>
                  </a:lnTo>
                  <a:lnTo>
                    <a:pt x="829" y="1368"/>
                  </a:lnTo>
                  <a:lnTo>
                    <a:pt x="829" y="1368"/>
                  </a:lnTo>
                  <a:close/>
                  <a:moveTo>
                    <a:pt x="601" y="41"/>
                  </a:moveTo>
                  <a:lnTo>
                    <a:pt x="601" y="41"/>
                  </a:lnTo>
                  <a:lnTo>
                    <a:pt x="591" y="41"/>
                  </a:lnTo>
                  <a:lnTo>
                    <a:pt x="581" y="42"/>
                  </a:lnTo>
                  <a:lnTo>
                    <a:pt x="563" y="46"/>
                  </a:lnTo>
                  <a:lnTo>
                    <a:pt x="545" y="51"/>
                  </a:lnTo>
                  <a:lnTo>
                    <a:pt x="532" y="57"/>
                  </a:lnTo>
                  <a:lnTo>
                    <a:pt x="532" y="57"/>
                  </a:lnTo>
                  <a:lnTo>
                    <a:pt x="508" y="71"/>
                  </a:lnTo>
                  <a:lnTo>
                    <a:pt x="485" y="86"/>
                  </a:lnTo>
                  <a:lnTo>
                    <a:pt x="462" y="101"/>
                  </a:lnTo>
                  <a:lnTo>
                    <a:pt x="440" y="117"/>
                  </a:lnTo>
                  <a:lnTo>
                    <a:pt x="396" y="150"/>
                  </a:lnTo>
                  <a:lnTo>
                    <a:pt x="355" y="185"/>
                  </a:lnTo>
                  <a:lnTo>
                    <a:pt x="315" y="221"/>
                  </a:lnTo>
                  <a:lnTo>
                    <a:pt x="275" y="258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47" y="383"/>
                  </a:lnTo>
                  <a:lnTo>
                    <a:pt x="95" y="433"/>
                  </a:lnTo>
                  <a:lnTo>
                    <a:pt x="95" y="433"/>
                  </a:lnTo>
                  <a:lnTo>
                    <a:pt x="90" y="436"/>
                  </a:lnTo>
                  <a:lnTo>
                    <a:pt x="86" y="438"/>
                  </a:lnTo>
                  <a:lnTo>
                    <a:pt x="84" y="441"/>
                  </a:lnTo>
                  <a:lnTo>
                    <a:pt x="84" y="441"/>
                  </a:lnTo>
                  <a:lnTo>
                    <a:pt x="82" y="444"/>
                  </a:lnTo>
                  <a:lnTo>
                    <a:pt x="78" y="447"/>
                  </a:lnTo>
                  <a:lnTo>
                    <a:pt x="78" y="447"/>
                  </a:lnTo>
                  <a:lnTo>
                    <a:pt x="69" y="454"/>
                  </a:lnTo>
                  <a:lnTo>
                    <a:pt x="62" y="463"/>
                  </a:lnTo>
                  <a:lnTo>
                    <a:pt x="55" y="471"/>
                  </a:lnTo>
                  <a:lnTo>
                    <a:pt x="49" y="479"/>
                  </a:lnTo>
                  <a:lnTo>
                    <a:pt x="45" y="488"/>
                  </a:lnTo>
                  <a:lnTo>
                    <a:pt x="42" y="498"/>
                  </a:lnTo>
                  <a:lnTo>
                    <a:pt x="41" y="508"/>
                  </a:lnTo>
                  <a:lnTo>
                    <a:pt x="40" y="519"/>
                  </a:lnTo>
                  <a:lnTo>
                    <a:pt x="40" y="519"/>
                  </a:lnTo>
                  <a:lnTo>
                    <a:pt x="41" y="529"/>
                  </a:lnTo>
                  <a:lnTo>
                    <a:pt x="42" y="538"/>
                  </a:lnTo>
                  <a:lnTo>
                    <a:pt x="44" y="548"/>
                  </a:lnTo>
                  <a:lnTo>
                    <a:pt x="47" y="558"/>
                  </a:lnTo>
                  <a:lnTo>
                    <a:pt x="51" y="567"/>
                  </a:lnTo>
                  <a:lnTo>
                    <a:pt x="55" y="576"/>
                  </a:lnTo>
                  <a:lnTo>
                    <a:pt x="66" y="595"/>
                  </a:lnTo>
                  <a:lnTo>
                    <a:pt x="78" y="612"/>
                  </a:lnTo>
                  <a:lnTo>
                    <a:pt x="93" y="629"/>
                  </a:lnTo>
                  <a:lnTo>
                    <a:pt x="107" y="642"/>
                  </a:lnTo>
                  <a:lnTo>
                    <a:pt x="123" y="655"/>
                  </a:lnTo>
                  <a:lnTo>
                    <a:pt x="123" y="655"/>
                  </a:lnTo>
                  <a:lnTo>
                    <a:pt x="127" y="658"/>
                  </a:lnTo>
                  <a:lnTo>
                    <a:pt x="129" y="662"/>
                  </a:lnTo>
                  <a:lnTo>
                    <a:pt x="131" y="666"/>
                  </a:lnTo>
                  <a:lnTo>
                    <a:pt x="132" y="670"/>
                  </a:lnTo>
                  <a:lnTo>
                    <a:pt x="133" y="674"/>
                  </a:lnTo>
                  <a:lnTo>
                    <a:pt x="136" y="677"/>
                  </a:lnTo>
                  <a:lnTo>
                    <a:pt x="136" y="677"/>
                  </a:lnTo>
                  <a:lnTo>
                    <a:pt x="172" y="715"/>
                  </a:lnTo>
                  <a:lnTo>
                    <a:pt x="207" y="752"/>
                  </a:lnTo>
                  <a:lnTo>
                    <a:pt x="278" y="825"/>
                  </a:lnTo>
                  <a:lnTo>
                    <a:pt x="278" y="825"/>
                  </a:lnTo>
                  <a:lnTo>
                    <a:pt x="352" y="905"/>
                  </a:lnTo>
                  <a:lnTo>
                    <a:pt x="390" y="944"/>
                  </a:lnTo>
                  <a:lnTo>
                    <a:pt x="428" y="982"/>
                  </a:lnTo>
                  <a:lnTo>
                    <a:pt x="428" y="982"/>
                  </a:lnTo>
                  <a:lnTo>
                    <a:pt x="478" y="1030"/>
                  </a:lnTo>
                  <a:lnTo>
                    <a:pt x="526" y="1075"/>
                  </a:lnTo>
                  <a:lnTo>
                    <a:pt x="526" y="1075"/>
                  </a:lnTo>
                  <a:lnTo>
                    <a:pt x="574" y="1119"/>
                  </a:lnTo>
                  <a:lnTo>
                    <a:pt x="622" y="1165"/>
                  </a:lnTo>
                  <a:lnTo>
                    <a:pt x="668" y="1211"/>
                  </a:lnTo>
                  <a:lnTo>
                    <a:pt x="690" y="1235"/>
                  </a:lnTo>
                  <a:lnTo>
                    <a:pt x="712" y="1259"/>
                  </a:lnTo>
                  <a:lnTo>
                    <a:pt x="712" y="1259"/>
                  </a:lnTo>
                  <a:lnTo>
                    <a:pt x="714" y="1263"/>
                  </a:lnTo>
                  <a:lnTo>
                    <a:pt x="717" y="1267"/>
                  </a:lnTo>
                  <a:lnTo>
                    <a:pt x="718" y="1271"/>
                  </a:lnTo>
                  <a:lnTo>
                    <a:pt x="721" y="1273"/>
                  </a:lnTo>
                  <a:lnTo>
                    <a:pt x="721" y="1273"/>
                  </a:lnTo>
                  <a:lnTo>
                    <a:pt x="734" y="1285"/>
                  </a:lnTo>
                  <a:lnTo>
                    <a:pt x="748" y="1294"/>
                  </a:lnTo>
                  <a:lnTo>
                    <a:pt x="761" y="1302"/>
                  </a:lnTo>
                  <a:lnTo>
                    <a:pt x="774" y="1310"/>
                  </a:lnTo>
                  <a:lnTo>
                    <a:pt x="789" y="1315"/>
                  </a:lnTo>
                  <a:lnTo>
                    <a:pt x="802" y="1318"/>
                  </a:lnTo>
                  <a:lnTo>
                    <a:pt x="816" y="1320"/>
                  </a:lnTo>
                  <a:lnTo>
                    <a:pt x="829" y="1321"/>
                  </a:lnTo>
                  <a:lnTo>
                    <a:pt x="829" y="1321"/>
                  </a:lnTo>
                  <a:lnTo>
                    <a:pt x="847" y="1320"/>
                  </a:lnTo>
                  <a:lnTo>
                    <a:pt x="864" y="1316"/>
                  </a:lnTo>
                  <a:lnTo>
                    <a:pt x="882" y="1310"/>
                  </a:lnTo>
                  <a:lnTo>
                    <a:pt x="899" y="1301"/>
                  </a:lnTo>
                  <a:lnTo>
                    <a:pt x="918" y="1290"/>
                  </a:lnTo>
                  <a:lnTo>
                    <a:pt x="937" y="1277"/>
                  </a:lnTo>
                  <a:lnTo>
                    <a:pt x="955" y="1260"/>
                  </a:lnTo>
                  <a:lnTo>
                    <a:pt x="975" y="1241"/>
                  </a:lnTo>
                  <a:lnTo>
                    <a:pt x="975" y="1241"/>
                  </a:lnTo>
                  <a:lnTo>
                    <a:pt x="983" y="1232"/>
                  </a:lnTo>
                  <a:lnTo>
                    <a:pt x="991" y="1224"/>
                  </a:lnTo>
                  <a:lnTo>
                    <a:pt x="1010" y="1207"/>
                  </a:lnTo>
                  <a:lnTo>
                    <a:pt x="1030" y="1192"/>
                  </a:lnTo>
                  <a:lnTo>
                    <a:pt x="1049" y="1176"/>
                  </a:lnTo>
                  <a:lnTo>
                    <a:pt x="1049" y="1176"/>
                  </a:lnTo>
                  <a:lnTo>
                    <a:pt x="1067" y="1164"/>
                  </a:lnTo>
                  <a:lnTo>
                    <a:pt x="1081" y="1153"/>
                  </a:lnTo>
                  <a:lnTo>
                    <a:pt x="1081" y="1153"/>
                  </a:lnTo>
                  <a:lnTo>
                    <a:pt x="1107" y="1130"/>
                  </a:lnTo>
                  <a:lnTo>
                    <a:pt x="1131" y="1107"/>
                  </a:lnTo>
                  <a:lnTo>
                    <a:pt x="1153" y="1083"/>
                  </a:lnTo>
                  <a:lnTo>
                    <a:pt x="1174" y="1059"/>
                  </a:lnTo>
                  <a:lnTo>
                    <a:pt x="1195" y="1033"/>
                  </a:lnTo>
                  <a:lnTo>
                    <a:pt x="1215" y="1007"/>
                  </a:lnTo>
                  <a:lnTo>
                    <a:pt x="1254" y="955"/>
                  </a:lnTo>
                  <a:lnTo>
                    <a:pt x="1254" y="955"/>
                  </a:lnTo>
                  <a:lnTo>
                    <a:pt x="1284" y="916"/>
                  </a:lnTo>
                  <a:lnTo>
                    <a:pt x="1286" y="912"/>
                  </a:lnTo>
                  <a:lnTo>
                    <a:pt x="1286" y="908"/>
                  </a:lnTo>
                  <a:lnTo>
                    <a:pt x="1286" y="908"/>
                  </a:lnTo>
                  <a:lnTo>
                    <a:pt x="1286" y="903"/>
                  </a:lnTo>
                  <a:lnTo>
                    <a:pt x="1288" y="897"/>
                  </a:lnTo>
                  <a:lnTo>
                    <a:pt x="1291" y="892"/>
                  </a:lnTo>
                  <a:lnTo>
                    <a:pt x="1295" y="888"/>
                  </a:lnTo>
                  <a:lnTo>
                    <a:pt x="1295" y="888"/>
                  </a:lnTo>
                  <a:lnTo>
                    <a:pt x="1302" y="883"/>
                  </a:lnTo>
                  <a:lnTo>
                    <a:pt x="1309" y="876"/>
                  </a:lnTo>
                  <a:lnTo>
                    <a:pt x="1317" y="868"/>
                  </a:lnTo>
                  <a:lnTo>
                    <a:pt x="1324" y="860"/>
                  </a:lnTo>
                  <a:lnTo>
                    <a:pt x="1330" y="852"/>
                  </a:lnTo>
                  <a:lnTo>
                    <a:pt x="1336" y="843"/>
                  </a:lnTo>
                  <a:lnTo>
                    <a:pt x="1341" y="833"/>
                  </a:lnTo>
                  <a:lnTo>
                    <a:pt x="1347" y="823"/>
                  </a:lnTo>
                  <a:lnTo>
                    <a:pt x="1351" y="813"/>
                  </a:lnTo>
                  <a:lnTo>
                    <a:pt x="1354" y="802"/>
                  </a:lnTo>
                  <a:lnTo>
                    <a:pt x="1356" y="792"/>
                  </a:lnTo>
                  <a:lnTo>
                    <a:pt x="1358" y="782"/>
                  </a:lnTo>
                  <a:lnTo>
                    <a:pt x="1357" y="771"/>
                  </a:lnTo>
                  <a:lnTo>
                    <a:pt x="1356" y="760"/>
                  </a:lnTo>
                  <a:lnTo>
                    <a:pt x="1353" y="751"/>
                  </a:lnTo>
                  <a:lnTo>
                    <a:pt x="1349" y="740"/>
                  </a:lnTo>
                  <a:lnTo>
                    <a:pt x="1347" y="737"/>
                  </a:lnTo>
                  <a:lnTo>
                    <a:pt x="1344" y="735"/>
                  </a:lnTo>
                  <a:lnTo>
                    <a:pt x="1344" y="735"/>
                  </a:lnTo>
                  <a:lnTo>
                    <a:pt x="1338" y="732"/>
                  </a:lnTo>
                  <a:lnTo>
                    <a:pt x="1338" y="732"/>
                  </a:lnTo>
                  <a:lnTo>
                    <a:pt x="1303" y="702"/>
                  </a:lnTo>
                  <a:lnTo>
                    <a:pt x="1268" y="671"/>
                  </a:lnTo>
                  <a:lnTo>
                    <a:pt x="1233" y="639"/>
                  </a:lnTo>
                  <a:lnTo>
                    <a:pt x="1199" y="607"/>
                  </a:lnTo>
                  <a:lnTo>
                    <a:pt x="1131" y="542"/>
                  </a:lnTo>
                  <a:lnTo>
                    <a:pt x="1065" y="478"/>
                  </a:lnTo>
                  <a:lnTo>
                    <a:pt x="1065" y="478"/>
                  </a:lnTo>
                  <a:lnTo>
                    <a:pt x="1008" y="421"/>
                  </a:lnTo>
                  <a:lnTo>
                    <a:pt x="949" y="365"/>
                  </a:lnTo>
                  <a:lnTo>
                    <a:pt x="949" y="365"/>
                  </a:lnTo>
                  <a:lnTo>
                    <a:pt x="898" y="318"/>
                  </a:lnTo>
                  <a:lnTo>
                    <a:pt x="898" y="318"/>
                  </a:lnTo>
                  <a:lnTo>
                    <a:pt x="839" y="262"/>
                  </a:lnTo>
                  <a:lnTo>
                    <a:pt x="811" y="234"/>
                  </a:lnTo>
                  <a:lnTo>
                    <a:pt x="782" y="204"/>
                  </a:lnTo>
                  <a:lnTo>
                    <a:pt x="755" y="174"/>
                  </a:lnTo>
                  <a:lnTo>
                    <a:pt x="728" y="144"/>
                  </a:lnTo>
                  <a:lnTo>
                    <a:pt x="703" y="112"/>
                  </a:lnTo>
                  <a:lnTo>
                    <a:pt x="680" y="78"/>
                  </a:lnTo>
                  <a:lnTo>
                    <a:pt x="678" y="76"/>
                  </a:lnTo>
                  <a:lnTo>
                    <a:pt x="676" y="75"/>
                  </a:lnTo>
                  <a:lnTo>
                    <a:pt x="676" y="75"/>
                  </a:lnTo>
                  <a:lnTo>
                    <a:pt x="672" y="71"/>
                  </a:lnTo>
                  <a:lnTo>
                    <a:pt x="672" y="71"/>
                  </a:lnTo>
                  <a:lnTo>
                    <a:pt x="665" y="64"/>
                  </a:lnTo>
                  <a:lnTo>
                    <a:pt x="658" y="58"/>
                  </a:lnTo>
                  <a:lnTo>
                    <a:pt x="649" y="52"/>
                  </a:lnTo>
                  <a:lnTo>
                    <a:pt x="641" y="48"/>
                  </a:lnTo>
                  <a:lnTo>
                    <a:pt x="632" y="45"/>
                  </a:lnTo>
                  <a:lnTo>
                    <a:pt x="623" y="43"/>
                  </a:lnTo>
                  <a:lnTo>
                    <a:pt x="612" y="41"/>
                  </a:lnTo>
                  <a:lnTo>
                    <a:pt x="601" y="41"/>
                  </a:lnTo>
                  <a:lnTo>
                    <a:pt x="601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37" name="Freeform 866"/>
            <p:cNvSpPr/>
            <p:nvPr/>
          </p:nvSpPr>
          <p:spPr bwMode="auto">
            <a:xfrm>
              <a:off x="2249488" y="1181100"/>
              <a:ext cx="595313" cy="604838"/>
            </a:xfrm>
            <a:custGeom>
              <a:avLst/>
              <a:gdLst/>
              <a:ahLst/>
              <a:cxnLst>
                <a:cxn ang="0">
                  <a:pos x="672" y="1142"/>
                </a:cxn>
                <a:cxn ang="0">
                  <a:pos x="660" y="1136"/>
                </a:cxn>
                <a:cxn ang="0">
                  <a:pos x="657" y="1130"/>
                </a:cxn>
                <a:cxn ang="0">
                  <a:pos x="656" y="1122"/>
                </a:cxn>
                <a:cxn ang="0">
                  <a:pos x="654" y="1020"/>
                </a:cxn>
                <a:cxn ang="0">
                  <a:pos x="641" y="850"/>
                </a:cxn>
                <a:cxn ang="0">
                  <a:pos x="629" y="701"/>
                </a:cxn>
                <a:cxn ang="0">
                  <a:pos x="568" y="686"/>
                </a:cxn>
                <a:cxn ang="0">
                  <a:pos x="451" y="680"/>
                </a:cxn>
                <a:cxn ang="0">
                  <a:pos x="439" y="675"/>
                </a:cxn>
                <a:cxn ang="0">
                  <a:pos x="434" y="663"/>
                </a:cxn>
                <a:cxn ang="0">
                  <a:pos x="429" y="586"/>
                </a:cxn>
                <a:cxn ang="0">
                  <a:pos x="406" y="496"/>
                </a:cxn>
                <a:cxn ang="0">
                  <a:pos x="399" y="497"/>
                </a:cxn>
                <a:cxn ang="0">
                  <a:pos x="316" y="494"/>
                </a:cxn>
                <a:cxn ang="0">
                  <a:pos x="144" y="483"/>
                </a:cxn>
                <a:cxn ang="0">
                  <a:pos x="52" y="481"/>
                </a:cxn>
                <a:cxn ang="0">
                  <a:pos x="19" y="481"/>
                </a:cxn>
                <a:cxn ang="0">
                  <a:pos x="6" y="476"/>
                </a:cxn>
                <a:cxn ang="0">
                  <a:pos x="1" y="468"/>
                </a:cxn>
                <a:cxn ang="0">
                  <a:pos x="1" y="454"/>
                </a:cxn>
                <a:cxn ang="0">
                  <a:pos x="6" y="443"/>
                </a:cxn>
                <a:cxn ang="0">
                  <a:pos x="21" y="438"/>
                </a:cxn>
                <a:cxn ang="0">
                  <a:pos x="53" y="438"/>
                </a:cxn>
                <a:cxn ang="0">
                  <a:pos x="234" y="446"/>
                </a:cxn>
                <a:cxn ang="0">
                  <a:pos x="357" y="454"/>
                </a:cxn>
                <a:cxn ang="0">
                  <a:pos x="403" y="456"/>
                </a:cxn>
                <a:cxn ang="0">
                  <a:pos x="418" y="442"/>
                </a:cxn>
                <a:cxn ang="0">
                  <a:pos x="406" y="231"/>
                </a:cxn>
                <a:cxn ang="0">
                  <a:pos x="404" y="72"/>
                </a:cxn>
                <a:cxn ang="0">
                  <a:pos x="406" y="15"/>
                </a:cxn>
                <a:cxn ang="0">
                  <a:pos x="413" y="4"/>
                </a:cxn>
                <a:cxn ang="0">
                  <a:pos x="428" y="0"/>
                </a:cxn>
                <a:cxn ang="0">
                  <a:pos x="436" y="1"/>
                </a:cxn>
                <a:cxn ang="0">
                  <a:pos x="443" y="5"/>
                </a:cxn>
                <a:cxn ang="0">
                  <a:pos x="447" y="15"/>
                </a:cxn>
                <a:cxn ang="0">
                  <a:pos x="445" y="78"/>
                </a:cxn>
                <a:cxn ang="0">
                  <a:pos x="448" y="255"/>
                </a:cxn>
                <a:cxn ang="0">
                  <a:pos x="464" y="488"/>
                </a:cxn>
                <a:cxn ang="0">
                  <a:pos x="474" y="640"/>
                </a:cxn>
                <a:cxn ang="0">
                  <a:pos x="564" y="644"/>
                </a:cxn>
                <a:cxn ang="0">
                  <a:pos x="834" y="658"/>
                </a:cxn>
                <a:cxn ang="0">
                  <a:pos x="1036" y="676"/>
                </a:cxn>
                <a:cxn ang="0">
                  <a:pos x="1110" y="684"/>
                </a:cxn>
                <a:cxn ang="0">
                  <a:pos x="1120" y="693"/>
                </a:cxn>
                <a:cxn ang="0">
                  <a:pos x="1125" y="706"/>
                </a:cxn>
                <a:cxn ang="0">
                  <a:pos x="1124" y="715"/>
                </a:cxn>
                <a:cxn ang="0">
                  <a:pos x="1118" y="724"/>
                </a:cxn>
                <a:cxn ang="0">
                  <a:pos x="1111" y="725"/>
                </a:cxn>
                <a:cxn ang="0">
                  <a:pos x="1053" y="719"/>
                </a:cxn>
                <a:cxn ang="0">
                  <a:pos x="786" y="697"/>
                </a:cxn>
                <a:cxn ang="0">
                  <a:pos x="672" y="705"/>
                </a:cxn>
                <a:cxn ang="0">
                  <a:pos x="683" y="852"/>
                </a:cxn>
                <a:cxn ang="0">
                  <a:pos x="694" y="987"/>
                </a:cxn>
                <a:cxn ang="0">
                  <a:pos x="698" y="1088"/>
                </a:cxn>
                <a:cxn ang="0">
                  <a:pos x="697" y="1127"/>
                </a:cxn>
                <a:cxn ang="0">
                  <a:pos x="690" y="1137"/>
                </a:cxn>
                <a:cxn ang="0">
                  <a:pos x="676" y="1142"/>
                </a:cxn>
              </a:cxnLst>
              <a:rect l="0" t="0" r="r" b="b"/>
              <a:pathLst>
                <a:path w="1125" h="1142">
                  <a:moveTo>
                    <a:pt x="676" y="1142"/>
                  </a:moveTo>
                  <a:lnTo>
                    <a:pt x="676" y="1142"/>
                  </a:lnTo>
                  <a:lnTo>
                    <a:pt x="672" y="1142"/>
                  </a:lnTo>
                  <a:lnTo>
                    <a:pt x="667" y="1141"/>
                  </a:lnTo>
                  <a:lnTo>
                    <a:pt x="663" y="1138"/>
                  </a:lnTo>
                  <a:lnTo>
                    <a:pt x="660" y="1136"/>
                  </a:lnTo>
                  <a:lnTo>
                    <a:pt x="660" y="1136"/>
                  </a:lnTo>
                  <a:lnTo>
                    <a:pt x="658" y="1133"/>
                  </a:lnTo>
                  <a:lnTo>
                    <a:pt x="657" y="1130"/>
                  </a:lnTo>
                  <a:lnTo>
                    <a:pt x="656" y="1126"/>
                  </a:lnTo>
                  <a:lnTo>
                    <a:pt x="656" y="1122"/>
                  </a:lnTo>
                  <a:lnTo>
                    <a:pt x="656" y="1122"/>
                  </a:lnTo>
                  <a:lnTo>
                    <a:pt x="656" y="1088"/>
                  </a:lnTo>
                  <a:lnTo>
                    <a:pt x="656" y="1054"/>
                  </a:lnTo>
                  <a:lnTo>
                    <a:pt x="654" y="1020"/>
                  </a:lnTo>
                  <a:lnTo>
                    <a:pt x="652" y="986"/>
                  </a:lnTo>
                  <a:lnTo>
                    <a:pt x="647" y="917"/>
                  </a:lnTo>
                  <a:lnTo>
                    <a:pt x="641" y="850"/>
                  </a:lnTo>
                  <a:lnTo>
                    <a:pt x="641" y="850"/>
                  </a:lnTo>
                  <a:lnTo>
                    <a:pt x="634" y="775"/>
                  </a:lnTo>
                  <a:lnTo>
                    <a:pt x="629" y="701"/>
                  </a:lnTo>
                  <a:lnTo>
                    <a:pt x="628" y="689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455" y="681"/>
                  </a:lnTo>
                  <a:lnTo>
                    <a:pt x="455" y="681"/>
                  </a:lnTo>
                  <a:lnTo>
                    <a:pt x="451" y="680"/>
                  </a:lnTo>
                  <a:lnTo>
                    <a:pt x="446" y="679"/>
                  </a:lnTo>
                  <a:lnTo>
                    <a:pt x="442" y="677"/>
                  </a:lnTo>
                  <a:lnTo>
                    <a:pt x="439" y="675"/>
                  </a:lnTo>
                  <a:lnTo>
                    <a:pt x="437" y="672"/>
                  </a:lnTo>
                  <a:lnTo>
                    <a:pt x="435" y="667"/>
                  </a:lnTo>
                  <a:lnTo>
                    <a:pt x="434" y="663"/>
                  </a:lnTo>
                  <a:lnTo>
                    <a:pt x="433" y="659"/>
                  </a:lnTo>
                  <a:lnTo>
                    <a:pt x="433" y="659"/>
                  </a:lnTo>
                  <a:lnTo>
                    <a:pt x="429" y="586"/>
                  </a:lnTo>
                  <a:lnTo>
                    <a:pt x="423" y="506"/>
                  </a:lnTo>
                  <a:lnTo>
                    <a:pt x="422" y="491"/>
                  </a:lnTo>
                  <a:lnTo>
                    <a:pt x="406" y="496"/>
                  </a:lnTo>
                  <a:lnTo>
                    <a:pt x="406" y="496"/>
                  </a:lnTo>
                  <a:lnTo>
                    <a:pt x="403" y="497"/>
                  </a:lnTo>
                  <a:lnTo>
                    <a:pt x="399" y="497"/>
                  </a:lnTo>
                  <a:lnTo>
                    <a:pt x="399" y="497"/>
                  </a:lnTo>
                  <a:lnTo>
                    <a:pt x="358" y="496"/>
                  </a:lnTo>
                  <a:lnTo>
                    <a:pt x="316" y="494"/>
                  </a:lnTo>
                  <a:lnTo>
                    <a:pt x="236" y="489"/>
                  </a:lnTo>
                  <a:lnTo>
                    <a:pt x="236" y="489"/>
                  </a:lnTo>
                  <a:lnTo>
                    <a:pt x="144" y="483"/>
                  </a:lnTo>
                  <a:lnTo>
                    <a:pt x="98" y="481"/>
                  </a:lnTo>
                  <a:lnTo>
                    <a:pt x="52" y="481"/>
                  </a:lnTo>
                  <a:lnTo>
                    <a:pt x="52" y="481"/>
                  </a:lnTo>
                  <a:lnTo>
                    <a:pt x="20" y="481"/>
                  </a:lnTo>
                  <a:lnTo>
                    <a:pt x="19" y="481"/>
                  </a:lnTo>
                  <a:lnTo>
                    <a:pt x="19" y="481"/>
                  </a:lnTo>
                  <a:lnTo>
                    <a:pt x="14" y="481"/>
                  </a:lnTo>
                  <a:lnTo>
                    <a:pt x="10" y="478"/>
                  </a:lnTo>
                  <a:lnTo>
                    <a:pt x="6" y="476"/>
                  </a:lnTo>
                  <a:lnTo>
                    <a:pt x="4" y="474"/>
                  </a:lnTo>
                  <a:lnTo>
                    <a:pt x="2" y="471"/>
                  </a:lnTo>
                  <a:lnTo>
                    <a:pt x="1" y="468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1" y="454"/>
                  </a:lnTo>
                  <a:lnTo>
                    <a:pt x="2" y="451"/>
                  </a:lnTo>
                  <a:lnTo>
                    <a:pt x="4" y="446"/>
                  </a:lnTo>
                  <a:lnTo>
                    <a:pt x="6" y="443"/>
                  </a:lnTo>
                  <a:lnTo>
                    <a:pt x="10" y="441"/>
                  </a:lnTo>
                  <a:lnTo>
                    <a:pt x="15" y="439"/>
                  </a:lnTo>
                  <a:lnTo>
                    <a:pt x="21" y="438"/>
                  </a:lnTo>
                  <a:lnTo>
                    <a:pt x="21" y="438"/>
                  </a:lnTo>
                  <a:lnTo>
                    <a:pt x="53" y="438"/>
                  </a:lnTo>
                  <a:lnTo>
                    <a:pt x="53" y="438"/>
                  </a:lnTo>
                  <a:lnTo>
                    <a:pt x="98" y="439"/>
                  </a:lnTo>
                  <a:lnTo>
                    <a:pt x="144" y="440"/>
                  </a:lnTo>
                  <a:lnTo>
                    <a:pt x="234" y="446"/>
                  </a:lnTo>
                  <a:lnTo>
                    <a:pt x="234" y="446"/>
                  </a:lnTo>
                  <a:lnTo>
                    <a:pt x="315" y="452"/>
                  </a:lnTo>
                  <a:lnTo>
                    <a:pt x="357" y="454"/>
                  </a:lnTo>
                  <a:lnTo>
                    <a:pt x="399" y="455"/>
                  </a:lnTo>
                  <a:lnTo>
                    <a:pt x="399" y="455"/>
                  </a:lnTo>
                  <a:lnTo>
                    <a:pt x="403" y="456"/>
                  </a:lnTo>
                  <a:lnTo>
                    <a:pt x="420" y="459"/>
                  </a:lnTo>
                  <a:lnTo>
                    <a:pt x="418" y="442"/>
                  </a:lnTo>
                  <a:lnTo>
                    <a:pt x="418" y="442"/>
                  </a:lnTo>
                  <a:lnTo>
                    <a:pt x="411" y="337"/>
                  </a:lnTo>
                  <a:lnTo>
                    <a:pt x="408" y="283"/>
                  </a:lnTo>
                  <a:lnTo>
                    <a:pt x="406" y="231"/>
                  </a:lnTo>
                  <a:lnTo>
                    <a:pt x="404" y="178"/>
                  </a:lnTo>
                  <a:lnTo>
                    <a:pt x="403" y="125"/>
                  </a:lnTo>
                  <a:lnTo>
                    <a:pt x="404" y="72"/>
                  </a:lnTo>
                  <a:lnTo>
                    <a:pt x="405" y="20"/>
                  </a:lnTo>
                  <a:lnTo>
                    <a:pt x="405" y="20"/>
                  </a:lnTo>
                  <a:lnTo>
                    <a:pt x="406" y="15"/>
                  </a:lnTo>
                  <a:lnTo>
                    <a:pt x="408" y="11"/>
                  </a:lnTo>
                  <a:lnTo>
                    <a:pt x="410" y="6"/>
                  </a:lnTo>
                  <a:lnTo>
                    <a:pt x="413" y="4"/>
                  </a:lnTo>
                  <a:lnTo>
                    <a:pt x="417" y="2"/>
                  </a:lnTo>
                  <a:lnTo>
                    <a:pt x="421" y="0"/>
                  </a:lnTo>
                  <a:lnTo>
                    <a:pt x="428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6" y="1"/>
                  </a:lnTo>
                  <a:lnTo>
                    <a:pt x="440" y="3"/>
                  </a:lnTo>
                  <a:lnTo>
                    <a:pt x="443" y="5"/>
                  </a:lnTo>
                  <a:lnTo>
                    <a:pt x="443" y="5"/>
                  </a:lnTo>
                  <a:lnTo>
                    <a:pt x="445" y="8"/>
                  </a:lnTo>
                  <a:lnTo>
                    <a:pt x="446" y="12"/>
                  </a:lnTo>
                  <a:lnTo>
                    <a:pt x="447" y="15"/>
                  </a:lnTo>
                  <a:lnTo>
                    <a:pt x="447" y="19"/>
                  </a:lnTo>
                  <a:lnTo>
                    <a:pt x="447" y="19"/>
                  </a:lnTo>
                  <a:lnTo>
                    <a:pt x="445" y="78"/>
                  </a:lnTo>
                  <a:lnTo>
                    <a:pt x="445" y="137"/>
                  </a:lnTo>
                  <a:lnTo>
                    <a:pt x="446" y="196"/>
                  </a:lnTo>
                  <a:lnTo>
                    <a:pt x="448" y="255"/>
                  </a:lnTo>
                  <a:lnTo>
                    <a:pt x="452" y="313"/>
                  </a:lnTo>
                  <a:lnTo>
                    <a:pt x="456" y="372"/>
                  </a:lnTo>
                  <a:lnTo>
                    <a:pt x="464" y="488"/>
                  </a:lnTo>
                  <a:lnTo>
                    <a:pt x="464" y="488"/>
                  </a:lnTo>
                  <a:lnTo>
                    <a:pt x="473" y="629"/>
                  </a:lnTo>
                  <a:lnTo>
                    <a:pt x="474" y="640"/>
                  </a:lnTo>
                  <a:lnTo>
                    <a:pt x="485" y="641"/>
                  </a:lnTo>
                  <a:lnTo>
                    <a:pt x="485" y="641"/>
                  </a:lnTo>
                  <a:lnTo>
                    <a:pt x="564" y="644"/>
                  </a:lnTo>
                  <a:lnTo>
                    <a:pt x="564" y="644"/>
                  </a:lnTo>
                  <a:lnTo>
                    <a:pt x="698" y="651"/>
                  </a:lnTo>
                  <a:lnTo>
                    <a:pt x="834" y="658"/>
                  </a:lnTo>
                  <a:lnTo>
                    <a:pt x="901" y="663"/>
                  </a:lnTo>
                  <a:lnTo>
                    <a:pt x="969" y="669"/>
                  </a:lnTo>
                  <a:lnTo>
                    <a:pt x="1036" y="676"/>
                  </a:lnTo>
                  <a:lnTo>
                    <a:pt x="1104" y="683"/>
                  </a:lnTo>
                  <a:lnTo>
                    <a:pt x="1104" y="683"/>
                  </a:lnTo>
                  <a:lnTo>
                    <a:pt x="1110" y="684"/>
                  </a:lnTo>
                  <a:lnTo>
                    <a:pt x="1114" y="686"/>
                  </a:lnTo>
                  <a:lnTo>
                    <a:pt x="1118" y="689"/>
                  </a:lnTo>
                  <a:lnTo>
                    <a:pt x="1120" y="693"/>
                  </a:lnTo>
                  <a:lnTo>
                    <a:pt x="1123" y="696"/>
                  </a:lnTo>
                  <a:lnTo>
                    <a:pt x="1124" y="702"/>
                  </a:lnTo>
                  <a:lnTo>
                    <a:pt x="1125" y="706"/>
                  </a:lnTo>
                  <a:lnTo>
                    <a:pt x="1125" y="710"/>
                  </a:lnTo>
                  <a:lnTo>
                    <a:pt x="1125" y="710"/>
                  </a:lnTo>
                  <a:lnTo>
                    <a:pt x="1124" y="715"/>
                  </a:lnTo>
                  <a:lnTo>
                    <a:pt x="1122" y="720"/>
                  </a:lnTo>
                  <a:lnTo>
                    <a:pt x="1120" y="722"/>
                  </a:lnTo>
                  <a:lnTo>
                    <a:pt x="1118" y="724"/>
                  </a:lnTo>
                  <a:lnTo>
                    <a:pt x="1115" y="725"/>
                  </a:lnTo>
                  <a:lnTo>
                    <a:pt x="1111" y="725"/>
                  </a:lnTo>
                  <a:lnTo>
                    <a:pt x="1111" y="725"/>
                  </a:lnTo>
                  <a:lnTo>
                    <a:pt x="1107" y="725"/>
                  </a:lnTo>
                  <a:lnTo>
                    <a:pt x="1107" y="725"/>
                  </a:lnTo>
                  <a:lnTo>
                    <a:pt x="1053" y="719"/>
                  </a:lnTo>
                  <a:lnTo>
                    <a:pt x="998" y="714"/>
                  </a:lnTo>
                  <a:lnTo>
                    <a:pt x="892" y="705"/>
                  </a:lnTo>
                  <a:lnTo>
                    <a:pt x="786" y="697"/>
                  </a:lnTo>
                  <a:lnTo>
                    <a:pt x="684" y="692"/>
                  </a:lnTo>
                  <a:lnTo>
                    <a:pt x="671" y="691"/>
                  </a:lnTo>
                  <a:lnTo>
                    <a:pt x="672" y="705"/>
                  </a:lnTo>
                  <a:lnTo>
                    <a:pt x="672" y="705"/>
                  </a:lnTo>
                  <a:lnTo>
                    <a:pt x="677" y="779"/>
                  </a:lnTo>
                  <a:lnTo>
                    <a:pt x="683" y="852"/>
                  </a:lnTo>
                  <a:lnTo>
                    <a:pt x="683" y="852"/>
                  </a:lnTo>
                  <a:lnTo>
                    <a:pt x="689" y="918"/>
                  </a:lnTo>
                  <a:lnTo>
                    <a:pt x="694" y="987"/>
                  </a:lnTo>
                  <a:lnTo>
                    <a:pt x="696" y="1020"/>
                  </a:lnTo>
                  <a:lnTo>
                    <a:pt x="697" y="1054"/>
                  </a:lnTo>
                  <a:lnTo>
                    <a:pt x="698" y="1088"/>
                  </a:lnTo>
                  <a:lnTo>
                    <a:pt x="698" y="1122"/>
                  </a:lnTo>
                  <a:lnTo>
                    <a:pt x="698" y="1122"/>
                  </a:lnTo>
                  <a:lnTo>
                    <a:pt x="697" y="1127"/>
                  </a:lnTo>
                  <a:lnTo>
                    <a:pt x="695" y="1131"/>
                  </a:lnTo>
                  <a:lnTo>
                    <a:pt x="693" y="1135"/>
                  </a:lnTo>
                  <a:lnTo>
                    <a:pt x="690" y="1137"/>
                  </a:lnTo>
                  <a:lnTo>
                    <a:pt x="686" y="1140"/>
                  </a:lnTo>
                  <a:lnTo>
                    <a:pt x="683" y="1141"/>
                  </a:lnTo>
                  <a:lnTo>
                    <a:pt x="676" y="1142"/>
                  </a:lnTo>
                  <a:lnTo>
                    <a:pt x="676" y="1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8764204" y="2726217"/>
            <a:ext cx="524290" cy="537396"/>
            <a:chOff x="3282950" y="1154113"/>
            <a:chExt cx="698501" cy="715963"/>
          </a:xfrm>
          <a:solidFill>
            <a:schemeClr val="bg1"/>
          </a:solidFill>
        </p:grpSpPr>
        <p:sp>
          <p:nvSpPr>
            <p:cNvPr id="139" name="Freeform 905"/>
            <p:cNvSpPr/>
            <p:nvPr/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0" name="Freeform 906"/>
            <p:cNvSpPr/>
            <p:nvPr/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1" name="Freeform 907"/>
            <p:cNvSpPr/>
            <p:nvPr/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2" name="Freeform 908"/>
            <p:cNvSpPr/>
            <p:nvPr/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3" name="Freeform 909"/>
            <p:cNvSpPr/>
            <p:nvPr/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4" name="Freeform 910"/>
            <p:cNvSpPr/>
            <p:nvPr/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5" name="Freeform 911"/>
            <p:cNvSpPr/>
            <p:nvPr/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6" name="Freeform 912"/>
            <p:cNvSpPr/>
            <p:nvPr/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7" name="Freeform 913"/>
            <p:cNvSpPr/>
            <p:nvPr/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8" name="Freeform 914"/>
            <p:cNvSpPr/>
            <p:nvPr/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49" name="Freeform 915"/>
            <p:cNvSpPr/>
            <p:nvPr/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0" name="Freeform 916"/>
            <p:cNvSpPr/>
            <p:nvPr/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1" name="Freeform 917"/>
            <p:cNvSpPr/>
            <p:nvPr/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2" name="Freeform 918"/>
            <p:cNvSpPr/>
            <p:nvPr/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3" name="Freeform 919"/>
            <p:cNvSpPr/>
            <p:nvPr/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4" name="Freeform 920"/>
            <p:cNvSpPr/>
            <p:nvPr/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5" name="Freeform 921"/>
            <p:cNvSpPr/>
            <p:nvPr/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6" name="Freeform 922"/>
            <p:cNvSpPr/>
            <p:nvPr/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7" name="Freeform 923"/>
            <p:cNvSpPr/>
            <p:nvPr/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8" name="Freeform 924"/>
            <p:cNvSpPr/>
            <p:nvPr/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59" name="Freeform 925"/>
            <p:cNvSpPr>
              <a:spLocks noEditPoints="1"/>
            </p:cNvSpPr>
            <p:nvPr/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0" name="Freeform 926"/>
            <p:cNvSpPr>
              <a:spLocks noEditPoints="1"/>
            </p:cNvSpPr>
            <p:nvPr/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1" name="Freeform 927"/>
            <p:cNvSpPr>
              <a:spLocks noEditPoints="1"/>
            </p:cNvSpPr>
            <p:nvPr/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62" name="矩形 161"/>
          <p:cNvSpPr/>
          <p:nvPr/>
        </p:nvSpPr>
        <p:spPr>
          <a:xfrm>
            <a:off x="8132057" y="4222299"/>
            <a:ext cx="287941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选择。</a:t>
            </a:r>
            <a:r>
              <a:rPr lang="en-US" altLang="zh-CN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“</a:t>
            </a:r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物竞天择，适者生存</a:t>
            </a:r>
            <a:r>
              <a:rPr lang="en-US" altLang="zh-CN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”</a:t>
            </a:r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。通过某种方式杀死一些不适应环境的</a:t>
            </a:r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个体</a:t>
            </a:r>
            <a:endParaRPr lang="zh-CN" altLang="en-US" sz="16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823782" y="3694449"/>
            <a:ext cx="14965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步骤四</a:t>
            </a:r>
            <a:endParaRPr lang="zh-CN" altLang="en-US" sz="2400" b="1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4" name="Freeform 30"/>
          <p:cNvSpPr>
            <a:spLocks noEditPoints="1"/>
          </p:cNvSpPr>
          <p:nvPr/>
        </p:nvSpPr>
        <p:spPr bwMode="auto">
          <a:xfrm>
            <a:off x="8552890" y="3734578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3452935" y="5386354"/>
            <a:ext cx="287941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随机选择个体进行杂交，将两个个体的基因型通过某种方式进行</a:t>
            </a:r>
            <a:r>
              <a:rPr lang="zh-CN" altLang="en-US" sz="1600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交叉</a:t>
            </a:r>
            <a:endParaRPr lang="zh-CN" altLang="en-US" sz="1600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345320" y="4885809"/>
            <a:ext cx="14965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步骤二</a:t>
            </a:r>
            <a:endParaRPr lang="zh-CN" altLang="en-US" sz="2400" b="1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7" name="Freeform 30"/>
          <p:cNvSpPr>
            <a:spLocks noEditPoints="1"/>
          </p:cNvSpPr>
          <p:nvPr/>
        </p:nvSpPr>
        <p:spPr bwMode="auto">
          <a:xfrm>
            <a:off x="4074428" y="4925938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237458" y="2302650"/>
            <a:ext cx="287941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对每个个体以一定的概率</a:t>
            </a:r>
            <a:r>
              <a:rPr lang="zh-CN" altLang="en-US" sz="1600" dirty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进行变异</a:t>
            </a:r>
            <a:endParaRPr lang="zh-CN" altLang="en-US" sz="1600" dirty="0">
              <a:solidFill>
                <a:schemeClr val="bg1"/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6092047" y="1799523"/>
            <a:ext cx="1215356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步骤三</a:t>
            </a:r>
            <a:endParaRPr lang="zh-CN" altLang="en-US" sz="2400" b="1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73" name="Freeform 30"/>
          <p:cNvSpPr>
            <a:spLocks noEditPoints="1"/>
          </p:cNvSpPr>
          <p:nvPr/>
        </p:nvSpPr>
        <p:spPr bwMode="auto">
          <a:xfrm>
            <a:off x="5900042" y="1804364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103295" y="3001176"/>
            <a:ext cx="287941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初始化种群，每一个个体都有一个对应的</a:t>
            </a:r>
            <a:r>
              <a:rPr lang="zh-CN" altLang="en-US" sz="1600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基因型</a:t>
            </a:r>
            <a:endParaRPr lang="zh-CN" altLang="en-US" sz="1600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2077899" y="2469474"/>
            <a:ext cx="1215356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步骤一</a:t>
            </a:r>
            <a:endParaRPr lang="zh-CN" altLang="en-US" sz="2400" b="1" dirty="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76" name="Freeform 30"/>
          <p:cNvSpPr>
            <a:spLocks noEditPoints="1"/>
          </p:cNvSpPr>
          <p:nvPr/>
        </p:nvSpPr>
        <p:spPr bwMode="auto">
          <a:xfrm>
            <a:off x="1885894" y="2474315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4154458" y="414844"/>
            <a:ext cx="3070284" cy="787401"/>
            <a:chOff x="1208130" y="2296349"/>
            <a:chExt cx="3070284" cy="787401"/>
          </a:xfrm>
        </p:grpSpPr>
        <p:grpSp>
          <p:nvGrpSpPr>
            <p:cNvPr id="178" name="Group 4"/>
            <p:cNvGrpSpPr>
              <a:grpSpLocks noChangeAspect="1"/>
            </p:cNvGrpSpPr>
            <p:nvPr/>
          </p:nvGrpSpPr>
          <p:grpSpPr bwMode="auto">
            <a:xfrm>
              <a:off x="1208130" y="2296349"/>
              <a:ext cx="3070284" cy="787401"/>
              <a:chOff x="2364" y="234"/>
              <a:chExt cx="2556" cy="926"/>
            </a:xfrm>
            <a:solidFill>
              <a:schemeClr val="bg1"/>
            </a:solidFill>
          </p:grpSpPr>
          <p:sp>
            <p:nvSpPr>
              <p:cNvPr id="180" name="Freeform 5"/>
              <p:cNvSpPr>
                <a:spLocks noEditPoints="1"/>
              </p:cNvSpPr>
              <p:nvPr/>
            </p:nvSpPr>
            <p:spPr bwMode="auto">
              <a:xfrm>
                <a:off x="2364" y="234"/>
                <a:ext cx="2556" cy="926"/>
              </a:xfrm>
              <a:custGeom>
                <a:avLst/>
                <a:gdLst>
                  <a:gd name="T0" fmla="*/ 1057 w 1079"/>
                  <a:gd name="T1" fmla="*/ 96 h 389"/>
                  <a:gd name="T2" fmla="*/ 1077 w 1079"/>
                  <a:gd name="T3" fmla="*/ 44 h 389"/>
                  <a:gd name="T4" fmla="*/ 1072 w 1079"/>
                  <a:gd name="T5" fmla="*/ 26 h 389"/>
                  <a:gd name="T6" fmla="*/ 1065 w 1079"/>
                  <a:gd name="T7" fmla="*/ 18 h 389"/>
                  <a:gd name="T8" fmla="*/ 534 w 1079"/>
                  <a:gd name="T9" fmla="*/ 4 h 389"/>
                  <a:gd name="T10" fmla="*/ 272 w 1079"/>
                  <a:gd name="T11" fmla="*/ 1 h 389"/>
                  <a:gd name="T12" fmla="*/ 141 w 1079"/>
                  <a:gd name="T13" fmla="*/ 3 h 389"/>
                  <a:gd name="T14" fmla="*/ 9 w 1079"/>
                  <a:gd name="T15" fmla="*/ 11 h 389"/>
                  <a:gd name="T16" fmla="*/ 7 w 1079"/>
                  <a:gd name="T17" fmla="*/ 16 h 389"/>
                  <a:gd name="T18" fmla="*/ 1 w 1079"/>
                  <a:gd name="T19" fmla="*/ 24 h 389"/>
                  <a:gd name="T20" fmla="*/ 17 w 1079"/>
                  <a:gd name="T21" fmla="*/ 61 h 389"/>
                  <a:gd name="T22" fmla="*/ 37 w 1079"/>
                  <a:gd name="T23" fmla="*/ 107 h 389"/>
                  <a:gd name="T24" fmla="*/ 73 w 1079"/>
                  <a:gd name="T25" fmla="*/ 193 h 389"/>
                  <a:gd name="T26" fmla="*/ 73 w 1079"/>
                  <a:gd name="T27" fmla="*/ 194 h 389"/>
                  <a:gd name="T28" fmla="*/ 29 w 1079"/>
                  <a:gd name="T29" fmla="*/ 283 h 389"/>
                  <a:gd name="T30" fmla="*/ 8 w 1079"/>
                  <a:gd name="T31" fmla="*/ 369 h 389"/>
                  <a:gd name="T32" fmla="*/ 13 w 1079"/>
                  <a:gd name="T33" fmla="*/ 373 h 389"/>
                  <a:gd name="T34" fmla="*/ 16 w 1079"/>
                  <a:gd name="T35" fmla="*/ 379 h 389"/>
                  <a:gd name="T36" fmla="*/ 140 w 1079"/>
                  <a:gd name="T37" fmla="*/ 384 h 389"/>
                  <a:gd name="T38" fmla="*/ 273 w 1079"/>
                  <a:gd name="T39" fmla="*/ 379 h 389"/>
                  <a:gd name="T40" fmla="*/ 546 w 1079"/>
                  <a:gd name="T41" fmla="*/ 374 h 389"/>
                  <a:gd name="T42" fmla="*/ 1065 w 1079"/>
                  <a:gd name="T43" fmla="*/ 374 h 389"/>
                  <a:gd name="T44" fmla="*/ 1072 w 1079"/>
                  <a:gd name="T45" fmla="*/ 366 h 389"/>
                  <a:gd name="T46" fmla="*/ 1077 w 1079"/>
                  <a:gd name="T47" fmla="*/ 362 h 389"/>
                  <a:gd name="T48" fmla="*/ 1050 w 1079"/>
                  <a:gd name="T49" fmla="*/ 277 h 389"/>
                  <a:gd name="T50" fmla="*/ 1010 w 1079"/>
                  <a:gd name="T51" fmla="*/ 196 h 389"/>
                  <a:gd name="T52" fmla="*/ 1010 w 1079"/>
                  <a:gd name="T53" fmla="*/ 196 h 389"/>
                  <a:gd name="T54" fmla="*/ 1010 w 1079"/>
                  <a:gd name="T55" fmla="*/ 193 h 389"/>
                  <a:gd name="T56" fmla="*/ 1035 w 1079"/>
                  <a:gd name="T57" fmla="*/ 138 h 389"/>
                  <a:gd name="T58" fmla="*/ 1057 w 1079"/>
                  <a:gd name="T59" fmla="*/ 96 h 389"/>
                  <a:gd name="T60" fmla="*/ 997 w 1079"/>
                  <a:gd name="T61" fmla="*/ 194 h 389"/>
                  <a:gd name="T62" fmla="*/ 997 w 1079"/>
                  <a:gd name="T63" fmla="*/ 195 h 389"/>
                  <a:gd name="T64" fmla="*/ 996 w 1079"/>
                  <a:gd name="T65" fmla="*/ 205 h 389"/>
                  <a:gd name="T66" fmla="*/ 1037 w 1079"/>
                  <a:gd name="T67" fmla="*/ 287 h 389"/>
                  <a:gd name="T68" fmla="*/ 1066 w 1079"/>
                  <a:gd name="T69" fmla="*/ 359 h 389"/>
                  <a:gd name="T70" fmla="*/ 1065 w 1079"/>
                  <a:gd name="T71" fmla="*/ 359 h 389"/>
                  <a:gd name="T72" fmla="*/ 553 w 1079"/>
                  <a:gd name="T73" fmla="*/ 359 h 389"/>
                  <a:gd name="T74" fmla="*/ 287 w 1079"/>
                  <a:gd name="T75" fmla="*/ 363 h 389"/>
                  <a:gd name="T76" fmla="*/ 153 w 1079"/>
                  <a:gd name="T77" fmla="*/ 368 h 389"/>
                  <a:gd name="T78" fmla="*/ 22 w 1079"/>
                  <a:gd name="T79" fmla="*/ 369 h 389"/>
                  <a:gd name="T80" fmla="*/ 22 w 1079"/>
                  <a:gd name="T81" fmla="*/ 367 h 389"/>
                  <a:gd name="T82" fmla="*/ 46 w 1079"/>
                  <a:gd name="T83" fmla="*/ 282 h 389"/>
                  <a:gd name="T84" fmla="*/ 87 w 1079"/>
                  <a:gd name="T85" fmla="*/ 202 h 389"/>
                  <a:gd name="T86" fmla="*/ 84 w 1079"/>
                  <a:gd name="T87" fmla="*/ 192 h 389"/>
                  <a:gd name="T88" fmla="*/ 54 w 1079"/>
                  <a:gd name="T89" fmla="*/ 104 h 389"/>
                  <a:gd name="T90" fmla="*/ 34 w 1079"/>
                  <a:gd name="T91" fmla="*/ 59 h 389"/>
                  <a:gd name="T92" fmla="*/ 14 w 1079"/>
                  <a:gd name="T93" fmla="*/ 19 h 389"/>
                  <a:gd name="T94" fmla="*/ 141 w 1079"/>
                  <a:gd name="T95" fmla="*/ 17 h 389"/>
                  <a:gd name="T96" fmla="*/ 272 w 1079"/>
                  <a:gd name="T97" fmla="*/ 14 h 389"/>
                  <a:gd name="T98" fmla="*/ 534 w 1079"/>
                  <a:gd name="T99" fmla="*/ 18 h 389"/>
                  <a:gd name="T100" fmla="*/ 1061 w 1079"/>
                  <a:gd name="T101" fmla="*/ 32 h 389"/>
                  <a:gd name="T102" fmla="*/ 1062 w 1079"/>
                  <a:gd name="T103" fmla="*/ 35 h 389"/>
                  <a:gd name="T104" fmla="*/ 1062 w 1079"/>
                  <a:gd name="T105" fmla="*/ 37 h 389"/>
                  <a:gd name="T106" fmla="*/ 1060 w 1079"/>
                  <a:gd name="T107" fmla="*/ 45 h 389"/>
                  <a:gd name="T108" fmla="*/ 1051 w 1079"/>
                  <a:gd name="T109" fmla="*/ 68 h 389"/>
                  <a:gd name="T110" fmla="*/ 1031 w 1079"/>
                  <a:gd name="T111" fmla="*/ 113 h 389"/>
                  <a:gd name="T112" fmla="*/ 997 w 1079"/>
                  <a:gd name="T113" fmla="*/ 194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79" h="389">
                    <a:moveTo>
                      <a:pt x="1057" y="96"/>
                    </a:moveTo>
                    <a:cubicBezTo>
                      <a:pt x="1065" y="79"/>
                      <a:pt x="1073" y="62"/>
                      <a:pt x="1077" y="44"/>
                    </a:cubicBezTo>
                    <a:cubicBezTo>
                      <a:pt x="1079" y="38"/>
                      <a:pt x="1078" y="28"/>
                      <a:pt x="1072" y="26"/>
                    </a:cubicBezTo>
                    <a:cubicBezTo>
                      <a:pt x="1072" y="22"/>
                      <a:pt x="1070" y="18"/>
                      <a:pt x="1065" y="18"/>
                    </a:cubicBezTo>
                    <a:cubicBezTo>
                      <a:pt x="888" y="15"/>
                      <a:pt x="711" y="8"/>
                      <a:pt x="534" y="4"/>
                    </a:cubicBezTo>
                    <a:cubicBezTo>
                      <a:pt x="447" y="2"/>
                      <a:pt x="359" y="0"/>
                      <a:pt x="272" y="1"/>
                    </a:cubicBezTo>
                    <a:cubicBezTo>
                      <a:pt x="228" y="1"/>
                      <a:pt x="184" y="1"/>
                      <a:pt x="141" y="3"/>
                    </a:cubicBezTo>
                    <a:cubicBezTo>
                      <a:pt x="97" y="4"/>
                      <a:pt x="52" y="3"/>
                      <a:pt x="9" y="11"/>
                    </a:cubicBezTo>
                    <a:cubicBezTo>
                      <a:pt x="7" y="12"/>
                      <a:pt x="6" y="14"/>
                      <a:pt x="7" y="16"/>
                    </a:cubicBezTo>
                    <a:cubicBezTo>
                      <a:pt x="4" y="17"/>
                      <a:pt x="1" y="20"/>
                      <a:pt x="1" y="24"/>
                    </a:cubicBezTo>
                    <a:cubicBezTo>
                      <a:pt x="3" y="37"/>
                      <a:pt x="12" y="50"/>
                      <a:pt x="17" y="61"/>
                    </a:cubicBezTo>
                    <a:cubicBezTo>
                      <a:pt x="24" y="76"/>
                      <a:pt x="31" y="91"/>
                      <a:pt x="37" y="107"/>
                    </a:cubicBezTo>
                    <a:cubicBezTo>
                      <a:pt x="50" y="135"/>
                      <a:pt x="61" y="165"/>
                      <a:pt x="73" y="193"/>
                    </a:cubicBezTo>
                    <a:cubicBezTo>
                      <a:pt x="73" y="194"/>
                      <a:pt x="73" y="194"/>
                      <a:pt x="73" y="194"/>
                    </a:cubicBezTo>
                    <a:cubicBezTo>
                      <a:pt x="57" y="223"/>
                      <a:pt x="42" y="253"/>
                      <a:pt x="29" y="283"/>
                    </a:cubicBezTo>
                    <a:cubicBezTo>
                      <a:pt x="18" y="307"/>
                      <a:pt x="0" y="342"/>
                      <a:pt x="8" y="369"/>
                    </a:cubicBezTo>
                    <a:cubicBezTo>
                      <a:pt x="9" y="371"/>
                      <a:pt x="11" y="372"/>
                      <a:pt x="13" y="373"/>
                    </a:cubicBezTo>
                    <a:cubicBezTo>
                      <a:pt x="12" y="376"/>
                      <a:pt x="14" y="378"/>
                      <a:pt x="16" y="379"/>
                    </a:cubicBezTo>
                    <a:cubicBezTo>
                      <a:pt x="57" y="389"/>
                      <a:pt x="99" y="387"/>
                      <a:pt x="140" y="384"/>
                    </a:cubicBezTo>
                    <a:cubicBezTo>
                      <a:pt x="184" y="382"/>
                      <a:pt x="228" y="380"/>
                      <a:pt x="273" y="379"/>
                    </a:cubicBezTo>
                    <a:cubicBezTo>
                      <a:pt x="364" y="376"/>
                      <a:pt x="455" y="374"/>
                      <a:pt x="546" y="374"/>
                    </a:cubicBezTo>
                    <a:cubicBezTo>
                      <a:pt x="719" y="374"/>
                      <a:pt x="892" y="374"/>
                      <a:pt x="1065" y="374"/>
                    </a:cubicBezTo>
                    <a:cubicBezTo>
                      <a:pt x="1070" y="374"/>
                      <a:pt x="1073" y="370"/>
                      <a:pt x="1072" y="366"/>
                    </a:cubicBezTo>
                    <a:cubicBezTo>
                      <a:pt x="1075" y="366"/>
                      <a:pt x="1077" y="364"/>
                      <a:pt x="1077" y="362"/>
                    </a:cubicBezTo>
                    <a:cubicBezTo>
                      <a:pt x="1073" y="333"/>
                      <a:pt x="1061" y="304"/>
                      <a:pt x="1050" y="277"/>
                    </a:cubicBezTo>
                    <a:cubicBezTo>
                      <a:pt x="1039" y="249"/>
                      <a:pt x="1026" y="222"/>
                      <a:pt x="1010" y="196"/>
                    </a:cubicBezTo>
                    <a:cubicBezTo>
                      <a:pt x="1010" y="196"/>
                      <a:pt x="1010" y="196"/>
                      <a:pt x="1010" y="196"/>
                    </a:cubicBezTo>
                    <a:cubicBezTo>
                      <a:pt x="1010" y="195"/>
                      <a:pt x="1010" y="194"/>
                      <a:pt x="1010" y="193"/>
                    </a:cubicBezTo>
                    <a:cubicBezTo>
                      <a:pt x="1008" y="175"/>
                      <a:pt x="1026" y="153"/>
                      <a:pt x="1035" y="138"/>
                    </a:cubicBezTo>
                    <a:cubicBezTo>
                      <a:pt x="1044" y="125"/>
                      <a:pt x="1050" y="111"/>
                      <a:pt x="1057" y="96"/>
                    </a:cubicBezTo>
                    <a:moveTo>
                      <a:pt x="997" y="194"/>
                    </a:moveTo>
                    <a:cubicBezTo>
                      <a:pt x="997" y="195"/>
                      <a:pt x="997" y="195"/>
                      <a:pt x="997" y="195"/>
                    </a:cubicBezTo>
                    <a:cubicBezTo>
                      <a:pt x="995" y="197"/>
                      <a:pt x="994" y="201"/>
                      <a:pt x="996" y="205"/>
                    </a:cubicBezTo>
                    <a:cubicBezTo>
                      <a:pt x="1012" y="231"/>
                      <a:pt x="1025" y="259"/>
                      <a:pt x="1037" y="287"/>
                    </a:cubicBezTo>
                    <a:cubicBezTo>
                      <a:pt x="1047" y="311"/>
                      <a:pt x="1054" y="336"/>
                      <a:pt x="1066" y="359"/>
                    </a:cubicBezTo>
                    <a:cubicBezTo>
                      <a:pt x="1066" y="359"/>
                      <a:pt x="1065" y="359"/>
                      <a:pt x="1065" y="359"/>
                    </a:cubicBezTo>
                    <a:cubicBezTo>
                      <a:pt x="894" y="359"/>
                      <a:pt x="724" y="359"/>
                      <a:pt x="553" y="359"/>
                    </a:cubicBezTo>
                    <a:cubicBezTo>
                      <a:pt x="464" y="359"/>
                      <a:pt x="376" y="360"/>
                      <a:pt x="287" y="363"/>
                    </a:cubicBezTo>
                    <a:cubicBezTo>
                      <a:pt x="243" y="365"/>
                      <a:pt x="198" y="365"/>
                      <a:pt x="153" y="368"/>
                    </a:cubicBezTo>
                    <a:cubicBezTo>
                      <a:pt x="109" y="371"/>
                      <a:pt x="66" y="373"/>
                      <a:pt x="22" y="369"/>
                    </a:cubicBezTo>
                    <a:cubicBezTo>
                      <a:pt x="22" y="368"/>
                      <a:pt x="22" y="368"/>
                      <a:pt x="22" y="367"/>
                    </a:cubicBezTo>
                    <a:cubicBezTo>
                      <a:pt x="18" y="339"/>
                      <a:pt x="35" y="307"/>
                      <a:pt x="46" y="282"/>
                    </a:cubicBezTo>
                    <a:cubicBezTo>
                      <a:pt x="59" y="255"/>
                      <a:pt x="74" y="229"/>
                      <a:pt x="87" y="202"/>
                    </a:cubicBezTo>
                    <a:cubicBezTo>
                      <a:pt x="89" y="198"/>
                      <a:pt x="87" y="194"/>
                      <a:pt x="84" y="192"/>
                    </a:cubicBezTo>
                    <a:cubicBezTo>
                      <a:pt x="78" y="162"/>
                      <a:pt x="66" y="132"/>
                      <a:pt x="54" y="104"/>
                    </a:cubicBezTo>
                    <a:cubicBezTo>
                      <a:pt x="48" y="89"/>
                      <a:pt x="41" y="74"/>
                      <a:pt x="34" y="59"/>
                    </a:cubicBezTo>
                    <a:cubicBezTo>
                      <a:pt x="28" y="46"/>
                      <a:pt x="23" y="30"/>
                      <a:pt x="14" y="19"/>
                    </a:cubicBezTo>
                    <a:cubicBezTo>
                      <a:pt x="56" y="22"/>
                      <a:pt x="99" y="18"/>
                      <a:pt x="141" y="17"/>
                    </a:cubicBezTo>
                    <a:cubicBezTo>
                      <a:pt x="184" y="15"/>
                      <a:pt x="228" y="15"/>
                      <a:pt x="272" y="14"/>
                    </a:cubicBezTo>
                    <a:cubicBezTo>
                      <a:pt x="359" y="14"/>
                      <a:pt x="447" y="15"/>
                      <a:pt x="534" y="18"/>
                    </a:cubicBezTo>
                    <a:cubicBezTo>
                      <a:pt x="710" y="22"/>
                      <a:pt x="885" y="29"/>
                      <a:pt x="1061" y="32"/>
                    </a:cubicBezTo>
                    <a:cubicBezTo>
                      <a:pt x="1061" y="33"/>
                      <a:pt x="1061" y="34"/>
                      <a:pt x="1062" y="35"/>
                    </a:cubicBezTo>
                    <a:cubicBezTo>
                      <a:pt x="1062" y="36"/>
                      <a:pt x="1062" y="37"/>
                      <a:pt x="1062" y="37"/>
                    </a:cubicBezTo>
                    <a:cubicBezTo>
                      <a:pt x="1061" y="40"/>
                      <a:pt x="1061" y="42"/>
                      <a:pt x="1060" y="45"/>
                    </a:cubicBezTo>
                    <a:cubicBezTo>
                      <a:pt x="1058" y="53"/>
                      <a:pt x="1054" y="60"/>
                      <a:pt x="1051" y="68"/>
                    </a:cubicBezTo>
                    <a:cubicBezTo>
                      <a:pt x="1045" y="83"/>
                      <a:pt x="1038" y="98"/>
                      <a:pt x="1031" y="113"/>
                    </a:cubicBezTo>
                    <a:cubicBezTo>
                      <a:pt x="1021" y="136"/>
                      <a:pt x="987" y="167"/>
                      <a:pt x="997" y="19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1" name="Freeform 6"/>
              <p:cNvSpPr/>
              <p:nvPr/>
            </p:nvSpPr>
            <p:spPr bwMode="auto">
              <a:xfrm>
                <a:off x="2433" y="1012"/>
                <a:ext cx="90" cy="88"/>
              </a:xfrm>
              <a:custGeom>
                <a:avLst/>
                <a:gdLst>
                  <a:gd name="T0" fmla="*/ 35 w 38"/>
                  <a:gd name="T1" fmla="*/ 26 h 37"/>
                  <a:gd name="T2" fmla="*/ 23 w 38"/>
                  <a:gd name="T3" fmla="*/ 26 h 37"/>
                  <a:gd name="T4" fmla="*/ 13 w 38"/>
                  <a:gd name="T5" fmla="*/ 26 h 37"/>
                  <a:gd name="T6" fmla="*/ 14 w 38"/>
                  <a:gd name="T7" fmla="*/ 6 h 37"/>
                  <a:gd name="T8" fmla="*/ 8 w 38"/>
                  <a:gd name="T9" fmla="*/ 4 h 37"/>
                  <a:gd name="T10" fmla="*/ 2 w 38"/>
                  <a:gd name="T11" fmla="*/ 27 h 37"/>
                  <a:gd name="T12" fmla="*/ 5 w 38"/>
                  <a:gd name="T13" fmla="*/ 35 h 37"/>
                  <a:gd name="T14" fmla="*/ 21 w 38"/>
                  <a:gd name="T15" fmla="*/ 37 h 37"/>
                  <a:gd name="T16" fmla="*/ 37 w 38"/>
                  <a:gd name="T17" fmla="*/ 32 h 37"/>
                  <a:gd name="T18" fmla="*/ 35 w 38"/>
                  <a:gd name="T19" fmla="*/ 2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" h="37">
                    <a:moveTo>
                      <a:pt x="35" y="26"/>
                    </a:moveTo>
                    <a:cubicBezTo>
                      <a:pt x="31" y="24"/>
                      <a:pt x="27" y="26"/>
                      <a:pt x="23" y="26"/>
                    </a:cubicBezTo>
                    <a:cubicBezTo>
                      <a:pt x="20" y="26"/>
                      <a:pt x="16" y="26"/>
                      <a:pt x="13" y="26"/>
                    </a:cubicBezTo>
                    <a:cubicBezTo>
                      <a:pt x="14" y="19"/>
                      <a:pt x="13" y="13"/>
                      <a:pt x="14" y="6"/>
                    </a:cubicBezTo>
                    <a:cubicBezTo>
                      <a:pt x="15" y="2"/>
                      <a:pt x="10" y="0"/>
                      <a:pt x="8" y="4"/>
                    </a:cubicBezTo>
                    <a:cubicBezTo>
                      <a:pt x="5" y="12"/>
                      <a:pt x="7" y="20"/>
                      <a:pt x="2" y="27"/>
                    </a:cubicBezTo>
                    <a:cubicBezTo>
                      <a:pt x="0" y="30"/>
                      <a:pt x="2" y="34"/>
                      <a:pt x="5" y="35"/>
                    </a:cubicBezTo>
                    <a:cubicBezTo>
                      <a:pt x="10" y="36"/>
                      <a:pt x="16" y="37"/>
                      <a:pt x="21" y="37"/>
                    </a:cubicBezTo>
                    <a:cubicBezTo>
                      <a:pt x="27" y="37"/>
                      <a:pt x="34" y="37"/>
                      <a:pt x="37" y="32"/>
                    </a:cubicBezTo>
                    <a:cubicBezTo>
                      <a:pt x="38" y="30"/>
                      <a:pt x="37" y="27"/>
                      <a:pt x="35" y="2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2" name="Freeform 7"/>
              <p:cNvSpPr/>
              <p:nvPr/>
            </p:nvSpPr>
            <p:spPr bwMode="auto">
              <a:xfrm>
                <a:off x="2478" y="908"/>
                <a:ext cx="54" cy="69"/>
              </a:xfrm>
              <a:custGeom>
                <a:avLst/>
                <a:gdLst>
                  <a:gd name="T0" fmla="*/ 18 w 23"/>
                  <a:gd name="T1" fmla="*/ 2 h 29"/>
                  <a:gd name="T2" fmla="*/ 10 w 23"/>
                  <a:gd name="T3" fmla="*/ 11 h 29"/>
                  <a:gd name="T4" fmla="*/ 2 w 23"/>
                  <a:gd name="T5" fmla="*/ 23 h 29"/>
                  <a:gd name="T6" fmla="*/ 7 w 23"/>
                  <a:gd name="T7" fmla="*/ 26 h 29"/>
                  <a:gd name="T8" fmla="*/ 16 w 23"/>
                  <a:gd name="T9" fmla="*/ 15 h 29"/>
                  <a:gd name="T10" fmla="*/ 22 w 23"/>
                  <a:gd name="T11" fmla="*/ 5 h 29"/>
                  <a:gd name="T12" fmla="*/ 18 w 23"/>
                  <a:gd name="T13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9">
                    <a:moveTo>
                      <a:pt x="18" y="2"/>
                    </a:moveTo>
                    <a:cubicBezTo>
                      <a:pt x="14" y="4"/>
                      <a:pt x="12" y="8"/>
                      <a:pt x="10" y="11"/>
                    </a:cubicBezTo>
                    <a:cubicBezTo>
                      <a:pt x="7" y="15"/>
                      <a:pt x="4" y="18"/>
                      <a:pt x="2" y="23"/>
                    </a:cubicBezTo>
                    <a:cubicBezTo>
                      <a:pt x="0" y="26"/>
                      <a:pt x="5" y="29"/>
                      <a:pt x="7" y="26"/>
                    </a:cubicBezTo>
                    <a:cubicBezTo>
                      <a:pt x="10" y="22"/>
                      <a:pt x="13" y="19"/>
                      <a:pt x="16" y="15"/>
                    </a:cubicBezTo>
                    <a:cubicBezTo>
                      <a:pt x="18" y="12"/>
                      <a:pt x="22" y="9"/>
                      <a:pt x="22" y="5"/>
                    </a:cubicBezTo>
                    <a:cubicBezTo>
                      <a:pt x="23" y="3"/>
                      <a:pt x="20" y="0"/>
                      <a:pt x="18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3" name="Freeform 8"/>
              <p:cNvSpPr/>
              <p:nvPr/>
            </p:nvSpPr>
            <p:spPr bwMode="auto">
              <a:xfrm>
                <a:off x="2532" y="786"/>
                <a:ext cx="59" cy="93"/>
              </a:xfrm>
              <a:custGeom>
                <a:avLst/>
                <a:gdLst>
                  <a:gd name="T0" fmla="*/ 24 w 25"/>
                  <a:gd name="T1" fmla="*/ 3 h 39"/>
                  <a:gd name="T2" fmla="*/ 20 w 25"/>
                  <a:gd name="T3" fmla="*/ 1 h 39"/>
                  <a:gd name="T4" fmla="*/ 10 w 25"/>
                  <a:gd name="T5" fmla="*/ 17 h 39"/>
                  <a:gd name="T6" fmla="*/ 1 w 25"/>
                  <a:gd name="T7" fmla="*/ 35 h 39"/>
                  <a:gd name="T8" fmla="*/ 6 w 25"/>
                  <a:gd name="T9" fmla="*/ 37 h 39"/>
                  <a:gd name="T10" fmla="*/ 18 w 25"/>
                  <a:gd name="T11" fmla="*/ 20 h 39"/>
                  <a:gd name="T12" fmla="*/ 24 w 25"/>
                  <a:gd name="T13" fmla="*/ 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39">
                    <a:moveTo>
                      <a:pt x="24" y="3"/>
                    </a:moveTo>
                    <a:cubicBezTo>
                      <a:pt x="24" y="1"/>
                      <a:pt x="21" y="0"/>
                      <a:pt x="20" y="1"/>
                    </a:cubicBezTo>
                    <a:cubicBezTo>
                      <a:pt x="14" y="4"/>
                      <a:pt x="12" y="12"/>
                      <a:pt x="10" y="17"/>
                    </a:cubicBezTo>
                    <a:cubicBezTo>
                      <a:pt x="7" y="23"/>
                      <a:pt x="4" y="29"/>
                      <a:pt x="1" y="35"/>
                    </a:cubicBezTo>
                    <a:cubicBezTo>
                      <a:pt x="0" y="38"/>
                      <a:pt x="5" y="39"/>
                      <a:pt x="6" y="37"/>
                    </a:cubicBezTo>
                    <a:cubicBezTo>
                      <a:pt x="10" y="31"/>
                      <a:pt x="14" y="25"/>
                      <a:pt x="18" y="20"/>
                    </a:cubicBezTo>
                    <a:cubicBezTo>
                      <a:pt x="21" y="14"/>
                      <a:pt x="25" y="9"/>
                      <a:pt x="24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4" name="Freeform 9"/>
              <p:cNvSpPr/>
              <p:nvPr/>
            </p:nvSpPr>
            <p:spPr bwMode="auto">
              <a:xfrm>
                <a:off x="2580" y="639"/>
                <a:ext cx="56" cy="107"/>
              </a:xfrm>
              <a:custGeom>
                <a:avLst/>
                <a:gdLst>
                  <a:gd name="T0" fmla="*/ 23 w 24"/>
                  <a:gd name="T1" fmla="*/ 26 h 45"/>
                  <a:gd name="T2" fmla="*/ 13 w 24"/>
                  <a:gd name="T3" fmla="*/ 9 h 45"/>
                  <a:gd name="T4" fmla="*/ 4 w 24"/>
                  <a:gd name="T5" fmla="*/ 0 h 45"/>
                  <a:gd name="T6" fmla="*/ 0 w 24"/>
                  <a:gd name="T7" fmla="*/ 3 h 45"/>
                  <a:gd name="T8" fmla="*/ 8 w 24"/>
                  <a:gd name="T9" fmla="*/ 19 h 45"/>
                  <a:gd name="T10" fmla="*/ 13 w 24"/>
                  <a:gd name="T11" fmla="*/ 29 h 45"/>
                  <a:gd name="T12" fmla="*/ 7 w 24"/>
                  <a:gd name="T13" fmla="*/ 38 h 45"/>
                  <a:gd name="T14" fmla="*/ 10 w 24"/>
                  <a:gd name="T15" fmla="*/ 43 h 45"/>
                  <a:gd name="T16" fmla="*/ 22 w 24"/>
                  <a:gd name="T17" fmla="*/ 32 h 45"/>
                  <a:gd name="T18" fmla="*/ 23 w 24"/>
                  <a:gd name="T19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45">
                    <a:moveTo>
                      <a:pt x="23" y="26"/>
                    </a:moveTo>
                    <a:cubicBezTo>
                      <a:pt x="19" y="20"/>
                      <a:pt x="16" y="14"/>
                      <a:pt x="13" y="9"/>
                    </a:cubicBezTo>
                    <a:cubicBezTo>
                      <a:pt x="11" y="4"/>
                      <a:pt x="9" y="0"/>
                      <a:pt x="4" y="0"/>
                    </a:cubicBezTo>
                    <a:cubicBezTo>
                      <a:pt x="2" y="0"/>
                      <a:pt x="0" y="2"/>
                      <a:pt x="0" y="3"/>
                    </a:cubicBezTo>
                    <a:cubicBezTo>
                      <a:pt x="0" y="9"/>
                      <a:pt x="5" y="15"/>
                      <a:pt x="8" y="19"/>
                    </a:cubicBezTo>
                    <a:cubicBezTo>
                      <a:pt x="10" y="23"/>
                      <a:pt x="11" y="26"/>
                      <a:pt x="13" y="29"/>
                    </a:cubicBezTo>
                    <a:cubicBezTo>
                      <a:pt x="15" y="31"/>
                      <a:pt x="8" y="37"/>
                      <a:pt x="7" y="38"/>
                    </a:cubicBezTo>
                    <a:cubicBezTo>
                      <a:pt x="4" y="40"/>
                      <a:pt x="7" y="45"/>
                      <a:pt x="10" y="43"/>
                    </a:cubicBezTo>
                    <a:cubicBezTo>
                      <a:pt x="16" y="41"/>
                      <a:pt x="18" y="36"/>
                      <a:pt x="22" y="32"/>
                    </a:cubicBezTo>
                    <a:cubicBezTo>
                      <a:pt x="23" y="30"/>
                      <a:pt x="24" y="28"/>
                      <a:pt x="23" y="2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5" name="Freeform 10"/>
              <p:cNvSpPr/>
              <p:nvPr/>
            </p:nvSpPr>
            <p:spPr bwMode="auto">
              <a:xfrm>
                <a:off x="2530" y="501"/>
                <a:ext cx="45" cy="88"/>
              </a:xfrm>
              <a:custGeom>
                <a:avLst/>
                <a:gdLst>
                  <a:gd name="T0" fmla="*/ 19 w 19"/>
                  <a:gd name="T1" fmla="*/ 34 h 37"/>
                  <a:gd name="T2" fmla="*/ 15 w 19"/>
                  <a:gd name="T3" fmla="*/ 19 h 37"/>
                  <a:gd name="T4" fmla="*/ 8 w 19"/>
                  <a:gd name="T5" fmla="*/ 3 h 37"/>
                  <a:gd name="T6" fmla="*/ 2 w 19"/>
                  <a:gd name="T7" fmla="*/ 5 h 37"/>
                  <a:gd name="T8" fmla="*/ 8 w 19"/>
                  <a:gd name="T9" fmla="*/ 19 h 37"/>
                  <a:gd name="T10" fmla="*/ 16 w 19"/>
                  <a:gd name="T11" fmla="*/ 35 h 37"/>
                  <a:gd name="T12" fmla="*/ 19 w 19"/>
                  <a:gd name="T13" fmla="*/ 3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37">
                    <a:moveTo>
                      <a:pt x="19" y="34"/>
                    </a:moveTo>
                    <a:cubicBezTo>
                      <a:pt x="18" y="29"/>
                      <a:pt x="17" y="24"/>
                      <a:pt x="15" y="19"/>
                    </a:cubicBezTo>
                    <a:cubicBezTo>
                      <a:pt x="13" y="13"/>
                      <a:pt x="11" y="7"/>
                      <a:pt x="8" y="3"/>
                    </a:cubicBezTo>
                    <a:cubicBezTo>
                      <a:pt x="6" y="0"/>
                      <a:pt x="0" y="1"/>
                      <a:pt x="2" y="5"/>
                    </a:cubicBezTo>
                    <a:cubicBezTo>
                      <a:pt x="3" y="10"/>
                      <a:pt x="6" y="14"/>
                      <a:pt x="8" y="19"/>
                    </a:cubicBezTo>
                    <a:cubicBezTo>
                      <a:pt x="11" y="24"/>
                      <a:pt x="14" y="29"/>
                      <a:pt x="16" y="35"/>
                    </a:cubicBezTo>
                    <a:cubicBezTo>
                      <a:pt x="16" y="37"/>
                      <a:pt x="19" y="36"/>
                      <a:pt x="19" y="3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6" name="Freeform 11"/>
              <p:cNvSpPr/>
              <p:nvPr/>
            </p:nvSpPr>
            <p:spPr bwMode="auto">
              <a:xfrm>
                <a:off x="2490" y="377"/>
                <a:ext cx="42" cy="78"/>
              </a:xfrm>
              <a:custGeom>
                <a:avLst/>
                <a:gdLst>
                  <a:gd name="T0" fmla="*/ 15 w 18"/>
                  <a:gd name="T1" fmla="*/ 25 h 33"/>
                  <a:gd name="T2" fmla="*/ 11 w 18"/>
                  <a:gd name="T3" fmla="*/ 14 h 33"/>
                  <a:gd name="T4" fmla="*/ 8 w 18"/>
                  <a:gd name="T5" fmla="*/ 4 h 33"/>
                  <a:gd name="T6" fmla="*/ 1 w 18"/>
                  <a:gd name="T7" fmla="*/ 4 h 33"/>
                  <a:gd name="T8" fmla="*/ 1 w 18"/>
                  <a:gd name="T9" fmla="*/ 16 h 33"/>
                  <a:gd name="T10" fmla="*/ 8 w 18"/>
                  <a:gd name="T11" fmla="*/ 29 h 33"/>
                  <a:gd name="T12" fmla="*/ 15 w 18"/>
                  <a:gd name="T13" fmla="*/ 2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33">
                    <a:moveTo>
                      <a:pt x="15" y="25"/>
                    </a:moveTo>
                    <a:cubicBezTo>
                      <a:pt x="14" y="21"/>
                      <a:pt x="12" y="18"/>
                      <a:pt x="11" y="14"/>
                    </a:cubicBezTo>
                    <a:cubicBezTo>
                      <a:pt x="10" y="11"/>
                      <a:pt x="9" y="7"/>
                      <a:pt x="8" y="4"/>
                    </a:cubicBezTo>
                    <a:cubicBezTo>
                      <a:pt x="7" y="0"/>
                      <a:pt x="2" y="0"/>
                      <a:pt x="1" y="4"/>
                    </a:cubicBezTo>
                    <a:cubicBezTo>
                      <a:pt x="0" y="8"/>
                      <a:pt x="0" y="11"/>
                      <a:pt x="1" y="16"/>
                    </a:cubicBezTo>
                    <a:cubicBezTo>
                      <a:pt x="3" y="20"/>
                      <a:pt x="5" y="25"/>
                      <a:pt x="8" y="29"/>
                    </a:cubicBezTo>
                    <a:cubicBezTo>
                      <a:pt x="11" y="33"/>
                      <a:pt x="18" y="29"/>
                      <a:pt x="15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7" name="Freeform 12"/>
              <p:cNvSpPr/>
              <p:nvPr/>
            </p:nvSpPr>
            <p:spPr bwMode="auto">
              <a:xfrm>
                <a:off x="2466" y="310"/>
                <a:ext cx="97" cy="55"/>
              </a:xfrm>
              <a:custGeom>
                <a:avLst/>
                <a:gdLst>
                  <a:gd name="T0" fmla="*/ 39 w 41"/>
                  <a:gd name="T1" fmla="*/ 5 h 23"/>
                  <a:gd name="T2" fmla="*/ 24 w 41"/>
                  <a:gd name="T3" fmla="*/ 1 h 23"/>
                  <a:gd name="T4" fmla="*/ 5 w 41"/>
                  <a:gd name="T5" fmla="*/ 1 h 23"/>
                  <a:gd name="T6" fmla="*/ 0 w 41"/>
                  <a:gd name="T7" fmla="*/ 6 h 23"/>
                  <a:gd name="T8" fmla="*/ 7 w 41"/>
                  <a:gd name="T9" fmla="*/ 19 h 23"/>
                  <a:gd name="T10" fmla="*/ 12 w 41"/>
                  <a:gd name="T11" fmla="*/ 16 h 23"/>
                  <a:gd name="T12" fmla="*/ 10 w 41"/>
                  <a:gd name="T13" fmla="*/ 10 h 23"/>
                  <a:gd name="T14" fmla="*/ 22 w 41"/>
                  <a:gd name="T15" fmla="*/ 11 h 23"/>
                  <a:gd name="T16" fmla="*/ 38 w 41"/>
                  <a:gd name="T17" fmla="*/ 11 h 23"/>
                  <a:gd name="T18" fmla="*/ 39 w 41"/>
                  <a:gd name="T19" fmla="*/ 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23">
                    <a:moveTo>
                      <a:pt x="39" y="5"/>
                    </a:moveTo>
                    <a:cubicBezTo>
                      <a:pt x="35" y="1"/>
                      <a:pt x="29" y="1"/>
                      <a:pt x="24" y="1"/>
                    </a:cubicBezTo>
                    <a:cubicBezTo>
                      <a:pt x="18" y="0"/>
                      <a:pt x="11" y="1"/>
                      <a:pt x="5" y="1"/>
                    </a:cubicBezTo>
                    <a:cubicBezTo>
                      <a:pt x="2" y="1"/>
                      <a:pt x="0" y="4"/>
                      <a:pt x="0" y="6"/>
                    </a:cubicBezTo>
                    <a:cubicBezTo>
                      <a:pt x="1" y="11"/>
                      <a:pt x="4" y="15"/>
                      <a:pt x="7" y="19"/>
                    </a:cubicBezTo>
                    <a:cubicBezTo>
                      <a:pt x="9" y="23"/>
                      <a:pt x="14" y="20"/>
                      <a:pt x="12" y="16"/>
                    </a:cubicBezTo>
                    <a:cubicBezTo>
                      <a:pt x="11" y="14"/>
                      <a:pt x="10" y="12"/>
                      <a:pt x="10" y="10"/>
                    </a:cubicBezTo>
                    <a:cubicBezTo>
                      <a:pt x="14" y="10"/>
                      <a:pt x="18" y="10"/>
                      <a:pt x="22" y="11"/>
                    </a:cubicBezTo>
                    <a:cubicBezTo>
                      <a:pt x="27" y="11"/>
                      <a:pt x="33" y="13"/>
                      <a:pt x="38" y="11"/>
                    </a:cubicBezTo>
                    <a:cubicBezTo>
                      <a:pt x="40" y="10"/>
                      <a:pt x="41" y="7"/>
                      <a:pt x="39" y="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8" name="Freeform 13"/>
              <p:cNvSpPr/>
              <p:nvPr/>
            </p:nvSpPr>
            <p:spPr bwMode="auto">
              <a:xfrm>
                <a:off x="2615" y="313"/>
                <a:ext cx="88" cy="21"/>
              </a:xfrm>
              <a:custGeom>
                <a:avLst/>
                <a:gdLst>
                  <a:gd name="T0" fmla="*/ 34 w 37"/>
                  <a:gd name="T1" fmla="*/ 1 h 9"/>
                  <a:gd name="T2" fmla="*/ 3 w 37"/>
                  <a:gd name="T3" fmla="*/ 1 h 9"/>
                  <a:gd name="T4" fmla="*/ 3 w 37"/>
                  <a:gd name="T5" fmla="*/ 7 h 9"/>
                  <a:gd name="T6" fmla="*/ 34 w 37"/>
                  <a:gd name="T7" fmla="*/ 7 h 9"/>
                  <a:gd name="T8" fmla="*/ 34 w 37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9">
                    <a:moveTo>
                      <a:pt x="34" y="1"/>
                    </a:moveTo>
                    <a:cubicBezTo>
                      <a:pt x="24" y="0"/>
                      <a:pt x="13" y="0"/>
                      <a:pt x="3" y="1"/>
                    </a:cubicBezTo>
                    <a:cubicBezTo>
                      <a:pt x="0" y="2"/>
                      <a:pt x="0" y="7"/>
                      <a:pt x="3" y="7"/>
                    </a:cubicBezTo>
                    <a:cubicBezTo>
                      <a:pt x="13" y="8"/>
                      <a:pt x="24" y="9"/>
                      <a:pt x="34" y="7"/>
                    </a:cubicBezTo>
                    <a:cubicBezTo>
                      <a:pt x="37" y="7"/>
                      <a:pt x="37" y="2"/>
                      <a:pt x="3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89" name="Freeform 14"/>
              <p:cNvSpPr/>
              <p:nvPr/>
            </p:nvSpPr>
            <p:spPr bwMode="auto">
              <a:xfrm>
                <a:off x="2760" y="310"/>
                <a:ext cx="78" cy="24"/>
              </a:xfrm>
              <a:custGeom>
                <a:avLst/>
                <a:gdLst>
                  <a:gd name="T0" fmla="*/ 30 w 33"/>
                  <a:gd name="T1" fmla="*/ 2 h 10"/>
                  <a:gd name="T2" fmla="*/ 4 w 33"/>
                  <a:gd name="T3" fmla="*/ 2 h 10"/>
                  <a:gd name="T4" fmla="*/ 4 w 33"/>
                  <a:gd name="T5" fmla="*/ 8 h 10"/>
                  <a:gd name="T6" fmla="*/ 30 w 33"/>
                  <a:gd name="T7" fmla="*/ 8 h 10"/>
                  <a:gd name="T8" fmla="*/ 30 w 33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0">
                    <a:moveTo>
                      <a:pt x="30" y="2"/>
                    </a:moveTo>
                    <a:cubicBezTo>
                      <a:pt x="22" y="0"/>
                      <a:pt x="12" y="1"/>
                      <a:pt x="4" y="2"/>
                    </a:cubicBezTo>
                    <a:cubicBezTo>
                      <a:pt x="0" y="3"/>
                      <a:pt x="0" y="8"/>
                      <a:pt x="4" y="8"/>
                    </a:cubicBezTo>
                    <a:cubicBezTo>
                      <a:pt x="12" y="9"/>
                      <a:pt x="22" y="10"/>
                      <a:pt x="30" y="8"/>
                    </a:cubicBezTo>
                    <a:cubicBezTo>
                      <a:pt x="33" y="7"/>
                      <a:pt x="33" y="3"/>
                      <a:pt x="30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0" name="Freeform 15"/>
              <p:cNvSpPr/>
              <p:nvPr/>
            </p:nvSpPr>
            <p:spPr bwMode="auto">
              <a:xfrm>
                <a:off x="2925" y="305"/>
                <a:ext cx="71" cy="24"/>
              </a:xfrm>
              <a:custGeom>
                <a:avLst/>
                <a:gdLst>
                  <a:gd name="T0" fmla="*/ 27 w 30"/>
                  <a:gd name="T1" fmla="*/ 1 h 10"/>
                  <a:gd name="T2" fmla="*/ 4 w 30"/>
                  <a:gd name="T3" fmla="*/ 2 h 10"/>
                  <a:gd name="T4" fmla="*/ 4 w 30"/>
                  <a:gd name="T5" fmla="*/ 8 h 10"/>
                  <a:gd name="T6" fmla="*/ 27 w 30"/>
                  <a:gd name="T7" fmla="*/ 8 h 10"/>
                  <a:gd name="T8" fmla="*/ 27 w 30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0">
                    <a:moveTo>
                      <a:pt x="27" y="1"/>
                    </a:moveTo>
                    <a:cubicBezTo>
                      <a:pt x="20" y="0"/>
                      <a:pt x="11" y="1"/>
                      <a:pt x="4" y="2"/>
                    </a:cubicBezTo>
                    <a:cubicBezTo>
                      <a:pt x="0" y="2"/>
                      <a:pt x="0" y="7"/>
                      <a:pt x="4" y="8"/>
                    </a:cubicBezTo>
                    <a:cubicBezTo>
                      <a:pt x="11" y="9"/>
                      <a:pt x="20" y="10"/>
                      <a:pt x="27" y="8"/>
                    </a:cubicBezTo>
                    <a:cubicBezTo>
                      <a:pt x="30" y="7"/>
                      <a:pt x="30" y="2"/>
                      <a:pt x="27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1" name="Freeform 16"/>
              <p:cNvSpPr/>
              <p:nvPr/>
            </p:nvSpPr>
            <p:spPr bwMode="auto">
              <a:xfrm>
                <a:off x="3086" y="310"/>
                <a:ext cx="90" cy="24"/>
              </a:xfrm>
              <a:custGeom>
                <a:avLst/>
                <a:gdLst>
                  <a:gd name="T0" fmla="*/ 35 w 38"/>
                  <a:gd name="T1" fmla="*/ 3 h 10"/>
                  <a:gd name="T2" fmla="*/ 3 w 38"/>
                  <a:gd name="T3" fmla="*/ 1 h 10"/>
                  <a:gd name="T4" fmla="*/ 2 w 38"/>
                  <a:gd name="T5" fmla="*/ 5 h 10"/>
                  <a:gd name="T6" fmla="*/ 35 w 38"/>
                  <a:gd name="T7" fmla="*/ 8 h 10"/>
                  <a:gd name="T8" fmla="*/ 35 w 38"/>
                  <a:gd name="T9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0">
                    <a:moveTo>
                      <a:pt x="35" y="3"/>
                    </a:moveTo>
                    <a:cubicBezTo>
                      <a:pt x="25" y="1"/>
                      <a:pt x="13" y="2"/>
                      <a:pt x="3" y="1"/>
                    </a:cubicBezTo>
                    <a:cubicBezTo>
                      <a:pt x="0" y="0"/>
                      <a:pt x="0" y="4"/>
                      <a:pt x="2" y="5"/>
                    </a:cubicBezTo>
                    <a:cubicBezTo>
                      <a:pt x="12" y="9"/>
                      <a:pt x="25" y="10"/>
                      <a:pt x="35" y="8"/>
                    </a:cubicBezTo>
                    <a:cubicBezTo>
                      <a:pt x="38" y="7"/>
                      <a:pt x="38" y="3"/>
                      <a:pt x="35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2" name="Freeform 17"/>
              <p:cNvSpPr/>
              <p:nvPr/>
            </p:nvSpPr>
            <p:spPr bwMode="auto">
              <a:xfrm>
                <a:off x="3233" y="305"/>
                <a:ext cx="93" cy="22"/>
              </a:xfrm>
              <a:custGeom>
                <a:avLst/>
                <a:gdLst>
                  <a:gd name="T0" fmla="*/ 35 w 39"/>
                  <a:gd name="T1" fmla="*/ 2 h 9"/>
                  <a:gd name="T2" fmla="*/ 5 w 39"/>
                  <a:gd name="T3" fmla="*/ 1 h 9"/>
                  <a:gd name="T4" fmla="*/ 5 w 39"/>
                  <a:gd name="T5" fmla="*/ 8 h 9"/>
                  <a:gd name="T6" fmla="*/ 35 w 39"/>
                  <a:gd name="T7" fmla="*/ 8 h 9"/>
                  <a:gd name="T8" fmla="*/ 35 w 39"/>
                  <a:gd name="T9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">
                    <a:moveTo>
                      <a:pt x="35" y="2"/>
                    </a:moveTo>
                    <a:cubicBezTo>
                      <a:pt x="25" y="0"/>
                      <a:pt x="15" y="1"/>
                      <a:pt x="5" y="1"/>
                    </a:cubicBezTo>
                    <a:cubicBezTo>
                      <a:pt x="0" y="1"/>
                      <a:pt x="0" y="8"/>
                      <a:pt x="5" y="8"/>
                    </a:cubicBezTo>
                    <a:cubicBezTo>
                      <a:pt x="15" y="9"/>
                      <a:pt x="25" y="9"/>
                      <a:pt x="35" y="8"/>
                    </a:cubicBezTo>
                    <a:cubicBezTo>
                      <a:pt x="39" y="8"/>
                      <a:pt x="39" y="2"/>
                      <a:pt x="35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3" name="Freeform 18"/>
              <p:cNvSpPr/>
              <p:nvPr/>
            </p:nvSpPr>
            <p:spPr bwMode="auto">
              <a:xfrm>
                <a:off x="3383" y="301"/>
                <a:ext cx="106" cy="31"/>
              </a:xfrm>
              <a:custGeom>
                <a:avLst/>
                <a:gdLst>
                  <a:gd name="T0" fmla="*/ 42 w 45"/>
                  <a:gd name="T1" fmla="*/ 4 h 13"/>
                  <a:gd name="T2" fmla="*/ 7 w 45"/>
                  <a:gd name="T3" fmla="*/ 1 h 13"/>
                  <a:gd name="T4" fmla="*/ 5 w 45"/>
                  <a:gd name="T5" fmla="*/ 8 h 13"/>
                  <a:gd name="T6" fmla="*/ 42 w 45"/>
                  <a:gd name="T7" fmla="*/ 10 h 13"/>
                  <a:gd name="T8" fmla="*/ 42 w 45"/>
                  <a:gd name="T9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13">
                    <a:moveTo>
                      <a:pt x="42" y="4"/>
                    </a:moveTo>
                    <a:cubicBezTo>
                      <a:pt x="31" y="1"/>
                      <a:pt x="18" y="2"/>
                      <a:pt x="7" y="1"/>
                    </a:cubicBezTo>
                    <a:cubicBezTo>
                      <a:pt x="2" y="0"/>
                      <a:pt x="0" y="7"/>
                      <a:pt x="5" y="8"/>
                    </a:cubicBezTo>
                    <a:cubicBezTo>
                      <a:pt x="16" y="11"/>
                      <a:pt x="30" y="13"/>
                      <a:pt x="42" y="10"/>
                    </a:cubicBezTo>
                    <a:cubicBezTo>
                      <a:pt x="45" y="9"/>
                      <a:pt x="45" y="5"/>
                      <a:pt x="42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4" name="Freeform 19"/>
              <p:cNvSpPr/>
              <p:nvPr/>
            </p:nvSpPr>
            <p:spPr bwMode="auto">
              <a:xfrm>
                <a:off x="2561" y="1069"/>
                <a:ext cx="83" cy="22"/>
              </a:xfrm>
              <a:custGeom>
                <a:avLst/>
                <a:gdLst>
                  <a:gd name="T0" fmla="*/ 31 w 35"/>
                  <a:gd name="T1" fmla="*/ 0 h 9"/>
                  <a:gd name="T2" fmla="*/ 4 w 35"/>
                  <a:gd name="T3" fmla="*/ 3 h 9"/>
                  <a:gd name="T4" fmla="*/ 4 w 35"/>
                  <a:gd name="T5" fmla="*/ 9 h 9"/>
                  <a:gd name="T6" fmla="*/ 31 w 35"/>
                  <a:gd name="T7" fmla="*/ 6 h 9"/>
                  <a:gd name="T8" fmla="*/ 31 w 35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9">
                    <a:moveTo>
                      <a:pt x="31" y="0"/>
                    </a:moveTo>
                    <a:cubicBezTo>
                      <a:pt x="22" y="0"/>
                      <a:pt x="13" y="2"/>
                      <a:pt x="4" y="3"/>
                    </a:cubicBezTo>
                    <a:cubicBezTo>
                      <a:pt x="0" y="3"/>
                      <a:pt x="0" y="8"/>
                      <a:pt x="4" y="9"/>
                    </a:cubicBezTo>
                    <a:cubicBezTo>
                      <a:pt x="13" y="9"/>
                      <a:pt x="22" y="7"/>
                      <a:pt x="31" y="6"/>
                    </a:cubicBezTo>
                    <a:cubicBezTo>
                      <a:pt x="35" y="6"/>
                      <a:pt x="35" y="0"/>
                      <a:pt x="31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5" name="Freeform 20"/>
              <p:cNvSpPr/>
              <p:nvPr/>
            </p:nvSpPr>
            <p:spPr bwMode="auto">
              <a:xfrm>
                <a:off x="2717" y="1065"/>
                <a:ext cx="71" cy="14"/>
              </a:xfrm>
              <a:custGeom>
                <a:avLst/>
                <a:gdLst>
                  <a:gd name="T0" fmla="*/ 27 w 30"/>
                  <a:gd name="T1" fmla="*/ 0 h 6"/>
                  <a:gd name="T2" fmla="*/ 3 w 30"/>
                  <a:gd name="T3" fmla="*/ 0 h 6"/>
                  <a:gd name="T4" fmla="*/ 3 w 30"/>
                  <a:gd name="T5" fmla="*/ 5 h 6"/>
                  <a:gd name="T6" fmla="*/ 27 w 30"/>
                  <a:gd name="T7" fmla="*/ 5 h 6"/>
                  <a:gd name="T8" fmla="*/ 27 w 30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6">
                    <a:moveTo>
                      <a:pt x="27" y="0"/>
                    </a:moveTo>
                    <a:cubicBezTo>
                      <a:pt x="19" y="0"/>
                      <a:pt x="11" y="0"/>
                      <a:pt x="3" y="0"/>
                    </a:cubicBezTo>
                    <a:cubicBezTo>
                      <a:pt x="0" y="1"/>
                      <a:pt x="0" y="5"/>
                      <a:pt x="3" y="5"/>
                    </a:cubicBezTo>
                    <a:cubicBezTo>
                      <a:pt x="11" y="5"/>
                      <a:pt x="19" y="6"/>
                      <a:pt x="27" y="5"/>
                    </a:cubicBezTo>
                    <a:cubicBezTo>
                      <a:pt x="30" y="5"/>
                      <a:pt x="30" y="1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6" name="Freeform 21"/>
              <p:cNvSpPr/>
              <p:nvPr/>
            </p:nvSpPr>
            <p:spPr bwMode="auto">
              <a:xfrm>
                <a:off x="2857" y="1055"/>
                <a:ext cx="80" cy="19"/>
              </a:xfrm>
              <a:custGeom>
                <a:avLst/>
                <a:gdLst>
                  <a:gd name="T0" fmla="*/ 31 w 34"/>
                  <a:gd name="T1" fmla="*/ 1 h 8"/>
                  <a:gd name="T2" fmla="*/ 18 w 34"/>
                  <a:gd name="T3" fmla="*/ 1 h 8"/>
                  <a:gd name="T4" fmla="*/ 3 w 34"/>
                  <a:gd name="T5" fmla="*/ 2 h 8"/>
                  <a:gd name="T6" fmla="*/ 3 w 34"/>
                  <a:gd name="T7" fmla="*/ 6 h 8"/>
                  <a:gd name="T8" fmla="*/ 17 w 34"/>
                  <a:gd name="T9" fmla="*/ 7 h 8"/>
                  <a:gd name="T10" fmla="*/ 31 w 34"/>
                  <a:gd name="T11" fmla="*/ 7 h 8"/>
                  <a:gd name="T12" fmla="*/ 31 w 34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8">
                    <a:moveTo>
                      <a:pt x="31" y="1"/>
                    </a:moveTo>
                    <a:cubicBezTo>
                      <a:pt x="27" y="0"/>
                      <a:pt x="23" y="1"/>
                      <a:pt x="18" y="1"/>
                    </a:cubicBezTo>
                    <a:cubicBezTo>
                      <a:pt x="13" y="1"/>
                      <a:pt x="8" y="2"/>
                      <a:pt x="3" y="2"/>
                    </a:cubicBezTo>
                    <a:cubicBezTo>
                      <a:pt x="0" y="2"/>
                      <a:pt x="0" y="6"/>
                      <a:pt x="3" y="6"/>
                    </a:cubicBezTo>
                    <a:cubicBezTo>
                      <a:pt x="8" y="7"/>
                      <a:pt x="12" y="7"/>
                      <a:pt x="17" y="7"/>
                    </a:cubicBezTo>
                    <a:cubicBezTo>
                      <a:pt x="21" y="7"/>
                      <a:pt x="26" y="8"/>
                      <a:pt x="31" y="7"/>
                    </a:cubicBezTo>
                    <a:cubicBezTo>
                      <a:pt x="34" y="6"/>
                      <a:pt x="34" y="2"/>
                      <a:pt x="31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7" name="Freeform 22"/>
              <p:cNvSpPr/>
              <p:nvPr/>
            </p:nvSpPr>
            <p:spPr bwMode="auto">
              <a:xfrm>
                <a:off x="2989" y="1043"/>
                <a:ext cx="71" cy="22"/>
              </a:xfrm>
              <a:custGeom>
                <a:avLst/>
                <a:gdLst>
                  <a:gd name="T0" fmla="*/ 27 w 30"/>
                  <a:gd name="T1" fmla="*/ 1 h 9"/>
                  <a:gd name="T2" fmla="*/ 4 w 30"/>
                  <a:gd name="T3" fmla="*/ 1 h 9"/>
                  <a:gd name="T4" fmla="*/ 4 w 30"/>
                  <a:gd name="T5" fmla="*/ 7 h 9"/>
                  <a:gd name="T6" fmla="*/ 27 w 30"/>
                  <a:gd name="T7" fmla="*/ 7 h 9"/>
                  <a:gd name="T8" fmla="*/ 27 w 30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9">
                    <a:moveTo>
                      <a:pt x="27" y="1"/>
                    </a:moveTo>
                    <a:cubicBezTo>
                      <a:pt x="19" y="0"/>
                      <a:pt x="12" y="1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12" y="8"/>
                      <a:pt x="19" y="9"/>
                      <a:pt x="27" y="7"/>
                    </a:cubicBezTo>
                    <a:cubicBezTo>
                      <a:pt x="30" y="7"/>
                      <a:pt x="30" y="2"/>
                      <a:pt x="27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8" name="Freeform 23"/>
              <p:cNvSpPr/>
              <p:nvPr/>
            </p:nvSpPr>
            <p:spPr bwMode="auto">
              <a:xfrm>
                <a:off x="3124" y="1041"/>
                <a:ext cx="81" cy="24"/>
              </a:xfrm>
              <a:custGeom>
                <a:avLst/>
                <a:gdLst>
                  <a:gd name="T0" fmla="*/ 32 w 34"/>
                  <a:gd name="T1" fmla="*/ 3 h 10"/>
                  <a:gd name="T2" fmla="*/ 4 w 34"/>
                  <a:gd name="T3" fmla="*/ 0 h 10"/>
                  <a:gd name="T4" fmla="*/ 4 w 34"/>
                  <a:gd name="T5" fmla="*/ 6 h 10"/>
                  <a:gd name="T6" fmla="*/ 32 w 34"/>
                  <a:gd name="T7" fmla="*/ 8 h 10"/>
                  <a:gd name="T8" fmla="*/ 32 w 34"/>
                  <a:gd name="T9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10">
                    <a:moveTo>
                      <a:pt x="32" y="3"/>
                    </a:moveTo>
                    <a:cubicBezTo>
                      <a:pt x="23" y="1"/>
                      <a:pt x="13" y="0"/>
                      <a:pt x="4" y="0"/>
                    </a:cubicBezTo>
                    <a:cubicBezTo>
                      <a:pt x="0" y="0"/>
                      <a:pt x="0" y="5"/>
                      <a:pt x="4" y="6"/>
                    </a:cubicBezTo>
                    <a:cubicBezTo>
                      <a:pt x="13" y="6"/>
                      <a:pt x="22" y="10"/>
                      <a:pt x="32" y="8"/>
                    </a:cubicBezTo>
                    <a:cubicBezTo>
                      <a:pt x="34" y="7"/>
                      <a:pt x="34" y="3"/>
                      <a:pt x="32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199" name="Freeform 24"/>
              <p:cNvSpPr/>
              <p:nvPr/>
            </p:nvSpPr>
            <p:spPr bwMode="auto">
              <a:xfrm>
                <a:off x="3259" y="1029"/>
                <a:ext cx="88" cy="26"/>
              </a:xfrm>
              <a:custGeom>
                <a:avLst/>
                <a:gdLst>
                  <a:gd name="T0" fmla="*/ 34 w 37"/>
                  <a:gd name="T1" fmla="*/ 2 h 11"/>
                  <a:gd name="T2" fmla="*/ 4 w 37"/>
                  <a:gd name="T3" fmla="*/ 2 h 11"/>
                  <a:gd name="T4" fmla="*/ 4 w 37"/>
                  <a:gd name="T5" fmla="*/ 9 h 11"/>
                  <a:gd name="T6" fmla="*/ 34 w 37"/>
                  <a:gd name="T7" fmla="*/ 8 h 11"/>
                  <a:gd name="T8" fmla="*/ 34 w 37"/>
                  <a:gd name="T9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1">
                    <a:moveTo>
                      <a:pt x="34" y="2"/>
                    </a:moveTo>
                    <a:cubicBezTo>
                      <a:pt x="25" y="0"/>
                      <a:pt x="14" y="2"/>
                      <a:pt x="4" y="2"/>
                    </a:cubicBezTo>
                    <a:cubicBezTo>
                      <a:pt x="0" y="2"/>
                      <a:pt x="0" y="8"/>
                      <a:pt x="4" y="9"/>
                    </a:cubicBezTo>
                    <a:cubicBezTo>
                      <a:pt x="14" y="9"/>
                      <a:pt x="25" y="11"/>
                      <a:pt x="34" y="8"/>
                    </a:cubicBezTo>
                    <a:cubicBezTo>
                      <a:pt x="37" y="8"/>
                      <a:pt x="37" y="3"/>
                      <a:pt x="34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0" name="Freeform 25"/>
              <p:cNvSpPr/>
              <p:nvPr/>
            </p:nvSpPr>
            <p:spPr bwMode="auto">
              <a:xfrm>
                <a:off x="3418" y="1046"/>
                <a:ext cx="71" cy="16"/>
              </a:xfrm>
              <a:custGeom>
                <a:avLst/>
                <a:gdLst>
                  <a:gd name="T0" fmla="*/ 26 w 30"/>
                  <a:gd name="T1" fmla="*/ 0 h 7"/>
                  <a:gd name="T2" fmla="*/ 4 w 30"/>
                  <a:gd name="T3" fmla="*/ 1 h 7"/>
                  <a:gd name="T4" fmla="*/ 4 w 30"/>
                  <a:gd name="T5" fmla="*/ 6 h 7"/>
                  <a:gd name="T6" fmla="*/ 26 w 30"/>
                  <a:gd name="T7" fmla="*/ 6 h 7"/>
                  <a:gd name="T8" fmla="*/ 26 w 30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7">
                    <a:moveTo>
                      <a:pt x="26" y="0"/>
                    </a:moveTo>
                    <a:cubicBezTo>
                      <a:pt x="18" y="0"/>
                      <a:pt x="11" y="0"/>
                      <a:pt x="4" y="1"/>
                    </a:cubicBezTo>
                    <a:cubicBezTo>
                      <a:pt x="0" y="1"/>
                      <a:pt x="0" y="6"/>
                      <a:pt x="4" y="6"/>
                    </a:cubicBezTo>
                    <a:cubicBezTo>
                      <a:pt x="11" y="6"/>
                      <a:pt x="18" y="7"/>
                      <a:pt x="26" y="6"/>
                    </a:cubicBezTo>
                    <a:cubicBezTo>
                      <a:pt x="30" y="6"/>
                      <a:pt x="30" y="1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1" name="Freeform 26"/>
              <p:cNvSpPr/>
              <p:nvPr/>
            </p:nvSpPr>
            <p:spPr bwMode="auto">
              <a:xfrm>
                <a:off x="3574" y="1034"/>
                <a:ext cx="90" cy="24"/>
              </a:xfrm>
              <a:custGeom>
                <a:avLst/>
                <a:gdLst>
                  <a:gd name="T0" fmla="*/ 34 w 38"/>
                  <a:gd name="T1" fmla="*/ 3 h 10"/>
                  <a:gd name="T2" fmla="*/ 5 w 38"/>
                  <a:gd name="T3" fmla="*/ 0 h 10"/>
                  <a:gd name="T4" fmla="*/ 4 w 38"/>
                  <a:gd name="T5" fmla="*/ 6 h 10"/>
                  <a:gd name="T6" fmla="*/ 34 w 38"/>
                  <a:gd name="T7" fmla="*/ 8 h 10"/>
                  <a:gd name="T8" fmla="*/ 34 w 38"/>
                  <a:gd name="T9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0">
                    <a:moveTo>
                      <a:pt x="34" y="3"/>
                    </a:moveTo>
                    <a:cubicBezTo>
                      <a:pt x="25" y="2"/>
                      <a:pt x="15" y="2"/>
                      <a:pt x="5" y="0"/>
                    </a:cubicBezTo>
                    <a:cubicBezTo>
                      <a:pt x="1" y="0"/>
                      <a:pt x="0" y="5"/>
                      <a:pt x="4" y="6"/>
                    </a:cubicBezTo>
                    <a:cubicBezTo>
                      <a:pt x="14" y="9"/>
                      <a:pt x="24" y="10"/>
                      <a:pt x="34" y="8"/>
                    </a:cubicBezTo>
                    <a:cubicBezTo>
                      <a:pt x="38" y="8"/>
                      <a:pt x="38" y="3"/>
                      <a:pt x="34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2" name="Freeform 27"/>
              <p:cNvSpPr/>
              <p:nvPr/>
            </p:nvSpPr>
            <p:spPr bwMode="auto">
              <a:xfrm>
                <a:off x="3738" y="1031"/>
                <a:ext cx="90" cy="24"/>
              </a:xfrm>
              <a:custGeom>
                <a:avLst/>
                <a:gdLst>
                  <a:gd name="T0" fmla="*/ 35 w 38"/>
                  <a:gd name="T1" fmla="*/ 2 h 10"/>
                  <a:gd name="T2" fmla="*/ 4 w 38"/>
                  <a:gd name="T3" fmla="*/ 4 h 10"/>
                  <a:gd name="T4" fmla="*/ 6 w 38"/>
                  <a:gd name="T5" fmla="*/ 10 h 10"/>
                  <a:gd name="T6" fmla="*/ 35 w 38"/>
                  <a:gd name="T7" fmla="*/ 7 h 10"/>
                  <a:gd name="T8" fmla="*/ 35 w 38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0">
                    <a:moveTo>
                      <a:pt x="35" y="2"/>
                    </a:moveTo>
                    <a:cubicBezTo>
                      <a:pt x="25" y="0"/>
                      <a:pt x="14" y="1"/>
                      <a:pt x="4" y="4"/>
                    </a:cubicBezTo>
                    <a:cubicBezTo>
                      <a:pt x="0" y="5"/>
                      <a:pt x="2" y="10"/>
                      <a:pt x="6" y="10"/>
                    </a:cubicBezTo>
                    <a:cubicBezTo>
                      <a:pt x="15" y="8"/>
                      <a:pt x="25" y="8"/>
                      <a:pt x="35" y="7"/>
                    </a:cubicBezTo>
                    <a:cubicBezTo>
                      <a:pt x="38" y="7"/>
                      <a:pt x="38" y="2"/>
                      <a:pt x="35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3" name="Freeform 28"/>
              <p:cNvSpPr/>
              <p:nvPr/>
            </p:nvSpPr>
            <p:spPr bwMode="auto">
              <a:xfrm>
                <a:off x="3904" y="1039"/>
                <a:ext cx="85" cy="19"/>
              </a:xfrm>
              <a:custGeom>
                <a:avLst/>
                <a:gdLst>
                  <a:gd name="T0" fmla="*/ 31 w 36"/>
                  <a:gd name="T1" fmla="*/ 1 h 8"/>
                  <a:gd name="T2" fmla="*/ 4 w 36"/>
                  <a:gd name="T3" fmla="*/ 1 h 8"/>
                  <a:gd name="T4" fmla="*/ 4 w 36"/>
                  <a:gd name="T5" fmla="*/ 7 h 8"/>
                  <a:gd name="T6" fmla="*/ 31 w 36"/>
                  <a:gd name="T7" fmla="*/ 7 h 8"/>
                  <a:gd name="T8" fmla="*/ 31 w 36"/>
                  <a:gd name="T9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8">
                    <a:moveTo>
                      <a:pt x="31" y="1"/>
                    </a:moveTo>
                    <a:cubicBezTo>
                      <a:pt x="22" y="0"/>
                      <a:pt x="13" y="0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13" y="8"/>
                      <a:pt x="22" y="8"/>
                      <a:pt x="31" y="7"/>
                    </a:cubicBezTo>
                    <a:cubicBezTo>
                      <a:pt x="36" y="7"/>
                      <a:pt x="36" y="1"/>
                      <a:pt x="31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4" name="Freeform 29"/>
              <p:cNvSpPr/>
              <p:nvPr/>
            </p:nvSpPr>
            <p:spPr bwMode="auto">
              <a:xfrm>
                <a:off x="4074" y="1031"/>
                <a:ext cx="83" cy="24"/>
              </a:xfrm>
              <a:custGeom>
                <a:avLst/>
                <a:gdLst>
                  <a:gd name="T0" fmla="*/ 30 w 35"/>
                  <a:gd name="T1" fmla="*/ 2 h 10"/>
                  <a:gd name="T2" fmla="*/ 5 w 35"/>
                  <a:gd name="T3" fmla="*/ 1 h 10"/>
                  <a:gd name="T4" fmla="*/ 3 w 35"/>
                  <a:gd name="T5" fmla="*/ 7 h 10"/>
                  <a:gd name="T6" fmla="*/ 32 w 35"/>
                  <a:gd name="T7" fmla="*/ 7 h 10"/>
                  <a:gd name="T8" fmla="*/ 30 w 35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0">
                    <a:moveTo>
                      <a:pt x="30" y="2"/>
                    </a:moveTo>
                    <a:cubicBezTo>
                      <a:pt x="22" y="3"/>
                      <a:pt x="13" y="4"/>
                      <a:pt x="5" y="1"/>
                    </a:cubicBezTo>
                    <a:cubicBezTo>
                      <a:pt x="1" y="0"/>
                      <a:pt x="0" y="6"/>
                      <a:pt x="3" y="7"/>
                    </a:cubicBezTo>
                    <a:cubicBezTo>
                      <a:pt x="12" y="10"/>
                      <a:pt x="22" y="10"/>
                      <a:pt x="32" y="7"/>
                    </a:cubicBezTo>
                    <a:cubicBezTo>
                      <a:pt x="35" y="6"/>
                      <a:pt x="34" y="1"/>
                      <a:pt x="30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5" name="Freeform 30"/>
              <p:cNvSpPr/>
              <p:nvPr/>
            </p:nvSpPr>
            <p:spPr bwMode="auto">
              <a:xfrm>
                <a:off x="4209" y="1039"/>
                <a:ext cx="90" cy="23"/>
              </a:xfrm>
              <a:custGeom>
                <a:avLst/>
                <a:gdLst>
                  <a:gd name="T0" fmla="*/ 33 w 38"/>
                  <a:gd name="T1" fmla="*/ 0 h 10"/>
                  <a:gd name="T2" fmla="*/ 3 w 38"/>
                  <a:gd name="T3" fmla="*/ 4 h 10"/>
                  <a:gd name="T4" fmla="*/ 5 w 38"/>
                  <a:gd name="T5" fmla="*/ 9 h 10"/>
                  <a:gd name="T6" fmla="*/ 33 w 38"/>
                  <a:gd name="T7" fmla="*/ 7 h 10"/>
                  <a:gd name="T8" fmla="*/ 33 w 38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0">
                    <a:moveTo>
                      <a:pt x="33" y="0"/>
                    </a:moveTo>
                    <a:cubicBezTo>
                      <a:pt x="23" y="1"/>
                      <a:pt x="13" y="1"/>
                      <a:pt x="3" y="4"/>
                    </a:cubicBezTo>
                    <a:cubicBezTo>
                      <a:pt x="0" y="4"/>
                      <a:pt x="1" y="10"/>
                      <a:pt x="5" y="9"/>
                    </a:cubicBezTo>
                    <a:cubicBezTo>
                      <a:pt x="14" y="7"/>
                      <a:pt x="24" y="7"/>
                      <a:pt x="33" y="7"/>
                    </a:cubicBezTo>
                    <a:cubicBezTo>
                      <a:pt x="38" y="7"/>
                      <a:pt x="38" y="0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6" name="Freeform 31"/>
              <p:cNvSpPr/>
              <p:nvPr/>
            </p:nvSpPr>
            <p:spPr bwMode="auto">
              <a:xfrm>
                <a:off x="4373" y="1034"/>
                <a:ext cx="78" cy="28"/>
              </a:xfrm>
              <a:custGeom>
                <a:avLst/>
                <a:gdLst>
                  <a:gd name="T0" fmla="*/ 28 w 33"/>
                  <a:gd name="T1" fmla="*/ 1 h 12"/>
                  <a:gd name="T2" fmla="*/ 4 w 33"/>
                  <a:gd name="T3" fmla="*/ 5 h 12"/>
                  <a:gd name="T4" fmla="*/ 4 w 33"/>
                  <a:gd name="T5" fmla="*/ 12 h 12"/>
                  <a:gd name="T6" fmla="*/ 30 w 33"/>
                  <a:gd name="T7" fmla="*/ 6 h 12"/>
                  <a:gd name="T8" fmla="*/ 28 w 33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2">
                    <a:moveTo>
                      <a:pt x="28" y="1"/>
                    </a:moveTo>
                    <a:cubicBezTo>
                      <a:pt x="20" y="2"/>
                      <a:pt x="12" y="5"/>
                      <a:pt x="4" y="5"/>
                    </a:cubicBezTo>
                    <a:cubicBezTo>
                      <a:pt x="0" y="5"/>
                      <a:pt x="0" y="12"/>
                      <a:pt x="4" y="12"/>
                    </a:cubicBezTo>
                    <a:cubicBezTo>
                      <a:pt x="13" y="11"/>
                      <a:pt x="21" y="9"/>
                      <a:pt x="30" y="6"/>
                    </a:cubicBezTo>
                    <a:cubicBezTo>
                      <a:pt x="33" y="5"/>
                      <a:pt x="31" y="0"/>
                      <a:pt x="28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7" name="Freeform 32"/>
              <p:cNvSpPr/>
              <p:nvPr/>
            </p:nvSpPr>
            <p:spPr bwMode="auto">
              <a:xfrm>
                <a:off x="4512" y="1029"/>
                <a:ext cx="95" cy="24"/>
              </a:xfrm>
              <a:custGeom>
                <a:avLst/>
                <a:gdLst>
                  <a:gd name="T0" fmla="*/ 37 w 40"/>
                  <a:gd name="T1" fmla="*/ 0 h 10"/>
                  <a:gd name="T2" fmla="*/ 5 w 40"/>
                  <a:gd name="T3" fmla="*/ 0 h 10"/>
                  <a:gd name="T4" fmla="*/ 5 w 40"/>
                  <a:gd name="T5" fmla="*/ 6 h 10"/>
                  <a:gd name="T6" fmla="*/ 38 w 40"/>
                  <a:gd name="T7" fmla="*/ 5 h 10"/>
                  <a:gd name="T8" fmla="*/ 37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37" y="0"/>
                    </a:moveTo>
                    <a:cubicBezTo>
                      <a:pt x="26" y="0"/>
                      <a:pt x="15" y="0"/>
                      <a:pt x="5" y="0"/>
                    </a:cubicBezTo>
                    <a:cubicBezTo>
                      <a:pt x="0" y="0"/>
                      <a:pt x="0" y="6"/>
                      <a:pt x="5" y="6"/>
                    </a:cubicBezTo>
                    <a:cubicBezTo>
                      <a:pt x="15" y="6"/>
                      <a:pt x="28" y="10"/>
                      <a:pt x="38" y="5"/>
                    </a:cubicBezTo>
                    <a:cubicBezTo>
                      <a:pt x="40" y="4"/>
                      <a:pt x="39" y="0"/>
                      <a:pt x="37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8" name="Freeform 33"/>
              <p:cNvSpPr/>
              <p:nvPr/>
            </p:nvSpPr>
            <p:spPr bwMode="auto">
              <a:xfrm>
                <a:off x="4652" y="1029"/>
                <a:ext cx="102" cy="26"/>
              </a:xfrm>
              <a:custGeom>
                <a:avLst/>
                <a:gdLst>
                  <a:gd name="T0" fmla="*/ 40 w 43"/>
                  <a:gd name="T1" fmla="*/ 3 h 11"/>
                  <a:gd name="T2" fmla="*/ 4 w 43"/>
                  <a:gd name="T3" fmla="*/ 5 h 11"/>
                  <a:gd name="T4" fmla="*/ 6 w 43"/>
                  <a:gd name="T5" fmla="*/ 11 h 11"/>
                  <a:gd name="T6" fmla="*/ 40 w 43"/>
                  <a:gd name="T7" fmla="*/ 8 h 11"/>
                  <a:gd name="T8" fmla="*/ 40 w 43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">
                    <a:moveTo>
                      <a:pt x="40" y="3"/>
                    </a:moveTo>
                    <a:cubicBezTo>
                      <a:pt x="28" y="0"/>
                      <a:pt x="16" y="2"/>
                      <a:pt x="4" y="5"/>
                    </a:cubicBezTo>
                    <a:cubicBezTo>
                      <a:pt x="0" y="6"/>
                      <a:pt x="2" y="11"/>
                      <a:pt x="6" y="11"/>
                    </a:cubicBezTo>
                    <a:cubicBezTo>
                      <a:pt x="17" y="9"/>
                      <a:pt x="29" y="10"/>
                      <a:pt x="40" y="8"/>
                    </a:cubicBezTo>
                    <a:cubicBezTo>
                      <a:pt x="43" y="7"/>
                      <a:pt x="43" y="3"/>
                      <a:pt x="40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09" name="Freeform 34"/>
              <p:cNvSpPr/>
              <p:nvPr/>
            </p:nvSpPr>
            <p:spPr bwMode="auto">
              <a:xfrm>
                <a:off x="4789" y="984"/>
                <a:ext cx="55" cy="74"/>
              </a:xfrm>
              <a:custGeom>
                <a:avLst/>
                <a:gdLst>
                  <a:gd name="T0" fmla="*/ 22 w 23"/>
                  <a:gd name="T1" fmla="*/ 25 h 31"/>
                  <a:gd name="T2" fmla="*/ 5 w 23"/>
                  <a:gd name="T3" fmla="*/ 2 h 31"/>
                  <a:gd name="T4" fmla="*/ 1 w 23"/>
                  <a:gd name="T5" fmla="*/ 6 h 31"/>
                  <a:gd name="T6" fmla="*/ 12 w 23"/>
                  <a:gd name="T7" fmla="*/ 23 h 31"/>
                  <a:gd name="T8" fmla="*/ 6 w 23"/>
                  <a:gd name="T9" fmla="*/ 24 h 31"/>
                  <a:gd name="T10" fmla="*/ 6 w 23"/>
                  <a:gd name="T11" fmla="*/ 30 h 31"/>
                  <a:gd name="T12" fmla="*/ 19 w 23"/>
                  <a:gd name="T13" fmla="*/ 30 h 31"/>
                  <a:gd name="T14" fmla="*/ 22 w 23"/>
                  <a:gd name="T15" fmla="*/ 2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31">
                    <a:moveTo>
                      <a:pt x="22" y="25"/>
                    </a:moveTo>
                    <a:cubicBezTo>
                      <a:pt x="17" y="17"/>
                      <a:pt x="13" y="8"/>
                      <a:pt x="5" y="2"/>
                    </a:cubicBezTo>
                    <a:cubicBezTo>
                      <a:pt x="3" y="0"/>
                      <a:pt x="0" y="4"/>
                      <a:pt x="1" y="6"/>
                    </a:cubicBezTo>
                    <a:cubicBezTo>
                      <a:pt x="5" y="12"/>
                      <a:pt x="9" y="18"/>
                      <a:pt x="12" y="23"/>
                    </a:cubicBezTo>
                    <a:cubicBezTo>
                      <a:pt x="10" y="24"/>
                      <a:pt x="8" y="24"/>
                      <a:pt x="6" y="24"/>
                    </a:cubicBezTo>
                    <a:cubicBezTo>
                      <a:pt x="2" y="24"/>
                      <a:pt x="2" y="30"/>
                      <a:pt x="6" y="30"/>
                    </a:cubicBezTo>
                    <a:cubicBezTo>
                      <a:pt x="10" y="30"/>
                      <a:pt x="15" y="30"/>
                      <a:pt x="19" y="30"/>
                    </a:cubicBezTo>
                    <a:cubicBezTo>
                      <a:pt x="21" y="31"/>
                      <a:pt x="23" y="27"/>
                      <a:pt x="22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0" name="Freeform 35"/>
              <p:cNvSpPr/>
              <p:nvPr/>
            </p:nvSpPr>
            <p:spPr bwMode="auto">
              <a:xfrm>
                <a:off x="4733" y="867"/>
                <a:ext cx="52" cy="72"/>
              </a:xfrm>
              <a:custGeom>
                <a:avLst/>
                <a:gdLst>
                  <a:gd name="T0" fmla="*/ 20 w 22"/>
                  <a:gd name="T1" fmla="*/ 25 h 30"/>
                  <a:gd name="T2" fmla="*/ 5 w 22"/>
                  <a:gd name="T3" fmla="*/ 3 h 30"/>
                  <a:gd name="T4" fmla="*/ 1 w 22"/>
                  <a:gd name="T5" fmla="*/ 5 h 30"/>
                  <a:gd name="T6" fmla="*/ 16 w 22"/>
                  <a:gd name="T7" fmla="*/ 28 h 30"/>
                  <a:gd name="T8" fmla="*/ 20 w 22"/>
                  <a:gd name="T9" fmla="*/ 2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0">
                    <a:moveTo>
                      <a:pt x="20" y="25"/>
                    </a:moveTo>
                    <a:cubicBezTo>
                      <a:pt x="14" y="18"/>
                      <a:pt x="10" y="10"/>
                      <a:pt x="5" y="3"/>
                    </a:cubicBezTo>
                    <a:cubicBezTo>
                      <a:pt x="4" y="0"/>
                      <a:pt x="0" y="2"/>
                      <a:pt x="1" y="5"/>
                    </a:cubicBezTo>
                    <a:cubicBezTo>
                      <a:pt x="2" y="13"/>
                      <a:pt x="10" y="22"/>
                      <a:pt x="16" y="28"/>
                    </a:cubicBezTo>
                    <a:cubicBezTo>
                      <a:pt x="19" y="30"/>
                      <a:pt x="22" y="27"/>
                      <a:pt x="20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1" name="Freeform 36"/>
              <p:cNvSpPr/>
              <p:nvPr/>
            </p:nvSpPr>
            <p:spPr bwMode="auto">
              <a:xfrm>
                <a:off x="4676" y="753"/>
                <a:ext cx="49" cy="81"/>
              </a:xfrm>
              <a:custGeom>
                <a:avLst/>
                <a:gdLst>
                  <a:gd name="T0" fmla="*/ 20 w 21"/>
                  <a:gd name="T1" fmla="*/ 29 h 34"/>
                  <a:gd name="T2" fmla="*/ 13 w 21"/>
                  <a:gd name="T3" fmla="*/ 14 h 34"/>
                  <a:gd name="T4" fmla="*/ 4 w 21"/>
                  <a:gd name="T5" fmla="*/ 1 h 34"/>
                  <a:gd name="T6" fmla="*/ 0 w 21"/>
                  <a:gd name="T7" fmla="*/ 2 h 34"/>
                  <a:gd name="T8" fmla="*/ 6 w 21"/>
                  <a:gd name="T9" fmla="*/ 16 h 34"/>
                  <a:gd name="T10" fmla="*/ 15 w 21"/>
                  <a:gd name="T11" fmla="*/ 31 h 34"/>
                  <a:gd name="T12" fmla="*/ 20 w 21"/>
                  <a:gd name="T13" fmla="*/ 2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34">
                    <a:moveTo>
                      <a:pt x="20" y="29"/>
                    </a:moveTo>
                    <a:cubicBezTo>
                      <a:pt x="18" y="24"/>
                      <a:pt x="15" y="19"/>
                      <a:pt x="13" y="14"/>
                    </a:cubicBezTo>
                    <a:cubicBezTo>
                      <a:pt x="10" y="10"/>
                      <a:pt x="8" y="5"/>
                      <a:pt x="4" y="1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1" y="8"/>
                      <a:pt x="3" y="12"/>
                      <a:pt x="6" y="16"/>
                    </a:cubicBezTo>
                    <a:cubicBezTo>
                      <a:pt x="9" y="21"/>
                      <a:pt x="12" y="26"/>
                      <a:pt x="15" y="31"/>
                    </a:cubicBezTo>
                    <a:cubicBezTo>
                      <a:pt x="16" y="34"/>
                      <a:pt x="21" y="32"/>
                      <a:pt x="20" y="2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2" name="Freeform 37"/>
              <p:cNvSpPr/>
              <p:nvPr/>
            </p:nvSpPr>
            <p:spPr bwMode="auto">
              <a:xfrm>
                <a:off x="4650" y="603"/>
                <a:ext cx="68" cy="102"/>
              </a:xfrm>
              <a:custGeom>
                <a:avLst/>
                <a:gdLst>
                  <a:gd name="T0" fmla="*/ 25 w 29"/>
                  <a:gd name="T1" fmla="*/ 1 h 43"/>
                  <a:gd name="T2" fmla="*/ 4 w 29"/>
                  <a:gd name="T3" fmla="*/ 20 h 43"/>
                  <a:gd name="T4" fmla="*/ 10 w 29"/>
                  <a:gd name="T5" fmla="*/ 42 h 43"/>
                  <a:gd name="T6" fmla="*/ 13 w 29"/>
                  <a:gd name="T7" fmla="*/ 40 h 43"/>
                  <a:gd name="T8" fmla="*/ 28 w 29"/>
                  <a:gd name="T9" fmla="*/ 5 h 43"/>
                  <a:gd name="T10" fmla="*/ 25 w 29"/>
                  <a:gd name="T11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43">
                    <a:moveTo>
                      <a:pt x="25" y="1"/>
                    </a:moveTo>
                    <a:cubicBezTo>
                      <a:pt x="16" y="4"/>
                      <a:pt x="7" y="12"/>
                      <a:pt x="4" y="20"/>
                    </a:cubicBezTo>
                    <a:cubicBezTo>
                      <a:pt x="0" y="29"/>
                      <a:pt x="3" y="36"/>
                      <a:pt x="10" y="42"/>
                    </a:cubicBezTo>
                    <a:cubicBezTo>
                      <a:pt x="11" y="43"/>
                      <a:pt x="14" y="42"/>
                      <a:pt x="13" y="40"/>
                    </a:cubicBezTo>
                    <a:cubicBezTo>
                      <a:pt x="1" y="24"/>
                      <a:pt x="18" y="15"/>
                      <a:pt x="28" y="5"/>
                    </a:cubicBezTo>
                    <a:cubicBezTo>
                      <a:pt x="29" y="4"/>
                      <a:pt x="28" y="0"/>
                      <a:pt x="25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3" name="Freeform 38"/>
              <p:cNvSpPr/>
              <p:nvPr/>
            </p:nvSpPr>
            <p:spPr bwMode="auto">
              <a:xfrm>
                <a:off x="4718" y="484"/>
                <a:ext cx="52" cy="79"/>
              </a:xfrm>
              <a:custGeom>
                <a:avLst/>
                <a:gdLst>
                  <a:gd name="T0" fmla="*/ 17 w 22"/>
                  <a:gd name="T1" fmla="*/ 3 h 33"/>
                  <a:gd name="T2" fmla="*/ 2 w 22"/>
                  <a:gd name="T3" fmla="*/ 28 h 33"/>
                  <a:gd name="T4" fmla="*/ 6 w 22"/>
                  <a:gd name="T5" fmla="*/ 30 h 33"/>
                  <a:gd name="T6" fmla="*/ 21 w 22"/>
                  <a:gd name="T7" fmla="*/ 5 h 33"/>
                  <a:gd name="T8" fmla="*/ 17 w 22"/>
                  <a:gd name="T9" fmla="*/ 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17" y="3"/>
                    </a:moveTo>
                    <a:cubicBezTo>
                      <a:pt x="13" y="12"/>
                      <a:pt x="7" y="19"/>
                      <a:pt x="2" y="28"/>
                    </a:cubicBezTo>
                    <a:cubicBezTo>
                      <a:pt x="0" y="30"/>
                      <a:pt x="4" y="33"/>
                      <a:pt x="6" y="30"/>
                    </a:cubicBezTo>
                    <a:cubicBezTo>
                      <a:pt x="12" y="22"/>
                      <a:pt x="19" y="14"/>
                      <a:pt x="21" y="5"/>
                    </a:cubicBezTo>
                    <a:cubicBezTo>
                      <a:pt x="22" y="2"/>
                      <a:pt x="18" y="0"/>
                      <a:pt x="17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4" name="Freeform 39"/>
              <p:cNvSpPr/>
              <p:nvPr/>
            </p:nvSpPr>
            <p:spPr bwMode="auto">
              <a:xfrm>
                <a:off x="4778" y="379"/>
                <a:ext cx="56" cy="69"/>
              </a:xfrm>
              <a:custGeom>
                <a:avLst/>
                <a:gdLst>
                  <a:gd name="T0" fmla="*/ 19 w 24"/>
                  <a:gd name="T1" fmla="*/ 2 h 29"/>
                  <a:gd name="T2" fmla="*/ 12 w 24"/>
                  <a:gd name="T3" fmla="*/ 15 h 29"/>
                  <a:gd name="T4" fmla="*/ 2 w 24"/>
                  <a:gd name="T5" fmla="*/ 24 h 29"/>
                  <a:gd name="T6" fmla="*/ 5 w 24"/>
                  <a:gd name="T7" fmla="*/ 28 h 29"/>
                  <a:gd name="T8" fmla="*/ 24 w 24"/>
                  <a:gd name="T9" fmla="*/ 4 h 29"/>
                  <a:gd name="T10" fmla="*/ 19 w 24"/>
                  <a:gd name="T11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9">
                    <a:moveTo>
                      <a:pt x="19" y="2"/>
                    </a:moveTo>
                    <a:cubicBezTo>
                      <a:pt x="16" y="6"/>
                      <a:pt x="15" y="11"/>
                      <a:pt x="12" y="15"/>
                    </a:cubicBezTo>
                    <a:cubicBezTo>
                      <a:pt x="9" y="18"/>
                      <a:pt x="6" y="21"/>
                      <a:pt x="2" y="24"/>
                    </a:cubicBezTo>
                    <a:cubicBezTo>
                      <a:pt x="0" y="26"/>
                      <a:pt x="3" y="29"/>
                      <a:pt x="5" y="28"/>
                    </a:cubicBezTo>
                    <a:cubicBezTo>
                      <a:pt x="14" y="23"/>
                      <a:pt x="24" y="14"/>
                      <a:pt x="24" y="4"/>
                    </a:cubicBezTo>
                    <a:cubicBezTo>
                      <a:pt x="24" y="1"/>
                      <a:pt x="20" y="0"/>
                      <a:pt x="19" y="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5" name="Freeform 40"/>
              <p:cNvSpPr/>
              <p:nvPr/>
            </p:nvSpPr>
            <p:spPr bwMode="auto">
              <a:xfrm>
                <a:off x="3572" y="303"/>
                <a:ext cx="88" cy="22"/>
              </a:xfrm>
              <a:custGeom>
                <a:avLst/>
                <a:gdLst>
                  <a:gd name="T0" fmla="*/ 32 w 37"/>
                  <a:gd name="T1" fmla="*/ 1 h 9"/>
                  <a:gd name="T2" fmla="*/ 3 w 37"/>
                  <a:gd name="T3" fmla="*/ 3 h 9"/>
                  <a:gd name="T4" fmla="*/ 3 w 37"/>
                  <a:gd name="T5" fmla="*/ 8 h 9"/>
                  <a:gd name="T6" fmla="*/ 33 w 37"/>
                  <a:gd name="T7" fmla="*/ 6 h 9"/>
                  <a:gd name="T8" fmla="*/ 32 w 37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9">
                    <a:moveTo>
                      <a:pt x="32" y="1"/>
                    </a:moveTo>
                    <a:cubicBezTo>
                      <a:pt x="22" y="2"/>
                      <a:pt x="13" y="3"/>
                      <a:pt x="3" y="3"/>
                    </a:cubicBezTo>
                    <a:cubicBezTo>
                      <a:pt x="0" y="4"/>
                      <a:pt x="0" y="8"/>
                      <a:pt x="3" y="8"/>
                    </a:cubicBezTo>
                    <a:cubicBezTo>
                      <a:pt x="13" y="9"/>
                      <a:pt x="24" y="9"/>
                      <a:pt x="33" y="6"/>
                    </a:cubicBezTo>
                    <a:cubicBezTo>
                      <a:pt x="37" y="5"/>
                      <a:pt x="35" y="0"/>
                      <a:pt x="32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6" name="Freeform 41"/>
              <p:cNvSpPr/>
              <p:nvPr/>
            </p:nvSpPr>
            <p:spPr bwMode="auto">
              <a:xfrm>
                <a:off x="3714" y="303"/>
                <a:ext cx="85" cy="17"/>
              </a:xfrm>
              <a:custGeom>
                <a:avLst/>
                <a:gdLst>
                  <a:gd name="T0" fmla="*/ 32 w 36"/>
                  <a:gd name="T1" fmla="*/ 1 h 7"/>
                  <a:gd name="T2" fmla="*/ 2 w 36"/>
                  <a:gd name="T3" fmla="*/ 1 h 7"/>
                  <a:gd name="T4" fmla="*/ 2 w 36"/>
                  <a:gd name="T5" fmla="*/ 5 h 7"/>
                  <a:gd name="T6" fmla="*/ 32 w 36"/>
                  <a:gd name="T7" fmla="*/ 6 h 7"/>
                  <a:gd name="T8" fmla="*/ 32 w 36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">
                    <a:moveTo>
                      <a:pt x="32" y="1"/>
                    </a:moveTo>
                    <a:cubicBezTo>
                      <a:pt x="22" y="0"/>
                      <a:pt x="12" y="0"/>
                      <a:pt x="2" y="1"/>
                    </a:cubicBezTo>
                    <a:cubicBezTo>
                      <a:pt x="0" y="2"/>
                      <a:pt x="0" y="5"/>
                      <a:pt x="2" y="5"/>
                    </a:cubicBezTo>
                    <a:cubicBezTo>
                      <a:pt x="12" y="7"/>
                      <a:pt x="22" y="7"/>
                      <a:pt x="32" y="6"/>
                    </a:cubicBezTo>
                    <a:cubicBezTo>
                      <a:pt x="36" y="6"/>
                      <a:pt x="36" y="1"/>
                      <a:pt x="32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7" name="Freeform 42"/>
              <p:cNvSpPr/>
              <p:nvPr/>
            </p:nvSpPr>
            <p:spPr bwMode="auto">
              <a:xfrm>
                <a:off x="3847" y="315"/>
                <a:ext cx="80" cy="14"/>
              </a:xfrm>
              <a:custGeom>
                <a:avLst/>
                <a:gdLst>
                  <a:gd name="T0" fmla="*/ 31 w 34"/>
                  <a:gd name="T1" fmla="*/ 1 h 6"/>
                  <a:gd name="T2" fmla="*/ 3 w 34"/>
                  <a:gd name="T3" fmla="*/ 1 h 6"/>
                  <a:gd name="T4" fmla="*/ 3 w 34"/>
                  <a:gd name="T5" fmla="*/ 6 h 6"/>
                  <a:gd name="T6" fmla="*/ 31 w 34"/>
                  <a:gd name="T7" fmla="*/ 6 h 6"/>
                  <a:gd name="T8" fmla="*/ 31 w 34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6">
                    <a:moveTo>
                      <a:pt x="31" y="1"/>
                    </a:moveTo>
                    <a:cubicBezTo>
                      <a:pt x="21" y="0"/>
                      <a:pt x="12" y="0"/>
                      <a:pt x="3" y="1"/>
                    </a:cubicBezTo>
                    <a:cubicBezTo>
                      <a:pt x="0" y="1"/>
                      <a:pt x="0" y="5"/>
                      <a:pt x="3" y="6"/>
                    </a:cubicBezTo>
                    <a:cubicBezTo>
                      <a:pt x="12" y="6"/>
                      <a:pt x="21" y="6"/>
                      <a:pt x="31" y="6"/>
                    </a:cubicBezTo>
                    <a:cubicBezTo>
                      <a:pt x="34" y="6"/>
                      <a:pt x="34" y="1"/>
                      <a:pt x="31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8" name="Freeform 43"/>
              <p:cNvSpPr/>
              <p:nvPr/>
            </p:nvSpPr>
            <p:spPr bwMode="auto">
              <a:xfrm>
                <a:off x="3986" y="327"/>
                <a:ext cx="81" cy="21"/>
              </a:xfrm>
              <a:custGeom>
                <a:avLst/>
                <a:gdLst>
                  <a:gd name="T0" fmla="*/ 31 w 34"/>
                  <a:gd name="T1" fmla="*/ 3 h 9"/>
                  <a:gd name="T2" fmla="*/ 4 w 34"/>
                  <a:gd name="T3" fmla="*/ 1 h 9"/>
                  <a:gd name="T4" fmla="*/ 3 w 34"/>
                  <a:gd name="T5" fmla="*/ 6 h 9"/>
                  <a:gd name="T6" fmla="*/ 31 w 34"/>
                  <a:gd name="T7" fmla="*/ 8 h 9"/>
                  <a:gd name="T8" fmla="*/ 31 w 34"/>
                  <a:gd name="T9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9">
                    <a:moveTo>
                      <a:pt x="31" y="3"/>
                    </a:moveTo>
                    <a:cubicBezTo>
                      <a:pt x="22" y="2"/>
                      <a:pt x="13" y="3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ubicBezTo>
                      <a:pt x="12" y="8"/>
                      <a:pt x="22" y="9"/>
                      <a:pt x="31" y="8"/>
                    </a:cubicBezTo>
                    <a:cubicBezTo>
                      <a:pt x="34" y="8"/>
                      <a:pt x="34" y="4"/>
                      <a:pt x="31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19" name="Freeform 44"/>
              <p:cNvSpPr/>
              <p:nvPr/>
            </p:nvSpPr>
            <p:spPr bwMode="auto">
              <a:xfrm>
                <a:off x="4124" y="327"/>
                <a:ext cx="78" cy="17"/>
              </a:xfrm>
              <a:custGeom>
                <a:avLst/>
                <a:gdLst>
                  <a:gd name="T0" fmla="*/ 30 w 33"/>
                  <a:gd name="T1" fmla="*/ 1 h 7"/>
                  <a:gd name="T2" fmla="*/ 3 w 33"/>
                  <a:gd name="T3" fmla="*/ 1 h 7"/>
                  <a:gd name="T4" fmla="*/ 3 w 33"/>
                  <a:gd name="T5" fmla="*/ 6 h 7"/>
                  <a:gd name="T6" fmla="*/ 30 w 33"/>
                  <a:gd name="T7" fmla="*/ 6 h 7"/>
                  <a:gd name="T8" fmla="*/ 30 w 33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7">
                    <a:moveTo>
                      <a:pt x="30" y="1"/>
                    </a:moveTo>
                    <a:cubicBezTo>
                      <a:pt x="21" y="0"/>
                      <a:pt x="12" y="0"/>
                      <a:pt x="3" y="1"/>
                    </a:cubicBezTo>
                    <a:cubicBezTo>
                      <a:pt x="0" y="1"/>
                      <a:pt x="0" y="5"/>
                      <a:pt x="3" y="6"/>
                    </a:cubicBezTo>
                    <a:cubicBezTo>
                      <a:pt x="12" y="7"/>
                      <a:pt x="21" y="6"/>
                      <a:pt x="30" y="6"/>
                    </a:cubicBezTo>
                    <a:cubicBezTo>
                      <a:pt x="33" y="6"/>
                      <a:pt x="33" y="1"/>
                      <a:pt x="30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20" name="Freeform 45"/>
              <p:cNvSpPr/>
              <p:nvPr/>
            </p:nvSpPr>
            <p:spPr bwMode="auto">
              <a:xfrm>
                <a:off x="4273" y="320"/>
                <a:ext cx="64" cy="16"/>
              </a:xfrm>
              <a:custGeom>
                <a:avLst/>
                <a:gdLst>
                  <a:gd name="T0" fmla="*/ 24 w 27"/>
                  <a:gd name="T1" fmla="*/ 1 h 7"/>
                  <a:gd name="T2" fmla="*/ 4 w 27"/>
                  <a:gd name="T3" fmla="*/ 1 h 7"/>
                  <a:gd name="T4" fmla="*/ 4 w 27"/>
                  <a:gd name="T5" fmla="*/ 7 h 7"/>
                  <a:gd name="T6" fmla="*/ 24 w 27"/>
                  <a:gd name="T7" fmla="*/ 6 h 7"/>
                  <a:gd name="T8" fmla="*/ 24 w 27"/>
                  <a:gd name="T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7">
                    <a:moveTo>
                      <a:pt x="24" y="1"/>
                    </a:moveTo>
                    <a:cubicBezTo>
                      <a:pt x="18" y="0"/>
                      <a:pt x="11" y="1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11" y="7"/>
                      <a:pt x="18" y="7"/>
                      <a:pt x="24" y="6"/>
                    </a:cubicBezTo>
                    <a:cubicBezTo>
                      <a:pt x="27" y="6"/>
                      <a:pt x="27" y="2"/>
                      <a:pt x="24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21" name="Freeform 46"/>
              <p:cNvSpPr/>
              <p:nvPr/>
            </p:nvSpPr>
            <p:spPr bwMode="auto">
              <a:xfrm>
                <a:off x="4408" y="327"/>
                <a:ext cx="71" cy="21"/>
              </a:xfrm>
              <a:custGeom>
                <a:avLst/>
                <a:gdLst>
                  <a:gd name="T0" fmla="*/ 26 w 30"/>
                  <a:gd name="T1" fmla="*/ 1 h 9"/>
                  <a:gd name="T2" fmla="*/ 3 w 30"/>
                  <a:gd name="T3" fmla="*/ 3 h 9"/>
                  <a:gd name="T4" fmla="*/ 5 w 30"/>
                  <a:gd name="T5" fmla="*/ 8 h 9"/>
                  <a:gd name="T6" fmla="*/ 26 w 30"/>
                  <a:gd name="T7" fmla="*/ 6 h 9"/>
                  <a:gd name="T8" fmla="*/ 26 w 30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9">
                    <a:moveTo>
                      <a:pt x="26" y="1"/>
                    </a:moveTo>
                    <a:cubicBezTo>
                      <a:pt x="18" y="0"/>
                      <a:pt x="11" y="1"/>
                      <a:pt x="3" y="3"/>
                    </a:cubicBezTo>
                    <a:cubicBezTo>
                      <a:pt x="0" y="4"/>
                      <a:pt x="1" y="9"/>
                      <a:pt x="5" y="8"/>
                    </a:cubicBezTo>
                    <a:cubicBezTo>
                      <a:pt x="12" y="6"/>
                      <a:pt x="19" y="7"/>
                      <a:pt x="26" y="6"/>
                    </a:cubicBezTo>
                    <a:cubicBezTo>
                      <a:pt x="30" y="5"/>
                      <a:pt x="30" y="1"/>
                      <a:pt x="26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22" name="Freeform 47"/>
              <p:cNvSpPr/>
              <p:nvPr/>
            </p:nvSpPr>
            <p:spPr bwMode="auto">
              <a:xfrm>
                <a:off x="4548" y="339"/>
                <a:ext cx="83" cy="14"/>
              </a:xfrm>
              <a:custGeom>
                <a:avLst/>
                <a:gdLst>
                  <a:gd name="T0" fmla="*/ 32 w 35"/>
                  <a:gd name="T1" fmla="*/ 1 h 6"/>
                  <a:gd name="T2" fmla="*/ 2 w 35"/>
                  <a:gd name="T3" fmla="*/ 1 h 6"/>
                  <a:gd name="T4" fmla="*/ 2 w 35"/>
                  <a:gd name="T5" fmla="*/ 5 h 6"/>
                  <a:gd name="T6" fmla="*/ 32 w 35"/>
                  <a:gd name="T7" fmla="*/ 5 h 6"/>
                  <a:gd name="T8" fmla="*/ 32 w 35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6">
                    <a:moveTo>
                      <a:pt x="32" y="1"/>
                    </a:moveTo>
                    <a:cubicBezTo>
                      <a:pt x="22" y="0"/>
                      <a:pt x="12" y="1"/>
                      <a:pt x="2" y="1"/>
                    </a:cubicBezTo>
                    <a:cubicBezTo>
                      <a:pt x="0" y="2"/>
                      <a:pt x="0" y="5"/>
                      <a:pt x="2" y="5"/>
                    </a:cubicBezTo>
                    <a:cubicBezTo>
                      <a:pt x="12" y="5"/>
                      <a:pt x="22" y="6"/>
                      <a:pt x="32" y="5"/>
                    </a:cubicBezTo>
                    <a:cubicBezTo>
                      <a:pt x="35" y="5"/>
                      <a:pt x="35" y="1"/>
                      <a:pt x="32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23" name="Freeform 48"/>
              <p:cNvSpPr/>
              <p:nvPr/>
            </p:nvSpPr>
            <p:spPr bwMode="auto">
              <a:xfrm>
                <a:off x="4702" y="332"/>
                <a:ext cx="76" cy="19"/>
              </a:xfrm>
              <a:custGeom>
                <a:avLst/>
                <a:gdLst>
                  <a:gd name="T0" fmla="*/ 29 w 32"/>
                  <a:gd name="T1" fmla="*/ 1 h 8"/>
                  <a:gd name="T2" fmla="*/ 4 w 32"/>
                  <a:gd name="T3" fmla="*/ 1 h 8"/>
                  <a:gd name="T4" fmla="*/ 4 w 32"/>
                  <a:gd name="T5" fmla="*/ 7 h 8"/>
                  <a:gd name="T6" fmla="*/ 29 w 32"/>
                  <a:gd name="T7" fmla="*/ 7 h 8"/>
                  <a:gd name="T8" fmla="*/ 29 w 32"/>
                  <a:gd name="T9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8">
                    <a:moveTo>
                      <a:pt x="29" y="1"/>
                    </a:moveTo>
                    <a:cubicBezTo>
                      <a:pt x="21" y="0"/>
                      <a:pt x="12" y="0"/>
                      <a:pt x="4" y="1"/>
                    </a:cubicBezTo>
                    <a:cubicBezTo>
                      <a:pt x="0" y="1"/>
                      <a:pt x="0" y="7"/>
                      <a:pt x="4" y="7"/>
                    </a:cubicBezTo>
                    <a:cubicBezTo>
                      <a:pt x="12" y="7"/>
                      <a:pt x="21" y="8"/>
                      <a:pt x="29" y="7"/>
                    </a:cubicBezTo>
                    <a:cubicBezTo>
                      <a:pt x="32" y="6"/>
                      <a:pt x="32" y="1"/>
                      <a:pt x="29" y="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  <p:sp>
            <p:nvSpPr>
              <p:cNvPr id="224" name="Freeform 49"/>
              <p:cNvSpPr/>
              <p:nvPr/>
            </p:nvSpPr>
            <p:spPr bwMode="auto">
              <a:xfrm>
                <a:off x="4808" y="329"/>
                <a:ext cx="38" cy="31"/>
              </a:xfrm>
              <a:custGeom>
                <a:avLst/>
                <a:gdLst>
                  <a:gd name="T0" fmla="*/ 14 w 16"/>
                  <a:gd name="T1" fmla="*/ 3 h 13"/>
                  <a:gd name="T2" fmla="*/ 3 w 16"/>
                  <a:gd name="T3" fmla="*/ 3 h 13"/>
                  <a:gd name="T4" fmla="*/ 4 w 16"/>
                  <a:gd name="T5" fmla="*/ 7 h 13"/>
                  <a:gd name="T6" fmla="*/ 10 w 16"/>
                  <a:gd name="T7" fmla="*/ 7 h 13"/>
                  <a:gd name="T8" fmla="*/ 9 w 16"/>
                  <a:gd name="T9" fmla="*/ 9 h 13"/>
                  <a:gd name="T10" fmla="*/ 12 w 16"/>
                  <a:gd name="T11" fmla="*/ 12 h 13"/>
                  <a:gd name="T12" fmla="*/ 16 w 16"/>
                  <a:gd name="T13" fmla="*/ 7 h 13"/>
                  <a:gd name="T14" fmla="*/ 14 w 16"/>
                  <a:gd name="T15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13">
                    <a:moveTo>
                      <a:pt x="14" y="3"/>
                    </a:moveTo>
                    <a:cubicBezTo>
                      <a:pt x="11" y="0"/>
                      <a:pt x="6" y="1"/>
                      <a:pt x="3" y="3"/>
                    </a:cubicBezTo>
                    <a:cubicBezTo>
                      <a:pt x="0" y="4"/>
                      <a:pt x="1" y="8"/>
                      <a:pt x="4" y="7"/>
                    </a:cubicBezTo>
                    <a:cubicBezTo>
                      <a:pt x="5" y="7"/>
                      <a:pt x="8" y="6"/>
                      <a:pt x="10" y="7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11"/>
                      <a:pt x="10" y="13"/>
                      <a:pt x="12" y="12"/>
                    </a:cubicBezTo>
                    <a:cubicBezTo>
                      <a:pt x="14" y="11"/>
                      <a:pt x="15" y="9"/>
                      <a:pt x="16" y="7"/>
                    </a:cubicBezTo>
                    <a:cubicBezTo>
                      <a:pt x="16" y="6"/>
                      <a:pt x="15" y="4"/>
                      <a:pt x="14" y="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endParaRPr>
              </a:p>
            </p:txBody>
          </p:sp>
        </p:grpSp>
        <p:sp>
          <p:nvSpPr>
            <p:cNvPr id="179" name="文本框 178"/>
            <p:cNvSpPr txBox="1"/>
            <p:nvPr/>
          </p:nvSpPr>
          <p:spPr>
            <a:xfrm>
              <a:off x="1496672" y="2474575"/>
              <a:ext cx="2482703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rPr>
                <a:t>GA</a:t>
              </a:r>
              <a:r>
                <a:rPr lang="zh-CN" altLang="en-US" sz="2400" dirty="0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rPr>
                <a:t>的几个</a:t>
              </a:r>
              <a:r>
                <a:rPr lang="zh-CN" altLang="en-US" sz="2400" dirty="0">
                  <a:solidFill>
                    <a:schemeClr val="bg1"/>
                  </a:solidFill>
                  <a:latin typeface="新蒂下午茶基本版" panose="03000600000000000000" pitchFamily="66" charset="-122"/>
                  <a:ea typeface="新蒂下午茶基本版" panose="03000600000000000000" pitchFamily="66" charset="-122"/>
                </a:rPr>
                <a:t>步骤</a:t>
              </a:r>
              <a:endParaRPr lang="zh-CN" altLang="en-US" sz="2400" dirty="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225" name="任意多边形 224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6" name="任意多边形 225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7" name="任意多边形 226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8" name="任意多边形 227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5"/>
          <p:cNvSpPr/>
          <p:nvPr/>
        </p:nvSpPr>
        <p:spPr bwMode="auto">
          <a:xfrm>
            <a:off x="1788322" y="2306672"/>
            <a:ext cx="2959323" cy="1814920"/>
          </a:xfrm>
          <a:custGeom>
            <a:avLst/>
            <a:gdLst>
              <a:gd name="T0" fmla="*/ 772 w 772"/>
              <a:gd name="T1" fmla="*/ 473 h 473"/>
              <a:gd name="T2" fmla="*/ 772 w 772"/>
              <a:gd name="T3" fmla="*/ 21 h 473"/>
              <a:gd name="T4" fmla="*/ 751 w 772"/>
              <a:gd name="T5" fmla="*/ 0 h 473"/>
              <a:gd name="T6" fmla="*/ 21 w 772"/>
              <a:gd name="T7" fmla="*/ 0 h 473"/>
              <a:gd name="T8" fmla="*/ 0 w 772"/>
              <a:gd name="T9" fmla="*/ 21 h 473"/>
              <a:gd name="T10" fmla="*/ 0 w 772"/>
              <a:gd name="T11" fmla="*/ 473 h 473"/>
              <a:gd name="T12" fmla="*/ 772 w 772"/>
              <a:gd name="T13" fmla="*/ 473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2" h="473">
                <a:moveTo>
                  <a:pt x="772" y="473"/>
                </a:moveTo>
                <a:cubicBezTo>
                  <a:pt x="772" y="21"/>
                  <a:pt x="772" y="21"/>
                  <a:pt x="772" y="21"/>
                </a:cubicBezTo>
                <a:cubicBezTo>
                  <a:pt x="772" y="9"/>
                  <a:pt x="763" y="0"/>
                  <a:pt x="75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473"/>
                  <a:pt x="0" y="473"/>
                  <a:pt x="0" y="473"/>
                </a:cubicBezTo>
                <a:lnTo>
                  <a:pt x="772" y="473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925722" y="2516196"/>
            <a:ext cx="2683299" cy="1531568"/>
          </a:xfrm>
          <a:prstGeom prst="rect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/>
        </p:nvSpPr>
        <p:spPr bwMode="auto">
          <a:xfrm>
            <a:off x="1783437" y="4117928"/>
            <a:ext cx="2967872" cy="352969"/>
          </a:xfrm>
          <a:custGeom>
            <a:avLst/>
            <a:gdLst>
              <a:gd name="T0" fmla="*/ 0 w 774"/>
              <a:gd name="T1" fmla="*/ 0 h 92"/>
              <a:gd name="T2" fmla="*/ 0 w 774"/>
              <a:gd name="T3" fmla="*/ 65 h 92"/>
              <a:gd name="T4" fmla="*/ 26 w 774"/>
              <a:gd name="T5" fmla="*/ 92 h 92"/>
              <a:gd name="T6" fmla="*/ 754 w 774"/>
              <a:gd name="T7" fmla="*/ 92 h 92"/>
              <a:gd name="T8" fmla="*/ 774 w 774"/>
              <a:gd name="T9" fmla="*/ 66 h 92"/>
              <a:gd name="T10" fmla="*/ 774 w 774"/>
              <a:gd name="T11" fmla="*/ 0 h 92"/>
              <a:gd name="T12" fmla="*/ 0 w 774"/>
              <a:gd name="T13" fmla="*/ 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4" h="92">
                <a:moveTo>
                  <a:pt x="0" y="0"/>
                </a:moveTo>
                <a:cubicBezTo>
                  <a:pt x="0" y="65"/>
                  <a:pt x="0" y="65"/>
                  <a:pt x="0" y="65"/>
                </a:cubicBezTo>
                <a:cubicBezTo>
                  <a:pt x="0" y="78"/>
                  <a:pt x="13" y="92"/>
                  <a:pt x="26" y="92"/>
                </a:cubicBezTo>
                <a:cubicBezTo>
                  <a:pt x="754" y="92"/>
                  <a:pt x="754" y="92"/>
                  <a:pt x="754" y="92"/>
                </a:cubicBezTo>
                <a:cubicBezTo>
                  <a:pt x="766" y="92"/>
                  <a:pt x="774" y="79"/>
                  <a:pt x="774" y="66"/>
                </a:cubicBezTo>
                <a:cubicBezTo>
                  <a:pt x="774" y="0"/>
                  <a:pt x="774" y="0"/>
                  <a:pt x="774" y="0"/>
                </a:cubicBezTo>
                <a:lnTo>
                  <a:pt x="0" y="0"/>
                </a:lnTo>
                <a:close/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9"/>
          <p:cNvSpPr/>
          <p:nvPr/>
        </p:nvSpPr>
        <p:spPr bwMode="auto">
          <a:xfrm>
            <a:off x="2803261" y="4470897"/>
            <a:ext cx="928223" cy="387167"/>
          </a:xfrm>
          <a:custGeom>
            <a:avLst/>
            <a:gdLst>
              <a:gd name="T0" fmla="*/ 242 w 242"/>
              <a:gd name="T1" fmla="*/ 101 h 101"/>
              <a:gd name="T2" fmla="*/ 222 w 242"/>
              <a:gd name="T3" fmla="*/ 91 h 101"/>
              <a:gd name="T4" fmla="*/ 209 w 242"/>
              <a:gd name="T5" fmla="*/ 70 h 101"/>
              <a:gd name="T6" fmla="*/ 207 w 242"/>
              <a:gd name="T7" fmla="*/ 1 h 101"/>
              <a:gd name="T8" fmla="*/ 35 w 242"/>
              <a:gd name="T9" fmla="*/ 0 h 101"/>
              <a:gd name="T10" fmla="*/ 34 w 242"/>
              <a:gd name="T11" fmla="*/ 70 h 101"/>
              <a:gd name="T12" fmla="*/ 20 w 242"/>
              <a:gd name="T13" fmla="*/ 91 h 101"/>
              <a:gd name="T14" fmla="*/ 0 w 242"/>
              <a:gd name="T15" fmla="*/ 101 h 101"/>
              <a:gd name="T16" fmla="*/ 0 w 242"/>
              <a:gd name="T17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2" h="101">
                <a:moveTo>
                  <a:pt x="242" y="101"/>
                </a:moveTo>
                <a:cubicBezTo>
                  <a:pt x="235" y="98"/>
                  <a:pt x="227" y="94"/>
                  <a:pt x="222" y="91"/>
                </a:cubicBezTo>
                <a:cubicBezTo>
                  <a:pt x="214" y="87"/>
                  <a:pt x="212" y="86"/>
                  <a:pt x="209" y="70"/>
                </a:cubicBezTo>
                <a:cubicBezTo>
                  <a:pt x="205" y="52"/>
                  <a:pt x="208" y="17"/>
                  <a:pt x="207" y="1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16"/>
                  <a:pt x="37" y="52"/>
                  <a:pt x="34" y="70"/>
                </a:cubicBezTo>
                <a:cubicBezTo>
                  <a:pt x="30" y="86"/>
                  <a:pt x="28" y="87"/>
                  <a:pt x="20" y="91"/>
                </a:cubicBezTo>
                <a:cubicBezTo>
                  <a:pt x="15" y="94"/>
                  <a:pt x="7" y="98"/>
                  <a:pt x="0" y="101"/>
                </a:cubicBezTo>
                <a:cubicBezTo>
                  <a:pt x="0" y="101"/>
                  <a:pt x="0" y="101"/>
                  <a:pt x="0" y="101"/>
                </a:cubicBezTo>
              </a:path>
            </a:pathLst>
          </a:cu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718988" y="4858064"/>
            <a:ext cx="1096769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869496" y="4858064"/>
            <a:ext cx="116516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1661302" y="4858064"/>
            <a:ext cx="992955" cy="0"/>
          </a:xfrm>
          <a:prstGeom prst="line">
            <a:avLst/>
          </a:prstGeom>
          <a:noFill/>
          <a:ln w="587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793597" y="2656140"/>
            <a:ext cx="2814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solidFill>
                  <a:schemeClr val="bg1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03</a:t>
            </a:r>
            <a:endParaRPr lang="zh-CN" altLang="en-US" sz="7200">
              <a:solidFill>
                <a:schemeClr val="bg1"/>
              </a:solidFill>
              <a:latin typeface="新蒂黑板报" panose="03000600000000000000" pitchFamily="66" charset="-122"/>
              <a:ea typeface="新蒂黑板报" panose="03000600000000000000" pitchFamily="66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445760" y="2678297"/>
            <a:ext cx="541629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GA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算法的</a:t>
            </a:r>
            <a:r>
              <a:rPr lang="zh-CN" altLang="en-US" sz="4200">
                <a:solidFill>
                  <a:schemeClr val="bg1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实例</a:t>
            </a:r>
            <a:endParaRPr lang="zh-CN" altLang="en-US" sz="4200">
              <a:solidFill>
                <a:schemeClr val="bg1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227948" y="3794988"/>
            <a:ext cx="695332" cy="1087246"/>
            <a:chOff x="10644190" y="3887789"/>
            <a:chExt cx="785813" cy="1228725"/>
          </a:xfrm>
        </p:grpSpPr>
        <p:sp>
          <p:nvSpPr>
            <p:cNvPr id="56" name="Line 128"/>
            <p:cNvSpPr>
              <a:spLocks noChangeShapeType="1"/>
            </p:cNvSpPr>
            <p:nvPr/>
          </p:nvSpPr>
          <p:spPr bwMode="auto">
            <a:xfrm>
              <a:off x="11036302" y="3975101"/>
              <a:ext cx="0" cy="8064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29"/>
            <p:cNvSpPr/>
            <p:nvPr/>
          </p:nvSpPr>
          <p:spPr bwMode="auto">
            <a:xfrm>
              <a:off x="10907715" y="3887789"/>
              <a:ext cx="255588" cy="392113"/>
            </a:xfrm>
            <a:custGeom>
              <a:avLst/>
              <a:gdLst>
                <a:gd name="T0" fmla="*/ 0 w 68"/>
                <a:gd name="T1" fmla="*/ 52 h 104"/>
                <a:gd name="T2" fmla="*/ 34 w 68"/>
                <a:gd name="T3" fmla="*/ 104 h 104"/>
                <a:gd name="T4" fmla="*/ 68 w 68"/>
                <a:gd name="T5" fmla="*/ 52 h 104"/>
                <a:gd name="T6" fmla="*/ 34 w 68"/>
                <a:gd name="T7" fmla="*/ 0 h 104"/>
                <a:gd name="T8" fmla="*/ 0 w 68"/>
                <a:gd name="T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0" y="52"/>
                  </a:moveTo>
                  <a:cubicBezTo>
                    <a:pt x="0" y="73"/>
                    <a:pt x="14" y="91"/>
                    <a:pt x="34" y="104"/>
                  </a:cubicBezTo>
                  <a:cubicBezTo>
                    <a:pt x="55" y="91"/>
                    <a:pt x="68" y="73"/>
                    <a:pt x="68" y="52"/>
                  </a:cubicBezTo>
                  <a:cubicBezTo>
                    <a:pt x="68" y="30"/>
                    <a:pt x="55" y="12"/>
                    <a:pt x="34" y="0"/>
                  </a:cubicBezTo>
                  <a:cubicBezTo>
                    <a:pt x="14" y="12"/>
                    <a:pt x="0" y="30"/>
                    <a:pt x="0" y="52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Line 130"/>
            <p:cNvSpPr>
              <a:spLocks noChangeShapeType="1"/>
            </p:cNvSpPr>
            <p:nvPr/>
          </p:nvSpPr>
          <p:spPr bwMode="auto">
            <a:xfrm>
              <a:off x="11036302" y="3887789"/>
              <a:ext cx="0" cy="52070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Line 131"/>
            <p:cNvSpPr>
              <a:spLocks noChangeShapeType="1"/>
            </p:cNvSpPr>
            <p:nvPr/>
          </p:nvSpPr>
          <p:spPr bwMode="auto">
            <a:xfrm>
              <a:off x="10922002" y="4049714"/>
              <a:ext cx="109538" cy="11271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Line 132"/>
            <p:cNvSpPr>
              <a:spLocks noChangeShapeType="1"/>
            </p:cNvSpPr>
            <p:nvPr/>
          </p:nvSpPr>
          <p:spPr bwMode="auto">
            <a:xfrm flipH="1">
              <a:off x="11039477" y="4005264"/>
              <a:ext cx="112713" cy="13176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33"/>
            <p:cNvSpPr/>
            <p:nvPr/>
          </p:nvSpPr>
          <p:spPr bwMode="auto">
            <a:xfrm>
              <a:off x="10644190" y="4219576"/>
              <a:ext cx="320675" cy="320675"/>
            </a:xfrm>
            <a:custGeom>
              <a:avLst/>
              <a:gdLst>
                <a:gd name="T0" fmla="*/ 19 w 85"/>
                <a:gd name="T1" fmla="*/ 67 h 85"/>
                <a:gd name="T2" fmla="*/ 79 w 85"/>
                <a:gd name="T3" fmla="*/ 79 h 85"/>
                <a:gd name="T4" fmla="*/ 67 w 85"/>
                <a:gd name="T5" fmla="*/ 18 h 85"/>
                <a:gd name="T6" fmla="*/ 6 w 85"/>
                <a:gd name="T7" fmla="*/ 6 h 85"/>
                <a:gd name="T8" fmla="*/ 19 w 85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5">
                  <a:moveTo>
                    <a:pt x="19" y="67"/>
                  </a:moveTo>
                  <a:cubicBezTo>
                    <a:pt x="33" y="82"/>
                    <a:pt x="56" y="85"/>
                    <a:pt x="79" y="79"/>
                  </a:cubicBezTo>
                  <a:cubicBezTo>
                    <a:pt x="85" y="56"/>
                    <a:pt x="82" y="33"/>
                    <a:pt x="67" y="18"/>
                  </a:cubicBezTo>
                  <a:cubicBezTo>
                    <a:pt x="52" y="3"/>
                    <a:pt x="29" y="0"/>
                    <a:pt x="6" y="6"/>
                  </a:cubicBezTo>
                  <a:cubicBezTo>
                    <a:pt x="0" y="29"/>
                    <a:pt x="4" y="52"/>
                    <a:pt x="19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Line 134"/>
            <p:cNvSpPr>
              <a:spLocks noChangeShapeType="1"/>
            </p:cNvSpPr>
            <p:nvPr/>
          </p:nvSpPr>
          <p:spPr bwMode="auto">
            <a:xfrm>
              <a:off x="10666415" y="4241801"/>
              <a:ext cx="369888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Line 135"/>
            <p:cNvSpPr>
              <a:spLocks noChangeShapeType="1"/>
            </p:cNvSpPr>
            <p:nvPr/>
          </p:nvSpPr>
          <p:spPr bwMode="auto">
            <a:xfrm>
              <a:off x="10701340" y="4438651"/>
              <a:ext cx="157163" cy="31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Line 136"/>
            <p:cNvSpPr>
              <a:spLocks noChangeShapeType="1"/>
            </p:cNvSpPr>
            <p:nvPr/>
          </p:nvSpPr>
          <p:spPr bwMode="auto">
            <a:xfrm>
              <a:off x="10833102" y="4241801"/>
              <a:ext cx="11113" cy="1730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37"/>
            <p:cNvSpPr/>
            <p:nvPr/>
          </p:nvSpPr>
          <p:spPr bwMode="auto">
            <a:xfrm>
              <a:off x="11107740" y="4219576"/>
              <a:ext cx="322263" cy="320675"/>
            </a:xfrm>
            <a:custGeom>
              <a:avLst/>
              <a:gdLst>
                <a:gd name="T0" fmla="*/ 67 w 86"/>
                <a:gd name="T1" fmla="*/ 67 h 85"/>
                <a:gd name="T2" fmla="*/ 6 w 86"/>
                <a:gd name="T3" fmla="*/ 79 h 85"/>
                <a:gd name="T4" fmla="*/ 19 w 86"/>
                <a:gd name="T5" fmla="*/ 18 h 85"/>
                <a:gd name="T6" fmla="*/ 80 w 86"/>
                <a:gd name="T7" fmla="*/ 6 h 85"/>
                <a:gd name="T8" fmla="*/ 67 w 86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67" y="67"/>
                  </a:moveTo>
                  <a:cubicBezTo>
                    <a:pt x="52" y="82"/>
                    <a:pt x="29" y="85"/>
                    <a:pt x="6" y="79"/>
                  </a:cubicBezTo>
                  <a:cubicBezTo>
                    <a:pt x="0" y="56"/>
                    <a:pt x="4" y="33"/>
                    <a:pt x="19" y="18"/>
                  </a:cubicBezTo>
                  <a:cubicBezTo>
                    <a:pt x="34" y="3"/>
                    <a:pt x="57" y="0"/>
                    <a:pt x="80" y="6"/>
                  </a:cubicBezTo>
                  <a:cubicBezTo>
                    <a:pt x="86" y="29"/>
                    <a:pt x="82" y="52"/>
                    <a:pt x="67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Line 138"/>
            <p:cNvSpPr>
              <a:spLocks noChangeShapeType="1"/>
            </p:cNvSpPr>
            <p:nvPr/>
          </p:nvSpPr>
          <p:spPr bwMode="auto">
            <a:xfrm flipH="1">
              <a:off x="11039477" y="4241801"/>
              <a:ext cx="368300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Line 139"/>
            <p:cNvSpPr>
              <a:spLocks noChangeShapeType="1"/>
            </p:cNvSpPr>
            <p:nvPr/>
          </p:nvSpPr>
          <p:spPr bwMode="auto">
            <a:xfrm flipH="1">
              <a:off x="11234740" y="4400551"/>
              <a:ext cx="158750" cy="79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40"/>
            <p:cNvSpPr/>
            <p:nvPr/>
          </p:nvSpPr>
          <p:spPr bwMode="auto">
            <a:xfrm>
              <a:off x="10731502" y="4773614"/>
              <a:ext cx="612775" cy="342900"/>
            </a:xfrm>
            <a:custGeom>
              <a:avLst/>
              <a:gdLst>
                <a:gd name="T0" fmla="*/ 12 w 163"/>
                <a:gd name="T1" fmla="*/ 85 h 91"/>
                <a:gd name="T2" fmla="*/ 19 w 163"/>
                <a:gd name="T3" fmla="*/ 91 h 91"/>
                <a:gd name="T4" fmla="*/ 143 w 163"/>
                <a:gd name="T5" fmla="*/ 91 h 91"/>
                <a:gd name="T6" fmla="*/ 150 w 163"/>
                <a:gd name="T7" fmla="*/ 85 h 91"/>
                <a:gd name="T8" fmla="*/ 162 w 163"/>
                <a:gd name="T9" fmla="*/ 7 h 91"/>
                <a:gd name="T10" fmla="*/ 156 w 163"/>
                <a:gd name="T11" fmla="*/ 0 h 91"/>
                <a:gd name="T12" fmla="*/ 7 w 163"/>
                <a:gd name="T13" fmla="*/ 0 h 91"/>
                <a:gd name="T14" fmla="*/ 1 w 163"/>
                <a:gd name="T15" fmla="*/ 7 h 91"/>
                <a:gd name="T16" fmla="*/ 12 w 163"/>
                <a:gd name="T17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91">
                  <a:moveTo>
                    <a:pt x="12" y="85"/>
                  </a:moveTo>
                  <a:cubicBezTo>
                    <a:pt x="13" y="88"/>
                    <a:pt x="16" y="91"/>
                    <a:pt x="19" y="91"/>
                  </a:cubicBezTo>
                  <a:cubicBezTo>
                    <a:pt x="61" y="91"/>
                    <a:pt x="102" y="91"/>
                    <a:pt x="143" y="91"/>
                  </a:cubicBezTo>
                  <a:cubicBezTo>
                    <a:pt x="147" y="91"/>
                    <a:pt x="150" y="88"/>
                    <a:pt x="150" y="85"/>
                  </a:cubicBezTo>
                  <a:cubicBezTo>
                    <a:pt x="154" y="54"/>
                    <a:pt x="158" y="37"/>
                    <a:pt x="162" y="7"/>
                  </a:cubicBezTo>
                  <a:cubicBezTo>
                    <a:pt x="163" y="3"/>
                    <a:pt x="160" y="0"/>
                    <a:pt x="156" y="0"/>
                  </a:cubicBezTo>
                  <a:cubicBezTo>
                    <a:pt x="106" y="0"/>
                    <a:pt x="57" y="0"/>
                    <a:pt x="7" y="0"/>
                  </a:cubicBezTo>
                  <a:cubicBezTo>
                    <a:pt x="3" y="0"/>
                    <a:pt x="0" y="3"/>
                    <a:pt x="1" y="7"/>
                  </a:cubicBezTo>
                  <a:cubicBezTo>
                    <a:pt x="5" y="37"/>
                    <a:pt x="8" y="54"/>
                    <a:pt x="12" y="85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141"/>
            <p:cNvSpPr/>
            <p:nvPr/>
          </p:nvSpPr>
          <p:spPr bwMode="auto">
            <a:xfrm>
              <a:off x="10693402" y="4672014"/>
              <a:ext cx="684213" cy="142875"/>
            </a:xfrm>
            <a:custGeom>
              <a:avLst/>
              <a:gdLst>
                <a:gd name="T0" fmla="*/ 419 w 431"/>
                <a:gd name="T1" fmla="*/ 90 h 90"/>
                <a:gd name="T2" fmla="*/ 14 w 431"/>
                <a:gd name="T3" fmla="*/ 90 h 90"/>
                <a:gd name="T4" fmla="*/ 0 w 431"/>
                <a:gd name="T5" fmla="*/ 0 h 90"/>
                <a:gd name="T6" fmla="*/ 431 w 431"/>
                <a:gd name="T7" fmla="*/ 0 h 90"/>
                <a:gd name="T8" fmla="*/ 419 w 431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90">
                  <a:moveTo>
                    <a:pt x="419" y="90"/>
                  </a:moveTo>
                  <a:lnTo>
                    <a:pt x="14" y="9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19" y="90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任意多边形 112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4" name="任意多边形 113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5" name="任意多边形 114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6" name="任意多边形 115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90281" y="966089"/>
            <a:ext cx="5618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3600">
                <a:solidFill>
                  <a:schemeClr val="bg1"/>
                </a:solidFill>
                <a:latin typeface="Cambria Math" panose="02040503050406030204" charset="0"/>
                <a:cs typeface="Cambria Math" panose="02040503050406030204" charset="0"/>
              </a:rPr>
              <a:t>f(x)=sin(10x)*x+cos(2x)*x</a:t>
            </a:r>
            <a:endParaRPr lang="en-US" altLang="zh-CN" sz="3600">
              <a:solidFill>
                <a:schemeClr val="bg1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935531" y="996569"/>
                <a:ext cx="1715135" cy="5842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∈[</m:t>
                      </m:r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sz="3200" i="1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 sz="3200" i="1">
                  <a:solidFill>
                    <a:schemeClr val="bg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531" y="996569"/>
                <a:ext cx="1715135" cy="584200"/>
              </a:xfrm>
              <a:prstGeom prst="rect">
                <a:avLst/>
              </a:prstGeom>
              <a:blipFill rotWithShape="1">
                <a:blip r:embed="rId1"/>
                <a:stretch>
                  <a:fillRect l="-33" t="-43" r="-707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35" y="1911350"/>
            <a:ext cx="5906770" cy="4422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任意多边形 133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任意多边形 134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任意多边形 135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任意多边形 136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11555" y="865505"/>
            <a:ext cx="2781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</a:rPr>
              <a:t>具体程序模块</a:t>
            </a:r>
            <a:endParaRPr lang="zh-CN" altLang="en-US" sz="3200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011555" y="179006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f(x):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return np.sin(10 * x) * x + np.cos(2 * x) * x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011555" y="284353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pop = np.random.randint(2, size=(POP_SIZE, DNA_SIZE))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1011555" y="369506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decode(self, this_pop):  # 基因型 --&gt; 表现型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ret = []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for i in range(len(this_pop)):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    ret.append(int(''.join([str(x) for x in this_pop[i]]), 2))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return X_BOUND[1] / (2 ** DNA_SIZE - 1) * np.array(ret) + X_BOUND[0]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/>
          <p:nvPr/>
        </p:nvGraphicFramePr>
        <p:xfrm>
          <a:off x="1011555" y="550418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get_fitness(pred): return pred + 1e-3 - np.min(pred)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任意多边形 73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909955" y="99060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crossover(parent, pop): 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</a:t>
                      </a:r>
                      <a:r>
                        <a:rPr lang="en-US" altLang="zh-CN"/>
                        <a:t>  </a:t>
                      </a:r>
                      <a:r>
                        <a:rPr lang="zh-CN" altLang="en-US"/>
                        <a:t>if np.random.rand() &lt; CROSS_RATE: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</a:t>
                      </a:r>
                      <a:r>
                        <a:rPr lang="en-US" altLang="zh-CN"/>
                        <a:t>    </a:t>
                      </a:r>
                      <a:r>
                        <a:rPr lang="zh-CN" altLang="en-US"/>
                        <a:t>i_ = np.random.randint(0, POP_SIZE, size=1)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</a:t>
                      </a:r>
                      <a:r>
                        <a:rPr lang="en-US" altLang="zh-CN"/>
                        <a:t>    </a:t>
                      </a:r>
                      <a:r>
                        <a:rPr lang="zh-CN" altLang="en-US"/>
                        <a:t>cross_points = np.random.randint(0, 2, size=DNA_SIZE).astype(np.bool)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</a:t>
                      </a:r>
                      <a:r>
                        <a:rPr lang="en-US" altLang="zh-CN"/>
                        <a:t>    </a:t>
                      </a:r>
                      <a:r>
                        <a:rPr lang="zh-CN" altLang="en-US"/>
                        <a:t>parent[cross_points] = pop[i_, cross_points]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</a:t>
                      </a:r>
                      <a:r>
                        <a:rPr lang="en-US" altLang="zh-CN"/>
                        <a:t>  </a:t>
                      </a:r>
                      <a:r>
                        <a:rPr lang="zh-CN" altLang="en-US"/>
                        <a:t>return parent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909955" y="310769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mutate(child):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</a:t>
                      </a:r>
                      <a:r>
                        <a:rPr lang="en-US" altLang="zh-CN"/>
                        <a:t>  </a:t>
                      </a:r>
                      <a:r>
                        <a:rPr lang="zh-CN" altLang="en-US"/>
                        <a:t>for point in range(DNA_SIZE):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</a:t>
                      </a:r>
                      <a:r>
                        <a:rPr lang="en-US" altLang="zh-CN"/>
                        <a:t>     </a:t>
                      </a:r>
                      <a:r>
                        <a:rPr lang="zh-CN" altLang="en-US"/>
                        <a:t>if np.random.rand() &lt; MUTATION_RATE: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   </a:t>
                      </a:r>
                      <a:r>
                        <a:rPr lang="en-US" altLang="zh-CN"/>
                        <a:t>      </a:t>
                      </a:r>
                      <a:r>
                        <a:rPr lang="zh-CN" altLang="en-US"/>
                        <a:t> child[point] = 1 if child[point] == 0 else 0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</a:t>
                      </a:r>
                      <a:r>
                        <a:rPr lang="en-US" altLang="zh-CN"/>
                        <a:t>  </a:t>
                      </a:r>
                      <a:r>
                        <a:rPr lang="zh-CN" altLang="en-US"/>
                        <a:t>return child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表格 77"/>
          <p:cNvGraphicFramePr/>
          <p:nvPr/>
        </p:nvGraphicFramePr>
        <p:xfrm>
          <a:off x="909955" y="483679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def select(pop, fitness):    # nature selection wrt pop's fitness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idx = np.random.choice(np.arange(POP_SIZE), size=POP_SIZE, replace=True,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                   p=fitness/fitness.sum())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return pop[idx]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任意多边形 79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 80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 81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909955" y="2485390"/>
          <a:ext cx="853376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765"/>
              </a:tblGrid>
              <a:tr h="2834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for _ in range(N_GENERATIONS):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F_values = </a:t>
                      </a:r>
                      <a:r>
                        <a:rPr lang="en-US" altLang="zh-CN"/>
                        <a:t>f</a:t>
                      </a:r>
                      <a:r>
                        <a:rPr lang="zh-CN" altLang="en-US"/>
                        <a:t>(</a:t>
                      </a:r>
                      <a:r>
                        <a:rPr lang="en-US" altLang="zh-CN"/>
                        <a:t>decode</a:t>
                      </a:r>
                      <a:r>
                        <a:rPr lang="zh-CN" altLang="en-US"/>
                        <a:t>(pop))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fitness = get_fitness(F_values)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print("Most fitted DNA: ", pop[np.argmax(fitness), :])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pop = select(pop, fitness)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pop_copy = pop.copy()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for parent in pop: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child = crossover(parent, pop_copy)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child = mutate(child)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        parent[:] = child</a:t>
                      </a:r>
                      <a:endParaRPr lang="zh-CN" altLang="en-US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76630" y="1167130"/>
            <a:ext cx="17995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主程序</a:t>
            </a:r>
            <a:endParaRPr lang="zh-CN" alt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19144893">
            <a:off x="1505994" y="1926626"/>
            <a:ext cx="1908135" cy="2087645"/>
          </a:xfrm>
          <a:custGeom>
            <a:avLst/>
            <a:gdLst>
              <a:gd name="connsiteX0" fmla="*/ 1621800 w 2167466"/>
              <a:gd name="connsiteY0" fmla="*/ 548964 h 2167466"/>
              <a:gd name="connsiteX1" fmla="*/ 1941574 w 2167466"/>
              <a:gd name="connsiteY1" fmla="*/ 452590 h 2167466"/>
              <a:gd name="connsiteX2" fmla="*/ 2059240 w 2167466"/>
              <a:gd name="connsiteY2" fmla="*/ 656392 h 2167466"/>
              <a:gd name="connsiteX3" fmla="*/ 1815890 w 2167466"/>
              <a:gd name="connsiteY3" fmla="*/ 885138 h 2167466"/>
              <a:gd name="connsiteX4" fmla="*/ 1815890 w 2167466"/>
              <a:gd name="connsiteY4" fmla="*/ 1282328 h 2167466"/>
              <a:gd name="connsiteX5" fmla="*/ 2059240 w 2167466"/>
              <a:gd name="connsiteY5" fmla="*/ 1511074 h 2167466"/>
              <a:gd name="connsiteX6" fmla="*/ 1941574 w 2167466"/>
              <a:gd name="connsiteY6" fmla="*/ 1714876 h 2167466"/>
              <a:gd name="connsiteX7" fmla="*/ 1621800 w 2167466"/>
              <a:gd name="connsiteY7" fmla="*/ 1618502 h 2167466"/>
              <a:gd name="connsiteX8" fmla="*/ 1277823 w 2167466"/>
              <a:gd name="connsiteY8" fmla="*/ 1817097 h 2167466"/>
              <a:gd name="connsiteX9" fmla="*/ 1201398 w 2167466"/>
              <a:gd name="connsiteY9" fmla="*/ 2142217 h 2167466"/>
              <a:gd name="connsiteX10" fmla="*/ 966068 w 2167466"/>
              <a:gd name="connsiteY10" fmla="*/ 2142217 h 2167466"/>
              <a:gd name="connsiteX11" fmla="*/ 889643 w 2167466"/>
              <a:gd name="connsiteY11" fmla="*/ 1817097 h 2167466"/>
              <a:gd name="connsiteX12" fmla="*/ 545666 w 2167466"/>
              <a:gd name="connsiteY12" fmla="*/ 1618502 h 2167466"/>
              <a:gd name="connsiteX13" fmla="*/ 225892 w 2167466"/>
              <a:gd name="connsiteY13" fmla="*/ 1714876 h 2167466"/>
              <a:gd name="connsiteX14" fmla="*/ 108226 w 2167466"/>
              <a:gd name="connsiteY14" fmla="*/ 1511074 h 2167466"/>
              <a:gd name="connsiteX15" fmla="*/ 351576 w 2167466"/>
              <a:gd name="connsiteY15" fmla="*/ 1282328 h 2167466"/>
              <a:gd name="connsiteX16" fmla="*/ 351576 w 2167466"/>
              <a:gd name="connsiteY16" fmla="*/ 885138 h 2167466"/>
              <a:gd name="connsiteX17" fmla="*/ 108226 w 2167466"/>
              <a:gd name="connsiteY17" fmla="*/ 656392 h 2167466"/>
              <a:gd name="connsiteX18" fmla="*/ 225892 w 2167466"/>
              <a:gd name="connsiteY18" fmla="*/ 452590 h 2167466"/>
              <a:gd name="connsiteX19" fmla="*/ 545666 w 2167466"/>
              <a:gd name="connsiteY19" fmla="*/ 548964 h 2167466"/>
              <a:gd name="connsiteX20" fmla="*/ 889643 w 2167466"/>
              <a:gd name="connsiteY20" fmla="*/ 350369 h 2167466"/>
              <a:gd name="connsiteX21" fmla="*/ 966068 w 2167466"/>
              <a:gd name="connsiteY21" fmla="*/ 25249 h 2167466"/>
              <a:gd name="connsiteX22" fmla="*/ 1201398 w 2167466"/>
              <a:gd name="connsiteY22" fmla="*/ 25249 h 2167466"/>
              <a:gd name="connsiteX23" fmla="*/ 1277823 w 2167466"/>
              <a:gd name="connsiteY23" fmla="*/ 350369 h 2167466"/>
              <a:gd name="connsiteX24" fmla="*/ 1621800 w 2167466"/>
              <a:gd name="connsiteY24" fmla="*/ 548964 h 2167466"/>
              <a:gd name="connsiteX0-1" fmla="*/ 1517526 w 1954966"/>
              <a:gd name="connsiteY0-2" fmla="*/ 523716 h 2116969"/>
              <a:gd name="connsiteX1-3" fmla="*/ 1837300 w 1954966"/>
              <a:gd name="connsiteY1-4" fmla="*/ 427342 h 2116969"/>
              <a:gd name="connsiteX2-5" fmla="*/ 1954966 w 1954966"/>
              <a:gd name="connsiteY2-6" fmla="*/ 631144 h 2116969"/>
              <a:gd name="connsiteX3-7" fmla="*/ 1711616 w 1954966"/>
              <a:gd name="connsiteY3-8" fmla="*/ 859890 h 2116969"/>
              <a:gd name="connsiteX4-9" fmla="*/ 1711616 w 1954966"/>
              <a:gd name="connsiteY4-10" fmla="*/ 1257080 h 2116969"/>
              <a:gd name="connsiteX5-11" fmla="*/ 1954966 w 1954966"/>
              <a:gd name="connsiteY5-12" fmla="*/ 1485826 h 2116969"/>
              <a:gd name="connsiteX6-13" fmla="*/ 1837300 w 1954966"/>
              <a:gd name="connsiteY6-14" fmla="*/ 1689628 h 2116969"/>
              <a:gd name="connsiteX7-15" fmla="*/ 1517526 w 1954966"/>
              <a:gd name="connsiteY7-16" fmla="*/ 1593254 h 2116969"/>
              <a:gd name="connsiteX8-17" fmla="*/ 1173549 w 1954966"/>
              <a:gd name="connsiteY8-18" fmla="*/ 1791849 h 2116969"/>
              <a:gd name="connsiteX9-19" fmla="*/ 1097124 w 1954966"/>
              <a:gd name="connsiteY9-20" fmla="*/ 2116969 h 2116969"/>
              <a:gd name="connsiteX10-21" fmla="*/ 861794 w 1954966"/>
              <a:gd name="connsiteY10-22" fmla="*/ 2116969 h 2116969"/>
              <a:gd name="connsiteX11-23" fmla="*/ 785369 w 1954966"/>
              <a:gd name="connsiteY11-24" fmla="*/ 1791849 h 2116969"/>
              <a:gd name="connsiteX12-25" fmla="*/ 441392 w 1954966"/>
              <a:gd name="connsiteY12-26" fmla="*/ 1593254 h 2116969"/>
              <a:gd name="connsiteX13-27" fmla="*/ 121618 w 1954966"/>
              <a:gd name="connsiteY13-28" fmla="*/ 1689628 h 2116969"/>
              <a:gd name="connsiteX14-29" fmla="*/ 3952 w 1954966"/>
              <a:gd name="connsiteY14-30" fmla="*/ 1485826 h 2116969"/>
              <a:gd name="connsiteX15-31" fmla="*/ 247302 w 1954966"/>
              <a:gd name="connsiteY15-32" fmla="*/ 1257080 h 2116969"/>
              <a:gd name="connsiteX16-33" fmla="*/ 247302 w 1954966"/>
              <a:gd name="connsiteY16-34" fmla="*/ 859890 h 2116969"/>
              <a:gd name="connsiteX17-35" fmla="*/ 3952 w 1954966"/>
              <a:gd name="connsiteY17-36" fmla="*/ 631144 h 2116969"/>
              <a:gd name="connsiteX18-37" fmla="*/ 121618 w 1954966"/>
              <a:gd name="connsiteY18-38" fmla="*/ 427342 h 2116969"/>
              <a:gd name="connsiteX19-39" fmla="*/ 441392 w 1954966"/>
              <a:gd name="connsiteY19-40" fmla="*/ 523716 h 2116969"/>
              <a:gd name="connsiteX20-41" fmla="*/ 785369 w 1954966"/>
              <a:gd name="connsiteY20-42" fmla="*/ 325121 h 2116969"/>
              <a:gd name="connsiteX21-43" fmla="*/ 861794 w 1954966"/>
              <a:gd name="connsiteY21-44" fmla="*/ 1 h 2116969"/>
              <a:gd name="connsiteX22-45" fmla="*/ 1097124 w 1954966"/>
              <a:gd name="connsiteY22-46" fmla="*/ 1 h 2116969"/>
              <a:gd name="connsiteX23-47" fmla="*/ 1173549 w 1954966"/>
              <a:gd name="connsiteY23-48" fmla="*/ 325121 h 2116969"/>
              <a:gd name="connsiteX24-49" fmla="*/ 1517526 w 1954966"/>
              <a:gd name="connsiteY24-50" fmla="*/ 523716 h 2116969"/>
              <a:gd name="connsiteX0-51" fmla="*/ 1539857 w 1977297"/>
              <a:gd name="connsiteY0-52" fmla="*/ 523714 h 2116967"/>
              <a:gd name="connsiteX1-53" fmla="*/ 1859631 w 1977297"/>
              <a:gd name="connsiteY1-54" fmla="*/ 427340 h 2116967"/>
              <a:gd name="connsiteX2-55" fmla="*/ 1977297 w 1977297"/>
              <a:gd name="connsiteY2-56" fmla="*/ 631142 h 2116967"/>
              <a:gd name="connsiteX3-57" fmla="*/ 1733947 w 1977297"/>
              <a:gd name="connsiteY3-58" fmla="*/ 859888 h 2116967"/>
              <a:gd name="connsiteX4-59" fmla="*/ 1733947 w 1977297"/>
              <a:gd name="connsiteY4-60" fmla="*/ 1257078 h 2116967"/>
              <a:gd name="connsiteX5-61" fmla="*/ 1977297 w 1977297"/>
              <a:gd name="connsiteY5-62" fmla="*/ 1485824 h 2116967"/>
              <a:gd name="connsiteX6-63" fmla="*/ 1859631 w 1977297"/>
              <a:gd name="connsiteY6-64" fmla="*/ 1689626 h 2116967"/>
              <a:gd name="connsiteX7-65" fmla="*/ 1539857 w 1977297"/>
              <a:gd name="connsiteY7-66" fmla="*/ 1593252 h 2116967"/>
              <a:gd name="connsiteX8-67" fmla="*/ 1195880 w 1977297"/>
              <a:gd name="connsiteY8-68" fmla="*/ 1791847 h 2116967"/>
              <a:gd name="connsiteX9-69" fmla="*/ 1119455 w 1977297"/>
              <a:gd name="connsiteY9-70" fmla="*/ 2116967 h 2116967"/>
              <a:gd name="connsiteX10-71" fmla="*/ 884125 w 1977297"/>
              <a:gd name="connsiteY10-72" fmla="*/ 2116967 h 2116967"/>
              <a:gd name="connsiteX11-73" fmla="*/ 807700 w 1977297"/>
              <a:gd name="connsiteY11-74" fmla="*/ 1791847 h 2116967"/>
              <a:gd name="connsiteX12-75" fmla="*/ 463723 w 1977297"/>
              <a:gd name="connsiteY12-76" fmla="*/ 1593252 h 2116967"/>
              <a:gd name="connsiteX13-77" fmla="*/ 143949 w 1977297"/>
              <a:gd name="connsiteY13-78" fmla="*/ 1689626 h 2116967"/>
              <a:gd name="connsiteX14-79" fmla="*/ 26283 w 1977297"/>
              <a:gd name="connsiteY14-80" fmla="*/ 1485824 h 2116967"/>
              <a:gd name="connsiteX15-81" fmla="*/ 269633 w 1977297"/>
              <a:gd name="connsiteY15-82" fmla="*/ 1257078 h 2116967"/>
              <a:gd name="connsiteX16-83" fmla="*/ 269633 w 1977297"/>
              <a:gd name="connsiteY16-84" fmla="*/ 859888 h 2116967"/>
              <a:gd name="connsiteX17-85" fmla="*/ 26283 w 1977297"/>
              <a:gd name="connsiteY17-86" fmla="*/ 631142 h 2116967"/>
              <a:gd name="connsiteX18-87" fmla="*/ 143949 w 1977297"/>
              <a:gd name="connsiteY18-88" fmla="*/ 427340 h 2116967"/>
              <a:gd name="connsiteX19-89" fmla="*/ 463723 w 1977297"/>
              <a:gd name="connsiteY19-90" fmla="*/ 523714 h 2116967"/>
              <a:gd name="connsiteX20-91" fmla="*/ 807700 w 1977297"/>
              <a:gd name="connsiteY20-92" fmla="*/ 325119 h 2116967"/>
              <a:gd name="connsiteX21-93" fmla="*/ 884125 w 1977297"/>
              <a:gd name="connsiteY21-94" fmla="*/ -1 h 2116967"/>
              <a:gd name="connsiteX22-95" fmla="*/ 1119455 w 1977297"/>
              <a:gd name="connsiteY22-96" fmla="*/ -1 h 2116967"/>
              <a:gd name="connsiteX23-97" fmla="*/ 1195880 w 1977297"/>
              <a:gd name="connsiteY23-98" fmla="*/ 325119 h 2116967"/>
              <a:gd name="connsiteX24-99" fmla="*/ 1539857 w 1977297"/>
              <a:gd name="connsiteY24-100" fmla="*/ 523714 h 2116967"/>
              <a:gd name="connsiteX0-101" fmla="*/ 1539859 w 1977299"/>
              <a:gd name="connsiteY0-102" fmla="*/ 523716 h 2116969"/>
              <a:gd name="connsiteX1-103" fmla="*/ 1859633 w 1977299"/>
              <a:gd name="connsiteY1-104" fmla="*/ 427342 h 2116969"/>
              <a:gd name="connsiteX2-105" fmla="*/ 1977299 w 1977299"/>
              <a:gd name="connsiteY2-106" fmla="*/ 631144 h 2116969"/>
              <a:gd name="connsiteX3-107" fmla="*/ 1733949 w 1977299"/>
              <a:gd name="connsiteY3-108" fmla="*/ 859890 h 2116969"/>
              <a:gd name="connsiteX4-109" fmla="*/ 1733949 w 1977299"/>
              <a:gd name="connsiteY4-110" fmla="*/ 1257080 h 2116969"/>
              <a:gd name="connsiteX5-111" fmla="*/ 1977299 w 1977299"/>
              <a:gd name="connsiteY5-112" fmla="*/ 1485826 h 2116969"/>
              <a:gd name="connsiteX6-113" fmla="*/ 1859633 w 1977299"/>
              <a:gd name="connsiteY6-114" fmla="*/ 1689628 h 2116969"/>
              <a:gd name="connsiteX7-115" fmla="*/ 1539859 w 1977299"/>
              <a:gd name="connsiteY7-116" fmla="*/ 1593254 h 2116969"/>
              <a:gd name="connsiteX8-117" fmla="*/ 1195882 w 1977299"/>
              <a:gd name="connsiteY8-118" fmla="*/ 1791849 h 2116969"/>
              <a:gd name="connsiteX9-119" fmla="*/ 1119457 w 1977299"/>
              <a:gd name="connsiteY9-120" fmla="*/ 2116969 h 2116969"/>
              <a:gd name="connsiteX10-121" fmla="*/ 884127 w 1977299"/>
              <a:gd name="connsiteY10-122" fmla="*/ 2116969 h 2116969"/>
              <a:gd name="connsiteX11-123" fmla="*/ 807702 w 1977299"/>
              <a:gd name="connsiteY11-124" fmla="*/ 1791849 h 2116969"/>
              <a:gd name="connsiteX12-125" fmla="*/ 463725 w 1977299"/>
              <a:gd name="connsiteY12-126" fmla="*/ 1593254 h 2116969"/>
              <a:gd name="connsiteX13-127" fmla="*/ 143951 w 1977299"/>
              <a:gd name="connsiteY13-128" fmla="*/ 1689628 h 2116969"/>
              <a:gd name="connsiteX14-129" fmla="*/ 26285 w 1977299"/>
              <a:gd name="connsiteY14-130" fmla="*/ 1485826 h 2116969"/>
              <a:gd name="connsiteX15-131" fmla="*/ 269635 w 1977299"/>
              <a:gd name="connsiteY15-132" fmla="*/ 1257080 h 2116969"/>
              <a:gd name="connsiteX16-133" fmla="*/ 269635 w 1977299"/>
              <a:gd name="connsiteY16-134" fmla="*/ 859890 h 2116969"/>
              <a:gd name="connsiteX17-135" fmla="*/ 26285 w 1977299"/>
              <a:gd name="connsiteY17-136" fmla="*/ 631144 h 2116969"/>
              <a:gd name="connsiteX18-137" fmla="*/ 143951 w 1977299"/>
              <a:gd name="connsiteY18-138" fmla="*/ 427342 h 2116969"/>
              <a:gd name="connsiteX19-139" fmla="*/ 463725 w 1977299"/>
              <a:gd name="connsiteY19-140" fmla="*/ 523716 h 2116969"/>
              <a:gd name="connsiteX20-141" fmla="*/ 807702 w 1977299"/>
              <a:gd name="connsiteY20-142" fmla="*/ 325121 h 2116969"/>
              <a:gd name="connsiteX21-143" fmla="*/ 884127 w 1977299"/>
              <a:gd name="connsiteY21-144" fmla="*/ 1 h 2116969"/>
              <a:gd name="connsiteX22-145" fmla="*/ 1119457 w 1977299"/>
              <a:gd name="connsiteY22-146" fmla="*/ 1 h 2116969"/>
              <a:gd name="connsiteX23-147" fmla="*/ 1195882 w 1977299"/>
              <a:gd name="connsiteY23-148" fmla="*/ 325121 h 2116969"/>
              <a:gd name="connsiteX24-149" fmla="*/ 1539859 w 1977299"/>
              <a:gd name="connsiteY24-150" fmla="*/ 523716 h 2116969"/>
              <a:gd name="connsiteX0-151" fmla="*/ 1539859 w 1977299"/>
              <a:gd name="connsiteY0-152" fmla="*/ 523714 h 2116967"/>
              <a:gd name="connsiteX1-153" fmla="*/ 1859633 w 1977299"/>
              <a:gd name="connsiteY1-154" fmla="*/ 427340 h 2116967"/>
              <a:gd name="connsiteX2-155" fmla="*/ 1977299 w 1977299"/>
              <a:gd name="connsiteY2-156" fmla="*/ 631142 h 2116967"/>
              <a:gd name="connsiteX3-157" fmla="*/ 1733949 w 1977299"/>
              <a:gd name="connsiteY3-158" fmla="*/ 859888 h 2116967"/>
              <a:gd name="connsiteX4-159" fmla="*/ 1733949 w 1977299"/>
              <a:gd name="connsiteY4-160" fmla="*/ 1257078 h 2116967"/>
              <a:gd name="connsiteX5-161" fmla="*/ 1977299 w 1977299"/>
              <a:gd name="connsiteY5-162" fmla="*/ 1485824 h 2116967"/>
              <a:gd name="connsiteX6-163" fmla="*/ 1859633 w 1977299"/>
              <a:gd name="connsiteY6-164" fmla="*/ 1689626 h 2116967"/>
              <a:gd name="connsiteX7-165" fmla="*/ 1539859 w 1977299"/>
              <a:gd name="connsiteY7-166" fmla="*/ 1593252 h 2116967"/>
              <a:gd name="connsiteX8-167" fmla="*/ 1195882 w 1977299"/>
              <a:gd name="connsiteY8-168" fmla="*/ 1791847 h 2116967"/>
              <a:gd name="connsiteX9-169" fmla="*/ 1119457 w 1977299"/>
              <a:gd name="connsiteY9-170" fmla="*/ 2116967 h 2116967"/>
              <a:gd name="connsiteX10-171" fmla="*/ 884127 w 1977299"/>
              <a:gd name="connsiteY10-172" fmla="*/ 2116967 h 2116967"/>
              <a:gd name="connsiteX11-173" fmla="*/ 807702 w 1977299"/>
              <a:gd name="connsiteY11-174" fmla="*/ 1791847 h 2116967"/>
              <a:gd name="connsiteX12-175" fmla="*/ 463725 w 1977299"/>
              <a:gd name="connsiteY12-176" fmla="*/ 1593252 h 2116967"/>
              <a:gd name="connsiteX13-177" fmla="*/ 143951 w 1977299"/>
              <a:gd name="connsiteY13-178" fmla="*/ 1689626 h 2116967"/>
              <a:gd name="connsiteX14-179" fmla="*/ 26285 w 1977299"/>
              <a:gd name="connsiteY14-180" fmla="*/ 1485824 h 2116967"/>
              <a:gd name="connsiteX15-181" fmla="*/ 269635 w 1977299"/>
              <a:gd name="connsiteY15-182" fmla="*/ 1257078 h 2116967"/>
              <a:gd name="connsiteX16-183" fmla="*/ 269635 w 1977299"/>
              <a:gd name="connsiteY16-184" fmla="*/ 859888 h 2116967"/>
              <a:gd name="connsiteX17-185" fmla="*/ 26285 w 1977299"/>
              <a:gd name="connsiteY17-186" fmla="*/ 631142 h 2116967"/>
              <a:gd name="connsiteX18-187" fmla="*/ 143951 w 1977299"/>
              <a:gd name="connsiteY18-188" fmla="*/ 427340 h 2116967"/>
              <a:gd name="connsiteX19-189" fmla="*/ 463725 w 1977299"/>
              <a:gd name="connsiteY19-190" fmla="*/ 523714 h 2116967"/>
              <a:gd name="connsiteX20-191" fmla="*/ 807702 w 1977299"/>
              <a:gd name="connsiteY20-192" fmla="*/ 325119 h 2116967"/>
              <a:gd name="connsiteX21-193" fmla="*/ 884127 w 1977299"/>
              <a:gd name="connsiteY21-194" fmla="*/ -1 h 2116967"/>
              <a:gd name="connsiteX22-195" fmla="*/ 1119457 w 1977299"/>
              <a:gd name="connsiteY22-196" fmla="*/ -1 h 2116967"/>
              <a:gd name="connsiteX23-197" fmla="*/ 1195882 w 1977299"/>
              <a:gd name="connsiteY23-198" fmla="*/ 325119 h 2116967"/>
              <a:gd name="connsiteX24-199" fmla="*/ 1539859 w 1977299"/>
              <a:gd name="connsiteY24-200" fmla="*/ 523714 h 2116967"/>
              <a:gd name="connsiteX0-201" fmla="*/ 1539859 w 1977299"/>
              <a:gd name="connsiteY0-202" fmla="*/ 523716 h 2157608"/>
              <a:gd name="connsiteX1-203" fmla="*/ 1859633 w 1977299"/>
              <a:gd name="connsiteY1-204" fmla="*/ 427342 h 2157608"/>
              <a:gd name="connsiteX2-205" fmla="*/ 1977299 w 1977299"/>
              <a:gd name="connsiteY2-206" fmla="*/ 631144 h 2157608"/>
              <a:gd name="connsiteX3-207" fmla="*/ 1733949 w 1977299"/>
              <a:gd name="connsiteY3-208" fmla="*/ 859890 h 2157608"/>
              <a:gd name="connsiteX4-209" fmla="*/ 1733949 w 1977299"/>
              <a:gd name="connsiteY4-210" fmla="*/ 1257080 h 2157608"/>
              <a:gd name="connsiteX5-211" fmla="*/ 1977299 w 1977299"/>
              <a:gd name="connsiteY5-212" fmla="*/ 1485826 h 2157608"/>
              <a:gd name="connsiteX6-213" fmla="*/ 1859633 w 1977299"/>
              <a:gd name="connsiteY6-214" fmla="*/ 1689628 h 2157608"/>
              <a:gd name="connsiteX7-215" fmla="*/ 1539859 w 1977299"/>
              <a:gd name="connsiteY7-216" fmla="*/ 1593254 h 2157608"/>
              <a:gd name="connsiteX8-217" fmla="*/ 1195882 w 1977299"/>
              <a:gd name="connsiteY8-218" fmla="*/ 1791849 h 2157608"/>
              <a:gd name="connsiteX9-219" fmla="*/ 1119457 w 1977299"/>
              <a:gd name="connsiteY9-220" fmla="*/ 2116969 h 2157608"/>
              <a:gd name="connsiteX10-221" fmla="*/ 884127 w 1977299"/>
              <a:gd name="connsiteY10-222" fmla="*/ 2116969 h 2157608"/>
              <a:gd name="connsiteX11-223" fmla="*/ 807702 w 1977299"/>
              <a:gd name="connsiteY11-224" fmla="*/ 1791849 h 2157608"/>
              <a:gd name="connsiteX12-225" fmla="*/ 463725 w 1977299"/>
              <a:gd name="connsiteY12-226" fmla="*/ 1593254 h 2157608"/>
              <a:gd name="connsiteX13-227" fmla="*/ 143951 w 1977299"/>
              <a:gd name="connsiteY13-228" fmla="*/ 1689628 h 2157608"/>
              <a:gd name="connsiteX14-229" fmla="*/ 26285 w 1977299"/>
              <a:gd name="connsiteY14-230" fmla="*/ 1485826 h 2157608"/>
              <a:gd name="connsiteX15-231" fmla="*/ 269635 w 1977299"/>
              <a:gd name="connsiteY15-232" fmla="*/ 1257080 h 2157608"/>
              <a:gd name="connsiteX16-233" fmla="*/ 269635 w 1977299"/>
              <a:gd name="connsiteY16-234" fmla="*/ 859890 h 2157608"/>
              <a:gd name="connsiteX17-235" fmla="*/ 26285 w 1977299"/>
              <a:gd name="connsiteY17-236" fmla="*/ 631144 h 2157608"/>
              <a:gd name="connsiteX18-237" fmla="*/ 143951 w 1977299"/>
              <a:gd name="connsiteY18-238" fmla="*/ 427342 h 2157608"/>
              <a:gd name="connsiteX19-239" fmla="*/ 463725 w 1977299"/>
              <a:gd name="connsiteY19-240" fmla="*/ 523716 h 2157608"/>
              <a:gd name="connsiteX20-241" fmla="*/ 807702 w 1977299"/>
              <a:gd name="connsiteY20-242" fmla="*/ 325121 h 2157608"/>
              <a:gd name="connsiteX21-243" fmla="*/ 884127 w 1977299"/>
              <a:gd name="connsiteY21-244" fmla="*/ 1 h 2157608"/>
              <a:gd name="connsiteX22-245" fmla="*/ 1119457 w 1977299"/>
              <a:gd name="connsiteY22-246" fmla="*/ 1 h 2157608"/>
              <a:gd name="connsiteX23-247" fmla="*/ 1195882 w 1977299"/>
              <a:gd name="connsiteY23-248" fmla="*/ 325121 h 2157608"/>
              <a:gd name="connsiteX24-249" fmla="*/ 1539859 w 1977299"/>
              <a:gd name="connsiteY24-250" fmla="*/ 523716 h 2157608"/>
              <a:gd name="connsiteX0-251" fmla="*/ 1539859 w 1977299"/>
              <a:gd name="connsiteY0-252" fmla="*/ 523714 h 2179536"/>
              <a:gd name="connsiteX1-253" fmla="*/ 1859633 w 1977299"/>
              <a:gd name="connsiteY1-254" fmla="*/ 427340 h 2179536"/>
              <a:gd name="connsiteX2-255" fmla="*/ 1977299 w 1977299"/>
              <a:gd name="connsiteY2-256" fmla="*/ 631142 h 2179536"/>
              <a:gd name="connsiteX3-257" fmla="*/ 1733949 w 1977299"/>
              <a:gd name="connsiteY3-258" fmla="*/ 859888 h 2179536"/>
              <a:gd name="connsiteX4-259" fmla="*/ 1733949 w 1977299"/>
              <a:gd name="connsiteY4-260" fmla="*/ 1257078 h 2179536"/>
              <a:gd name="connsiteX5-261" fmla="*/ 1977299 w 1977299"/>
              <a:gd name="connsiteY5-262" fmla="*/ 1485824 h 2179536"/>
              <a:gd name="connsiteX6-263" fmla="*/ 1859633 w 1977299"/>
              <a:gd name="connsiteY6-264" fmla="*/ 1689626 h 2179536"/>
              <a:gd name="connsiteX7-265" fmla="*/ 1539859 w 1977299"/>
              <a:gd name="connsiteY7-266" fmla="*/ 1593252 h 2179536"/>
              <a:gd name="connsiteX8-267" fmla="*/ 1195882 w 1977299"/>
              <a:gd name="connsiteY8-268" fmla="*/ 1791847 h 2179536"/>
              <a:gd name="connsiteX9-269" fmla="*/ 1119457 w 1977299"/>
              <a:gd name="connsiteY9-270" fmla="*/ 2116967 h 2179536"/>
              <a:gd name="connsiteX10-271" fmla="*/ 884127 w 1977299"/>
              <a:gd name="connsiteY10-272" fmla="*/ 2116967 h 2179536"/>
              <a:gd name="connsiteX11-273" fmla="*/ 807702 w 1977299"/>
              <a:gd name="connsiteY11-274" fmla="*/ 1791847 h 2179536"/>
              <a:gd name="connsiteX12-275" fmla="*/ 463725 w 1977299"/>
              <a:gd name="connsiteY12-276" fmla="*/ 1593252 h 2179536"/>
              <a:gd name="connsiteX13-277" fmla="*/ 143951 w 1977299"/>
              <a:gd name="connsiteY13-278" fmla="*/ 1689626 h 2179536"/>
              <a:gd name="connsiteX14-279" fmla="*/ 26285 w 1977299"/>
              <a:gd name="connsiteY14-280" fmla="*/ 1485824 h 2179536"/>
              <a:gd name="connsiteX15-281" fmla="*/ 269635 w 1977299"/>
              <a:gd name="connsiteY15-282" fmla="*/ 1257078 h 2179536"/>
              <a:gd name="connsiteX16-283" fmla="*/ 269635 w 1977299"/>
              <a:gd name="connsiteY16-284" fmla="*/ 859888 h 2179536"/>
              <a:gd name="connsiteX17-285" fmla="*/ 26285 w 1977299"/>
              <a:gd name="connsiteY17-286" fmla="*/ 631142 h 2179536"/>
              <a:gd name="connsiteX18-287" fmla="*/ 143951 w 1977299"/>
              <a:gd name="connsiteY18-288" fmla="*/ 427340 h 2179536"/>
              <a:gd name="connsiteX19-289" fmla="*/ 463725 w 1977299"/>
              <a:gd name="connsiteY19-290" fmla="*/ 523714 h 2179536"/>
              <a:gd name="connsiteX20-291" fmla="*/ 807702 w 1977299"/>
              <a:gd name="connsiteY20-292" fmla="*/ 325119 h 2179536"/>
              <a:gd name="connsiteX21-293" fmla="*/ 884127 w 1977299"/>
              <a:gd name="connsiteY21-294" fmla="*/ -1 h 2179536"/>
              <a:gd name="connsiteX22-295" fmla="*/ 1119457 w 1977299"/>
              <a:gd name="connsiteY22-296" fmla="*/ -1 h 2179536"/>
              <a:gd name="connsiteX23-297" fmla="*/ 1195882 w 1977299"/>
              <a:gd name="connsiteY23-298" fmla="*/ 325119 h 2179536"/>
              <a:gd name="connsiteX24-299" fmla="*/ 1539859 w 1977299"/>
              <a:gd name="connsiteY24-300" fmla="*/ 523714 h 2179536"/>
              <a:gd name="connsiteX0-301" fmla="*/ 1539859 w 1981249"/>
              <a:gd name="connsiteY0-302" fmla="*/ 523716 h 2179538"/>
              <a:gd name="connsiteX1-303" fmla="*/ 1859633 w 1981249"/>
              <a:gd name="connsiteY1-304" fmla="*/ 427342 h 2179538"/>
              <a:gd name="connsiteX2-305" fmla="*/ 1977299 w 1981249"/>
              <a:gd name="connsiteY2-306" fmla="*/ 631144 h 2179538"/>
              <a:gd name="connsiteX3-307" fmla="*/ 1733949 w 1981249"/>
              <a:gd name="connsiteY3-308" fmla="*/ 859890 h 2179538"/>
              <a:gd name="connsiteX4-309" fmla="*/ 1733949 w 1981249"/>
              <a:gd name="connsiteY4-310" fmla="*/ 1257080 h 2179538"/>
              <a:gd name="connsiteX5-311" fmla="*/ 1977299 w 1981249"/>
              <a:gd name="connsiteY5-312" fmla="*/ 1485826 h 2179538"/>
              <a:gd name="connsiteX6-313" fmla="*/ 1859633 w 1981249"/>
              <a:gd name="connsiteY6-314" fmla="*/ 1689628 h 2179538"/>
              <a:gd name="connsiteX7-315" fmla="*/ 1539859 w 1981249"/>
              <a:gd name="connsiteY7-316" fmla="*/ 1593254 h 2179538"/>
              <a:gd name="connsiteX8-317" fmla="*/ 1195882 w 1981249"/>
              <a:gd name="connsiteY8-318" fmla="*/ 1791849 h 2179538"/>
              <a:gd name="connsiteX9-319" fmla="*/ 1119457 w 1981249"/>
              <a:gd name="connsiteY9-320" fmla="*/ 2116969 h 2179538"/>
              <a:gd name="connsiteX10-321" fmla="*/ 884127 w 1981249"/>
              <a:gd name="connsiteY10-322" fmla="*/ 2116969 h 2179538"/>
              <a:gd name="connsiteX11-323" fmla="*/ 807702 w 1981249"/>
              <a:gd name="connsiteY11-324" fmla="*/ 1791849 h 2179538"/>
              <a:gd name="connsiteX12-325" fmla="*/ 463725 w 1981249"/>
              <a:gd name="connsiteY12-326" fmla="*/ 1593254 h 2179538"/>
              <a:gd name="connsiteX13-327" fmla="*/ 143951 w 1981249"/>
              <a:gd name="connsiteY13-328" fmla="*/ 1689628 h 2179538"/>
              <a:gd name="connsiteX14-329" fmla="*/ 26285 w 1981249"/>
              <a:gd name="connsiteY14-330" fmla="*/ 1485826 h 2179538"/>
              <a:gd name="connsiteX15-331" fmla="*/ 269635 w 1981249"/>
              <a:gd name="connsiteY15-332" fmla="*/ 1257080 h 2179538"/>
              <a:gd name="connsiteX16-333" fmla="*/ 269635 w 1981249"/>
              <a:gd name="connsiteY16-334" fmla="*/ 859890 h 2179538"/>
              <a:gd name="connsiteX17-335" fmla="*/ 26285 w 1981249"/>
              <a:gd name="connsiteY17-336" fmla="*/ 631144 h 2179538"/>
              <a:gd name="connsiteX18-337" fmla="*/ 143951 w 1981249"/>
              <a:gd name="connsiteY18-338" fmla="*/ 427342 h 2179538"/>
              <a:gd name="connsiteX19-339" fmla="*/ 463725 w 1981249"/>
              <a:gd name="connsiteY19-340" fmla="*/ 523716 h 2179538"/>
              <a:gd name="connsiteX20-341" fmla="*/ 807702 w 1981249"/>
              <a:gd name="connsiteY20-342" fmla="*/ 325121 h 2179538"/>
              <a:gd name="connsiteX21-343" fmla="*/ 884127 w 1981249"/>
              <a:gd name="connsiteY21-344" fmla="*/ 1 h 2179538"/>
              <a:gd name="connsiteX22-345" fmla="*/ 1119457 w 1981249"/>
              <a:gd name="connsiteY22-346" fmla="*/ 1 h 2179538"/>
              <a:gd name="connsiteX23-347" fmla="*/ 1195882 w 1981249"/>
              <a:gd name="connsiteY23-348" fmla="*/ 325121 h 2179538"/>
              <a:gd name="connsiteX24-349" fmla="*/ 1539859 w 1981249"/>
              <a:gd name="connsiteY24-350" fmla="*/ 523716 h 2179538"/>
              <a:gd name="connsiteX0-351" fmla="*/ 1539859 w 2003583"/>
              <a:gd name="connsiteY0-352" fmla="*/ 523714 h 2179536"/>
              <a:gd name="connsiteX1-353" fmla="*/ 1859633 w 2003583"/>
              <a:gd name="connsiteY1-354" fmla="*/ 427340 h 2179536"/>
              <a:gd name="connsiteX2-355" fmla="*/ 1977299 w 2003583"/>
              <a:gd name="connsiteY2-356" fmla="*/ 631142 h 2179536"/>
              <a:gd name="connsiteX3-357" fmla="*/ 1733949 w 2003583"/>
              <a:gd name="connsiteY3-358" fmla="*/ 859888 h 2179536"/>
              <a:gd name="connsiteX4-359" fmla="*/ 1733949 w 2003583"/>
              <a:gd name="connsiteY4-360" fmla="*/ 1257078 h 2179536"/>
              <a:gd name="connsiteX5-361" fmla="*/ 1977299 w 2003583"/>
              <a:gd name="connsiteY5-362" fmla="*/ 1485824 h 2179536"/>
              <a:gd name="connsiteX6-363" fmla="*/ 1859633 w 2003583"/>
              <a:gd name="connsiteY6-364" fmla="*/ 1689626 h 2179536"/>
              <a:gd name="connsiteX7-365" fmla="*/ 1539859 w 2003583"/>
              <a:gd name="connsiteY7-366" fmla="*/ 1593252 h 2179536"/>
              <a:gd name="connsiteX8-367" fmla="*/ 1195882 w 2003583"/>
              <a:gd name="connsiteY8-368" fmla="*/ 1791847 h 2179536"/>
              <a:gd name="connsiteX9-369" fmla="*/ 1119457 w 2003583"/>
              <a:gd name="connsiteY9-370" fmla="*/ 2116967 h 2179536"/>
              <a:gd name="connsiteX10-371" fmla="*/ 884127 w 2003583"/>
              <a:gd name="connsiteY10-372" fmla="*/ 2116967 h 2179536"/>
              <a:gd name="connsiteX11-373" fmla="*/ 807702 w 2003583"/>
              <a:gd name="connsiteY11-374" fmla="*/ 1791847 h 2179536"/>
              <a:gd name="connsiteX12-375" fmla="*/ 463725 w 2003583"/>
              <a:gd name="connsiteY12-376" fmla="*/ 1593252 h 2179536"/>
              <a:gd name="connsiteX13-377" fmla="*/ 143951 w 2003583"/>
              <a:gd name="connsiteY13-378" fmla="*/ 1689626 h 2179536"/>
              <a:gd name="connsiteX14-379" fmla="*/ 26285 w 2003583"/>
              <a:gd name="connsiteY14-380" fmla="*/ 1485824 h 2179536"/>
              <a:gd name="connsiteX15-381" fmla="*/ 269635 w 2003583"/>
              <a:gd name="connsiteY15-382" fmla="*/ 1257078 h 2179536"/>
              <a:gd name="connsiteX16-383" fmla="*/ 269635 w 2003583"/>
              <a:gd name="connsiteY16-384" fmla="*/ 859888 h 2179536"/>
              <a:gd name="connsiteX17-385" fmla="*/ 26285 w 2003583"/>
              <a:gd name="connsiteY17-386" fmla="*/ 631142 h 2179536"/>
              <a:gd name="connsiteX18-387" fmla="*/ 143951 w 2003583"/>
              <a:gd name="connsiteY18-388" fmla="*/ 427340 h 2179536"/>
              <a:gd name="connsiteX19-389" fmla="*/ 463725 w 2003583"/>
              <a:gd name="connsiteY19-390" fmla="*/ 523714 h 2179536"/>
              <a:gd name="connsiteX20-391" fmla="*/ 807702 w 2003583"/>
              <a:gd name="connsiteY20-392" fmla="*/ 325119 h 2179536"/>
              <a:gd name="connsiteX21-393" fmla="*/ 884127 w 2003583"/>
              <a:gd name="connsiteY21-394" fmla="*/ -1 h 2179536"/>
              <a:gd name="connsiteX22-395" fmla="*/ 1119457 w 2003583"/>
              <a:gd name="connsiteY22-396" fmla="*/ -1 h 2179536"/>
              <a:gd name="connsiteX23-397" fmla="*/ 1195882 w 2003583"/>
              <a:gd name="connsiteY23-398" fmla="*/ 325119 h 2179536"/>
              <a:gd name="connsiteX24-399" fmla="*/ 1539859 w 2003583"/>
              <a:gd name="connsiteY24-400" fmla="*/ 523714 h 2179536"/>
              <a:gd name="connsiteX0-401" fmla="*/ 1539859 w 2003583"/>
              <a:gd name="connsiteY0-402" fmla="*/ 523716 h 2179538"/>
              <a:gd name="connsiteX1-403" fmla="*/ 1859633 w 2003583"/>
              <a:gd name="connsiteY1-404" fmla="*/ 427342 h 2179538"/>
              <a:gd name="connsiteX2-405" fmla="*/ 1977299 w 2003583"/>
              <a:gd name="connsiteY2-406" fmla="*/ 631144 h 2179538"/>
              <a:gd name="connsiteX3-407" fmla="*/ 1733949 w 2003583"/>
              <a:gd name="connsiteY3-408" fmla="*/ 859890 h 2179538"/>
              <a:gd name="connsiteX4-409" fmla="*/ 1733949 w 2003583"/>
              <a:gd name="connsiteY4-410" fmla="*/ 1257080 h 2179538"/>
              <a:gd name="connsiteX5-411" fmla="*/ 1977299 w 2003583"/>
              <a:gd name="connsiteY5-412" fmla="*/ 1485826 h 2179538"/>
              <a:gd name="connsiteX6-413" fmla="*/ 1859633 w 2003583"/>
              <a:gd name="connsiteY6-414" fmla="*/ 1689628 h 2179538"/>
              <a:gd name="connsiteX7-415" fmla="*/ 1539859 w 2003583"/>
              <a:gd name="connsiteY7-416" fmla="*/ 1593254 h 2179538"/>
              <a:gd name="connsiteX8-417" fmla="*/ 1195882 w 2003583"/>
              <a:gd name="connsiteY8-418" fmla="*/ 1791849 h 2179538"/>
              <a:gd name="connsiteX9-419" fmla="*/ 1119457 w 2003583"/>
              <a:gd name="connsiteY9-420" fmla="*/ 2116969 h 2179538"/>
              <a:gd name="connsiteX10-421" fmla="*/ 884127 w 2003583"/>
              <a:gd name="connsiteY10-422" fmla="*/ 2116969 h 2179538"/>
              <a:gd name="connsiteX11-423" fmla="*/ 807702 w 2003583"/>
              <a:gd name="connsiteY11-424" fmla="*/ 1791849 h 2179538"/>
              <a:gd name="connsiteX12-425" fmla="*/ 463725 w 2003583"/>
              <a:gd name="connsiteY12-426" fmla="*/ 1593254 h 2179538"/>
              <a:gd name="connsiteX13-427" fmla="*/ 143951 w 2003583"/>
              <a:gd name="connsiteY13-428" fmla="*/ 1689628 h 2179538"/>
              <a:gd name="connsiteX14-429" fmla="*/ 26285 w 2003583"/>
              <a:gd name="connsiteY14-430" fmla="*/ 1485826 h 2179538"/>
              <a:gd name="connsiteX15-431" fmla="*/ 269635 w 2003583"/>
              <a:gd name="connsiteY15-432" fmla="*/ 1257080 h 2179538"/>
              <a:gd name="connsiteX16-433" fmla="*/ 269635 w 2003583"/>
              <a:gd name="connsiteY16-434" fmla="*/ 859890 h 2179538"/>
              <a:gd name="connsiteX17-435" fmla="*/ 26285 w 2003583"/>
              <a:gd name="connsiteY17-436" fmla="*/ 631144 h 2179538"/>
              <a:gd name="connsiteX18-437" fmla="*/ 143951 w 2003583"/>
              <a:gd name="connsiteY18-438" fmla="*/ 427342 h 2179538"/>
              <a:gd name="connsiteX19-439" fmla="*/ 463725 w 2003583"/>
              <a:gd name="connsiteY19-440" fmla="*/ 523716 h 2179538"/>
              <a:gd name="connsiteX20-441" fmla="*/ 807702 w 2003583"/>
              <a:gd name="connsiteY20-442" fmla="*/ 325121 h 2179538"/>
              <a:gd name="connsiteX21-443" fmla="*/ 884127 w 2003583"/>
              <a:gd name="connsiteY21-444" fmla="*/ 1 h 2179538"/>
              <a:gd name="connsiteX22-445" fmla="*/ 1119457 w 2003583"/>
              <a:gd name="connsiteY22-446" fmla="*/ 1 h 2179538"/>
              <a:gd name="connsiteX23-447" fmla="*/ 1195882 w 2003583"/>
              <a:gd name="connsiteY23-448" fmla="*/ 325121 h 2179538"/>
              <a:gd name="connsiteX24-449" fmla="*/ 1539859 w 2003583"/>
              <a:gd name="connsiteY24-450" fmla="*/ 523716 h 2179538"/>
              <a:gd name="connsiteX0-451" fmla="*/ 1539859 w 2003583"/>
              <a:gd name="connsiteY0-452" fmla="*/ 523714 h 2179536"/>
              <a:gd name="connsiteX1-453" fmla="*/ 1859633 w 2003583"/>
              <a:gd name="connsiteY1-454" fmla="*/ 427340 h 2179536"/>
              <a:gd name="connsiteX2-455" fmla="*/ 1977299 w 2003583"/>
              <a:gd name="connsiteY2-456" fmla="*/ 631142 h 2179536"/>
              <a:gd name="connsiteX3-457" fmla="*/ 1733949 w 2003583"/>
              <a:gd name="connsiteY3-458" fmla="*/ 859888 h 2179536"/>
              <a:gd name="connsiteX4-459" fmla="*/ 1733949 w 2003583"/>
              <a:gd name="connsiteY4-460" fmla="*/ 1257078 h 2179536"/>
              <a:gd name="connsiteX5-461" fmla="*/ 1977299 w 2003583"/>
              <a:gd name="connsiteY5-462" fmla="*/ 1485824 h 2179536"/>
              <a:gd name="connsiteX6-463" fmla="*/ 1859633 w 2003583"/>
              <a:gd name="connsiteY6-464" fmla="*/ 1689626 h 2179536"/>
              <a:gd name="connsiteX7-465" fmla="*/ 1539859 w 2003583"/>
              <a:gd name="connsiteY7-466" fmla="*/ 1593252 h 2179536"/>
              <a:gd name="connsiteX8-467" fmla="*/ 1195882 w 2003583"/>
              <a:gd name="connsiteY8-468" fmla="*/ 1791847 h 2179536"/>
              <a:gd name="connsiteX9-469" fmla="*/ 1119457 w 2003583"/>
              <a:gd name="connsiteY9-470" fmla="*/ 2116967 h 2179536"/>
              <a:gd name="connsiteX10-471" fmla="*/ 884127 w 2003583"/>
              <a:gd name="connsiteY10-472" fmla="*/ 2116967 h 2179536"/>
              <a:gd name="connsiteX11-473" fmla="*/ 807702 w 2003583"/>
              <a:gd name="connsiteY11-474" fmla="*/ 1791847 h 2179536"/>
              <a:gd name="connsiteX12-475" fmla="*/ 463725 w 2003583"/>
              <a:gd name="connsiteY12-476" fmla="*/ 1593252 h 2179536"/>
              <a:gd name="connsiteX13-477" fmla="*/ 143951 w 2003583"/>
              <a:gd name="connsiteY13-478" fmla="*/ 1689626 h 2179536"/>
              <a:gd name="connsiteX14-479" fmla="*/ 26285 w 2003583"/>
              <a:gd name="connsiteY14-480" fmla="*/ 1485824 h 2179536"/>
              <a:gd name="connsiteX15-481" fmla="*/ 269635 w 2003583"/>
              <a:gd name="connsiteY15-482" fmla="*/ 1257078 h 2179536"/>
              <a:gd name="connsiteX16-483" fmla="*/ 269635 w 2003583"/>
              <a:gd name="connsiteY16-484" fmla="*/ 859888 h 2179536"/>
              <a:gd name="connsiteX17-485" fmla="*/ 26285 w 2003583"/>
              <a:gd name="connsiteY17-486" fmla="*/ 631142 h 2179536"/>
              <a:gd name="connsiteX18-487" fmla="*/ 143951 w 2003583"/>
              <a:gd name="connsiteY18-488" fmla="*/ 427340 h 2179536"/>
              <a:gd name="connsiteX19-489" fmla="*/ 463725 w 2003583"/>
              <a:gd name="connsiteY19-490" fmla="*/ 523714 h 2179536"/>
              <a:gd name="connsiteX20-491" fmla="*/ 807702 w 2003583"/>
              <a:gd name="connsiteY20-492" fmla="*/ 325119 h 2179536"/>
              <a:gd name="connsiteX21-493" fmla="*/ 884127 w 2003583"/>
              <a:gd name="connsiteY21-494" fmla="*/ -1 h 2179536"/>
              <a:gd name="connsiteX22-495" fmla="*/ 1119457 w 2003583"/>
              <a:gd name="connsiteY22-496" fmla="*/ -1 h 2179536"/>
              <a:gd name="connsiteX23-497" fmla="*/ 1195882 w 2003583"/>
              <a:gd name="connsiteY23-498" fmla="*/ 325119 h 2179536"/>
              <a:gd name="connsiteX24-499" fmla="*/ 1539859 w 2003583"/>
              <a:gd name="connsiteY24-500" fmla="*/ 523714 h 2179536"/>
              <a:gd name="connsiteX0-501" fmla="*/ 1539859 w 2003583"/>
              <a:gd name="connsiteY0-502" fmla="*/ 564355 h 2220177"/>
              <a:gd name="connsiteX1-503" fmla="*/ 1859633 w 2003583"/>
              <a:gd name="connsiteY1-504" fmla="*/ 467981 h 2220177"/>
              <a:gd name="connsiteX2-505" fmla="*/ 1977299 w 2003583"/>
              <a:gd name="connsiteY2-506" fmla="*/ 671783 h 2220177"/>
              <a:gd name="connsiteX3-507" fmla="*/ 1733949 w 2003583"/>
              <a:gd name="connsiteY3-508" fmla="*/ 900529 h 2220177"/>
              <a:gd name="connsiteX4-509" fmla="*/ 1733949 w 2003583"/>
              <a:gd name="connsiteY4-510" fmla="*/ 1297719 h 2220177"/>
              <a:gd name="connsiteX5-511" fmla="*/ 1977299 w 2003583"/>
              <a:gd name="connsiteY5-512" fmla="*/ 1526465 h 2220177"/>
              <a:gd name="connsiteX6-513" fmla="*/ 1859633 w 2003583"/>
              <a:gd name="connsiteY6-514" fmla="*/ 1730267 h 2220177"/>
              <a:gd name="connsiteX7-515" fmla="*/ 1539859 w 2003583"/>
              <a:gd name="connsiteY7-516" fmla="*/ 1633893 h 2220177"/>
              <a:gd name="connsiteX8-517" fmla="*/ 1195882 w 2003583"/>
              <a:gd name="connsiteY8-518" fmla="*/ 1832488 h 2220177"/>
              <a:gd name="connsiteX9-519" fmla="*/ 1119457 w 2003583"/>
              <a:gd name="connsiteY9-520" fmla="*/ 2157608 h 2220177"/>
              <a:gd name="connsiteX10-521" fmla="*/ 884127 w 2003583"/>
              <a:gd name="connsiteY10-522" fmla="*/ 2157608 h 2220177"/>
              <a:gd name="connsiteX11-523" fmla="*/ 807702 w 2003583"/>
              <a:gd name="connsiteY11-524" fmla="*/ 1832488 h 2220177"/>
              <a:gd name="connsiteX12-525" fmla="*/ 463725 w 2003583"/>
              <a:gd name="connsiteY12-526" fmla="*/ 1633893 h 2220177"/>
              <a:gd name="connsiteX13-527" fmla="*/ 143951 w 2003583"/>
              <a:gd name="connsiteY13-528" fmla="*/ 1730267 h 2220177"/>
              <a:gd name="connsiteX14-529" fmla="*/ 26285 w 2003583"/>
              <a:gd name="connsiteY14-530" fmla="*/ 1526465 h 2220177"/>
              <a:gd name="connsiteX15-531" fmla="*/ 269635 w 2003583"/>
              <a:gd name="connsiteY15-532" fmla="*/ 1297719 h 2220177"/>
              <a:gd name="connsiteX16-533" fmla="*/ 269635 w 2003583"/>
              <a:gd name="connsiteY16-534" fmla="*/ 900529 h 2220177"/>
              <a:gd name="connsiteX17-535" fmla="*/ 26285 w 2003583"/>
              <a:gd name="connsiteY17-536" fmla="*/ 671783 h 2220177"/>
              <a:gd name="connsiteX18-537" fmla="*/ 143951 w 2003583"/>
              <a:gd name="connsiteY18-538" fmla="*/ 467981 h 2220177"/>
              <a:gd name="connsiteX19-539" fmla="*/ 463725 w 2003583"/>
              <a:gd name="connsiteY19-540" fmla="*/ 564355 h 2220177"/>
              <a:gd name="connsiteX20-541" fmla="*/ 807702 w 2003583"/>
              <a:gd name="connsiteY20-542" fmla="*/ 365760 h 2220177"/>
              <a:gd name="connsiteX21-543" fmla="*/ 884127 w 2003583"/>
              <a:gd name="connsiteY21-544" fmla="*/ 40640 h 2220177"/>
              <a:gd name="connsiteX22-545" fmla="*/ 1119457 w 2003583"/>
              <a:gd name="connsiteY22-546" fmla="*/ 40640 h 2220177"/>
              <a:gd name="connsiteX23-547" fmla="*/ 1195882 w 2003583"/>
              <a:gd name="connsiteY23-548" fmla="*/ 365760 h 2220177"/>
              <a:gd name="connsiteX24-549" fmla="*/ 1539859 w 2003583"/>
              <a:gd name="connsiteY24-550" fmla="*/ 564355 h 2220177"/>
              <a:gd name="connsiteX0-551" fmla="*/ 1539859 w 2003583"/>
              <a:gd name="connsiteY0-552" fmla="*/ 586285 h 2242107"/>
              <a:gd name="connsiteX1-553" fmla="*/ 1859633 w 2003583"/>
              <a:gd name="connsiteY1-554" fmla="*/ 489911 h 2242107"/>
              <a:gd name="connsiteX2-555" fmla="*/ 1977299 w 2003583"/>
              <a:gd name="connsiteY2-556" fmla="*/ 693713 h 2242107"/>
              <a:gd name="connsiteX3-557" fmla="*/ 1733949 w 2003583"/>
              <a:gd name="connsiteY3-558" fmla="*/ 922459 h 2242107"/>
              <a:gd name="connsiteX4-559" fmla="*/ 1733949 w 2003583"/>
              <a:gd name="connsiteY4-560" fmla="*/ 1319649 h 2242107"/>
              <a:gd name="connsiteX5-561" fmla="*/ 1977299 w 2003583"/>
              <a:gd name="connsiteY5-562" fmla="*/ 1548395 h 2242107"/>
              <a:gd name="connsiteX6-563" fmla="*/ 1859633 w 2003583"/>
              <a:gd name="connsiteY6-564" fmla="*/ 1752197 h 2242107"/>
              <a:gd name="connsiteX7-565" fmla="*/ 1539859 w 2003583"/>
              <a:gd name="connsiteY7-566" fmla="*/ 1655823 h 2242107"/>
              <a:gd name="connsiteX8-567" fmla="*/ 1195882 w 2003583"/>
              <a:gd name="connsiteY8-568" fmla="*/ 1854418 h 2242107"/>
              <a:gd name="connsiteX9-569" fmla="*/ 1119457 w 2003583"/>
              <a:gd name="connsiteY9-570" fmla="*/ 2179538 h 2242107"/>
              <a:gd name="connsiteX10-571" fmla="*/ 884127 w 2003583"/>
              <a:gd name="connsiteY10-572" fmla="*/ 2179538 h 2242107"/>
              <a:gd name="connsiteX11-573" fmla="*/ 807702 w 2003583"/>
              <a:gd name="connsiteY11-574" fmla="*/ 1854418 h 2242107"/>
              <a:gd name="connsiteX12-575" fmla="*/ 463725 w 2003583"/>
              <a:gd name="connsiteY12-576" fmla="*/ 1655823 h 2242107"/>
              <a:gd name="connsiteX13-577" fmla="*/ 143951 w 2003583"/>
              <a:gd name="connsiteY13-578" fmla="*/ 1752197 h 2242107"/>
              <a:gd name="connsiteX14-579" fmla="*/ 26285 w 2003583"/>
              <a:gd name="connsiteY14-580" fmla="*/ 1548395 h 2242107"/>
              <a:gd name="connsiteX15-581" fmla="*/ 269635 w 2003583"/>
              <a:gd name="connsiteY15-582" fmla="*/ 1319649 h 2242107"/>
              <a:gd name="connsiteX16-583" fmla="*/ 269635 w 2003583"/>
              <a:gd name="connsiteY16-584" fmla="*/ 922459 h 2242107"/>
              <a:gd name="connsiteX17-585" fmla="*/ 26285 w 2003583"/>
              <a:gd name="connsiteY17-586" fmla="*/ 693713 h 2242107"/>
              <a:gd name="connsiteX18-587" fmla="*/ 143951 w 2003583"/>
              <a:gd name="connsiteY18-588" fmla="*/ 489911 h 2242107"/>
              <a:gd name="connsiteX19-589" fmla="*/ 463725 w 2003583"/>
              <a:gd name="connsiteY19-590" fmla="*/ 586285 h 2242107"/>
              <a:gd name="connsiteX20-591" fmla="*/ 807702 w 2003583"/>
              <a:gd name="connsiteY20-592" fmla="*/ 387690 h 2242107"/>
              <a:gd name="connsiteX21-593" fmla="*/ 884127 w 2003583"/>
              <a:gd name="connsiteY21-594" fmla="*/ 62570 h 2242107"/>
              <a:gd name="connsiteX22-595" fmla="*/ 1119457 w 2003583"/>
              <a:gd name="connsiteY22-596" fmla="*/ 62570 h 2242107"/>
              <a:gd name="connsiteX23-597" fmla="*/ 1195882 w 2003583"/>
              <a:gd name="connsiteY23-598" fmla="*/ 387690 h 2242107"/>
              <a:gd name="connsiteX24-599" fmla="*/ 1539859 w 2003583"/>
              <a:gd name="connsiteY24-600" fmla="*/ 586285 h 2242107"/>
              <a:gd name="connsiteX0-601" fmla="*/ 1539859 w 2003583"/>
              <a:gd name="connsiteY0-602" fmla="*/ 586285 h 2242107"/>
              <a:gd name="connsiteX1-603" fmla="*/ 1859633 w 2003583"/>
              <a:gd name="connsiteY1-604" fmla="*/ 489911 h 2242107"/>
              <a:gd name="connsiteX2-605" fmla="*/ 1977299 w 2003583"/>
              <a:gd name="connsiteY2-606" fmla="*/ 693713 h 2242107"/>
              <a:gd name="connsiteX3-607" fmla="*/ 1733949 w 2003583"/>
              <a:gd name="connsiteY3-608" fmla="*/ 922459 h 2242107"/>
              <a:gd name="connsiteX4-609" fmla="*/ 1733949 w 2003583"/>
              <a:gd name="connsiteY4-610" fmla="*/ 1319649 h 2242107"/>
              <a:gd name="connsiteX5-611" fmla="*/ 1977299 w 2003583"/>
              <a:gd name="connsiteY5-612" fmla="*/ 1548395 h 2242107"/>
              <a:gd name="connsiteX6-613" fmla="*/ 1859633 w 2003583"/>
              <a:gd name="connsiteY6-614" fmla="*/ 1752197 h 2242107"/>
              <a:gd name="connsiteX7-615" fmla="*/ 1539859 w 2003583"/>
              <a:gd name="connsiteY7-616" fmla="*/ 1655823 h 2242107"/>
              <a:gd name="connsiteX8-617" fmla="*/ 1195882 w 2003583"/>
              <a:gd name="connsiteY8-618" fmla="*/ 1854418 h 2242107"/>
              <a:gd name="connsiteX9-619" fmla="*/ 1119457 w 2003583"/>
              <a:gd name="connsiteY9-620" fmla="*/ 2179538 h 2242107"/>
              <a:gd name="connsiteX10-621" fmla="*/ 884127 w 2003583"/>
              <a:gd name="connsiteY10-622" fmla="*/ 2179538 h 2242107"/>
              <a:gd name="connsiteX11-623" fmla="*/ 807702 w 2003583"/>
              <a:gd name="connsiteY11-624" fmla="*/ 1854418 h 2242107"/>
              <a:gd name="connsiteX12-625" fmla="*/ 463725 w 2003583"/>
              <a:gd name="connsiteY12-626" fmla="*/ 1655823 h 2242107"/>
              <a:gd name="connsiteX13-627" fmla="*/ 143951 w 2003583"/>
              <a:gd name="connsiteY13-628" fmla="*/ 1752197 h 2242107"/>
              <a:gd name="connsiteX14-629" fmla="*/ 26285 w 2003583"/>
              <a:gd name="connsiteY14-630" fmla="*/ 1548395 h 2242107"/>
              <a:gd name="connsiteX15-631" fmla="*/ 269635 w 2003583"/>
              <a:gd name="connsiteY15-632" fmla="*/ 1319649 h 2242107"/>
              <a:gd name="connsiteX16-633" fmla="*/ 269635 w 2003583"/>
              <a:gd name="connsiteY16-634" fmla="*/ 922459 h 2242107"/>
              <a:gd name="connsiteX17-635" fmla="*/ 26285 w 2003583"/>
              <a:gd name="connsiteY17-636" fmla="*/ 693713 h 2242107"/>
              <a:gd name="connsiteX18-637" fmla="*/ 143951 w 2003583"/>
              <a:gd name="connsiteY18-638" fmla="*/ 489911 h 2242107"/>
              <a:gd name="connsiteX19-639" fmla="*/ 463725 w 2003583"/>
              <a:gd name="connsiteY19-640" fmla="*/ 586285 h 2242107"/>
              <a:gd name="connsiteX20-641" fmla="*/ 807702 w 2003583"/>
              <a:gd name="connsiteY20-642" fmla="*/ 387690 h 2242107"/>
              <a:gd name="connsiteX21-643" fmla="*/ 884127 w 2003583"/>
              <a:gd name="connsiteY21-644" fmla="*/ 62570 h 2242107"/>
              <a:gd name="connsiteX22-645" fmla="*/ 1119457 w 2003583"/>
              <a:gd name="connsiteY22-646" fmla="*/ 62570 h 2242107"/>
              <a:gd name="connsiteX23-647" fmla="*/ 1195882 w 2003583"/>
              <a:gd name="connsiteY23-648" fmla="*/ 387690 h 2242107"/>
              <a:gd name="connsiteX24-649" fmla="*/ 1539859 w 2003583"/>
              <a:gd name="connsiteY24-650" fmla="*/ 586285 h 2242107"/>
              <a:gd name="connsiteX0-651" fmla="*/ 1539859 w 2003583"/>
              <a:gd name="connsiteY0-652" fmla="*/ 586285 h 2242107"/>
              <a:gd name="connsiteX1-653" fmla="*/ 1859633 w 2003583"/>
              <a:gd name="connsiteY1-654" fmla="*/ 489911 h 2242107"/>
              <a:gd name="connsiteX2-655" fmla="*/ 1977299 w 2003583"/>
              <a:gd name="connsiteY2-656" fmla="*/ 693713 h 2242107"/>
              <a:gd name="connsiteX3-657" fmla="*/ 1733949 w 2003583"/>
              <a:gd name="connsiteY3-658" fmla="*/ 922459 h 2242107"/>
              <a:gd name="connsiteX4-659" fmla="*/ 1733949 w 2003583"/>
              <a:gd name="connsiteY4-660" fmla="*/ 1319649 h 2242107"/>
              <a:gd name="connsiteX5-661" fmla="*/ 1977299 w 2003583"/>
              <a:gd name="connsiteY5-662" fmla="*/ 1548395 h 2242107"/>
              <a:gd name="connsiteX6-663" fmla="*/ 1859633 w 2003583"/>
              <a:gd name="connsiteY6-664" fmla="*/ 1752197 h 2242107"/>
              <a:gd name="connsiteX7-665" fmla="*/ 1539859 w 2003583"/>
              <a:gd name="connsiteY7-666" fmla="*/ 1655823 h 2242107"/>
              <a:gd name="connsiteX8-667" fmla="*/ 1195882 w 2003583"/>
              <a:gd name="connsiteY8-668" fmla="*/ 1854418 h 2242107"/>
              <a:gd name="connsiteX9-669" fmla="*/ 1119457 w 2003583"/>
              <a:gd name="connsiteY9-670" fmla="*/ 2179538 h 2242107"/>
              <a:gd name="connsiteX10-671" fmla="*/ 884127 w 2003583"/>
              <a:gd name="connsiteY10-672" fmla="*/ 2179538 h 2242107"/>
              <a:gd name="connsiteX11-673" fmla="*/ 807702 w 2003583"/>
              <a:gd name="connsiteY11-674" fmla="*/ 1854418 h 2242107"/>
              <a:gd name="connsiteX12-675" fmla="*/ 463725 w 2003583"/>
              <a:gd name="connsiteY12-676" fmla="*/ 1655823 h 2242107"/>
              <a:gd name="connsiteX13-677" fmla="*/ 143951 w 2003583"/>
              <a:gd name="connsiteY13-678" fmla="*/ 1752197 h 2242107"/>
              <a:gd name="connsiteX14-679" fmla="*/ 26285 w 2003583"/>
              <a:gd name="connsiteY14-680" fmla="*/ 1548395 h 2242107"/>
              <a:gd name="connsiteX15-681" fmla="*/ 269635 w 2003583"/>
              <a:gd name="connsiteY15-682" fmla="*/ 1319649 h 2242107"/>
              <a:gd name="connsiteX16-683" fmla="*/ 269635 w 2003583"/>
              <a:gd name="connsiteY16-684" fmla="*/ 922459 h 2242107"/>
              <a:gd name="connsiteX17-685" fmla="*/ 26285 w 2003583"/>
              <a:gd name="connsiteY17-686" fmla="*/ 693713 h 2242107"/>
              <a:gd name="connsiteX18-687" fmla="*/ 143951 w 2003583"/>
              <a:gd name="connsiteY18-688" fmla="*/ 489911 h 2242107"/>
              <a:gd name="connsiteX19-689" fmla="*/ 463725 w 2003583"/>
              <a:gd name="connsiteY19-690" fmla="*/ 586285 h 2242107"/>
              <a:gd name="connsiteX20-691" fmla="*/ 807702 w 2003583"/>
              <a:gd name="connsiteY20-692" fmla="*/ 387690 h 2242107"/>
              <a:gd name="connsiteX21-693" fmla="*/ 884127 w 2003583"/>
              <a:gd name="connsiteY21-694" fmla="*/ 62570 h 2242107"/>
              <a:gd name="connsiteX22-695" fmla="*/ 1119457 w 2003583"/>
              <a:gd name="connsiteY22-696" fmla="*/ 62570 h 2242107"/>
              <a:gd name="connsiteX23-697" fmla="*/ 1195882 w 2003583"/>
              <a:gd name="connsiteY23-698" fmla="*/ 387690 h 2242107"/>
              <a:gd name="connsiteX24-699" fmla="*/ 1539859 w 2003583"/>
              <a:gd name="connsiteY24-700" fmla="*/ 586285 h 2242107"/>
              <a:gd name="connsiteX0-701" fmla="*/ 1539859 w 2003583"/>
              <a:gd name="connsiteY0-702" fmla="*/ 586285 h 2242107"/>
              <a:gd name="connsiteX1-703" fmla="*/ 1859633 w 2003583"/>
              <a:gd name="connsiteY1-704" fmla="*/ 489911 h 2242107"/>
              <a:gd name="connsiteX2-705" fmla="*/ 1977299 w 2003583"/>
              <a:gd name="connsiteY2-706" fmla="*/ 693713 h 2242107"/>
              <a:gd name="connsiteX3-707" fmla="*/ 1733949 w 2003583"/>
              <a:gd name="connsiteY3-708" fmla="*/ 922459 h 2242107"/>
              <a:gd name="connsiteX4-709" fmla="*/ 1733949 w 2003583"/>
              <a:gd name="connsiteY4-710" fmla="*/ 1319649 h 2242107"/>
              <a:gd name="connsiteX5-711" fmla="*/ 1977299 w 2003583"/>
              <a:gd name="connsiteY5-712" fmla="*/ 1548395 h 2242107"/>
              <a:gd name="connsiteX6-713" fmla="*/ 1859633 w 2003583"/>
              <a:gd name="connsiteY6-714" fmla="*/ 1752197 h 2242107"/>
              <a:gd name="connsiteX7-715" fmla="*/ 1539859 w 2003583"/>
              <a:gd name="connsiteY7-716" fmla="*/ 1655823 h 2242107"/>
              <a:gd name="connsiteX8-717" fmla="*/ 1195882 w 2003583"/>
              <a:gd name="connsiteY8-718" fmla="*/ 1854418 h 2242107"/>
              <a:gd name="connsiteX9-719" fmla="*/ 1119457 w 2003583"/>
              <a:gd name="connsiteY9-720" fmla="*/ 2179538 h 2242107"/>
              <a:gd name="connsiteX10-721" fmla="*/ 884127 w 2003583"/>
              <a:gd name="connsiteY10-722" fmla="*/ 2179538 h 2242107"/>
              <a:gd name="connsiteX11-723" fmla="*/ 807702 w 2003583"/>
              <a:gd name="connsiteY11-724" fmla="*/ 1854418 h 2242107"/>
              <a:gd name="connsiteX12-725" fmla="*/ 463725 w 2003583"/>
              <a:gd name="connsiteY12-726" fmla="*/ 1655823 h 2242107"/>
              <a:gd name="connsiteX13-727" fmla="*/ 143951 w 2003583"/>
              <a:gd name="connsiteY13-728" fmla="*/ 1752197 h 2242107"/>
              <a:gd name="connsiteX14-729" fmla="*/ 26285 w 2003583"/>
              <a:gd name="connsiteY14-730" fmla="*/ 1548395 h 2242107"/>
              <a:gd name="connsiteX15-731" fmla="*/ 269635 w 2003583"/>
              <a:gd name="connsiteY15-732" fmla="*/ 1319649 h 2242107"/>
              <a:gd name="connsiteX16-733" fmla="*/ 269635 w 2003583"/>
              <a:gd name="connsiteY16-734" fmla="*/ 922459 h 2242107"/>
              <a:gd name="connsiteX17-735" fmla="*/ 26285 w 2003583"/>
              <a:gd name="connsiteY17-736" fmla="*/ 693713 h 2242107"/>
              <a:gd name="connsiteX18-737" fmla="*/ 143951 w 2003583"/>
              <a:gd name="connsiteY18-738" fmla="*/ 489911 h 2242107"/>
              <a:gd name="connsiteX19-739" fmla="*/ 463725 w 2003583"/>
              <a:gd name="connsiteY19-740" fmla="*/ 586285 h 2242107"/>
              <a:gd name="connsiteX20-741" fmla="*/ 807702 w 2003583"/>
              <a:gd name="connsiteY20-742" fmla="*/ 387690 h 2242107"/>
              <a:gd name="connsiteX21-743" fmla="*/ 884127 w 2003583"/>
              <a:gd name="connsiteY21-744" fmla="*/ 62570 h 2242107"/>
              <a:gd name="connsiteX22-745" fmla="*/ 1119457 w 2003583"/>
              <a:gd name="connsiteY22-746" fmla="*/ 62570 h 2242107"/>
              <a:gd name="connsiteX23-747" fmla="*/ 1195882 w 2003583"/>
              <a:gd name="connsiteY23-748" fmla="*/ 387690 h 2242107"/>
              <a:gd name="connsiteX24-749" fmla="*/ 1539859 w 2003583"/>
              <a:gd name="connsiteY24-750" fmla="*/ 586285 h 2242107"/>
              <a:gd name="connsiteX0-751" fmla="*/ 1539859 w 2003583"/>
              <a:gd name="connsiteY0-752" fmla="*/ 586285 h 2242107"/>
              <a:gd name="connsiteX1-753" fmla="*/ 1859633 w 2003583"/>
              <a:gd name="connsiteY1-754" fmla="*/ 489911 h 2242107"/>
              <a:gd name="connsiteX2-755" fmla="*/ 1977299 w 2003583"/>
              <a:gd name="connsiteY2-756" fmla="*/ 693713 h 2242107"/>
              <a:gd name="connsiteX3-757" fmla="*/ 1733949 w 2003583"/>
              <a:gd name="connsiteY3-758" fmla="*/ 922459 h 2242107"/>
              <a:gd name="connsiteX4-759" fmla="*/ 1733949 w 2003583"/>
              <a:gd name="connsiteY4-760" fmla="*/ 1319649 h 2242107"/>
              <a:gd name="connsiteX5-761" fmla="*/ 1977299 w 2003583"/>
              <a:gd name="connsiteY5-762" fmla="*/ 1548395 h 2242107"/>
              <a:gd name="connsiteX6-763" fmla="*/ 1859633 w 2003583"/>
              <a:gd name="connsiteY6-764" fmla="*/ 1752197 h 2242107"/>
              <a:gd name="connsiteX7-765" fmla="*/ 1539859 w 2003583"/>
              <a:gd name="connsiteY7-766" fmla="*/ 1655823 h 2242107"/>
              <a:gd name="connsiteX8-767" fmla="*/ 1195882 w 2003583"/>
              <a:gd name="connsiteY8-768" fmla="*/ 1854418 h 2242107"/>
              <a:gd name="connsiteX9-769" fmla="*/ 1119457 w 2003583"/>
              <a:gd name="connsiteY9-770" fmla="*/ 2179538 h 2242107"/>
              <a:gd name="connsiteX10-771" fmla="*/ 884127 w 2003583"/>
              <a:gd name="connsiteY10-772" fmla="*/ 2179538 h 2242107"/>
              <a:gd name="connsiteX11-773" fmla="*/ 807702 w 2003583"/>
              <a:gd name="connsiteY11-774" fmla="*/ 1854418 h 2242107"/>
              <a:gd name="connsiteX12-775" fmla="*/ 463725 w 2003583"/>
              <a:gd name="connsiteY12-776" fmla="*/ 1655823 h 2242107"/>
              <a:gd name="connsiteX13-777" fmla="*/ 143951 w 2003583"/>
              <a:gd name="connsiteY13-778" fmla="*/ 1752197 h 2242107"/>
              <a:gd name="connsiteX14-779" fmla="*/ 26285 w 2003583"/>
              <a:gd name="connsiteY14-780" fmla="*/ 1548395 h 2242107"/>
              <a:gd name="connsiteX15-781" fmla="*/ 269635 w 2003583"/>
              <a:gd name="connsiteY15-782" fmla="*/ 1319649 h 2242107"/>
              <a:gd name="connsiteX16-783" fmla="*/ 269635 w 2003583"/>
              <a:gd name="connsiteY16-784" fmla="*/ 922459 h 2242107"/>
              <a:gd name="connsiteX17-785" fmla="*/ 26285 w 2003583"/>
              <a:gd name="connsiteY17-786" fmla="*/ 693713 h 2242107"/>
              <a:gd name="connsiteX18-787" fmla="*/ 143951 w 2003583"/>
              <a:gd name="connsiteY18-788" fmla="*/ 489911 h 2242107"/>
              <a:gd name="connsiteX19-789" fmla="*/ 463725 w 2003583"/>
              <a:gd name="connsiteY19-790" fmla="*/ 586285 h 2242107"/>
              <a:gd name="connsiteX20-791" fmla="*/ 807702 w 2003583"/>
              <a:gd name="connsiteY20-792" fmla="*/ 387690 h 2242107"/>
              <a:gd name="connsiteX21-793" fmla="*/ 884127 w 2003583"/>
              <a:gd name="connsiteY21-794" fmla="*/ 62570 h 2242107"/>
              <a:gd name="connsiteX22-795" fmla="*/ 1119457 w 2003583"/>
              <a:gd name="connsiteY22-796" fmla="*/ 62570 h 2242107"/>
              <a:gd name="connsiteX23-797" fmla="*/ 1195882 w 2003583"/>
              <a:gd name="connsiteY23-798" fmla="*/ 387690 h 2242107"/>
              <a:gd name="connsiteX24-799" fmla="*/ 1539859 w 2003583"/>
              <a:gd name="connsiteY24-800" fmla="*/ 586285 h 2242107"/>
              <a:gd name="connsiteX0-801" fmla="*/ 1539859 w 2003583"/>
              <a:gd name="connsiteY0-802" fmla="*/ 586285 h 2242107"/>
              <a:gd name="connsiteX1-803" fmla="*/ 1859633 w 2003583"/>
              <a:gd name="connsiteY1-804" fmla="*/ 489911 h 2242107"/>
              <a:gd name="connsiteX2-805" fmla="*/ 1977299 w 2003583"/>
              <a:gd name="connsiteY2-806" fmla="*/ 693713 h 2242107"/>
              <a:gd name="connsiteX3-807" fmla="*/ 1733949 w 2003583"/>
              <a:gd name="connsiteY3-808" fmla="*/ 922459 h 2242107"/>
              <a:gd name="connsiteX4-809" fmla="*/ 1733949 w 2003583"/>
              <a:gd name="connsiteY4-810" fmla="*/ 1319649 h 2242107"/>
              <a:gd name="connsiteX5-811" fmla="*/ 1977299 w 2003583"/>
              <a:gd name="connsiteY5-812" fmla="*/ 1548395 h 2242107"/>
              <a:gd name="connsiteX6-813" fmla="*/ 1859633 w 2003583"/>
              <a:gd name="connsiteY6-814" fmla="*/ 1752197 h 2242107"/>
              <a:gd name="connsiteX7-815" fmla="*/ 1539859 w 2003583"/>
              <a:gd name="connsiteY7-816" fmla="*/ 1655823 h 2242107"/>
              <a:gd name="connsiteX8-817" fmla="*/ 1195882 w 2003583"/>
              <a:gd name="connsiteY8-818" fmla="*/ 1854418 h 2242107"/>
              <a:gd name="connsiteX9-819" fmla="*/ 1119457 w 2003583"/>
              <a:gd name="connsiteY9-820" fmla="*/ 2179538 h 2242107"/>
              <a:gd name="connsiteX10-821" fmla="*/ 884127 w 2003583"/>
              <a:gd name="connsiteY10-822" fmla="*/ 2179538 h 2242107"/>
              <a:gd name="connsiteX11-823" fmla="*/ 807702 w 2003583"/>
              <a:gd name="connsiteY11-824" fmla="*/ 1854418 h 2242107"/>
              <a:gd name="connsiteX12-825" fmla="*/ 463725 w 2003583"/>
              <a:gd name="connsiteY12-826" fmla="*/ 1655823 h 2242107"/>
              <a:gd name="connsiteX13-827" fmla="*/ 143951 w 2003583"/>
              <a:gd name="connsiteY13-828" fmla="*/ 1752197 h 2242107"/>
              <a:gd name="connsiteX14-829" fmla="*/ 26285 w 2003583"/>
              <a:gd name="connsiteY14-830" fmla="*/ 1548395 h 2242107"/>
              <a:gd name="connsiteX15-831" fmla="*/ 269635 w 2003583"/>
              <a:gd name="connsiteY15-832" fmla="*/ 1319649 h 2242107"/>
              <a:gd name="connsiteX16-833" fmla="*/ 269635 w 2003583"/>
              <a:gd name="connsiteY16-834" fmla="*/ 922459 h 2242107"/>
              <a:gd name="connsiteX17-835" fmla="*/ 26285 w 2003583"/>
              <a:gd name="connsiteY17-836" fmla="*/ 693713 h 2242107"/>
              <a:gd name="connsiteX18-837" fmla="*/ 143951 w 2003583"/>
              <a:gd name="connsiteY18-838" fmla="*/ 489911 h 2242107"/>
              <a:gd name="connsiteX19-839" fmla="*/ 463725 w 2003583"/>
              <a:gd name="connsiteY19-840" fmla="*/ 586285 h 2242107"/>
              <a:gd name="connsiteX20-841" fmla="*/ 807702 w 2003583"/>
              <a:gd name="connsiteY20-842" fmla="*/ 387690 h 2242107"/>
              <a:gd name="connsiteX21-843" fmla="*/ 884127 w 2003583"/>
              <a:gd name="connsiteY21-844" fmla="*/ 62570 h 2242107"/>
              <a:gd name="connsiteX22-845" fmla="*/ 1119457 w 2003583"/>
              <a:gd name="connsiteY22-846" fmla="*/ 62570 h 2242107"/>
              <a:gd name="connsiteX23-847" fmla="*/ 1195882 w 2003583"/>
              <a:gd name="connsiteY23-848" fmla="*/ 387690 h 2242107"/>
              <a:gd name="connsiteX24-849" fmla="*/ 1539859 w 2003583"/>
              <a:gd name="connsiteY24-850" fmla="*/ 586285 h 2242107"/>
              <a:gd name="connsiteX0-851" fmla="*/ 1539859 w 2003583"/>
              <a:gd name="connsiteY0-852" fmla="*/ 586285 h 2242107"/>
              <a:gd name="connsiteX1-853" fmla="*/ 1859633 w 2003583"/>
              <a:gd name="connsiteY1-854" fmla="*/ 489911 h 2242107"/>
              <a:gd name="connsiteX2-855" fmla="*/ 1977299 w 2003583"/>
              <a:gd name="connsiteY2-856" fmla="*/ 693713 h 2242107"/>
              <a:gd name="connsiteX3-857" fmla="*/ 1733949 w 2003583"/>
              <a:gd name="connsiteY3-858" fmla="*/ 922459 h 2242107"/>
              <a:gd name="connsiteX4-859" fmla="*/ 1733949 w 2003583"/>
              <a:gd name="connsiteY4-860" fmla="*/ 1319649 h 2242107"/>
              <a:gd name="connsiteX5-861" fmla="*/ 1977299 w 2003583"/>
              <a:gd name="connsiteY5-862" fmla="*/ 1548395 h 2242107"/>
              <a:gd name="connsiteX6-863" fmla="*/ 1859633 w 2003583"/>
              <a:gd name="connsiteY6-864" fmla="*/ 1752197 h 2242107"/>
              <a:gd name="connsiteX7-865" fmla="*/ 1539859 w 2003583"/>
              <a:gd name="connsiteY7-866" fmla="*/ 1655823 h 2242107"/>
              <a:gd name="connsiteX8-867" fmla="*/ 1195882 w 2003583"/>
              <a:gd name="connsiteY8-868" fmla="*/ 1854418 h 2242107"/>
              <a:gd name="connsiteX9-869" fmla="*/ 1119457 w 2003583"/>
              <a:gd name="connsiteY9-870" fmla="*/ 2179538 h 2242107"/>
              <a:gd name="connsiteX10-871" fmla="*/ 884127 w 2003583"/>
              <a:gd name="connsiteY10-872" fmla="*/ 2179538 h 2242107"/>
              <a:gd name="connsiteX11-873" fmla="*/ 807702 w 2003583"/>
              <a:gd name="connsiteY11-874" fmla="*/ 1854418 h 2242107"/>
              <a:gd name="connsiteX12-875" fmla="*/ 463725 w 2003583"/>
              <a:gd name="connsiteY12-876" fmla="*/ 1655823 h 2242107"/>
              <a:gd name="connsiteX13-877" fmla="*/ 143951 w 2003583"/>
              <a:gd name="connsiteY13-878" fmla="*/ 1752197 h 2242107"/>
              <a:gd name="connsiteX14-879" fmla="*/ 26285 w 2003583"/>
              <a:gd name="connsiteY14-880" fmla="*/ 1548395 h 2242107"/>
              <a:gd name="connsiteX15-881" fmla="*/ 269635 w 2003583"/>
              <a:gd name="connsiteY15-882" fmla="*/ 1319649 h 2242107"/>
              <a:gd name="connsiteX16-883" fmla="*/ 269635 w 2003583"/>
              <a:gd name="connsiteY16-884" fmla="*/ 922459 h 2242107"/>
              <a:gd name="connsiteX17-885" fmla="*/ 26285 w 2003583"/>
              <a:gd name="connsiteY17-886" fmla="*/ 693713 h 2242107"/>
              <a:gd name="connsiteX18-887" fmla="*/ 143951 w 2003583"/>
              <a:gd name="connsiteY18-888" fmla="*/ 489911 h 2242107"/>
              <a:gd name="connsiteX19-889" fmla="*/ 463725 w 2003583"/>
              <a:gd name="connsiteY19-890" fmla="*/ 586285 h 2242107"/>
              <a:gd name="connsiteX20-891" fmla="*/ 807702 w 2003583"/>
              <a:gd name="connsiteY20-892" fmla="*/ 387690 h 2242107"/>
              <a:gd name="connsiteX21-893" fmla="*/ 884127 w 2003583"/>
              <a:gd name="connsiteY21-894" fmla="*/ 62570 h 2242107"/>
              <a:gd name="connsiteX22-895" fmla="*/ 1119457 w 2003583"/>
              <a:gd name="connsiteY22-896" fmla="*/ 62570 h 2242107"/>
              <a:gd name="connsiteX23-897" fmla="*/ 1195882 w 2003583"/>
              <a:gd name="connsiteY23-898" fmla="*/ 387690 h 2242107"/>
              <a:gd name="connsiteX24-899" fmla="*/ 1539859 w 2003583"/>
              <a:gd name="connsiteY24-900" fmla="*/ 586285 h 2242107"/>
              <a:gd name="connsiteX0-901" fmla="*/ 1539859 w 2003583"/>
              <a:gd name="connsiteY0-902" fmla="*/ 586285 h 2242107"/>
              <a:gd name="connsiteX1-903" fmla="*/ 1859633 w 2003583"/>
              <a:gd name="connsiteY1-904" fmla="*/ 489911 h 2242107"/>
              <a:gd name="connsiteX2-905" fmla="*/ 1977299 w 2003583"/>
              <a:gd name="connsiteY2-906" fmla="*/ 693713 h 2242107"/>
              <a:gd name="connsiteX3-907" fmla="*/ 1733949 w 2003583"/>
              <a:gd name="connsiteY3-908" fmla="*/ 922459 h 2242107"/>
              <a:gd name="connsiteX4-909" fmla="*/ 1733949 w 2003583"/>
              <a:gd name="connsiteY4-910" fmla="*/ 1319649 h 2242107"/>
              <a:gd name="connsiteX5-911" fmla="*/ 1977299 w 2003583"/>
              <a:gd name="connsiteY5-912" fmla="*/ 1548395 h 2242107"/>
              <a:gd name="connsiteX6-913" fmla="*/ 1859633 w 2003583"/>
              <a:gd name="connsiteY6-914" fmla="*/ 1752197 h 2242107"/>
              <a:gd name="connsiteX7-915" fmla="*/ 1539859 w 2003583"/>
              <a:gd name="connsiteY7-916" fmla="*/ 1655823 h 2242107"/>
              <a:gd name="connsiteX8-917" fmla="*/ 1195882 w 2003583"/>
              <a:gd name="connsiteY8-918" fmla="*/ 1854418 h 2242107"/>
              <a:gd name="connsiteX9-919" fmla="*/ 1119457 w 2003583"/>
              <a:gd name="connsiteY9-920" fmla="*/ 2179538 h 2242107"/>
              <a:gd name="connsiteX10-921" fmla="*/ 884127 w 2003583"/>
              <a:gd name="connsiteY10-922" fmla="*/ 2179538 h 2242107"/>
              <a:gd name="connsiteX11-923" fmla="*/ 807702 w 2003583"/>
              <a:gd name="connsiteY11-924" fmla="*/ 1854418 h 2242107"/>
              <a:gd name="connsiteX12-925" fmla="*/ 463725 w 2003583"/>
              <a:gd name="connsiteY12-926" fmla="*/ 1655823 h 2242107"/>
              <a:gd name="connsiteX13-927" fmla="*/ 143951 w 2003583"/>
              <a:gd name="connsiteY13-928" fmla="*/ 1752197 h 2242107"/>
              <a:gd name="connsiteX14-929" fmla="*/ 26285 w 2003583"/>
              <a:gd name="connsiteY14-930" fmla="*/ 1548395 h 2242107"/>
              <a:gd name="connsiteX15-931" fmla="*/ 269635 w 2003583"/>
              <a:gd name="connsiteY15-932" fmla="*/ 1319649 h 2242107"/>
              <a:gd name="connsiteX16-933" fmla="*/ 269635 w 2003583"/>
              <a:gd name="connsiteY16-934" fmla="*/ 922459 h 2242107"/>
              <a:gd name="connsiteX17-935" fmla="*/ 26285 w 2003583"/>
              <a:gd name="connsiteY17-936" fmla="*/ 693713 h 2242107"/>
              <a:gd name="connsiteX18-937" fmla="*/ 143951 w 2003583"/>
              <a:gd name="connsiteY18-938" fmla="*/ 489911 h 2242107"/>
              <a:gd name="connsiteX19-939" fmla="*/ 463725 w 2003583"/>
              <a:gd name="connsiteY19-940" fmla="*/ 586285 h 2242107"/>
              <a:gd name="connsiteX20-941" fmla="*/ 807702 w 2003583"/>
              <a:gd name="connsiteY20-942" fmla="*/ 387690 h 2242107"/>
              <a:gd name="connsiteX21-943" fmla="*/ 884127 w 2003583"/>
              <a:gd name="connsiteY21-944" fmla="*/ 62570 h 2242107"/>
              <a:gd name="connsiteX22-945" fmla="*/ 1119457 w 2003583"/>
              <a:gd name="connsiteY22-946" fmla="*/ 62570 h 2242107"/>
              <a:gd name="connsiteX23-947" fmla="*/ 1195882 w 2003583"/>
              <a:gd name="connsiteY23-948" fmla="*/ 387690 h 2242107"/>
              <a:gd name="connsiteX24-949" fmla="*/ 1539859 w 2003583"/>
              <a:gd name="connsiteY24-950" fmla="*/ 586285 h 2242107"/>
              <a:gd name="connsiteX0-951" fmla="*/ 1539859 w 2003583"/>
              <a:gd name="connsiteY0-952" fmla="*/ 586285 h 2242107"/>
              <a:gd name="connsiteX1-953" fmla="*/ 1859633 w 2003583"/>
              <a:gd name="connsiteY1-954" fmla="*/ 489911 h 2242107"/>
              <a:gd name="connsiteX2-955" fmla="*/ 1977299 w 2003583"/>
              <a:gd name="connsiteY2-956" fmla="*/ 693713 h 2242107"/>
              <a:gd name="connsiteX3-957" fmla="*/ 1733949 w 2003583"/>
              <a:gd name="connsiteY3-958" fmla="*/ 922459 h 2242107"/>
              <a:gd name="connsiteX4-959" fmla="*/ 1733949 w 2003583"/>
              <a:gd name="connsiteY4-960" fmla="*/ 1319649 h 2242107"/>
              <a:gd name="connsiteX5-961" fmla="*/ 1977299 w 2003583"/>
              <a:gd name="connsiteY5-962" fmla="*/ 1548395 h 2242107"/>
              <a:gd name="connsiteX6-963" fmla="*/ 1859633 w 2003583"/>
              <a:gd name="connsiteY6-964" fmla="*/ 1752197 h 2242107"/>
              <a:gd name="connsiteX7-965" fmla="*/ 1539859 w 2003583"/>
              <a:gd name="connsiteY7-966" fmla="*/ 1655823 h 2242107"/>
              <a:gd name="connsiteX8-967" fmla="*/ 1195882 w 2003583"/>
              <a:gd name="connsiteY8-968" fmla="*/ 1854418 h 2242107"/>
              <a:gd name="connsiteX9-969" fmla="*/ 1119457 w 2003583"/>
              <a:gd name="connsiteY9-970" fmla="*/ 2179538 h 2242107"/>
              <a:gd name="connsiteX10-971" fmla="*/ 884127 w 2003583"/>
              <a:gd name="connsiteY10-972" fmla="*/ 2179538 h 2242107"/>
              <a:gd name="connsiteX11-973" fmla="*/ 807702 w 2003583"/>
              <a:gd name="connsiteY11-974" fmla="*/ 1854418 h 2242107"/>
              <a:gd name="connsiteX12-975" fmla="*/ 463725 w 2003583"/>
              <a:gd name="connsiteY12-976" fmla="*/ 1655823 h 2242107"/>
              <a:gd name="connsiteX13-977" fmla="*/ 143951 w 2003583"/>
              <a:gd name="connsiteY13-978" fmla="*/ 1752197 h 2242107"/>
              <a:gd name="connsiteX14-979" fmla="*/ 26285 w 2003583"/>
              <a:gd name="connsiteY14-980" fmla="*/ 1548395 h 2242107"/>
              <a:gd name="connsiteX15-981" fmla="*/ 269635 w 2003583"/>
              <a:gd name="connsiteY15-982" fmla="*/ 1319649 h 2242107"/>
              <a:gd name="connsiteX16-983" fmla="*/ 269635 w 2003583"/>
              <a:gd name="connsiteY16-984" fmla="*/ 922459 h 2242107"/>
              <a:gd name="connsiteX17-985" fmla="*/ 26285 w 2003583"/>
              <a:gd name="connsiteY17-986" fmla="*/ 693713 h 2242107"/>
              <a:gd name="connsiteX18-987" fmla="*/ 143951 w 2003583"/>
              <a:gd name="connsiteY18-988" fmla="*/ 489911 h 2242107"/>
              <a:gd name="connsiteX19-989" fmla="*/ 463725 w 2003583"/>
              <a:gd name="connsiteY19-990" fmla="*/ 586285 h 2242107"/>
              <a:gd name="connsiteX20-991" fmla="*/ 807702 w 2003583"/>
              <a:gd name="connsiteY20-992" fmla="*/ 387690 h 2242107"/>
              <a:gd name="connsiteX21-993" fmla="*/ 884127 w 2003583"/>
              <a:gd name="connsiteY21-994" fmla="*/ 62570 h 2242107"/>
              <a:gd name="connsiteX22-995" fmla="*/ 1119457 w 2003583"/>
              <a:gd name="connsiteY22-996" fmla="*/ 62570 h 2242107"/>
              <a:gd name="connsiteX23-997" fmla="*/ 1195882 w 2003583"/>
              <a:gd name="connsiteY23-998" fmla="*/ 387690 h 2242107"/>
              <a:gd name="connsiteX24-999" fmla="*/ 1539859 w 2003583"/>
              <a:gd name="connsiteY24-1000" fmla="*/ 586285 h 2242107"/>
              <a:gd name="connsiteX0-1001" fmla="*/ 1539859 w 2003583"/>
              <a:gd name="connsiteY0-1002" fmla="*/ 586285 h 2242107"/>
              <a:gd name="connsiteX1-1003" fmla="*/ 1859633 w 2003583"/>
              <a:gd name="connsiteY1-1004" fmla="*/ 489911 h 2242107"/>
              <a:gd name="connsiteX2-1005" fmla="*/ 1977299 w 2003583"/>
              <a:gd name="connsiteY2-1006" fmla="*/ 693713 h 2242107"/>
              <a:gd name="connsiteX3-1007" fmla="*/ 1733949 w 2003583"/>
              <a:gd name="connsiteY3-1008" fmla="*/ 922459 h 2242107"/>
              <a:gd name="connsiteX4-1009" fmla="*/ 1733949 w 2003583"/>
              <a:gd name="connsiteY4-1010" fmla="*/ 1319649 h 2242107"/>
              <a:gd name="connsiteX5-1011" fmla="*/ 1977299 w 2003583"/>
              <a:gd name="connsiteY5-1012" fmla="*/ 1548395 h 2242107"/>
              <a:gd name="connsiteX6-1013" fmla="*/ 1859633 w 2003583"/>
              <a:gd name="connsiteY6-1014" fmla="*/ 1752197 h 2242107"/>
              <a:gd name="connsiteX7-1015" fmla="*/ 1539859 w 2003583"/>
              <a:gd name="connsiteY7-1016" fmla="*/ 1655823 h 2242107"/>
              <a:gd name="connsiteX8-1017" fmla="*/ 1195882 w 2003583"/>
              <a:gd name="connsiteY8-1018" fmla="*/ 1854418 h 2242107"/>
              <a:gd name="connsiteX9-1019" fmla="*/ 1119457 w 2003583"/>
              <a:gd name="connsiteY9-1020" fmla="*/ 2179538 h 2242107"/>
              <a:gd name="connsiteX10-1021" fmla="*/ 884127 w 2003583"/>
              <a:gd name="connsiteY10-1022" fmla="*/ 2179538 h 2242107"/>
              <a:gd name="connsiteX11-1023" fmla="*/ 807702 w 2003583"/>
              <a:gd name="connsiteY11-1024" fmla="*/ 1854418 h 2242107"/>
              <a:gd name="connsiteX12-1025" fmla="*/ 463725 w 2003583"/>
              <a:gd name="connsiteY12-1026" fmla="*/ 1655823 h 2242107"/>
              <a:gd name="connsiteX13-1027" fmla="*/ 143951 w 2003583"/>
              <a:gd name="connsiteY13-1028" fmla="*/ 1752197 h 2242107"/>
              <a:gd name="connsiteX14-1029" fmla="*/ 26285 w 2003583"/>
              <a:gd name="connsiteY14-1030" fmla="*/ 1548395 h 2242107"/>
              <a:gd name="connsiteX15-1031" fmla="*/ 269635 w 2003583"/>
              <a:gd name="connsiteY15-1032" fmla="*/ 1319649 h 2242107"/>
              <a:gd name="connsiteX16-1033" fmla="*/ 269635 w 2003583"/>
              <a:gd name="connsiteY16-1034" fmla="*/ 922459 h 2242107"/>
              <a:gd name="connsiteX17-1035" fmla="*/ 26285 w 2003583"/>
              <a:gd name="connsiteY17-1036" fmla="*/ 693713 h 2242107"/>
              <a:gd name="connsiteX18-1037" fmla="*/ 143951 w 2003583"/>
              <a:gd name="connsiteY18-1038" fmla="*/ 489911 h 2242107"/>
              <a:gd name="connsiteX19-1039" fmla="*/ 463725 w 2003583"/>
              <a:gd name="connsiteY19-1040" fmla="*/ 586285 h 2242107"/>
              <a:gd name="connsiteX20-1041" fmla="*/ 807702 w 2003583"/>
              <a:gd name="connsiteY20-1042" fmla="*/ 387690 h 2242107"/>
              <a:gd name="connsiteX21-1043" fmla="*/ 884127 w 2003583"/>
              <a:gd name="connsiteY21-1044" fmla="*/ 62570 h 2242107"/>
              <a:gd name="connsiteX22-1045" fmla="*/ 1119457 w 2003583"/>
              <a:gd name="connsiteY22-1046" fmla="*/ 62570 h 2242107"/>
              <a:gd name="connsiteX23-1047" fmla="*/ 1195882 w 2003583"/>
              <a:gd name="connsiteY23-1048" fmla="*/ 387690 h 2242107"/>
              <a:gd name="connsiteX24-1049" fmla="*/ 1539859 w 2003583"/>
              <a:gd name="connsiteY24-1050" fmla="*/ 586285 h 2242107"/>
              <a:gd name="connsiteX0-1051" fmla="*/ 1539859 w 2003583"/>
              <a:gd name="connsiteY0-1052" fmla="*/ 586285 h 2242107"/>
              <a:gd name="connsiteX1-1053" fmla="*/ 1815989 w 2003583"/>
              <a:gd name="connsiteY1-1054" fmla="*/ 481182 h 2242107"/>
              <a:gd name="connsiteX2-1055" fmla="*/ 1977299 w 2003583"/>
              <a:gd name="connsiteY2-1056" fmla="*/ 693713 h 2242107"/>
              <a:gd name="connsiteX3-1057" fmla="*/ 1733949 w 2003583"/>
              <a:gd name="connsiteY3-1058" fmla="*/ 922459 h 2242107"/>
              <a:gd name="connsiteX4-1059" fmla="*/ 1733949 w 2003583"/>
              <a:gd name="connsiteY4-1060" fmla="*/ 1319649 h 2242107"/>
              <a:gd name="connsiteX5-1061" fmla="*/ 1977299 w 2003583"/>
              <a:gd name="connsiteY5-1062" fmla="*/ 1548395 h 2242107"/>
              <a:gd name="connsiteX6-1063" fmla="*/ 1859633 w 2003583"/>
              <a:gd name="connsiteY6-1064" fmla="*/ 1752197 h 2242107"/>
              <a:gd name="connsiteX7-1065" fmla="*/ 1539859 w 2003583"/>
              <a:gd name="connsiteY7-1066" fmla="*/ 1655823 h 2242107"/>
              <a:gd name="connsiteX8-1067" fmla="*/ 1195882 w 2003583"/>
              <a:gd name="connsiteY8-1068" fmla="*/ 1854418 h 2242107"/>
              <a:gd name="connsiteX9-1069" fmla="*/ 1119457 w 2003583"/>
              <a:gd name="connsiteY9-1070" fmla="*/ 2179538 h 2242107"/>
              <a:gd name="connsiteX10-1071" fmla="*/ 884127 w 2003583"/>
              <a:gd name="connsiteY10-1072" fmla="*/ 2179538 h 2242107"/>
              <a:gd name="connsiteX11-1073" fmla="*/ 807702 w 2003583"/>
              <a:gd name="connsiteY11-1074" fmla="*/ 1854418 h 2242107"/>
              <a:gd name="connsiteX12-1075" fmla="*/ 463725 w 2003583"/>
              <a:gd name="connsiteY12-1076" fmla="*/ 1655823 h 2242107"/>
              <a:gd name="connsiteX13-1077" fmla="*/ 143951 w 2003583"/>
              <a:gd name="connsiteY13-1078" fmla="*/ 1752197 h 2242107"/>
              <a:gd name="connsiteX14-1079" fmla="*/ 26285 w 2003583"/>
              <a:gd name="connsiteY14-1080" fmla="*/ 1548395 h 2242107"/>
              <a:gd name="connsiteX15-1081" fmla="*/ 269635 w 2003583"/>
              <a:gd name="connsiteY15-1082" fmla="*/ 1319649 h 2242107"/>
              <a:gd name="connsiteX16-1083" fmla="*/ 269635 w 2003583"/>
              <a:gd name="connsiteY16-1084" fmla="*/ 922459 h 2242107"/>
              <a:gd name="connsiteX17-1085" fmla="*/ 26285 w 2003583"/>
              <a:gd name="connsiteY17-1086" fmla="*/ 693713 h 2242107"/>
              <a:gd name="connsiteX18-1087" fmla="*/ 143951 w 2003583"/>
              <a:gd name="connsiteY18-1088" fmla="*/ 489911 h 2242107"/>
              <a:gd name="connsiteX19-1089" fmla="*/ 463725 w 2003583"/>
              <a:gd name="connsiteY19-1090" fmla="*/ 586285 h 2242107"/>
              <a:gd name="connsiteX20-1091" fmla="*/ 807702 w 2003583"/>
              <a:gd name="connsiteY20-1092" fmla="*/ 387690 h 2242107"/>
              <a:gd name="connsiteX21-1093" fmla="*/ 884127 w 2003583"/>
              <a:gd name="connsiteY21-1094" fmla="*/ 62570 h 2242107"/>
              <a:gd name="connsiteX22-1095" fmla="*/ 1119457 w 2003583"/>
              <a:gd name="connsiteY22-1096" fmla="*/ 62570 h 2242107"/>
              <a:gd name="connsiteX23-1097" fmla="*/ 1195882 w 2003583"/>
              <a:gd name="connsiteY23-1098" fmla="*/ 387690 h 2242107"/>
              <a:gd name="connsiteX24-1099" fmla="*/ 1539859 w 2003583"/>
              <a:gd name="connsiteY24-1100" fmla="*/ 586285 h 2242107"/>
              <a:gd name="connsiteX0-1101" fmla="*/ 1539859 w 2003583"/>
              <a:gd name="connsiteY0-1102" fmla="*/ 586285 h 2225306"/>
              <a:gd name="connsiteX1-1103" fmla="*/ 1815989 w 2003583"/>
              <a:gd name="connsiteY1-1104" fmla="*/ 481182 h 2225306"/>
              <a:gd name="connsiteX2-1105" fmla="*/ 1977299 w 2003583"/>
              <a:gd name="connsiteY2-1106" fmla="*/ 693713 h 2225306"/>
              <a:gd name="connsiteX3-1107" fmla="*/ 1733949 w 2003583"/>
              <a:gd name="connsiteY3-1108" fmla="*/ 922459 h 2225306"/>
              <a:gd name="connsiteX4-1109" fmla="*/ 1733949 w 2003583"/>
              <a:gd name="connsiteY4-1110" fmla="*/ 1319649 h 2225306"/>
              <a:gd name="connsiteX5-1111" fmla="*/ 1977299 w 2003583"/>
              <a:gd name="connsiteY5-1112" fmla="*/ 1548395 h 2225306"/>
              <a:gd name="connsiteX6-1113" fmla="*/ 1859633 w 2003583"/>
              <a:gd name="connsiteY6-1114" fmla="*/ 1752197 h 2225306"/>
              <a:gd name="connsiteX7-1115" fmla="*/ 1539859 w 2003583"/>
              <a:gd name="connsiteY7-1116" fmla="*/ 1655823 h 2225306"/>
              <a:gd name="connsiteX8-1117" fmla="*/ 1195882 w 2003583"/>
              <a:gd name="connsiteY8-1118" fmla="*/ 1854418 h 2225306"/>
              <a:gd name="connsiteX9-1119" fmla="*/ 1119457 w 2003583"/>
              <a:gd name="connsiteY9-1120" fmla="*/ 2179538 h 2225306"/>
              <a:gd name="connsiteX10-1121" fmla="*/ 849212 w 2003583"/>
              <a:gd name="connsiteY10-1122" fmla="*/ 2188266 h 2225306"/>
              <a:gd name="connsiteX11-1123" fmla="*/ 807702 w 2003583"/>
              <a:gd name="connsiteY11-1124" fmla="*/ 1854418 h 2225306"/>
              <a:gd name="connsiteX12-1125" fmla="*/ 463725 w 2003583"/>
              <a:gd name="connsiteY12-1126" fmla="*/ 1655823 h 2225306"/>
              <a:gd name="connsiteX13-1127" fmla="*/ 143951 w 2003583"/>
              <a:gd name="connsiteY13-1128" fmla="*/ 1752197 h 2225306"/>
              <a:gd name="connsiteX14-1129" fmla="*/ 26285 w 2003583"/>
              <a:gd name="connsiteY14-1130" fmla="*/ 1548395 h 2225306"/>
              <a:gd name="connsiteX15-1131" fmla="*/ 269635 w 2003583"/>
              <a:gd name="connsiteY15-1132" fmla="*/ 1319649 h 2225306"/>
              <a:gd name="connsiteX16-1133" fmla="*/ 269635 w 2003583"/>
              <a:gd name="connsiteY16-1134" fmla="*/ 922459 h 2225306"/>
              <a:gd name="connsiteX17-1135" fmla="*/ 26285 w 2003583"/>
              <a:gd name="connsiteY17-1136" fmla="*/ 693713 h 2225306"/>
              <a:gd name="connsiteX18-1137" fmla="*/ 143951 w 2003583"/>
              <a:gd name="connsiteY18-1138" fmla="*/ 489911 h 2225306"/>
              <a:gd name="connsiteX19-1139" fmla="*/ 463725 w 2003583"/>
              <a:gd name="connsiteY19-1140" fmla="*/ 586285 h 2225306"/>
              <a:gd name="connsiteX20-1141" fmla="*/ 807702 w 2003583"/>
              <a:gd name="connsiteY20-1142" fmla="*/ 387690 h 2225306"/>
              <a:gd name="connsiteX21-1143" fmla="*/ 884127 w 2003583"/>
              <a:gd name="connsiteY21-1144" fmla="*/ 62570 h 2225306"/>
              <a:gd name="connsiteX22-1145" fmla="*/ 1119457 w 2003583"/>
              <a:gd name="connsiteY22-1146" fmla="*/ 62570 h 2225306"/>
              <a:gd name="connsiteX23-1147" fmla="*/ 1195882 w 2003583"/>
              <a:gd name="connsiteY23-1148" fmla="*/ 387690 h 2225306"/>
              <a:gd name="connsiteX24-1149" fmla="*/ 1539859 w 2003583"/>
              <a:gd name="connsiteY24-1150" fmla="*/ 586285 h 2225306"/>
              <a:gd name="connsiteX0-1151" fmla="*/ 1551437 w 2015161"/>
              <a:gd name="connsiteY0-1152" fmla="*/ 586285 h 2225304"/>
              <a:gd name="connsiteX1-1153" fmla="*/ 1827567 w 2015161"/>
              <a:gd name="connsiteY1-1154" fmla="*/ 481182 h 2225304"/>
              <a:gd name="connsiteX2-1155" fmla="*/ 1988877 w 2015161"/>
              <a:gd name="connsiteY2-1156" fmla="*/ 693713 h 2225304"/>
              <a:gd name="connsiteX3-1157" fmla="*/ 1745527 w 2015161"/>
              <a:gd name="connsiteY3-1158" fmla="*/ 922459 h 2225304"/>
              <a:gd name="connsiteX4-1159" fmla="*/ 1745527 w 2015161"/>
              <a:gd name="connsiteY4-1160" fmla="*/ 1319649 h 2225304"/>
              <a:gd name="connsiteX5-1161" fmla="*/ 1988877 w 2015161"/>
              <a:gd name="connsiteY5-1162" fmla="*/ 1548395 h 2225304"/>
              <a:gd name="connsiteX6-1163" fmla="*/ 1871211 w 2015161"/>
              <a:gd name="connsiteY6-1164" fmla="*/ 1752197 h 2225304"/>
              <a:gd name="connsiteX7-1165" fmla="*/ 1551437 w 2015161"/>
              <a:gd name="connsiteY7-1166" fmla="*/ 1655823 h 2225304"/>
              <a:gd name="connsiteX8-1167" fmla="*/ 1207460 w 2015161"/>
              <a:gd name="connsiteY8-1168" fmla="*/ 1854418 h 2225304"/>
              <a:gd name="connsiteX9-1169" fmla="*/ 1131035 w 2015161"/>
              <a:gd name="connsiteY9-1170" fmla="*/ 2179538 h 2225304"/>
              <a:gd name="connsiteX10-1171" fmla="*/ 860790 w 2015161"/>
              <a:gd name="connsiteY10-1172" fmla="*/ 2188266 h 2225304"/>
              <a:gd name="connsiteX11-1173" fmla="*/ 819280 w 2015161"/>
              <a:gd name="connsiteY11-1174" fmla="*/ 1854418 h 2225304"/>
              <a:gd name="connsiteX12-1175" fmla="*/ 475303 w 2015161"/>
              <a:gd name="connsiteY12-1176" fmla="*/ 1655823 h 2225304"/>
              <a:gd name="connsiteX13-1177" fmla="*/ 155529 w 2015161"/>
              <a:gd name="connsiteY13-1178" fmla="*/ 1752197 h 2225304"/>
              <a:gd name="connsiteX14-1179" fmla="*/ 2948 w 2015161"/>
              <a:gd name="connsiteY14-1180" fmla="*/ 1522210 h 2225304"/>
              <a:gd name="connsiteX15-1181" fmla="*/ 281213 w 2015161"/>
              <a:gd name="connsiteY15-1182" fmla="*/ 1319649 h 2225304"/>
              <a:gd name="connsiteX16-1183" fmla="*/ 281213 w 2015161"/>
              <a:gd name="connsiteY16-1184" fmla="*/ 922459 h 2225304"/>
              <a:gd name="connsiteX17-1185" fmla="*/ 37863 w 2015161"/>
              <a:gd name="connsiteY17-1186" fmla="*/ 693713 h 2225304"/>
              <a:gd name="connsiteX18-1187" fmla="*/ 155529 w 2015161"/>
              <a:gd name="connsiteY18-1188" fmla="*/ 489911 h 2225304"/>
              <a:gd name="connsiteX19-1189" fmla="*/ 475303 w 2015161"/>
              <a:gd name="connsiteY19-1190" fmla="*/ 586285 h 2225304"/>
              <a:gd name="connsiteX20-1191" fmla="*/ 819280 w 2015161"/>
              <a:gd name="connsiteY20-1192" fmla="*/ 387690 h 2225304"/>
              <a:gd name="connsiteX21-1193" fmla="*/ 895705 w 2015161"/>
              <a:gd name="connsiteY21-1194" fmla="*/ 62570 h 2225304"/>
              <a:gd name="connsiteX22-1195" fmla="*/ 1131035 w 2015161"/>
              <a:gd name="connsiteY22-1196" fmla="*/ 62570 h 2225304"/>
              <a:gd name="connsiteX23-1197" fmla="*/ 1207460 w 2015161"/>
              <a:gd name="connsiteY23-1198" fmla="*/ 387690 h 2225304"/>
              <a:gd name="connsiteX24-1199" fmla="*/ 1551437 w 2015161"/>
              <a:gd name="connsiteY24-1200" fmla="*/ 586285 h 2225304"/>
              <a:gd name="connsiteX0-1201" fmla="*/ 1551439 w 2015163"/>
              <a:gd name="connsiteY0-1202" fmla="*/ 586285 h 2225306"/>
              <a:gd name="connsiteX1-1203" fmla="*/ 1827569 w 2015163"/>
              <a:gd name="connsiteY1-1204" fmla="*/ 481182 h 2225306"/>
              <a:gd name="connsiteX2-1205" fmla="*/ 1988879 w 2015163"/>
              <a:gd name="connsiteY2-1206" fmla="*/ 693713 h 2225306"/>
              <a:gd name="connsiteX3-1207" fmla="*/ 1745529 w 2015163"/>
              <a:gd name="connsiteY3-1208" fmla="*/ 922459 h 2225306"/>
              <a:gd name="connsiteX4-1209" fmla="*/ 1745529 w 2015163"/>
              <a:gd name="connsiteY4-1210" fmla="*/ 1319649 h 2225306"/>
              <a:gd name="connsiteX5-1211" fmla="*/ 1988879 w 2015163"/>
              <a:gd name="connsiteY5-1212" fmla="*/ 1548395 h 2225306"/>
              <a:gd name="connsiteX6-1213" fmla="*/ 1871213 w 2015163"/>
              <a:gd name="connsiteY6-1214" fmla="*/ 1752197 h 2225306"/>
              <a:gd name="connsiteX7-1215" fmla="*/ 1551439 w 2015163"/>
              <a:gd name="connsiteY7-1216" fmla="*/ 1655823 h 2225306"/>
              <a:gd name="connsiteX8-1217" fmla="*/ 1207462 w 2015163"/>
              <a:gd name="connsiteY8-1218" fmla="*/ 1854418 h 2225306"/>
              <a:gd name="connsiteX9-1219" fmla="*/ 1131037 w 2015163"/>
              <a:gd name="connsiteY9-1220" fmla="*/ 2179538 h 2225306"/>
              <a:gd name="connsiteX10-1221" fmla="*/ 860792 w 2015163"/>
              <a:gd name="connsiteY10-1222" fmla="*/ 2188266 h 2225306"/>
              <a:gd name="connsiteX11-1223" fmla="*/ 819282 w 2015163"/>
              <a:gd name="connsiteY11-1224" fmla="*/ 1854418 h 2225306"/>
              <a:gd name="connsiteX12-1225" fmla="*/ 475305 w 2015163"/>
              <a:gd name="connsiteY12-1226" fmla="*/ 1655823 h 2225306"/>
              <a:gd name="connsiteX13-1227" fmla="*/ 155531 w 2015163"/>
              <a:gd name="connsiteY13-1228" fmla="*/ 1752197 h 2225306"/>
              <a:gd name="connsiteX14-1229" fmla="*/ 2950 w 2015163"/>
              <a:gd name="connsiteY14-1230" fmla="*/ 1522210 h 2225306"/>
              <a:gd name="connsiteX15-1231" fmla="*/ 281215 w 2015163"/>
              <a:gd name="connsiteY15-1232" fmla="*/ 1319649 h 2225306"/>
              <a:gd name="connsiteX16-1233" fmla="*/ 281215 w 2015163"/>
              <a:gd name="connsiteY16-1234" fmla="*/ 922459 h 2225306"/>
              <a:gd name="connsiteX17-1235" fmla="*/ 37865 w 2015163"/>
              <a:gd name="connsiteY17-1236" fmla="*/ 693713 h 2225306"/>
              <a:gd name="connsiteX18-1237" fmla="*/ 155531 w 2015163"/>
              <a:gd name="connsiteY18-1238" fmla="*/ 463725 h 2225306"/>
              <a:gd name="connsiteX19-1239" fmla="*/ 475305 w 2015163"/>
              <a:gd name="connsiteY19-1240" fmla="*/ 586285 h 2225306"/>
              <a:gd name="connsiteX20-1241" fmla="*/ 819282 w 2015163"/>
              <a:gd name="connsiteY20-1242" fmla="*/ 387690 h 2225306"/>
              <a:gd name="connsiteX21-1243" fmla="*/ 895707 w 2015163"/>
              <a:gd name="connsiteY21-1244" fmla="*/ 62570 h 2225306"/>
              <a:gd name="connsiteX22-1245" fmla="*/ 1131037 w 2015163"/>
              <a:gd name="connsiteY22-1246" fmla="*/ 62570 h 2225306"/>
              <a:gd name="connsiteX23-1247" fmla="*/ 1207462 w 2015163"/>
              <a:gd name="connsiteY23-1248" fmla="*/ 387690 h 2225306"/>
              <a:gd name="connsiteX24-1249" fmla="*/ 1551439 w 2015163"/>
              <a:gd name="connsiteY24-1250" fmla="*/ 586285 h 2225306"/>
              <a:gd name="connsiteX0-1251" fmla="*/ 1551439 w 2015163"/>
              <a:gd name="connsiteY0-1252" fmla="*/ 575030 h 2214049"/>
              <a:gd name="connsiteX1-1253" fmla="*/ 1827569 w 2015163"/>
              <a:gd name="connsiteY1-1254" fmla="*/ 469927 h 2214049"/>
              <a:gd name="connsiteX2-1255" fmla="*/ 1988879 w 2015163"/>
              <a:gd name="connsiteY2-1256" fmla="*/ 682458 h 2214049"/>
              <a:gd name="connsiteX3-1257" fmla="*/ 1745529 w 2015163"/>
              <a:gd name="connsiteY3-1258" fmla="*/ 911204 h 2214049"/>
              <a:gd name="connsiteX4-1259" fmla="*/ 1745529 w 2015163"/>
              <a:gd name="connsiteY4-1260" fmla="*/ 1308394 h 2214049"/>
              <a:gd name="connsiteX5-1261" fmla="*/ 1988879 w 2015163"/>
              <a:gd name="connsiteY5-1262" fmla="*/ 1537140 h 2214049"/>
              <a:gd name="connsiteX6-1263" fmla="*/ 1871213 w 2015163"/>
              <a:gd name="connsiteY6-1264" fmla="*/ 1740942 h 2214049"/>
              <a:gd name="connsiteX7-1265" fmla="*/ 1551439 w 2015163"/>
              <a:gd name="connsiteY7-1266" fmla="*/ 1644568 h 2214049"/>
              <a:gd name="connsiteX8-1267" fmla="*/ 1207462 w 2015163"/>
              <a:gd name="connsiteY8-1268" fmla="*/ 1843163 h 2214049"/>
              <a:gd name="connsiteX9-1269" fmla="*/ 1131037 w 2015163"/>
              <a:gd name="connsiteY9-1270" fmla="*/ 2168283 h 2214049"/>
              <a:gd name="connsiteX10-1271" fmla="*/ 860792 w 2015163"/>
              <a:gd name="connsiteY10-1272" fmla="*/ 2177011 h 2214049"/>
              <a:gd name="connsiteX11-1273" fmla="*/ 819282 w 2015163"/>
              <a:gd name="connsiteY11-1274" fmla="*/ 1843163 h 2214049"/>
              <a:gd name="connsiteX12-1275" fmla="*/ 475305 w 2015163"/>
              <a:gd name="connsiteY12-1276" fmla="*/ 1644568 h 2214049"/>
              <a:gd name="connsiteX13-1277" fmla="*/ 155531 w 2015163"/>
              <a:gd name="connsiteY13-1278" fmla="*/ 1740942 h 2214049"/>
              <a:gd name="connsiteX14-1279" fmla="*/ 2950 w 2015163"/>
              <a:gd name="connsiteY14-1280" fmla="*/ 1510955 h 2214049"/>
              <a:gd name="connsiteX15-1281" fmla="*/ 281215 w 2015163"/>
              <a:gd name="connsiteY15-1282" fmla="*/ 1308394 h 2214049"/>
              <a:gd name="connsiteX16-1283" fmla="*/ 281215 w 2015163"/>
              <a:gd name="connsiteY16-1284" fmla="*/ 911204 h 2214049"/>
              <a:gd name="connsiteX17-1285" fmla="*/ 37865 w 2015163"/>
              <a:gd name="connsiteY17-1286" fmla="*/ 682458 h 2214049"/>
              <a:gd name="connsiteX18-1287" fmla="*/ 155531 w 2015163"/>
              <a:gd name="connsiteY18-1288" fmla="*/ 452470 h 2214049"/>
              <a:gd name="connsiteX19-1289" fmla="*/ 475305 w 2015163"/>
              <a:gd name="connsiteY19-1290" fmla="*/ 575030 h 2214049"/>
              <a:gd name="connsiteX20-1291" fmla="*/ 819282 w 2015163"/>
              <a:gd name="connsiteY20-1292" fmla="*/ 376435 h 2214049"/>
              <a:gd name="connsiteX21-1293" fmla="*/ 895707 w 2015163"/>
              <a:gd name="connsiteY21-1294" fmla="*/ 51315 h 2214049"/>
              <a:gd name="connsiteX22-1295" fmla="*/ 1165952 w 2015163"/>
              <a:gd name="connsiteY22-1296" fmla="*/ 33857 h 2214049"/>
              <a:gd name="connsiteX23-1297" fmla="*/ 1207462 w 2015163"/>
              <a:gd name="connsiteY23-1298" fmla="*/ 376435 h 2214049"/>
              <a:gd name="connsiteX24-1299" fmla="*/ 1551439 w 2015163"/>
              <a:gd name="connsiteY24-1300" fmla="*/ 575030 h 2214049"/>
              <a:gd name="connsiteX0-1301" fmla="*/ 1551439 w 2015163"/>
              <a:gd name="connsiteY0-1302" fmla="*/ 575028 h 2214049"/>
              <a:gd name="connsiteX1-1303" fmla="*/ 1810111 w 2015163"/>
              <a:gd name="connsiteY1-1304" fmla="*/ 443740 h 2214049"/>
              <a:gd name="connsiteX2-1305" fmla="*/ 1988879 w 2015163"/>
              <a:gd name="connsiteY2-1306" fmla="*/ 682456 h 2214049"/>
              <a:gd name="connsiteX3-1307" fmla="*/ 1745529 w 2015163"/>
              <a:gd name="connsiteY3-1308" fmla="*/ 911202 h 2214049"/>
              <a:gd name="connsiteX4-1309" fmla="*/ 1745529 w 2015163"/>
              <a:gd name="connsiteY4-1310" fmla="*/ 1308392 h 2214049"/>
              <a:gd name="connsiteX5-1311" fmla="*/ 1988879 w 2015163"/>
              <a:gd name="connsiteY5-1312" fmla="*/ 1537138 h 2214049"/>
              <a:gd name="connsiteX6-1313" fmla="*/ 1871213 w 2015163"/>
              <a:gd name="connsiteY6-1314" fmla="*/ 1740940 h 2214049"/>
              <a:gd name="connsiteX7-1315" fmla="*/ 1551439 w 2015163"/>
              <a:gd name="connsiteY7-1316" fmla="*/ 1644566 h 2214049"/>
              <a:gd name="connsiteX8-1317" fmla="*/ 1207462 w 2015163"/>
              <a:gd name="connsiteY8-1318" fmla="*/ 1843161 h 2214049"/>
              <a:gd name="connsiteX9-1319" fmla="*/ 1131037 w 2015163"/>
              <a:gd name="connsiteY9-1320" fmla="*/ 2168281 h 2214049"/>
              <a:gd name="connsiteX10-1321" fmla="*/ 860792 w 2015163"/>
              <a:gd name="connsiteY10-1322" fmla="*/ 2177009 h 2214049"/>
              <a:gd name="connsiteX11-1323" fmla="*/ 819282 w 2015163"/>
              <a:gd name="connsiteY11-1324" fmla="*/ 1843161 h 2214049"/>
              <a:gd name="connsiteX12-1325" fmla="*/ 475305 w 2015163"/>
              <a:gd name="connsiteY12-1326" fmla="*/ 1644566 h 2214049"/>
              <a:gd name="connsiteX13-1327" fmla="*/ 155531 w 2015163"/>
              <a:gd name="connsiteY13-1328" fmla="*/ 1740940 h 2214049"/>
              <a:gd name="connsiteX14-1329" fmla="*/ 2950 w 2015163"/>
              <a:gd name="connsiteY14-1330" fmla="*/ 1510953 h 2214049"/>
              <a:gd name="connsiteX15-1331" fmla="*/ 281215 w 2015163"/>
              <a:gd name="connsiteY15-1332" fmla="*/ 1308392 h 2214049"/>
              <a:gd name="connsiteX16-1333" fmla="*/ 281215 w 2015163"/>
              <a:gd name="connsiteY16-1334" fmla="*/ 911202 h 2214049"/>
              <a:gd name="connsiteX17-1335" fmla="*/ 37865 w 2015163"/>
              <a:gd name="connsiteY17-1336" fmla="*/ 682456 h 2214049"/>
              <a:gd name="connsiteX18-1337" fmla="*/ 155531 w 2015163"/>
              <a:gd name="connsiteY18-1338" fmla="*/ 452468 h 2214049"/>
              <a:gd name="connsiteX19-1339" fmla="*/ 475305 w 2015163"/>
              <a:gd name="connsiteY19-1340" fmla="*/ 575028 h 2214049"/>
              <a:gd name="connsiteX20-1341" fmla="*/ 819282 w 2015163"/>
              <a:gd name="connsiteY20-1342" fmla="*/ 376433 h 2214049"/>
              <a:gd name="connsiteX21-1343" fmla="*/ 895707 w 2015163"/>
              <a:gd name="connsiteY21-1344" fmla="*/ 51313 h 2214049"/>
              <a:gd name="connsiteX22-1345" fmla="*/ 1165952 w 2015163"/>
              <a:gd name="connsiteY22-1346" fmla="*/ 33855 h 2214049"/>
              <a:gd name="connsiteX23-1347" fmla="*/ 1207462 w 2015163"/>
              <a:gd name="connsiteY23-1348" fmla="*/ 376433 h 2214049"/>
              <a:gd name="connsiteX24-1349" fmla="*/ 1551439 w 2015163"/>
              <a:gd name="connsiteY24-1350" fmla="*/ 575028 h 2214049"/>
              <a:gd name="connsiteX0-1351" fmla="*/ 1551439 w 1990924"/>
              <a:gd name="connsiteY0-1352" fmla="*/ 575028 h 2214047"/>
              <a:gd name="connsiteX1-1353" fmla="*/ 1810111 w 1990924"/>
              <a:gd name="connsiteY1-1354" fmla="*/ 443740 h 2214047"/>
              <a:gd name="connsiteX2-1355" fmla="*/ 1988879 w 1990924"/>
              <a:gd name="connsiteY2-1356" fmla="*/ 682456 h 2214047"/>
              <a:gd name="connsiteX3-1357" fmla="*/ 1745529 w 1990924"/>
              <a:gd name="connsiteY3-1358" fmla="*/ 911202 h 2214047"/>
              <a:gd name="connsiteX4-1359" fmla="*/ 1745529 w 1990924"/>
              <a:gd name="connsiteY4-1360" fmla="*/ 1308392 h 2214047"/>
              <a:gd name="connsiteX5-1361" fmla="*/ 1988879 w 1990924"/>
              <a:gd name="connsiteY5-1362" fmla="*/ 1537138 h 2214047"/>
              <a:gd name="connsiteX6-1363" fmla="*/ 1845026 w 1990924"/>
              <a:gd name="connsiteY6-1364" fmla="*/ 1775854 h 2214047"/>
              <a:gd name="connsiteX7-1365" fmla="*/ 1551439 w 1990924"/>
              <a:gd name="connsiteY7-1366" fmla="*/ 1644566 h 2214047"/>
              <a:gd name="connsiteX8-1367" fmla="*/ 1207462 w 1990924"/>
              <a:gd name="connsiteY8-1368" fmla="*/ 1843161 h 2214047"/>
              <a:gd name="connsiteX9-1369" fmla="*/ 1131037 w 1990924"/>
              <a:gd name="connsiteY9-1370" fmla="*/ 2168281 h 2214047"/>
              <a:gd name="connsiteX10-1371" fmla="*/ 860792 w 1990924"/>
              <a:gd name="connsiteY10-1372" fmla="*/ 2177009 h 2214047"/>
              <a:gd name="connsiteX11-1373" fmla="*/ 819282 w 1990924"/>
              <a:gd name="connsiteY11-1374" fmla="*/ 1843161 h 2214047"/>
              <a:gd name="connsiteX12-1375" fmla="*/ 475305 w 1990924"/>
              <a:gd name="connsiteY12-1376" fmla="*/ 1644566 h 2214047"/>
              <a:gd name="connsiteX13-1377" fmla="*/ 155531 w 1990924"/>
              <a:gd name="connsiteY13-1378" fmla="*/ 1740940 h 2214047"/>
              <a:gd name="connsiteX14-1379" fmla="*/ 2950 w 1990924"/>
              <a:gd name="connsiteY14-1380" fmla="*/ 1510953 h 2214047"/>
              <a:gd name="connsiteX15-1381" fmla="*/ 281215 w 1990924"/>
              <a:gd name="connsiteY15-1382" fmla="*/ 1308392 h 2214047"/>
              <a:gd name="connsiteX16-1383" fmla="*/ 281215 w 1990924"/>
              <a:gd name="connsiteY16-1384" fmla="*/ 911202 h 2214047"/>
              <a:gd name="connsiteX17-1385" fmla="*/ 37865 w 1990924"/>
              <a:gd name="connsiteY17-1386" fmla="*/ 682456 h 2214047"/>
              <a:gd name="connsiteX18-1387" fmla="*/ 155531 w 1990924"/>
              <a:gd name="connsiteY18-1388" fmla="*/ 452468 h 2214047"/>
              <a:gd name="connsiteX19-1389" fmla="*/ 475305 w 1990924"/>
              <a:gd name="connsiteY19-1390" fmla="*/ 575028 h 2214047"/>
              <a:gd name="connsiteX20-1391" fmla="*/ 819282 w 1990924"/>
              <a:gd name="connsiteY20-1392" fmla="*/ 376433 h 2214047"/>
              <a:gd name="connsiteX21-1393" fmla="*/ 895707 w 1990924"/>
              <a:gd name="connsiteY21-1394" fmla="*/ 51313 h 2214047"/>
              <a:gd name="connsiteX22-1395" fmla="*/ 1165952 w 1990924"/>
              <a:gd name="connsiteY22-1396" fmla="*/ 33855 h 2214047"/>
              <a:gd name="connsiteX23-1397" fmla="*/ 1207462 w 1990924"/>
              <a:gd name="connsiteY23-1398" fmla="*/ 376433 h 2214047"/>
              <a:gd name="connsiteX24-1399" fmla="*/ 1551439 w 1990924"/>
              <a:gd name="connsiteY24-1400" fmla="*/ 575028 h 22140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</a:cxnLst>
            <a:rect l="l" t="t" r="r" b="b"/>
            <a:pathLst>
              <a:path w="1990924" h="2214047">
                <a:moveTo>
                  <a:pt x="1551439" y="575028"/>
                </a:moveTo>
                <a:lnTo>
                  <a:pt x="1810111" y="443740"/>
                </a:lnTo>
                <a:cubicBezTo>
                  <a:pt x="1916702" y="411615"/>
                  <a:pt x="1999643" y="604546"/>
                  <a:pt x="1988879" y="682456"/>
                </a:cubicBezTo>
                <a:cubicBezTo>
                  <a:pt x="1978115" y="760366"/>
                  <a:pt x="1855917" y="833066"/>
                  <a:pt x="1745529" y="911202"/>
                </a:cubicBezTo>
                <a:cubicBezTo>
                  <a:pt x="1780804" y="1041249"/>
                  <a:pt x="1780804" y="1178345"/>
                  <a:pt x="1745529" y="1308392"/>
                </a:cubicBezTo>
                <a:cubicBezTo>
                  <a:pt x="1826646" y="1384641"/>
                  <a:pt x="1972296" y="1459228"/>
                  <a:pt x="1988879" y="1537138"/>
                </a:cubicBezTo>
                <a:cubicBezTo>
                  <a:pt x="2005462" y="1615048"/>
                  <a:pt x="1917933" y="1757949"/>
                  <a:pt x="1845026" y="1775854"/>
                </a:cubicBezTo>
                <a:cubicBezTo>
                  <a:pt x="1772119" y="1793759"/>
                  <a:pt x="1679522" y="1697359"/>
                  <a:pt x="1551439" y="1644566"/>
                </a:cubicBezTo>
                <a:cubicBezTo>
                  <a:pt x="1456452" y="1740139"/>
                  <a:pt x="1337724" y="1808687"/>
                  <a:pt x="1207462" y="1843161"/>
                </a:cubicBezTo>
                <a:cubicBezTo>
                  <a:pt x="1181987" y="1951534"/>
                  <a:pt x="1188815" y="2112640"/>
                  <a:pt x="1131037" y="2168281"/>
                </a:cubicBezTo>
                <a:cubicBezTo>
                  <a:pt x="1073259" y="2223922"/>
                  <a:pt x="912751" y="2231196"/>
                  <a:pt x="860792" y="2177009"/>
                </a:cubicBezTo>
                <a:cubicBezTo>
                  <a:pt x="808833" y="2122822"/>
                  <a:pt x="810792" y="1947903"/>
                  <a:pt x="819282" y="1843161"/>
                </a:cubicBezTo>
                <a:cubicBezTo>
                  <a:pt x="689020" y="1808686"/>
                  <a:pt x="570292" y="1740138"/>
                  <a:pt x="475305" y="1644566"/>
                </a:cubicBezTo>
                <a:cubicBezTo>
                  <a:pt x="368714" y="1676691"/>
                  <a:pt x="234257" y="1763209"/>
                  <a:pt x="155531" y="1740940"/>
                </a:cubicBezTo>
                <a:cubicBezTo>
                  <a:pt x="76805" y="1718671"/>
                  <a:pt x="-17997" y="1583044"/>
                  <a:pt x="2950" y="1510953"/>
                </a:cubicBezTo>
                <a:cubicBezTo>
                  <a:pt x="23897" y="1438862"/>
                  <a:pt x="223198" y="1360342"/>
                  <a:pt x="281215" y="1308392"/>
                </a:cubicBezTo>
                <a:cubicBezTo>
                  <a:pt x="245940" y="1178345"/>
                  <a:pt x="245940" y="1041249"/>
                  <a:pt x="281215" y="911202"/>
                </a:cubicBezTo>
                <a:cubicBezTo>
                  <a:pt x="200098" y="834953"/>
                  <a:pt x="58812" y="758912"/>
                  <a:pt x="37865" y="682456"/>
                </a:cubicBezTo>
                <a:cubicBezTo>
                  <a:pt x="16918" y="606000"/>
                  <a:pt x="82624" y="470373"/>
                  <a:pt x="155531" y="452468"/>
                </a:cubicBezTo>
                <a:cubicBezTo>
                  <a:pt x="228438" y="434563"/>
                  <a:pt x="364680" y="530965"/>
                  <a:pt x="475305" y="575028"/>
                </a:cubicBezTo>
                <a:cubicBezTo>
                  <a:pt x="570292" y="479455"/>
                  <a:pt x="689020" y="410907"/>
                  <a:pt x="819282" y="376433"/>
                </a:cubicBezTo>
                <a:cubicBezTo>
                  <a:pt x="844757" y="268060"/>
                  <a:pt x="837929" y="108409"/>
                  <a:pt x="895707" y="51313"/>
                </a:cubicBezTo>
                <a:cubicBezTo>
                  <a:pt x="953485" y="-5783"/>
                  <a:pt x="1113993" y="-20332"/>
                  <a:pt x="1165952" y="33855"/>
                </a:cubicBezTo>
                <a:cubicBezTo>
                  <a:pt x="1217911" y="88042"/>
                  <a:pt x="1198495" y="254233"/>
                  <a:pt x="1207462" y="376433"/>
                </a:cubicBezTo>
                <a:cubicBezTo>
                  <a:pt x="1337724" y="410908"/>
                  <a:pt x="1456452" y="479456"/>
                  <a:pt x="1551439" y="575028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766" tIns="587064" rIns="583766" bIns="587064" numCol="1" spcCol="1270" anchor="ctr" anchorCtr="0">
            <a:noAutofit/>
          </a:bodyPr>
          <a:lstStyle/>
          <a:p>
            <a:pPr lvl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000" kern="1200">
              <a:solidFill>
                <a:schemeClr val="bg1"/>
              </a:solidFill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2" name="任意多边形 221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3" name="任意多边形 222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4" name="任意多边形 223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0945" y="965200"/>
            <a:ext cx="42227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chemeClr val="bg1"/>
                </a:solidFill>
              </a:rPr>
              <a:t>运行过程示例图</a:t>
            </a:r>
            <a:endParaRPr lang="zh-CN" altLang="en-US" sz="4000">
              <a:solidFill>
                <a:schemeClr val="bg1"/>
              </a:solidFill>
            </a:endParaRPr>
          </a:p>
        </p:txBody>
      </p:sp>
      <p:pic>
        <p:nvPicPr>
          <p:cNvPr id="139" name="图片 138" descr="g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8645" y="2154555"/>
            <a:ext cx="5623560" cy="3749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4506102" y="3556352"/>
            <a:ext cx="3373359" cy="2551392"/>
            <a:chOff x="3903663" y="1768476"/>
            <a:chExt cx="4384675" cy="3316288"/>
          </a:xfrm>
        </p:grpSpPr>
        <p:sp>
          <p:nvSpPr>
            <p:cNvPr id="7" name="Freeform 5"/>
            <p:cNvSpPr/>
            <p:nvPr/>
          </p:nvSpPr>
          <p:spPr bwMode="auto">
            <a:xfrm>
              <a:off x="4068763" y="1768476"/>
              <a:ext cx="3846513" cy="2359025"/>
            </a:xfrm>
            <a:custGeom>
              <a:avLst/>
              <a:gdLst>
                <a:gd name="T0" fmla="*/ 772 w 772"/>
                <a:gd name="T1" fmla="*/ 473 h 473"/>
                <a:gd name="T2" fmla="*/ 772 w 772"/>
                <a:gd name="T3" fmla="*/ 21 h 473"/>
                <a:gd name="T4" fmla="*/ 751 w 772"/>
                <a:gd name="T5" fmla="*/ 0 h 473"/>
                <a:gd name="T6" fmla="*/ 21 w 772"/>
                <a:gd name="T7" fmla="*/ 0 h 473"/>
                <a:gd name="T8" fmla="*/ 0 w 772"/>
                <a:gd name="T9" fmla="*/ 21 h 473"/>
                <a:gd name="T10" fmla="*/ 0 w 772"/>
                <a:gd name="T11" fmla="*/ 473 h 473"/>
                <a:gd name="T12" fmla="*/ 772 w 772"/>
                <a:gd name="T1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2" h="473">
                  <a:moveTo>
                    <a:pt x="772" y="473"/>
                  </a:moveTo>
                  <a:cubicBezTo>
                    <a:pt x="772" y="21"/>
                    <a:pt x="772" y="21"/>
                    <a:pt x="772" y="21"/>
                  </a:cubicBezTo>
                  <a:cubicBezTo>
                    <a:pt x="772" y="9"/>
                    <a:pt x="763" y="0"/>
                    <a:pt x="75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473"/>
                    <a:pt x="0" y="473"/>
                    <a:pt x="0" y="473"/>
                  </a:cubicBezTo>
                  <a:lnTo>
                    <a:pt x="772" y="473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248151" y="1947864"/>
              <a:ext cx="3487738" cy="1990725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062413" y="4122739"/>
              <a:ext cx="3857625" cy="458788"/>
            </a:xfrm>
            <a:custGeom>
              <a:avLst/>
              <a:gdLst>
                <a:gd name="T0" fmla="*/ 0 w 774"/>
                <a:gd name="T1" fmla="*/ 0 h 92"/>
                <a:gd name="T2" fmla="*/ 0 w 774"/>
                <a:gd name="T3" fmla="*/ 65 h 92"/>
                <a:gd name="T4" fmla="*/ 26 w 774"/>
                <a:gd name="T5" fmla="*/ 92 h 92"/>
                <a:gd name="T6" fmla="*/ 754 w 774"/>
                <a:gd name="T7" fmla="*/ 92 h 92"/>
                <a:gd name="T8" fmla="*/ 774 w 774"/>
                <a:gd name="T9" fmla="*/ 66 h 92"/>
                <a:gd name="T10" fmla="*/ 774 w 774"/>
                <a:gd name="T11" fmla="*/ 0 h 92"/>
                <a:gd name="T12" fmla="*/ 0 w 774"/>
                <a:gd name="T13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4" h="92">
                  <a:moveTo>
                    <a:pt x="0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78"/>
                    <a:pt x="13" y="92"/>
                    <a:pt x="26" y="92"/>
                  </a:cubicBezTo>
                  <a:cubicBezTo>
                    <a:pt x="754" y="92"/>
                    <a:pt x="754" y="92"/>
                    <a:pt x="754" y="92"/>
                  </a:cubicBezTo>
                  <a:cubicBezTo>
                    <a:pt x="766" y="92"/>
                    <a:pt x="774" y="79"/>
                    <a:pt x="774" y="66"/>
                  </a:cubicBezTo>
                  <a:cubicBezTo>
                    <a:pt x="774" y="0"/>
                    <a:pt x="774" y="0"/>
                    <a:pt x="774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5387976" y="4581526"/>
              <a:ext cx="1206500" cy="503238"/>
            </a:xfrm>
            <a:custGeom>
              <a:avLst/>
              <a:gdLst>
                <a:gd name="T0" fmla="*/ 242 w 242"/>
                <a:gd name="T1" fmla="*/ 101 h 101"/>
                <a:gd name="T2" fmla="*/ 222 w 242"/>
                <a:gd name="T3" fmla="*/ 91 h 101"/>
                <a:gd name="T4" fmla="*/ 209 w 242"/>
                <a:gd name="T5" fmla="*/ 70 h 101"/>
                <a:gd name="T6" fmla="*/ 207 w 242"/>
                <a:gd name="T7" fmla="*/ 1 h 101"/>
                <a:gd name="T8" fmla="*/ 35 w 242"/>
                <a:gd name="T9" fmla="*/ 0 h 101"/>
                <a:gd name="T10" fmla="*/ 34 w 242"/>
                <a:gd name="T11" fmla="*/ 70 h 101"/>
                <a:gd name="T12" fmla="*/ 20 w 242"/>
                <a:gd name="T13" fmla="*/ 91 h 101"/>
                <a:gd name="T14" fmla="*/ 0 w 242"/>
                <a:gd name="T15" fmla="*/ 101 h 101"/>
                <a:gd name="T16" fmla="*/ 0 w 242"/>
                <a:gd name="T1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2" h="101">
                  <a:moveTo>
                    <a:pt x="242" y="101"/>
                  </a:moveTo>
                  <a:cubicBezTo>
                    <a:pt x="235" y="98"/>
                    <a:pt x="227" y="94"/>
                    <a:pt x="222" y="91"/>
                  </a:cubicBezTo>
                  <a:cubicBezTo>
                    <a:pt x="214" y="87"/>
                    <a:pt x="212" y="86"/>
                    <a:pt x="209" y="70"/>
                  </a:cubicBezTo>
                  <a:cubicBezTo>
                    <a:pt x="205" y="52"/>
                    <a:pt x="208" y="17"/>
                    <a:pt x="207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16"/>
                    <a:pt x="37" y="52"/>
                    <a:pt x="34" y="70"/>
                  </a:cubicBezTo>
                  <a:cubicBezTo>
                    <a:pt x="30" y="86"/>
                    <a:pt x="28" y="87"/>
                    <a:pt x="20" y="91"/>
                  </a:cubicBezTo>
                  <a:cubicBezTo>
                    <a:pt x="15" y="94"/>
                    <a:pt x="7" y="98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278438" y="5084764"/>
              <a:ext cx="14255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4541838" y="2257426"/>
              <a:ext cx="1389063" cy="822325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4541838" y="2257426"/>
              <a:ext cx="1389063" cy="16986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4595813" y="2346326"/>
              <a:ext cx="5238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5129213" y="2620964"/>
              <a:ext cx="328613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5129213" y="2746376"/>
              <a:ext cx="6127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129213" y="2870201"/>
              <a:ext cx="6127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811838" y="2346326"/>
              <a:ext cx="55563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4681538" y="2571751"/>
              <a:ext cx="323850" cy="184150"/>
            </a:xfrm>
            <a:custGeom>
              <a:avLst/>
              <a:gdLst>
                <a:gd name="T0" fmla="*/ 100 w 204"/>
                <a:gd name="T1" fmla="*/ 0 h 116"/>
                <a:gd name="T2" fmla="*/ 204 w 204"/>
                <a:gd name="T3" fmla="*/ 56 h 116"/>
                <a:gd name="T4" fmla="*/ 100 w 204"/>
                <a:gd name="T5" fmla="*/ 116 h 116"/>
                <a:gd name="T6" fmla="*/ 0 w 204"/>
                <a:gd name="T7" fmla="*/ 59 h 116"/>
                <a:gd name="T8" fmla="*/ 100 w 204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116">
                  <a:moveTo>
                    <a:pt x="100" y="0"/>
                  </a:moveTo>
                  <a:lnTo>
                    <a:pt x="204" y="56"/>
                  </a:lnTo>
                  <a:lnTo>
                    <a:pt x="100" y="116"/>
                  </a:lnTo>
                  <a:lnTo>
                    <a:pt x="0" y="5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4681538" y="2571751"/>
              <a:ext cx="323850" cy="184150"/>
            </a:xfrm>
            <a:custGeom>
              <a:avLst/>
              <a:gdLst>
                <a:gd name="T0" fmla="*/ 100 w 204"/>
                <a:gd name="T1" fmla="*/ 0 h 116"/>
                <a:gd name="T2" fmla="*/ 204 w 204"/>
                <a:gd name="T3" fmla="*/ 56 h 116"/>
                <a:gd name="T4" fmla="*/ 100 w 204"/>
                <a:gd name="T5" fmla="*/ 116 h 116"/>
                <a:gd name="T6" fmla="*/ 0 w 204"/>
                <a:gd name="T7" fmla="*/ 59 h 116"/>
                <a:gd name="T8" fmla="*/ 100 w 204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" h="116">
                  <a:moveTo>
                    <a:pt x="100" y="0"/>
                  </a:moveTo>
                  <a:lnTo>
                    <a:pt x="204" y="56"/>
                  </a:lnTo>
                  <a:lnTo>
                    <a:pt x="100" y="116"/>
                  </a:lnTo>
                  <a:lnTo>
                    <a:pt x="0" y="5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840288" y="2660651"/>
              <a:ext cx="165100" cy="284163"/>
            </a:xfrm>
            <a:custGeom>
              <a:avLst/>
              <a:gdLst>
                <a:gd name="T0" fmla="*/ 104 w 104"/>
                <a:gd name="T1" fmla="*/ 0 h 179"/>
                <a:gd name="T2" fmla="*/ 104 w 104"/>
                <a:gd name="T3" fmla="*/ 120 h 179"/>
                <a:gd name="T4" fmla="*/ 0 w 104"/>
                <a:gd name="T5" fmla="*/ 179 h 179"/>
                <a:gd name="T6" fmla="*/ 0 w 104"/>
                <a:gd name="T7" fmla="*/ 60 h 179"/>
                <a:gd name="T8" fmla="*/ 104 w 104"/>
                <a:gd name="T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79">
                  <a:moveTo>
                    <a:pt x="104" y="0"/>
                  </a:moveTo>
                  <a:lnTo>
                    <a:pt x="104" y="120"/>
                  </a:lnTo>
                  <a:lnTo>
                    <a:pt x="0" y="179"/>
                  </a:lnTo>
                  <a:lnTo>
                    <a:pt x="0" y="60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840288" y="2660651"/>
              <a:ext cx="165100" cy="284163"/>
            </a:xfrm>
            <a:custGeom>
              <a:avLst/>
              <a:gdLst>
                <a:gd name="T0" fmla="*/ 104 w 104"/>
                <a:gd name="T1" fmla="*/ 0 h 179"/>
                <a:gd name="T2" fmla="*/ 104 w 104"/>
                <a:gd name="T3" fmla="*/ 120 h 179"/>
                <a:gd name="T4" fmla="*/ 0 w 104"/>
                <a:gd name="T5" fmla="*/ 179 h 179"/>
                <a:gd name="T6" fmla="*/ 0 w 104"/>
                <a:gd name="T7" fmla="*/ 60 h 179"/>
                <a:gd name="T8" fmla="*/ 104 w 104"/>
                <a:gd name="T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79">
                  <a:moveTo>
                    <a:pt x="104" y="0"/>
                  </a:moveTo>
                  <a:lnTo>
                    <a:pt x="104" y="120"/>
                  </a:lnTo>
                  <a:lnTo>
                    <a:pt x="0" y="179"/>
                  </a:lnTo>
                  <a:lnTo>
                    <a:pt x="0" y="60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4681538" y="2665414"/>
              <a:ext cx="158750" cy="279400"/>
            </a:xfrm>
            <a:custGeom>
              <a:avLst/>
              <a:gdLst>
                <a:gd name="T0" fmla="*/ 100 w 100"/>
                <a:gd name="T1" fmla="*/ 57 h 176"/>
                <a:gd name="T2" fmla="*/ 100 w 100"/>
                <a:gd name="T3" fmla="*/ 176 h 176"/>
                <a:gd name="T4" fmla="*/ 0 w 100"/>
                <a:gd name="T5" fmla="*/ 117 h 176"/>
                <a:gd name="T6" fmla="*/ 0 w 100"/>
                <a:gd name="T7" fmla="*/ 0 h 176"/>
                <a:gd name="T8" fmla="*/ 100 w 100"/>
                <a:gd name="T9" fmla="*/ 5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76">
                  <a:moveTo>
                    <a:pt x="100" y="57"/>
                  </a:moveTo>
                  <a:lnTo>
                    <a:pt x="100" y="176"/>
                  </a:lnTo>
                  <a:lnTo>
                    <a:pt x="0" y="117"/>
                  </a:lnTo>
                  <a:lnTo>
                    <a:pt x="0" y="0"/>
                  </a:lnTo>
                  <a:lnTo>
                    <a:pt x="100" y="5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6"/>
            <p:cNvSpPr/>
            <p:nvPr/>
          </p:nvSpPr>
          <p:spPr bwMode="auto">
            <a:xfrm>
              <a:off x="4681538" y="2665414"/>
              <a:ext cx="158750" cy="279400"/>
            </a:xfrm>
            <a:custGeom>
              <a:avLst/>
              <a:gdLst>
                <a:gd name="T0" fmla="*/ 100 w 100"/>
                <a:gd name="T1" fmla="*/ 57 h 176"/>
                <a:gd name="T2" fmla="*/ 100 w 100"/>
                <a:gd name="T3" fmla="*/ 176 h 176"/>
                <a:gd name="T4" fmla="*/ 0 w 100"/>
                <a:gd name="T5" fmla="*/ 117 h 176"/>
                <a:gd name="T6" fmla="*/ 0 w 100"/>
                <a:gd name="T7" fmla="*/ 0 h 176"/>
                <a:gd name="T8" fmla="*/ 100 w 100"/>
                <a:gd name="T9" fmla="*/ 5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76">
                  <a:moveTo>
                    <a:pt x="100" y="57"/>
                  </a:moveTo>
                  <a:lnTo>
                    <a:pt x="100" y="176"/>
                  </a:lnTo>
                  <a:lnTo>
                    <a:pt x="0" y="117"/>
                  </a:lnTo>
                  <a:lnTo>
                    <a:pt x="0" y="0"/>
                  </a:lnTo>
                  <a:lnTo>
                    <a:pt x="100" y="57"/>
                  </a:lnTo>
                  <a:close/>
                </a:path>
              </a:pathLst>
            </a:custGeom>
            <a:noFill/>
            <a:ln w="58738" cap="flat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7391401" y="2097089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7342188" y="2322514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7391401" y="2416176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7342188" y="2641601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7391401" y="2735264"/>
              <a:ext cx="123825" cy="12541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7342188" y="2960689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7391401" y="3060701"/>
              <a:ext cx="123825" cy="119063"/>
            </a:xfrm>
            <a:prstGeom prst="rect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7342188" y="3279776"/>
              <a:ext cx="2190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6773863" y="5084764"/>
              <a:ext cx="1514475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3903663" y="5084764"/>
              <a:ext cx="1290638" cy="0"/>
            </a:xfrm>
            <a:prstGeom prst="line">
              <a:avLst/>
            </a:prstGeom>
            <a:noFill/>
            <a:ln w="587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3666456" y="5398518"/>
            <a:ext cx="618372" cy="745488"/>
            <a:chOff x="3059113" y="4256088"/>
            <a:chExt cx="741363" cy="893763"/>
          </a:xfrm>
        </p:grpSpPr>
        <p:sp>
          <p:nvSpPr>
            <p:cNvPr id="43" name="Freeform 40"/>
            <p:cNvSpPr/>
            <p:nvPr/>
          </p:nvSpPr>
          <p:spPr bwMode="auto">
            <a:xfrm>
              <a:off x="3059113" y="4659313"/>
              <a:ext cx="211138" cy="339725"/>
            </a:xfrm>
            <a:custGeom>
              <a:avLst/>
              <a:gdLst>
                <a:gd name="T0" fmla="*/ 56 w 56"/>
                <a:gd name="T1" fmla="*/ 90 h 90"/>
                <a:gd name="T2" fmla="*/ 13 w 56"/>
                <a:gd name="T3" fmla="*/ 90 h 90"/>
                <a:gd name="T4" fmla="*/ 0 w 56"/>
                <a:gd name="T5" fmla="*/ 76 h 90"/>
                <a:gd name="T6" fmla="*/ 0 w 56"/>
                <a:gd name="T7" fmla="*/ 13 h 90"/>
                <a:gd name="T8" fmla="*/ 13 w 56"/>
                <a:gd name="T9" fmla="*/ 0 h 90"/>
                <a:gd name="T10" fmla="*/ 56 w 56"/>
                <a:gd name="T1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90">
                  <a:moveTo>
                    <a:pt x="56" y="90"/>
                  </a:moveTo>
                  <a:cubicBezTo>
                    <a:pt x="13" y="90"/>
                    <a:pt x="13" y="90"/>
                    <a:pt x="13" y="90"/>
                  </a:cubicBezTo>
                  <a:cubicBezTo>
                    <a:pt x="6" y="90"/>
                    <a:pt x="0" y="84"/>
                    <a:pt x="0" y="7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44" name="Freeform 41"/>
            <p:cNvSpPr/>
            <p:nvPr/>
          </p:nvSpPr>
          <p:spPr bwMode="auto">
            <a:xfrm>
              <a:off x="3201988" y="4524376"/>
              <a:ext cx="598488" cy="625475"/>
            </a:xfrm>
            <a:custGeom>
              <a:avLst/>
              <a:gdLst>
                <a:gd name="T0" fmla="*/ 0 w 159"/>
                <a:gd name="T1" fmla="*/ 0 h 166"/>
                <a:gd name="T2" fmla="*/ 0 w 159"/>
                <a:gd name="T3" fmla="*/ 142 h 166"/>
                <a:gd name="T4" fmla="*/ 24 w 159"/>
                <a:gd name="T5" fmla="*/ 166 h 166"/>
                <a:gd name="T6" fmla="*/ 135 w 159"/>
                <a:gd name="T7" fmla="*/ 166 h 166"/>
                <a:gd name="T8" fmla="*/ 159 w 159"/>
                <a:gd name="T9" fmla="*/ 142 h 166"/>
                <a:gd name="T10" fmla="*/ 159 w 159"/>
                <a:gd name="T11" fmla="*/ 0 h 166"/>
                <a:gd name="T12" fmla="*/ 0 w 159"/>
                <a:gd name="T1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166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0" y="155"/>
                    <a:pt x="11" y="166"/>
                    <a:pt x="24" y="166"/>
                  </a:cubicBezTo>
                  <a:cubicBezTo>
                    <a:pt x="135" y="166"/>
                    <a:pt x="135" y="166"/>
                    <a:pt x="135" y="166"/>
                  </a:cubicBezTo>
                  <a:cubicBezTo>
                    <a:pt x="148" y="166"/>
                    <a:pt x="159" y="155"/>
                    <a:pt x="159" y="142"/>
                  </a:cubicBezTo>
                  <a:cubicBezTo>
                    <a:pt x="159" y="0"/>
                    <a:pt x="159" y="0"/>
                    <a:pt x="159" y="0"/>
                  </a:cubicBezTo>
                  <a:lnTo>
                    <a:pt x="0" y="0"/>
                  </a:lnTo>
                  <a:close/>
                </a:path>
              </a:pathLst>
            </a:custGeom>
            <a:ln w="46038" cap="rnd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42"/>
            <p:cNvSpPr/>
            <p:nvPr/>
          </p:nvSpPr>
          <p:spPr bwMode="auto">
            <a:xfrm>
              <a:off x="3552826" y="4256088"/>
              <a:ext cx="96838" cy="180975"/>
            </a:xfrm>
            <a:custGeom>
              <a:avLst/>
              <a:gdLst>
                <a:gd name="T0" fmla="*/ 13 w 26"/>
                <a:gd name="T1" fmla="*/ 0 h 48"/>
                <a:gd name="T2" fmla="*/ 13 w 26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48">
                  <a:moveTo>
                    <a:pt x="13" y="0"/>
                  </a:moveTo>
                  <a:cubicBezTo>
                    <a:pt x="0" y="16"/>
                    <a:pt x="26" y="32"/>
                    <a:pt x="13" y="48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3451226" y="4256088"/>
              <a:ext cx="101600" cy="180975"/>
            </a:xfrm>
            <a:custGeom>
              <a:avLst/>
              <a:gdLst>
                <a:gd name="T0" fmla="*/ 14 w 27"/>
                <a:gd name="T1" fmla="*/ 48 h 48"/>
                <a:gd name="T2" fmla="*/ 14 w 27"/>
                <a:gd name="T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" h="48">
                  <a:moveTo>
                    <a:pt x="14" y="48"/>
                  </a:moveTo>
                  <a:cubicBezTo>
                    <a:pt x="27" y="32"/>
                    <a:pt x="0" y="16"/>
                    <a:pt x="14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4"/>
            <p:cNvSpPr/>
            <p:nvPr/>
          </p:nvSpPr>
          <p:spPr bwMode="auto">
            <a:xfrm>
              <a:off x="3352801" y="4256088"/>
              <a:ext cx="98425" cy="180975"/>
            </a:xfrm>
            <a:custGeom>
              <a:avLst/>
              <a:gdLst>
                <a:gd name="T0" fmla="*/ 13 w 26"/>
                <a:gd name="T1" fmla="*/ 48 h 48"/>
                <a:gd name="T2" fmla="*/ 13 w 26"/>
                <a:gd name="T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" h="48">
                  <a:moveTo>
                    <a:pt x="13" y="48"/>
                  </a:moveTo>
                  <a:cubicBezTo>
                    <a:pt x="26" y="32"/>
                    <a:pt x="0" y="16"/>
                    <a:pt x="13" y="0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3206751" y="5045076"/>
              <a:ext cx="244475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>
              <a:off x="3481388" y="5045076"/>
              <a:ext cx="33338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7"/>
            <p:cNvSpPr/>
            <p:nvPr/>
          </p:nvSpPr>
          <p:spPr bwMode="auto">
            <a:xfrm>
              <a:off x="3355976" y="4656138"/>
              <a:ext cx="207963" cy="219075"/>
            </a:xfrm>
            <a:custGeom>
              <a:avLst/>
              <a:gdLst>
                <a:gd name="T0" fmla="*/ 0 w 131"/>
                <a:gd name="T1" fmla="*/ 38 h 138"/>
                <a:gd name="T2" fmla="*/ 67 w 131"/>
                <a:gd name="T3" fmla="*/ 0 h 138"/>
                <a:gd name="T4" fmla="*/ 131 w 131"/>
                <a:gd name="T5" fmla="*/ 38 h 138"/>
                <a:gd name="T6" fmla="*/ 131 w 131"/>
                <a:gd name="T7" fmla="*/ 138 h 138"/>
                <a:gd name="T8" fmla="*/ 67 w 131"/>
                <a:gd name="T9" fmla="*/ 138 h 138"/>
                <a:gd name="T10" fmla="*/ 0 w 131"/>
                <a:gd name="T11" fmla="*/ 138 h 138"/>
                <a:gd name="T12" fmla="*/ 0 w 131"/>
                <a:gd name="T13" fmla="*/ 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" h="138">
                  <a:moveTo>
                    <a:pt x="0" y="38"/>
                  </a:moveTo>
                  <a:lnTo>
                    <a:pt x="67" y="0"/>
                  </a:lnTo>
                  <a:lnTo>
                    <a:pt x="131" y="38"/>
                  </a:lnTo>
                  <a:lnTo>
                    <a:pt x="131" y="138"/>
                  </a:lnTo>
                  <a:lnTo>
                    <a:pt x="67" y="138"/>
                  </a:lnTo>
                  <a:lnTo>
                    <a:pt x="0" y="138"/>
                  </a:lnTo>
                  <a:lnTo>
                    <a:pt x="0" y="38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3462338" y="4516438"/>
              <a:ext cx="0" cy="20320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1290958" y="6144006"/>
            <a:ext cx="462124" cy="0"/>
          </a:xfrm>
          <a:prstGeom prst="line">
            <a:avLst/>
          </a:prstGeom>
          <a:noFill/>
          <a:ln w="46038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58" name="组合 157"/>
          <p:cNvGrpSpPr/>
          <p:nvPr/>
        </p:nvGrpSpPr>
        <p:grpSpPr>
          <a:xfrm>
            <a:off x="2838872" y="5153554"/>
            <a:ext cx="717681" cy="987804"/>
            <a:chOff x="2066926" y="3962401"/>
            <a:chExt cx="860425" cy="1184275"/>
          </a:xfrm>
        </p:grpSpPr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724151" y="3962401"/>
              <a:ext cx="203200" cy="11842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2724151" y="4064001"/>
              <a:ext cx="203200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503488" y="4017963"/>
              <a:ext cx="217488" cy="1128713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>
              <a:off x="2611438" y="4286251"/>
              <a:ext cx="0" cy="106363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2611438" y="4437063"/>
              <a:ext cx="0" cy="569913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2574926" y="4102101"/>
              <a:ext cx="74613" cy="793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56"/>
            <p:cNvSpPr/>
            <p:nvPr/>
          </p:nvSpPr>
          <p:spPr bwMode="auto">
            <a:xfrm>
              <a:off x="2066926" y="4067176"/>
              <a:ext cx="292100" cy="1071563"/>
            </a:xfrm>
            <a:custGeom>
              <a:avLst/>
              <a:gdLst>
                <a:gd name="T0" fmla="*/ 71 w 184"/>
                <a:gd name="T1" fmla="*/ 0 h 675"/>
                <a:gd name="T2" fmla="*/ 0 w 184"/>
                <a:gd name="T3" fmla="*/ 663 h 675"/>
                <a:gd name="T4" fmla="*/ 113 w 184"/>
                <a:gd name="T5" fmla="*/ 675 h 675"/>
                <a:gd name="T6" fmla="*/ 184 w 184"/>
                <a:gd name="T7" fmla="*/ 12 h 675"/>
                <a:gd name="T8" fmla="*/ 71 w 184"/>
                <a:gd name="T9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" h="675">
                  <a:moveTo>
                    <a:pt x="71" y="0"/>
                  </a:moveTo>
                  <a:lnTo>
                    <a:pt x="0" y="663"/>
                  </a:lnTo>
                  <a:lnTo>
                    <a:pt x="113" y="675"/>
                  </a:lnTo>
                  <a:lnTo>
                    <a:pt x="184" y="12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57"/>
            <p:cNvSpPr/>
            <p:nvPr/>
          </p:nvSpPr>
          <p:spPr bwMode="auto">
            <a:xfrm>
              <a:off x="2078038" y="4856163"/>
              <a:ext cx="198438" cy="180975"/>
            </a:xfrm>
            <a:custGeom>
              <a:avLst/>
              <a:gdLst>
                <a:gd name="T0" fmla="*/ 12 w 125"/>
                <a:gd name="T1" fmla="*/ 0 h 114"/>
                <a:gd name="T2" fmla="*/ 0 w 125"/>
                <a:gd name="T3" fmla="*/ 100 h 114"/>
                <a:gd name="T4" fmla="*/ 113 w 125"/>
                <a:gd name="T5" fmla="*/ 114 h 114"/>
                <a:gd name="T6" fmla="*/ 125 w 125"/>
                <a:gd name="T7" fmla="*/ 12 h 114"/>
                <a:gd name="T8" fmla="*/ 12 w 125"/>
                <a:gd name="T9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14">
                  <a:moveTo>
                    <a:pt x="12" y="0"/>
                  </a:moveTo>
                  <a:lnTo>
                    <a:pt x="0" y="100"/>
                  </a:lnTo>
                  <a:lnTo>
                    <a:pt x="113" y="114"/>
                  </a:lnTo>
                  <a:lnTo>
                    <a:pt x="125" y="12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58"/>
            <p:cNvSpPr/>
            <p:nvPr/>
          </p:nvSpPr>
          <p:spPr bwMode="auto">
            <a:xfrm>
              <a:off x="2193926" y="4256088"/>
              <a:ext cx="57150" cy="517525"/>
            </a:xfrm>
            <a:custGeom>
              <a:avLst/>
              <a:gdLst>
                <a:gd name="T0" fmla="*/ 36 w 36"/>
                <a:gd name="T1" fmla="*/ 0 h 326"/>
                <a:gd name="T2" fmla="*/ 0 w 36"/>
                <a:gd name="T3" fmla="*/ 326 h 326"/>
                <a:gd name="T4" fmla="*/ 36 w 36"/>
                <a:gd name="T5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26">
                  <a:moveTo>
                    <a:pt x="36" y="0"/>
                  </a:moveTo>
                  <a:lnTo>
                    <a:pt x="0" y="32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DC6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 flipH="1">
              <a:off x="2193926" y="4256088"/>
              <a:ext cx="57150" cy="517525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Rectangle 60"/>
            <p:cNvSpPr>
              <a:spLocks noChangeArrowheads="1"/>
            </p:cNvSpPr>
            <p:nvPr/>
          </p:nvSpPr>
          <p:spPr bwMode="auto">
            <a:xfrm>
              <a:off x="2371726" y="4187826"/>
              <a:ext cx="131763" cy="958850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2371726" y="4294188"/>
              <a:ext cx="131763" cy="7461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1721302" y="4580203"/>
            <a:ext cx="1042094" cy="1561155"/>
            <a:chOff x="727076" y="3275013"/>
            <a:chExt cx="1249363" cy="1871663"/>
          </a:xfrm>
        </p:grpSpPr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1257301" y="4513263"/>
              <a:ext cx="87313" cy="131763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63"/>
            <p:cNvSpPr/>
            <p:nvPr/>
          </p:nvSpPr>
          <p:spPr bwMode="auto">
            <a:xfrm>
              <a:off x="968376" y="3343276"/>
              <a:ext cx="1008063" cy="1249363"/>
            </a:xfrm>
            <a:custGeom>
              <a:avLst/>
              <a:gdLst>
                <a:gd name="T0" fmla="*/ 143 w 268"/>
                <a:gd name="T1" fmla="*/ 0 h 331"/>
                <a:gd name="T2" fmla="*/ 158 w 268"/>
                <a:gd name="T3" fmla="*/ 6 h 331"/>
                <a:gd name="T4" fmla="*/ 229 w 268"/>
                <a:gd name="T5" fmla="*/ 221 h 331"/>
                <a:gd name="T6" fmla="*/ 14 w 268"/>
                <a:gd name="T7" fmla="*/ 291 h 331"/>
                <a:gd name="T8" fmla="*/ 0 w 268"/>
                <a:gd name="T9" fmla="*/ 283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31">
                  <a:moveTo>
                    <a:pt x="143" y="0"/>
                  </a:moveTo>
                  <a:cubicBezTo>
                    <a:pt x="148" y="1"/>
                    <a:pt x="153" y="4"/>
                    <a:pt x="158" y="6"/>
                  </a:cubicBezTo>
                  <a:cubicBezTo>
                    <a:pt x="237" y="46"/>
                    <a:pt x="268" y="142"/>
                    <a:pt x="229" y="221"/>
                  </a:cubicBezTo>
                  <a:cubicBezTo>
                    <a:pt x="189" y="300"/>
                    <a:pt x="93" y="331"/>
                    <a:pt x="14" y="291"/>
                  </a:cubicBezTo>
                  <a:cubicBezTo>
                    <a:pt x="9" y="289"/>
                    <a:pt x="4" y="286"/>
                    <a:pt x="0" y="283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64"/>
            <p:cNvSpPr/>
            <p:nvPr/>
          </p:nvSpPr>
          <p:spPr bwMode="auto">
            <a:xfrm>
              <a:off x="877888" y="4625976"/>
              <a:ext cx="846138" cy="82550"/>
            </a:xfrm>
            <a:custGeom>
              <a:avLst/>
              <a:gdLst>
                <a:gd name="T0" fmla="*/ 0 w 225"/>
                <a:gd name="T1" fmla="*/ 22 h 22"/>
                <a:gd name="T2" fmla="*/ 23 w 225"/>
                <a:gd name="T3" fmla="*/ 0 h 22"/>
                <a:gd name="T4" fmla="*/ 202 w 225"/>
                <a:gd name="T5" fmla="*/ 0 h 22"/>
                <a:gd name="T6" fmla="*/ 225 w 225"/>
                <a:gd name="T7" fmla="*/ 22 h 22"/>
                <a:gd name="T8" fmla="*/ 0 w 225"/>
                <a:gd name="T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22">
                  <a:moveTo>
                    <a:pt x="0" y="22"/>
                  </a:moveTo>
                  <a:cubicBezTo>
                    <a:pt x="0" y="10"/>
                    <a:pt x="10" y="0"/>
                    <a:pt x="23" y="0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215" y="0"/>
                    <a:pt x="225" y="10"/>
                    <a:pt x="225" y="22"/>
                  </a:cubicBezTo>
                  <a:lnTo>
                    <a:pt x="0" y="22"/>
                  </a:ln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 flipH="1">
              <a:off x="941388" y="3275013"/>
              <a:ext cx="620713" cy="1222375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68"/>
            <p:cNvSpPr/>
            <p:nvPr/>
          </p:nvSpPr>
          <p:spPr bwMode="auto">
            <a:xfrm>
              <a:off x="1155701" y="3622676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73"/>
            <p:cNvSpPr>
              <a:spLocks noEditPoints="1"/>
            </p:cNvSpPr>
            <p:nvPr/>
          </p:nvSpPr>
          <p:spPr bwMode="auto">
            <a:xfrm>
              <a:off x="727076" y="3395663"/>
              <a:ext cx="1147763" cy="1011238"/>
            </a:xfrm>
            <a:custGeom>
              <a:avLst/>
              <a:gdLst>
                <a:gd name="T0" fmla="*/ 153 w 305"/>
                <a:gd name="T1" fmla="*/ 12 h 268"/>
                <a:gd name="T2" fmla="*/ 202 w 305"/>
                <a:gd name="T3" fmla="*/ 23 h 268"/>
                <a:gd name="T4" fmla="*/ 264 w 305"/>
                <a:gd name="T5" fmla="*/ 183 h 268"/>
                <a:gd name="T6" fmla="*/ 152 w 305"/>
                <a:gd name="T7" fmla="*/ 256 h 268"/>
                <a:gd name="T8" fmla="*/ 103 w 305"/>
                <a:gd name="T9" fmla="*/ 246 h 268"/>
                <a:gd name="T10" fmla="*/ 41 w 305"/>
                <a:gd name="T11" fmla="*/ 85 h 268"/>
                <a:gd name="T12" fmla="*/ 153 w 305"/>
                <a:gd name="T13" fmla="*/ 12 h 268"/>
                <a:gd name="T14" fmla="*/ 153 w 305"/>
                <a:gd name="T15" fmla="*/ 0 h 268"/>
                <a:gd name="T16" fmla="*/ 30 w 305"/>
                <a:gd name="T17" fmla="*/ 80 h 268"/>
                <a:gd name="T18" fmla="*/ 99 w 305"/>
                <a:gd name="T19" fmla="*/ 257 h 268"/>
                <a:gd name="T20" fmla="*/ 152 w 305"/>
                <a:gd name="T21" fmla="*/ 268 h 268"/>
                <a:gd name="T22" fmla="*/ 275 w 305"/>
                <a:gd name="T23" fmla="*/ 188 h 268"/>
                <a:gd name="T24" fmla="*/ 206 w 305"/>
                <a:gd name="T25" fmla="*/ 12 h 268"/>
                <a:gd name="T26" fmla="*/ 153 w 305"/>
                <a:gd name="T27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5" h="268">
                  <a:moveTo>
                    <a:pt x="153" y="12"/>
                  </a:moveTo>
                  <a:cubicBezTo>
                    <a:pt x="169" y="12"/>
                    <a:pt x="186" y="16"/>
                    <a:pt x="202" y="23"/>
                  </a:cubicBezTo>
                  <a:cubicBezTo>
                    <a:pt x="263" y="50"/>
                    <a:pt x="291" y="122"/>
                    <a:pt x="264" y="183"/>
                  </a:cubicBezTo>
                  <a:cubicBezTo>
                    <a:pt x="244" y="229"/>
                    <a:pt x="199" y="256"/>
                    <a:pt x="152" y="256"/>
                  </a:cubicBezTo>
                  <a:cubicBezTo>
                    <a:pt x="136" y="256"/>
                    <a:pt x="119" y="253"/>
                    <a:pt x="103" y="246"/>
                  </a:cubicBezTo>
                  <a:cubicBezTo>
                    <a:pt x="42" y="219"/>
                    <a:pt x="14" y="147"/>
                    <a:pt x="41" y="85"/>
                  </a:cubicBezTo>
                  <a:cubicBezTo>
                    <a:pt x="61" y="40"/>
                    <a:pt x="106" y="12"/>
                    <a:pt x="153" y="12"/>
                  </a:cubicBezTo>
                  <a:moveTo>
                    <a:pt x="153" y="0"/>
                  </a:moveTo>
                  <a:cubicBezTo>
                    <a:pt x="100" y="0"/>
                    <a:pt x="51" y="32"/>
                    <a:pt x="30" y="80"/>
                  </a:cubicBezTo>
                  <a:cubicBezTo>
                    <a:pt x="0" y="148"/>
                    <a:pt x="31" y="227"/>
                    <a:pt x="99" y="257"/>
                  </a:cubicBezTo>
                  <a:cubicBezTo>
                    <a:pt x="116" y="264"/>
                    <a:pt x="134" y="268"/>
                    <a:pt x="152" y="268"/>
                  </a:cubicBezTo>
                  <a:cubicBezTo>
                    <a:pt x="205" y="268"/>
                    <a:pt x="254" y="237"/>
                    <a:pt x="275" y="188"/>
                  </a:cubicBezTo>
                  <a:cubicBezTo>
                    <a:pt x="305" y="121"/>
                    <a:pt x="274" y="42"/>
                    <a:pt x="206" y="12"/>
                  </a:cubicBezTo>
                  <a:cubicBezTo>
                    <a:pt x="189" y="4"/>
                    <a:pt x="171" y="0"/>
                    <a:pt x="153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74"/>
            <p:cNvSpPr/>
            <p:nvPr/>
          </p:nvSpPr>
          <p:spPr bwMode="auto">
            <a:xfrm>
              <a:off x="1182688" y="347186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75"/>
            <p:cNvSpPr/>
            <p:nvPr/>
          </p:nvSpPr>
          <p:spPr bwMode="auto">
            <a:xfrm>
              <a:off x="1166813" y="363061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84F5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76"/>
            <p:cNvSpPr/>
            <p:nvPr/>
          </p:nvSpPr>
          <p:spPr bwMode="auto">
            <a:xfrm>
              <a:off x="892176" y="3795713"/>
              <a:ext cx="200025" cy="339725"/>
            </a:xfrm>
            <a:custGeom>
              <a:avLst/>
              <a:gdLst>
                <a:gd name="T0" fmla="*/ 78 w 126"/>
                <a:gd name="T1" fmla="*/ 0 h 214"/>
                <a:gd name="T2" fmla="*/ 24 w 126"/>
                <a:gd name="T3" fmla="*/ 50 h 214"/>
                <a:gd name="T4" fmla="*/ 29 w 126"/>
                <a:gd name="T5" fmla="*/ 109 h 214"/>
                <a:gd name="T6" fmla="*/ 0 w 126"/>
                <a:gd name="T7" fmla="*/ 169 h 214"/>
                <a:gd name="T8" fmla="*/ 0 w 126"/>
                <a:gd name="T9" fmla="*/ 214 h 214"/>
                <a:gd name="T10" fmla="*/ 126 w 126"/>
                <a:gd name="T11" fmla="*/ 107 h 214"/>
                <a:gd name="T12" fmla="*/ 78 w 126"/>
                <a:gd name="T13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214">
                  <a:moveTo>
                    <a:pt x="78" y="0"/>
                  </a:moveTo>
                  <a:lnTo>
                    <a:pt x="24" y="50"/>
                  </a:lnTo>
                  <a:lnTo>
                    <a:pt x="29" y="109"/>
                  </a:lnTo>
                  <a:lnTo>
                    <a:pt x="0" y="169"/>
                  </a:lnTo>
                  <a:lnTo>
                    <a:pt x="0" y="214"/>
                  </a:lnTo>
                  <a:lnTo>
                    <a:pt x="126" y="107"/>
                  </a:lnTo>
                  <a:lnTo>
                    <a:pt x="78" y="0"/>
                  </a:lnTo>
                  <a:close/>
                </a:path>
              </a:pathLst>
            </a:custGeom>
            <a:noFill/>
            <a:ln w="46038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77"/>
            <p:cNvSpPr/>
            <p:nvPr/>
          </p:nvSpPr>
          <p:spPr bwMode="auto">
            <a:xfrm>
              <a:off x="873126" y="3441701"/>
              <a:ext cx="342900" cy="381000"/>
            </a:xfrm>
            <a:custGeom>
              <a:avLst/>
              <a:gdLst>
                <a:gd name="T0" fmla="*/ 216 w 216"/>
                <a:gd name="T1" fmla="*/ 0 h 240"/>
                <a:gd name="T2" fmla="*/ 171 w 216"/>
                <a:gd name="T3" fmla="*/ 33 h 240"/>
                <a:gd name="T4" fmla="*/ 124 w 216"/>
                <a:gd name="T5" fmla="*/ 71 h 240"/>
                <a:gd name="T6" fmla="*/ 128 w 216"/>
                <a:gd name="T7" fmla="*/ 109 h 240"/>
                <a:gd name="T8" fmla="*/ 159 w 216"/>
                <a:gd name="T9" fmla="*/ 85 h 240"/>
                <a:gd name="T10" fmla="*/ 178 w 216"/>
                <a:gd name="T11" fmla="*/ 147 h 240"/>
                <a:gd name="T12" fmla="*/ 88 w 216"/>
                <a:gd name="T13" fmla="*/ 178 h 240"/>
                <a:gd name="T14" fmla="*/ 50 w 216"/>
                <a:gd name="T15" fmla="*/ 164 h 240"/>
                <a:gd name="T16" fmla="*/ 34 w 216"/>
                <a:gd name="T17" fmla="*/ 183 h 240"/>
                <a:gd name="T18" fmla="*/ 50 w 216"/>
                <a:gd name="T19" fmla="*/ 240 h 240"/>
                <a:gd name="T20" fmla="*/ 8 w 216"/>
                <a:gd name="T21" fmla="*/ 192 h 240"/>
                <a:gd name="T22" fmla="*/ 0 w 216"/>
                <a:gd name="T23" fmla="*/ 16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6" h="240">
                  <a:moveTo>
                    <a:pt x="216" y="0"/>
                  </a:moveTo>
                  <a:lnTo>
                    <a:pt x="171" y="33"/>
                  </a:lnTo>
                  <a:lnTo>
                    <a:pt x="124" y="71"/>
                  </a:lnTo>
                  <a:lnTo>
                    <a:pt x="128" y="109"/>
                  </a:lnTo>
                  <a:lnTo>
                    <a:pt x="159" y="85"/>
                  </a:lnTo>
                  <a:lnTo>
                    <a:pt x="178" y="147"/>
                  </a:lnTo>
                  <a:lnTo>
                    <a:pt x="88" y="178"/>
                  </a:lnTo>
                  <a:lnTo>
                    <a:pt x="50" y="164"/>
                  </a:lnTo>
                  <a:lnTo>
                    <a:pt x="34" y="183"/>
                  </a:lnTo>
                  <a:lnTo>
                    <a:pt x="50" y="240"/>
                  </a:lnTo>
                  <a:lnTo>
                    <a:pt x="8" y="192"/>
                  </a:lnTo>
                  <a:lnTo>
                    <a:pt x="0" y="168"/>
                  </a:ln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78"/>
            <p:cNvSpPr/>
            <p:nvPr/>
          </p:nvSpPr>
          <p:spPr bwMode="auto">
            <a:xfrm>
              <a:off x="1201738" y="3478213"/>
              <a:ext cx="173038" cy="144463"/>
            </a:xfrm>
            <a:custGeom>
              <a:avLst/>
              <a:gdLst>
                <a:gd name="T0" fmla="*/ 0 w 46"/>
                <a:gd name="T1" fmla="*/ 2 h 38"/>
                <a:gd name="T2" fmla="*/ 2 w 46"/>
                <a:gd name="T3" fmla="*/ 38 h 38"/>
                <a:gd name="T4" fmla="*/ 28 w 46"/>
                <a:gd name="T5" fmla="*/ 31 h 38"/>
                <a:gd name="T6" fmla="*/ 46 w 46"/>
                <a:gd name="T7" fmla="*/ 7 h 38"/>
                <a:gd name="T8" fmla="*/ 0 w 46"/>
                <a:gd name="T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8">
                  <a:moveTo>
                    <a:pt x="0" y="2"/>
                  </a:moveTo>
                  <a:cubicBezTo>
                    <a:pt x="2" y="38"/>
                    <a:pt x="2" y="38"/>
                    <a:pt x="2" y="38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31" y="0"/>
                    <a:pt x="0" y="2"/>
                  </a:cubicBezTo>
                  <a:close/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79"/>
            <p:cNvSpPr/>
            <p:nvPr/>
          </p:nvSpPr>
          <p:spPr bwMode="auto">
            <a:xfrm>
              <a:off x="1171576" y="3644901"/>
              <a:ext cx="601663" cy="520700"/>
            </a:xfrm>
            <a:custGeom>
              <a:avLst/>
              <a:gdLst>
                <a:gd name="T0" fmla="*/ 149 w 160"/>
                <a:gd name="T1" fmla="*/ 15 h 138"/>
                <a:gd name="T2" fmla="*/ 115 w 160"/>
                <a:gd name="T3" fmla="*/ 17 h 138"/>
                <a:gd name="T4" fmla="*/ 84 w 160"/>
                <a:gd name="T5" fmla="*/ 14 h 138"/>
                <a:gd name="T6" fmla="*/ 70 w 160"/>
                <a:gd name="T7" fmla="*/ 0 h 138"/>
                <a:gd name="T8" fmla="*/ 45 w 160"/>
                <a:gd name="T9" fmla="*/ 9 h 138"/>
                <a:gd name="T10" fmla="*/ 47 w 160"/>
                <a:gd name="T11" fmla="*/ 21 h 138"/>
                <a:gd name="T12" fmla="*/ 28 w 160"/>
                <a:gd name="T13" fmla="*/ 23 h 138"/>
                <a:gd name="T14" fmla="*/ 26 w 160"/>
                <a:gd name="T15" fmla="*/ 31 h 138"/>
                <a:gd name="T16" fmla="*/ 42 w 160"/>
                <a:gd name="T17" fmla="*/ 41 h 138"/>
                <a:gd name="T18" fmla="*/ 54 w 160"/>
                <a:gd name="T19" fmla="*/ 57 h 138"/>
                <a:gd name="T20" fmla="*/ 40 w 160"/>
                <a:gd name="T21" fmla="*/ 54 h 138"/>
                <a:gd name="T22" fmla="*/ 34 w 160"/>
                <a:gd name="T23" fmla="*/ 46 h 138"/>
                <a:gd name="T24" fmla="*/ 20 w 160"/>
                <a:gd name="T25" fmla="*/ 43 h 138"/>
                <a:gd name="T26" fmla="*/ 0 w 160"/>
                <a:gd name="T27" fmla="*/ 63 h 138"/>
                <a:gd name="T28" fmla="*/ 2 w 160"/>
                <a:gd name="T29" fmla="*/ 79 h 138"/>
                <a:gd name="T30" fmla="*/ 16 w 160"/>
                <a:gd name="T31" fmla="*/ 85 h 138"/>
                <a:gd name="T32" fmla="*/ 8 w 160"/>
                <a:gd name="T33" fmla="*/ 115 h 138"/>
                <a:gd name="T34" fmla="*/ 8 w 160"/>
                <a:gd name="T35" fmla="*/ 138 h 138"/>
                <a:gd name="T36" fmla="*/ 22 w 160"/>
                <a:gd name="T37" fmla="*/ 136 h 138"/>
                <a:gd name="T38" fmla="*/ 63 w 160"/>
                <a:gd name="T39" fmla="*/ 96 h 138"/>
                <a:gd name="T40" fmla="*/ 53 w 160"/>
                <a:gd name="T41" fmla="*/ 86 h 138"/>
                <a:gd name="T42" fmla="*/ 56 w 160"/>
                <a:gd name="T43" fmla="*/ 75 h 138"/>
                <a:gd name="T44" fmla="*/ 65 w 160"/>
                <a:gd name="T45" fmla="*/ 84 h 138"/>
                <a:gd name="T46" fmla="*/ 70 w 160"/>
                <a:gd name="T47" fmla="*/ 88 h 138"/>
                <a:gd name="T48" fmla="*/ 83 w 160"/>
                <a:gd name="T49" fmla="*/ 81 h 138"/>
                <a:gd name="T50" fmla="*/ 85 w 160"/>
                <a:gd name="T51" fmla="*/ 104 h 138"/>
                <a:gd name="T52" fmla="*/ 105 w 160"/>
                <a:gd name="T53" fmla="*/ 100 h 138"/>
                <a:gd name="T54" fmla="*/ 106 w 160"/>
                <a:gd name="T55" fmla="*/ 127 h 138"/>
                <a:gd name="T56" fmla="*/ 140 w 160"/>
                <a:gd name="T57" fmla="*/ 99 h 138"/>
                <a:gd name="T58" fmla="*/ 160 w 160"/>
                <a:gd name="T59" fmla="*/ 8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0" h="138">
                  <a:moveTo>
                    <a:pt x="149" y="15"/>
                  </a:moveTo>
                  <a:cubicBezTo>
                    <a:pt x="132" y="16"/>
                    <a:pt x="115" y="17"/>
                    <a:pt x="115" y="17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22" y="136"/>
                    <a:pt x="22" y="136"/>
                    <a:pt x="22" y="136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65" y="84"/>
                    <a:pt x="65" y="84"/>
                    <a:pt x="65" y="84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85" y="104"/>
                    <a:pt x="85" y="104"/>
                    <a:pt x="85" y="104"/>
                  </a:cubicBezTo>
                  <a:cubicBezTo>
                    <a:pt x="105" y="100"/>
                    <a:pt x="105" y="100"/>
                    <a:pt x="105" y="100"/>
                  </a:cubicBezTo>
                  <a:cubicBezTo>
                    <a:pt x="106" y="127"/>
                    <a:pt x="106" y="127"/>
                    <a:pt x="106" y="127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60" y="83"/>
                    <a:pt x="160" y="83"/>
                    <a:pt x="160" y="83"/>
                  </a:cubicBezTo>
                </a:path>
              </a:pathLst>
            </a:cu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Rectangle 80"/>
            <p:cNvSpPr>
              <a:spLocks noChangeArrowheads="1"/>
            </p:cNvSpPr>
            <p:nvPr/>
          </p:nvSpPr>
          <p:spPr bwMode="auto">
            <a:xfrm>
              <a:off x="842963" y="4984751"/>
              <a:ext cx="1122363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Rectangle 81"/>
            <p:cNvSpPr>
              <a:spLocks noChangeArrowheads="1"/>
            </p:cNvSpPr>
            <p:nvPr/>
          </p:nvSpPr>
          <p:spPr bwMode="auto">
            <a:xfrm>
              <a:off x="1649413" y="4984751"/>
              <a:ext cx="190500" cy="16192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Rectangle 82"/>
            <p:cNvSpPr>
              <a:spLocks noChangeArrowheads="1"/>
            </p:cNvSpPr>
            <p:nvPr/>
          </p:nvSpPr>
          <p:spPr bwMode="auto">
            <a:xfrm>
              <a:off x="784226" y="4719638"/>
              <a:ext cx="1049338" cy="257175"/>
            </a:xfrm>
            <a:prstGeom prst="rect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Line 83"/>
            <p:cNvSpPr>
              <a:spLocks noChangeShapeType="1"/>
            </p:cNvSpPr>
            <p:nvPr/>
          </p:nvSpPr>
          <p:spPr bwMode="auto">
            <a:xfrm flipH="1">
              <a:off x="1438276" y="4848226"/>
              <a:ext cx="127000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 flipV="1">
              <a:off x="1735138" y="4784726"/>
              <a:ext cx="0" cy="128588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Line 85"/>
            <p:cNvSpPr>
              <a:spLocks noChangeShapeType="1"/>
            </p:cNvSpPr>
            <p:nvPr/>
          </p:nvSpPr>
          <p:spPr bwMode="auto">
            <a:xfrm flipV="1">
              <a:off x="889001" y="4784726"/>
              <a:ext cx="0" cy="128588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Line 86"/>
            <p:cNvSpPr>
              <a:spLocks noChangeShapeType="1"/>
            </p:cNvSpPr>
            <p:nvPr/>
          </p:nvSpPr>
          <p:spPr bwMode="auto">
            <a:xfrm flipH="1">
              <a:off x="990601" y="4848226"/>
              <a:ext cx="395288" cy="0"/>
            </a:xfrm>
            <a:prstGeom prst="line">
              <a:avLst/>
            </a:prstGeom>
            <a:noFill/>
            <a:ln w="46038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8703466" y="4120729"/>
            <a:ext cx="948081" cy="952053"/>
            <a:chOff x="9097965" y="2724151"/>
            <a:chExt cx="1136650" cy="1141413"/>
          </a:xfrm>
        </p:grpSpPr>
        <p:sp>
          <p:nvSpPr>
            <p:cNvPr id="94" name="Oval 90"/>
            <p:cNvSpPr>
              <a:spLocks noChangeArrowheads="1"/>
            </p:cNvSpPr>
            <p:nvPr/>
          </p:nvSpPr>
          <p:spPr bwMode="auto">
            <a:xfrm>
              <a:off x="9097965" y="2724151"/>
              <a:ext cx="1136650" cy="1141413"/>
            </a:xfrm>
            <a:prstGeom prst="ellipse">
              <a:avLst/>
            </a:prstGeom>
            <a:noFill/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Oval 91"/>
            <p:cNvSpPr>
              <a:spLocks noChangeArrowheads="1"/>
            </p:cNvSpPr>
            <p:nvPr/>
          </p:nvSpPr>
          <p:spPr bwMode="auto">
            <a:xfrm>
              <a:off x="9180515" y="2809876"/>
              <a:ext cx="966788" cy="968375"/>
            </a:xfrm>
            <a:prstGeom prst="ellipse">
              <a:avLst/>
            </a:prstGeom>
            <a:noFill/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Line 92"/>
            <p:cNvSpPr>
              <a:spLocks noChangeShapeType="1"/>
            </p:cNvSpPr>
            <p:nvPr/>
          </p:nvSpPr>
          <p:spPr bwMode="auto">
            <a:xfrm>
              <a:off x="9666290" y="2897189"/>
              <a:ext cx="0" cy="825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Line 93"/>
            <p:cNvSpPr>
              <a:spLocks noChangeShapeType="1"/>
            </p:cNvSpPr>
            <p:nvPr/>
          </p:nvSpPr>
          <p:spPr bwMode="auto">
            <a:xfrm flipH="1">
              <a:off x="9823452" y="2949576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Line 94"/>
            <p:cNvSpPr>
              <a:spLocks noChangeShapeType="1"/>
            </p:cNvSpPr>
            <p:nvPr/>
          </p:nvSpPr>
          <p:spPr bwMode="auto">
            <a:xfrm flipH="1">
              <a:off x="9936165" y="3097214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Line 95"/>
            <p:cNvSpPr>
              <a:spLocks noChangeShapeType="1"/>
            </p:cNvSpPr>
            <p:nvPr/>
          </p:nvSpPr>
          <p:spPr bwMode="auto">
            <a:xfrm flipH="1">
              <a:off x="9982202" y="3292476"/>
              <a:ext cx="7937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Line 96"/>
            <p:cNvSpPr>
              <a:spLocks noChangeShapeType="1"/>
            </p:cNvSpPr>
            <p:nvPr/>
          </p:nvSpPr>
          <p:spPr bwMode="auto">
            <a:xfrm flipH="1" flipV="1">
              <a:off x="9936165" y="3451226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Line 97"/>
            <p:cNvSpPr>
              <a:spLocks noChangeShapeType="1"/>
            </p:cNvSpPr>
            <p:nvPr/>
          </p:nvSpPr>
          <p:spPr bwMode="auto">
            <a:xfrm flipH="1" flipV="1">
              <a:off x="9823452" y="3567114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Line 98"/>
            <p:cNvSpPr>
              <a:spLocks noChangeShapeType="1"/>
            </p:cNvSpPr>
            <p:nvPr/>
          </p:nvSpPr>
          <p:spPr bwMode="auto">
            <a:xfrm flipV="1">
              <a:off x="9666290" y="3608389"/>
              <a:ext cx="0" cy="841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Line 99"/>
            <p:cNvSpPr>
              <a:spLocks noChangeShapeType="1"/>
            </p:cNvSpPr>
            <p:nvPr/>
          </p:nvSpPr>
          <p:spPr bwMode="auto">
            <a:xfrm flipV="1">
              <a:off x="9466265" y="3567114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Line 100"/>
            <p:cNvSpPr>
              <a:spLocks noChangeShapeType="1"/>
            </p:cNvSpPr>
            <p:nvPr/>
          </p:nvSpPr>
          <p:spPr bwMode="auto">
            <a:xfrm flipV="1">
              <a:off x="9320215" y="3451226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Line 101"/>
            <p:cNvSpPr>
              <a:spLocks noChangeShapeType="1"/>
            </p:cNvSpPr>
            <p:nvPr/>
          </p:nvSpPr>
          <p:spPr bwMode="auto">
            <a:xfrm>
              <a:off x="9266240" y="3292476"/>
              <a:ext cx="84138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Line 102"/>
            <p:cNvSpPr>
              <a:spLocks noChangeShapeType="1"/>
            </p:cNvSpPr>
            <p:nvPr/>
          </p:nvSpPr>
          <p:spPr bwMode="auto">
            <a:xfrm>
              <a:off x="9320215" y="3097214"/>
              <a:ext cx="71438" cy="412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Line 103"/>
            <p:cNvSpPr>
              <a:spLocks noChangeShapeType="1"/>
            </p:cNvSpPr>
            <p:nvPr/>
          </p:nvSpPr>
          <p:spPr bwMode="auto">
            <a:xfrm>
              <a:off x="9466265" y="2949576"/>
              <a:ext cx="41275" cy="714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104"/>
            <p:cNvSpPr/>
            <p:nvPr/>
          </p:nvSpPr>
          <p:spPr bwMode="auto">
            <a:xfrm>
              <a:off x="9639302" y="3267076"/>
              <a:ext cx="52388" cy="55563"/>
            </a:xfrm>
            <a:custGeom>
              <a:avLst/>
              <a:gdLst>
                <a:gd name="T0" fmla="*/ 2 w 14"/>
                <a:gd name="T1" fmla="*/ 3 h 15"/>
                <a:gd name="T2" fmla="*/ 2 w 14"/>
                <a:gd name="T3" fmla="*/ 12 h 15"/>
                <a:gd name="T4" fmla="*/ 12 w 14"/>
                <a:gd name="T5" fmla="*/ 12 h 15"/>
                <a:gd name="T6" fmla="*/ 11 w 14"/>
                <a:gd name="T7" fmla="*/ 3 h 15"/>
                <a:gd name="T8" fmla="*/ 2 w 14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2" y="3"/>
                  </a:moveTo>
                  <a:cubicBezTo>
                    <a:pt x="0" y="6"/>
                    <a:pt x="0" y="10"/>
                    <a:pt x="2" y="12"/>
                  </a:cubicBezTo>
                  <a:cubicBezTo>
                    <a:pt x="5" y="15"/>
                    <a:pt x="9" y="15"/>
                    <a:pt x="12" y="12"/>
                  </a:cubicBezTo>
                  <a:cubicBezTo>
                    <a:pt x="14" y="9"/>
                    <a:pt x="14" y="5"/>
                    <a:pt x="11" y="3"/>
                  </a:cubicBezTo>
                  <a:cubicBezTo>
                    <a:pt x="9" y="0"/>
                    <a:pt x="4" y="0"/>
                    <a:pt x="2" y="3"/>
                  </a:cubicBezTo>
                  <a:close/>
                </a:path>
              </a:pathLst>
            </a:custGeom>
            <a:solidFill>
              <a:srgbClr val="F7F8FC"/>
            </a:solidFill>
            <a:ln w="44450" cap="rnd">
              <a:solidFill>
                <a:schemeClr val="bg1"/>
              </a:solidFill>
              <a:prstDash val="solid"/>
              <a:beve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Line 105"/>
            <p:cNvSpPr>
              <a:spLocks noChangeShapeType="1"/>
            </p:cNvSpPr>
            <p:nvPr/>
          </p:nvSpPr>
          <p:spPr bwMode="auto">
            <a:xfrm flipH="1">
              <a:off x="9680577" y="3081339"/>
              <a:ext cx="173038" cy="1968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Line 106"/>
            <p:cNvSpPr>
              <a:spLocks noChangeShapeType="1"/>
            </p:cNvSpPr>
            <p:nvPr/>
          </p:nvSpPr>
          <p:spPr bwMode="auto">
            <a:xfrm>
              <a:off x="9485315" y="3130551"/>
              <a:ext cx="169863" cy="1539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1" name="Line 107"/>
          <p:cNvSpPr>
            <a:spLocks noChangeShapeType="1"/>
          </p:cNvSpPr>
          <p:nvPr/>
        </p:nvSpPr>
        <p:spPr bwMode="auto">
          <a:xfrm>
            <a:off x="10608897" y="6113552"/>
            <a:ext cx="109903" cy="0"/>
          </a:xfrm>
          <a:prstGeom prst="line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2" name="Line 108"/>
          <p:cNvSpPr>
            <a:spLocks noChangeShapeType="1"/>
          </p:cNvSpPr>
          <p:nvPr/>
        </p:nvSpPr>
        <p:spPr bwMode="auto">
          <a:xfrm>
            <a:off x="9899160" y="6113552"/>
            <a:ext cx="135062" cy="0"/>
          </a:xfrm>
          <a:prstGeom prst="line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8050668" y="5038354"/>
            <a:ext cx="558785" cy="1077845"/>
            <a:chOff x="8315327" y="3824289"/>
            <a:chExt cx="669925" cy="1292225"/>
          </a:xfrm>
        </p:grpSpPr>
        <p:sp>
          <p:nvSpPr>
            <p:cNvPr id="113" name="Rectangle 109"/>
            <p:cNvSpPr>
              <a:spLocks noChangeArrowheads="1"/>
            </p:cNvSpPr>
            <p:nvPr/>
          </p:nvSpPr>
          <p:spPr bwMode="auto">
            <a:xfrm>
              <a:off x="8845552" y="3989389"/>
              <a:ext cx="104775" cy="482600"/>
            </a:xfrm>
            <a:prstGeom prst="rect">
              <a:avLst/>
            </a:prstGeom>
            <a:noFill/>
            <a:ln w="44450" cap="rnd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110"/>
            <p:cNvSpPr/>
            <p:nvPr/>
          </p:nvSpPr>
          <p:spPr bwMode="auto">
            <a:xfrm>
              <a:off x="8845552" y="3854451"/>
              <a:ext cx="104775" cy="142875"/>
            </a:xfrm>
            <a:custGeom>
              <a:avLst/>
              <a:gdLst>
                <a:gd name="T0" fmla="*/ 14 w 28"/>
                <a:gd name="T1" fmla="*/ 38 h 38"/>
                <a:gd name="T2" fmla="*/ 28 w 28"/>
                <a:gd name="T3" fmla="*/ 36 h 38"/>
                <a:gd name="T4" fmla="*/ 14 w 28"/>
                <a:gd name="T5" fmla="*/ 0 h 38"/>
                <a:gd name="T6" fmla="*/ 0 w 28"/>
                <a:gd name="T7" fmla="*/ 36 h 38"/>
                <a:gd name="T8" fmla="*/ 14 w 28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14" y="38"/>
                  </a:moveTo>
                  <a:cubicBezTo>
                    <a:pt x="19" y="38"/>
                    <a:pt x="24" y="38"/>
                    <a:pt x="28" y="36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8"/>
                    <a:pt x="9" y="38"/>
                    <a:pt x="14" y="38"/>
                  </a:cubicBezTo>
                  <a:close/>
                </a:path>
              </a:pathLst>
            </a:custGeom>
            <a:noFill/>
            <a:ln w="44450" cap="rnd">
              <a:solidFill>
                <a:schemeClr val="bg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111"/>
            <p:cNvSpPr/>
            <p:nvPr/>
          </p:nvSpPr>
          <p:spPr bwMode="auto">
            <a:xfrm>
              <a:off x="8883652" y="3854451"/>
              <a:ext cx="33338" cy="44450"/>
            </a:xfrm>
            <a:custGeom>
              <a:avLst/>
              <a:gdLst>
                <a:gd name="T0" fmla="*/ 0 w 9"/>
                <a:gd name="T1" fmla="*/ 12 h 12"/>
                <a:gd name="T2" fmla="*/ 4 w 9"/>
                <a:gd name="T3" fmla="*/ 12 h 12"/>
                <a:gd name="T4" fmla="*/ 9 w 9"/>
                <a:gd name="T5" fmla="*/ 12 h 12"/>
                <a:gd name="T6" fmla="*/ 4 w 9"/>
                <a:gd name="T7" fmla="*/ 0 h 12"/>
                <a:gd name="T8" fmla="*/ 0 w 9"/>
                <a:gd name="T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cubicBezTo>
                    <a:pt x="1" y="12"/>
                    <a:pt x="3" y="12"/>
                    <a:pt x="4" y="12"/>
                  </a:cubicBezTo>
                  <a:cubicBezTo>
                    <a:pt x="6" y="12"/>
                    <a:pt x="7" y="12"/>
                    <a:pt x="9" y="12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12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Rectangle 112"/>
            <p:cNvSpPr>
              <a:spLocks noChangeArrowheads="1"/>
            </p:cNvSpPr>
            <p:nvPr/>
          </p:nvSpPr>
          <p:spPr bwMode="auto">
            <a:xfrm>
              <a:off x="8540752" y="3824289"/>
              <a:ext cx="217488" cy="650875"/>
            </a:xfrm>
            <a:prstGeom prst="rect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Line 113"/>
            <p:cNvSpPr>
              <a:spLocks noChangeShapeType="1"/>
            </p:cNvSpPr>
            <p:nvPr/>
          </p:nvSpPr>
          <p:spPr bwMode="auto">
            <a:xfrm flipH="1">
              <a:off x="8661402" y="3917951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Line 114"/>
            <p:cNvSpPr>
              <a:spLocks noChangeShapeType="1"/>
            </p:cNvSpPr>
            <p:nvPr/>
          </p:nvSpPr>
          <p:spPr bwMode="auto">
            <a:xfrm flipH="1">
              <a:off x="8697915" y="4008439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Line 115"/>
            <p:cNvSpPr>
              <a:spLocks noChangeShapeType="1"/>
            </p:cNvSpPr>
            <p:nvPr/>
          </p:nvSpPr>
          <p:spPr bwMode="auto">
            <a:xfrm flipH="1">
              <a:off x="8661402" y="4102101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Line 116"/>
            <p:cNvSpPr>
              <a:spLocks noChangeShapeType="1"/>
            </p:cNvSpPr>
            <p:nvPr/>
          </p:nvSpPr>
          <p:spPr bwMode="auto">
            <a:xfrm flipH="1">
              <a:off x="8697915" y="4197351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Line 117"/>
            <p:cNvSpPr>
              <a:spLocks noChangeShapeType="1"/>
            </p:cNvSpPr>
            <p:nvPr/>
          </p:nvSpPr>
          <p:spPr bwMode="auto">
            <a:xfrm flipH="1">
              <a:off x="8661402" y="4291014"/>
              <a:ext cx="85725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Line 118"/>
            <p:cNvSpPr>
              <a:spLocks noChangeShapeType="1"/>
            </p:cNvSpPr>
            <p:nvPr/>
          </p:nvSpPr>
          <p:spPr bwMode="auto">
            <a:xfrm flipH="1">
              <a:off x="8697915" y="4384676"/>
              <a:ext cx="49213" cy="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119"/>
            <p:cNvSpPr/>
            <p:nvPr/>
          </p:nvSpPr>
          <p:spPr bwMode="auto">
            <a:xfrm>
              <a:off x="8375652" y="3876676"/>
              <a:ext cx="77788" cy="90488"/>
            </a:xfrm>
            <a:custGeom>
              <a:avLst/>
              <a:gdLst>
                <a:gd name="T0" fmla="*/ 3 w 21"/>
                <a:gd name="T1" fmla="*/ 24 h 24"/>
                <a:gd name="T2" fmla="*/ 21 w 21"/>
                <a:gd name="T3" fmla="*/ 20 h 24"/>
                <a:gd name="T4" fmla="*/ 17 w 21"/>
                <a:gd name="T5" fmla="*/ 2 h 24"/>
                <a:gd name="T6" fmla="*/ 0 w 21"/>
                <a:gd name="T7" fmla="*/ 6 h 24"/>
                <a:gd name="T8" fmla="*/ 3 w 21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4">
                  <a:moveTo>
                    <a:pt x="3" y="24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0" y="14"/>
                    <a:pt x="18" y="8"/>
                    <a:pt x="17" y="2"/>
                  </a:cubicBezTo>
                  <a:cubicBezTo>
                    <a:pt x="11" y="0"/>
                    <a:pt x="4" y="1"/>
                    <a:pt x="0" y="6"/>
                  </a:cubicBezTo>
                  <a:cubicBezTo>
                    <a:pt x="1" y="12"/>
                    <a:pt x="2" y="18"/>
                    <a:pt x="3" y="24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120"/>
            <p:cNvSpPr/>
            <p:nvPr/>
          </p:nvSpPr>
          <p:spPr bwMode="auto">
            <a:xfrm>
              <a:off x="8386765" y="3951289"/>
              <a:ext cx="198438" cy="573088"/>
            </a:xfrm>
            <a:custGeom>
              <a:avLst/>
              <a:gdLst>
                <a:gd name="T0" fmla="*/ 53 w 53"/>
                <a:gd name="T1" fmla="*/ 147 h 152"/>
                <a:gd name="T2" fmla="*/ 51 w 53"/>
                <a:gd name="T3" fmla="*/ 135 h 152"/>
                <a:gd name="T4" fmla="*/ 18 w 53"/>
                <a:gd name="T5" fmla="*/ 0 h 152"/>
                <a:gd name="T6" fmla="*/ 0 w 53"/>
                <a:gd name="T7" fmla="*/ 4 h 152"/>
                <a:gd name="T8" fmla="*/ 27 w 53"/>
                <a:gd name="T9" fmla="*/ 140 h 152"/>
                <a:gd name="T10" fmla="*/ 30 w 53"/>
                <a:gd name="T11" fmla="*/ 152 h 152"/>
                <a:gd name="T12" fmla="*/ 53 w 53"/>
                <a:gd name="T13" fmla="*/ 14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152">
                  <a:moveTo>
                    <a:pt x="53" y="147"/>
                  </a:moveTo>
                  <a:cubicBezTo>
                    <a:pt x="52" y="143"/>
                    <a:pt x="51" y="139"/>
                    <a:pt x="51" y="135"/>
                  </a:cubicBezTo>
                  <a:cubicBezTo>
                    <a:pt x="40" y="85"/>
                    <a:pt x="28" y="38"/>
                    <a:pt x="18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43"/>
                    <a:pt x="16" y="90"/>
                    <a:pt x="27" y="140"/>
                  </a:cubicBezTo>
                  <a:cubicBezTo>
                    <a:pt x="28" y="144"/>
                    <a:pt x="29" y="148"/>
                    <a:pt x="30" y="152"/>
                  </a:cubicBezTo>
                  <a:lnTo>
                    <a:pt x="53" y="147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Line 121"/>
            <p:cNvSpPr>
              <a:spLocks noChangeShapeType="1"/>
            </p:cNvSpPr>
            <p:nvPr/>
          </p:nvSpPr>
          <p:spPr bwMode="auto">
            <a:xfrm flipV="1">
              <a:off x="8488365" y="4438651"/>
              <a:ext cx="74613" cy="142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122"/>
            <p:cNvSpPr/>
            <p:nvPr/>
          </p:nvSpPr>
          <p:spPr bwMode="auto">
            <a:xfrm>
              <a:off x="8315327" y="3959226"/>
              <a:ext cx="107950" cy="463550"/>
            </a:xfrm>
            <a:custGeom>
              <a:avLst/>
              <a:gdLst>
                <a:gd name="T0" fmla="*/ 57 w 68"/>
                <a:gd name="T1" fmla="*/ 292 h 292"/>
                <a:gd name="T2" fmla="*/ 0 w 68"/>
                <a:gd name="T3" fmla="*/ 36 h 292"/>
                <a:gd name="T4" fmla="*/ 45 w 68"/>
                <a:gd name="T5" fmla="*/ 5 h 292"/>
                <a:gd name="T6" fmla="*/ 68 w 68"/>
                <a:gd name="T7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92">
                  <a:moveTo>
                    <a:pt x="57" y="292"/>
                  </a:moveTo>
                  <a:lnTo>
                    <a:pt x="0" y="36"/>
                  </a:lnTo>
                  <a:lnTo>
                    <a:pt x="45" y="5"/>
                  </a:lnTo>
                  <a:lnTo>
                    <a:pt x="68" y="0"/>
                  </a:lnTo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27" name="Freeform 123"/>
            <p:cNvSpPr/>
            <p:nvPr/>
          </p:nvSpPr>
          <p:spPr bwMode="auto">
            <a:xfrm>
              <a:off x="8423277" y="4441826"/>
              <a:ext cx="561975" cy="674688"/>
            </a:xfrm>
            <a:custGeom>
              <a:avLst/>
              <a:gdLst>
                <a:gd name="T0" fmla="*/ 0 w 149"/>
                <a:gd name="T1" fmla="*/ 0 h 179"/>
                <a:gd name="T2" fmla="*/ 0 w 149"/>
                <a:gd name="T3" fmla="*/ 165 h 179"/>
                <a:gd name="T4" fmla="*/ 14 w 149"/>
                <a:gd name="T5" fmla="*/ 179 h 179"/>
                <a:gd name="T6" fmla="*/ 135 w 149"/>
                <a:gd name="T7" fmla="*/ 179 h 179"/>
                <a:gd name="T8" fmla="*/ 149 w 149"/>
                <a:gd name="T9" fmla="*/ 165 h 179"/>
                <a:gd name="T10" fmla="*/ 149 w 149"/>
                <a:gd name="T11" fmla="*/ 0 h 179"/>
                <a:gd name="T12" fmla="*/ 0 w 149"/>
                <a:gd name="T1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79">
                  <a:moveTo>
                    <a:pt x="0" y="0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0" y="173"/>
                    <a:pt x="6" y="179"/>
                    <a:pt x="14" y="179"/>
                  </a:cubicBezTo>
                  <a:cubicBezTo>
                    <a:pt x="135" y="179"/>
                    <a:pt x="135" y="179"/>
                    <a:pt x="135" y="179"/>
                  </a:cubicBezTo>
                  <a:cubicBezTo>
                    <a:pt x="143" y="179"/>
                    <a:pt x="149" y="173"/>
                    <a:pt x="149" y="165"/>
                  </a:cubicBezTo>
                  <a:cubicBezTo>
                    <a:pt x="149" y="0"/>
                    <a:pt x="149" y="0"/>
                    <a:pt x="149" y="0"/>
                  </a:cubicBezTo>
                  <a:lnTo>
                    <a:pt x="0" y="0"/>
                  </a:lnTo>
                  <a:close/>
                </a:path>
              </a:pathLst>
            </a:custGeom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 useBgFill="1">
        <p:nvSpPr>
          <p:cNvPr id="128" name="Rectangle 124"/>
          <p:cNvSpPr>
            <a:spLocks noChangeArrowheads="1"/>
          </p:cNvSpPr>
          <p:nvPr/>
        </p:nvSpPr>
        <p:spPr bwMode="auto">
          <a:xfrm>
            <a:off x="8360515" y="5965248"/>
            <a:ext cx="986481" cy="150951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 useBgFill="1">
        <p:nvSpPr>
          <p:cNvPr id="129" name="Rectangle 125"/>
          <p:cNvSpPr>
            <a:spLocks noChangeArrowheads="1"/>
          </p:cNvSpPr>
          <p:nvPr/>
        </p:nvSpPr>
        <p:spPr bwMode="auto">
          <a:xfrm>
            <a:off x="8449233" y="5965248"/>
            <a:ext cx="135062" cy="150951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0" name="Rectangle 126"/>
          <p:cNvSpPr>
            <a:spLocks noChangeArrowheads="1"/>
          </p:cNvSpPr>
          <p:nvPr/>
        </p:nvSpPr>
        <p:spPr bwMode="auto">
          <a:xfrm>
            <a:off x="8408185" y="5848724"/>
            <a:ext cx="794481" cy="113875"/>
          </a:xfrm>
          <a:prstGeom prst="rect">
            <a:avLst/>
          </a:prstGeom>
          <a:noFill/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 useBgFill="1">
        <p:nvSpPr>
          <p:cNvPr id="131" name="Rectangle 127"/>
          <p:cNvSpPr>
            <a:spLocks noChangeArrowheads="1"/>
          </p:cNvSpPr>
          <p:nvPr/>
        </p:nvSpPr>
        <p:spPr bwMode="auto">
          <a:xfrm>
            <a:off x="8495577" y="5848724"/>
            <a:ext cx="622343" cy="113875"/>
          </a:xfrm>
          <a:prstGeom prst="rect">
            <a:avLst/>
          </a:prstGeom>
          <a:ln w="44450" cap="flat">
            <a:solidFill>
              <a:schemeClr val="bg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9993174" y="5091320"/>
            <a:ext cx="655447" cy="1024880"/>
            <a:chOff x="10644190" y="3887789"/>
            <a:chExt cx="785813" cy="1228725"/>
          </a:xfrm>
        </p:grpSpPr>
        <p:sp>
          <p:nvSpPr>
            <p:cNvPr id="132" name="Line 128"/>
            <p:cNvSpPr>
              <a:spLocks noChangeShapeType="1"/>
            </p:cNvSpPr>
            <p:nvPr/>
          </p:nvSpPr>
          <p:spPr bwMode="auto">
            <a:xfrm>
              <a:off x="11036302" y="3975101"/>
              <a:ext cx="0" cy="80645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129"/>
            <p:cNvSpPr/>
            <p:nvPr/>
          </p:nvSpPr>
          <p:spPr bwMode="auto">
            <a:xfrm>
              <a:off x="10907715" y="3887789"/>
              <a:ext cx="255588" cy="392113"/>
            </a:xfrm>
            <a:custGeom>
              <a:avLst/>
              <a:gdLst>
                <a:gd name="T0" fmla="*/ 0 w 68"/>
                <a:gd name="T1" fmla="*/ 52 h 104"/>
                <a:gd name="T2" fmla="*/ 34 w 68"/>
                <a:gd name="T3" fmla="*/ 104 h 104"/>
                <a:gd name="T4" fmla="*/ 68 w 68"/>
                <a:gd name="T5" fmla="*/ 52 h 104"/>
                <a:gd name="T6" fmla="*/ 34 w 68"/>
                <a:gd name="T7" fmla="*/ 0 h 104"/>
                <a:gd name="T8" fmla="*/ 0 w 68"/>
                <a:gd name="T9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04">
                  <a:moveTo>
                    <a:pt x="0" y="52"/>
                  </a:moveTo>
                  <a:cubicBezTo>
                    <a:pt x="0" y="73"/>
                    <a:pt x="14" y="91"/>
                    <a:pt x="34" y="104"/>
                  </a:cubicBezTo>
                  <a:cubicBezTo>
                    <a:pt x="55" y="91"/>
                    <a:pt x="68" y="73"/>
                    <a:pt x="68" y="52"/>
                  </a:cubicBezTo>
                  <a:cubicBezTo>
                    <a:pt x="68" y="30"/>
                    <a:pt x="55" y="12"/>
                    <a:pt x="34" y="0"/>
                  </a:cubicBezTo>
                  <a:cubicBezTo>
                    <a:pt x="14" y="12"/>
                    <a:pt x="0" y="30"/>
                    <a:pt x="0" y="52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Line 130"/>
            <p:cNvSpPr>
              <a:spLocks noChangeShapeType="1"/>
            </p:cNvSpPr>
            <p:nvPr/>
          </p:nvSpPr>
          <p:spPr bwMode="auto">
            <a:xfrm>
              <a:off x="11036302" y="3887789"/>
              <a:ext cx="0" cy="520700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Line 131"/>
            <p:cNvSpPr>
              <a:spLocks noChangeShapeType="1"/>
            </p:cNvSpPr>
            <p:nvPr/>
          </p:nvSpPr>
          <p:spPr bwMode="auto">
            <a:xfrm>
              <a:off x="10922002" y="4049714"/>
              <a:ext cx="109538" cy="11271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Line 132"/>
            <p:cNvSpPr>
              <a:spLocks noChangeShapeType="1"/>
            </p:cNvSpPr>
            <p:nvPr/>
          </p:nvSpPr>
          <p:spPr bwMode="auto">
            <a:xfrm flipH="1">
              <a:off x="11039477" y="4005264"/>
              <a:ext cx="112713" cy="131763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133"/>
            <p:cNvSpPr/>
            <p:nvPr/>
          </p:nvSpPr>
          <p:spPr bwMode="auto">
            <a:xfrm>
              <a:off x="10644190" y="4219576"/>
              <a:ext cx="320675" cy="320675"/>
            </a:xfrm>
            <a:custGeom>
              <a:avLst/>
              <a:gdLst>
                <a:gd name="T0" fmla="*/ 19 w 85"/>
                <a:gd name="T1" fmla="*/ 67 h 85"/>
                <a:gd name="T2" fmla="*/ 79 w 85"/>
                <a:gd name="T3" fmla="*/ 79 h 85"/>
                <a:gd name="T4" fmla="*/ 67 w 85"/>
                <a:gd name="T5" fmla="*/ 18 h 85"/>
                <a:gd name="T6" fmla="*/ 6 w 85"/>
                <a:gd name="T7" fmla="*/ 6 h 85"/>
                <a:gd name="T8" fmla="*/ 19 w 85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5">
                  <a:moveTo>
                    <a:pt x="19" y="67"/>
                  </a:moveTo>
                  <a:cubicBezTo>
                    <a:pt x="33" y="82"/>
                    <a:pt x="56" y="85"/>
                    <a:pt x="79" y="79"/>
                  </a:cubicBezTo>
                  <a:cubicBezTo>
                    <a:pt x="85" y="56"/>
                    <a:pt x="82" y="33"/>
                    <a:pt x="67" y="18"/>
                  </a:cubicBezTo>
                  <a:cubicBezTo>
                    <a:pt x="52" y="3"/>
                    <a:pt x="29" y="0"/>
                    <a:pt x="6" y="6"/>
                  </a:cubicBezTo>
                  <a:cubicBezTo>
                    <a:pt x="0" y="29"/>
                    <a:pt x="4" y="52"/>
                    <a:pt x="19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Line 134"/>
            <p:cNvSpPr>
              <a:spLocks noChangeShapeType="1"/>
            </p:cNvSpPr>
            <p:nvPr/>
          </p:nvSpPr>
          <p:spPr bwMode="auto">
            <a:xfrm>
              <a:off x="10666415" y="4241801"/>
              <a:ext cx="369888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Line 135"/>
            <p:cNvSpPr>
              <a:spLocks noChangeShapeType="1"/>
            </p:cNvSpPr>
            <p:nvPr/>
          </p:nvSpPr>
          <p:spPr bwMode="auto">
            <a:xfrm>
              <a:off x="10701340" y="4438651"/>
              <a:ext cx="157163" cy="3175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Line 136"/>
            <p:cNvSpPr>
              <a:spLocks noChangeShapeType="1"/>
            </p:cNvSpPr>
            <p:nvPr/>
          </p:nvSpPr>
          <p:spPr bwMode="auto">
            <a:xfrm>
              <a:off x="10833102" y="4241801"/>
              <a:ext cx="11113" cy="1730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Freeform 137"/>
            <p:cNvSpPr/>
            <p:nvPr/>
          </p:nvSpPr>
          <p:spPr bwMode="auto">
            <a:xfrm>
              <a:off x="11107740" y="4219576"/>
              <a:ext cx="322263" cy="320675"/>
            </a:xfrm>
            <a:custGeom>
              <a:avLst/>
              <a:gdLst>
                <a:gd name="T0" fmla="*/ 67 w 86"/>
                <a:gd name="T1" fmla="*/ 67 h 85"/>
                <a:gd name="T2" fmla="*/ 6 w 86"/>
                <a:gd name="T3" fmla="*/ 79 h 85"/>
                <a:gd name="T4" fmla="*/ 19 w 86"/>
                <a:gd name="T5" fmla="*/ 18 h 85"/>
                <a:gd name="T6" fmla="*/ 80 w 86"/>
                <a:gd name="T7" fmla="*/ 6 h 85"/>
                <a:gd name="T8" fmla="*/ 67 w 86"/>
                <a:gd name="T9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67" y="67"/>
                  </a:moveTo>
                  <a:cubicBezTo>
                    <a:pt x="52" y="82"/>
                    <a:pt x="29" y="85"/>
                    <a:pt x="6" y="79"/>
                  </a:cubicBezTo>
                  <a:cubicBezTo>
                    <a:pt x="0" y="56"/>
                    <a:pt x="4" y="33"/>
                    <a:pt x="19" y="18"/>
                  </a:cubicBezTo>
                  <a:cubicBezTo>
                    <a:pt x="34" y="3"/>
                    <a:pt x="57" y="0"/>
                    <a:pt x="80" y="6"/>
                  </a:cubicBezTo>
                  <a:cubicBezTo>
                    <a:pt x="86" y="29"/>
                    <a:pt x="82" y="52"/>
                    <a:pt x="67" y="67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Line 138"/>
            <p:cNvSpPr>
              <a:spLocks noChangeShapeType="1"/>
            </p:cNvSpPr>
            <p:nvPr/>
          </p:nvSpPr>
          <p:spPr bwMode="auto">
            <a:xfrm flipH="1">
              <a:off x="11039477" y="4241801"/>
              <a:ext cx="368300" cy="36988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Line 139"/>
            <p:cNvSpPr>
              <a:spLocks noChangeShapeType="1"/>
            </p:cNvSpPr>
            <p:nvPr/>
          </p:nvSpPr>
          <p:spPr bwMode="auto">
            <a:xfrm flipH="1">
              <a:off x="11234740" y="4400551"/>
              <a:ext cx="158750" cy="7938"/>
            </a:xfrm>
            <a:prstGeom prst="lin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Freeform 140"/>
            <p:cNvSpPr/>
            <p:nvPr/>
          </p:nvSpPr>
          <p:spPr bwMode="auto">
            <a:xfrm>
              <a:off x="10731502" y="4773614"/>
              <a:ext cx="612775" cy="342900"/>
            </a:xfrm>
            <a:custGeom>
              <a:avLst/>
              <a:gdLst>
                <a:gd name="T0" fmla="*/ 12 w 163"/>
                <a:gd name="T1" fmla="*/ 85 h 91"/>
                <a:gd name="T2" fmla="*/ 19 w 163"/>
                <a:gd name="T3" fmla="*/ 91 h 91"/>
                <a:gd name="T4" fmla="*/ 143 w 163"/>
                <a:gd name="T5" fmla="*/ 91 h 91"/>
                <a:gd name="T6" fmla="*/ 150 w 163"/>
                <a:gd name="T7" fmla="*/ 85 h 91"/>
                <a:gd name="T8" fmla="*/ 162 w 163"/>
                <a:gd name="T9" fmla="*/ 7 h 91"/>
                <a:gd name="T10" fmla="*/ 156 w 163"/>
                <a:gd name="T11" fmla="*/ 0 h 91"/>
                <a:gd name="T12" fmla="*/ 7 w 163"/>
                <a:gd name="T13" fmla="*/ 0 h 91"/>
                <a:gd name="T14" fmla="*/ 1 w 163"/>
                <a:gd name="T15" fmla="*/ 7 h 91"/>
                <a:gd name="T16" fmla="*/ 12 w 163"/>
                <a:gd name="T17" fmla="*/ 8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91">
                  <a:moveTo>
                    <a:pt x="12" y="85"/>
                  </a:moveTo>
                  <a:cubicBezTo>
                    <a:pt x="13" y="88"/>
                    <a:pt x="16" y="91"/>
                    <a:pt x="19" y="91"/>
                  </a:cubicBezTo>
                  <a:cubicBezTo>
                    <a:pt x="61" y="91"/>
                    <a:pt x="102" y="91"/>
                    <a:pt x="143" y="91"/>
                  </a:cubicBezTo>
                  <a:cubicBezTo>
                    <a:pt x="147" y="91"/>
                    <a:pt x="150" y="88"/>
                    <a:pt x="150" y="85"/>
                  </a:cubicBezTo>
                  <a:cubicBezTo>
                    <a:pt x="154" y="54"/>
                    <a:pt x="158" y="37"/>
                    <a:pt x="162" y="7"/>
                  </a:cubicBezTo>
                  <a:cubicBezTo>
                    <a:pt x="163" y="3"/>
                    <a:pt x="160" y="0"/>
                    <a:pt x="156" y="0"/>
                  </a:cubicBezTo>
                  <a:cubicBezTo>
                    <a:pt x="106" y="0"/>
                    <a:pt x="57" y="0"/>
                    <a:pt x="7" y="0"/>
                  </a:cubicBezTo>
                  <a:cubicBezTo>
                    <a:pt x="3" y="0"/>
                    <a:pt x="0" y="3"/>
                    <a:pt x="1" y="7"/>
                  </a:cubicBezTo>
                  <a:cubicBezTo>
                    <a:pt x="5" y="37"/>
                    <a:pt x="8" y="54"/>
                    <a:pt x="12" y="85"/>
                  </a:cubicBez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Freeform 141"/>
            <p:cNvSpPr/>
            <p:nvPr/>
          </p:nvSpPr>
          <p:spPr bwMode="auto">
            <a:xfrm>
              <a:off x="10693402" y="4672014"/>
              <a:ext cx="684213" cy="142875"/>
            </a:xfrm>
            <a:custGeom>
              <a:avLst/>
              <a:gdLst>
                <a:gd name="T0" fmla="*/ 419 w 431"/>
                <a:gd name="T1" fmla="*/ 90 h 90"/>
                <a:gd name="T2" fmla="*/ 14 w 431"/>
                <a:gd name="T3" fmla="*/ 90 h 90"/>
                <a:gd name="T4" fmla="*/ 0 w 431"/>
                <a:gd name="T5" fmla="*/ 0 h 90"/>
                <a:gd name="T6" fmla="*/ 431 w 431"/>
                <a:gd name="T7" fmla="*/ 0 h 90"/>
                <a:gd name="T8" fmla="*/ 419 w 431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90">
                  <a:moveTo>
                    <a:pt x="419" y="90"/>
                  </a:moveTo>
                  <a:lnTo>
                    <a:pt x="14" y="9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19" y="90"/>
                  </a:lnTo>
                  <a:close/>
                </a:path>
              </a:pathLst>
            </a:cu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8982859" y="5503125"/>
            <a:ext cx="859364" cy="613075"/>
            <a:chOff x="9432927" y="4381501"/>
            <a:chExt cx="1030288" cy="735013"/>
          </a:xfrm>
        </p:grpSpPr>
        <p:sp useBgFill="1">
          <p:nvSpPr>
            <p:cNvPr id="146" name="Rectangle 142"/>
            <p:cNvSpPr>
              <a:spLocks noChangeArrowheads="1"/>
            </p:cNvSpPr>
            <p:nvPr/>
          </p:nvSpPr>
          <p:spPr bwMode="auto">
            <a:xfrm>
              <a:off x="9432927" y="4381501"/>
              <a:ext cx="1030288" cy="735013"/>
            </a:xfrm>
            <a:prstGeom prst="rect">
              <a:avLst/>
            </a:prstGeom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7" name="Freeform 143"/>
            <p:cNvSpPr>
              <a:spLocks noEditPoints="1"/>
            </p:cNvSpPr>
            <p:nvPr/>
          </p:nvSpPr>
          <p:spPr bwMode="auto">
            <a:xfrm>
              <a:off x="9504365" y="4457701"/>
              <a:ext cx="884238" cy="587375"/>
            </a:xfrm>
            <a:custGeom>
              <a:avLst/>
              <a:gdLst>
                <a:gd name="T0" fmla="*/ 528 w 557"/>
                <a:gd name="T1" fmla="*/ 28 h 370"/>
                <a:gd name="T2" fmla="*/ 528 w 557"/>
                <a:gd name="T3" fmla="*/ 341 h 370"/>
                <a:gd name="T4" fmla="*/ 28 w 557"/>
                <a:gd name="T5" fmla="*/ 341 h 370"/>
                <a:gd name="T6" fmla="*/ 28 w 557"/>
                <a:gd name="T7" fmla="*/ 28 h 370"/>
                <a:gd name="T8" fmla="*/ 528 w 557"/>
                <a:gd name="T9" fmla="*/ 28 h 370"/>
                <a:gd name="T10" fmla="*/ 557 w 557"/>
                <a:gd name="T11" fmla="*/ 0 h 370"/>
                <a:gd name="T12" fmla="*/ 528 w 557"/>
                <a:gd name="T13" fmla="*/ 0 h 370"/>
                <a:gd name="T14" fmla="*/ 28 w 557"/>
                <a:gd name="T15" fmla="*/ 0 h 370"/>
                <a:gd name="T16" fmla="*/ 0 w 557"/>
                <a:gd name="T17" fmla="*/ 0 h 370"/>
                <a:gd name="T18" fmla="*/ 0 w 557"/>
                <a:gd name="T19" fmla="*/ 28 h 370"/>
                <a:gd name="T20" fmla="*/ 0 w 557"/>
                <a:gd name="T21" fmla="*/ 341 h 370"/>
                <a:gd name="T22" fmla="*/ 0 w 557"/>
                <a:gd name="T23" fmla="*/ 370 h 370"/>
                <a:gd name="T24" fmla="*/ 28 w 557"/>
                <a:gd name="T25" fmla="*/ 370 h 370"/>
                <a:gd name="T26" fmla="*/ 528 w 557"/>
                <a:gd name="T27" fmla="*/ 370 h 370"/>
                <a:gd name="T28" fmla="*/ 557 w 557"/>
                <a:gd name="T29" fmla="*/ 370 h 370"/>
                <a:gd name="T30" fmla="*/ 557 w 557"/>
                <a:gd name="T31" fmla="*/ 341 h 370"/>
                <a:gd name="T32" fmla="*/ 557 w 557"/>
                <a:gd name="T33" fmla="*/ 28 h 370"/>
                <a:gd name="T34" fmla="*/ 557 w 557"/>
                <a:gd name="T35" fmla="*/ 0 h 370"/>
                <a:gd name="T36" fmla="*/ 557 w 557"/>
                <a:gd name="T37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370">
                  <a:moveTo>
                    <a:pt x="528" y="28"/>
                  </a:moveTo>
                  <a:lnTo>
                    <a:pt x="528" y="341"/>
                  </a:lnTo>
                  <a:lnTo>
                    <a:pt x="28" y="341"/>
                  </a:lnTo>
                  <a:lnTo>
                    <a:pt x="28" y="28"/>
                  </a:lnTo>
                  <a:lnTo>
                    <a:pt x="528" y="28"/>
                  </a:lnTo>
                  <a:close/>
                  <a:moveTo>
                    <a:pt x="557" y="0"/>
                  </a:moveTo>
                  <a:lnTo>
                    <a:pt x="528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0" y="341"/>
                  </a:lnTo>
                  <a:lnTo>
                    <a:pt x="0" y="370"/>
                  </a:lnTo>
                  <a:lnTo>
                    <a:pt x="28" y="370"/>
                  </a:lnTo>
                  <a:lnTo>
                    <a:pt x="528" y="370"/>
                  </a:lnTo>
                  <a:lnTo>
                    <a:pt x="557" y="370"/>
                  </a:lnTo>
                  <a:lnTo>
                    <a:pt x="557" y="341"/>
                  </a:lnTo>
                  <a:lnTo>
                    <a:pt x="557" y="28"/>
                  </a:lnTo>
                  <a:lnTo>
                    <a:pt x="557" y="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8" name="Freeform 144"/>
            <p:cNvSpPr>
              <a:spLocks noEditPoints="1"/>
            </p:cNvSpPr>
            <p:nvPr/>
          </p:nvSpPr>
          <p:spPr bwMode="auto">
            <a:xfrm>
              <a:off x="9504365" y="4457701"/>
              <a:ext cx="884238" cy="587375"/>
            </a:xfrm>
            <a:custGeom>
              <a:avLst/>
              <a:gdLst>
                <a:gd name="T0" fmla="*/ 528 w 557"/>
                <a:gd name="T1" fmla="*/ 28 h 370"/>
                <a:gd name="T2" fmla="*/ 528 w 557"/>
                <a:gd name="T3" fmla="*/ 341 h 370"/>
                <a:gd name="T4" fmla="*/ 28 w 557"/>
                <a:gd name="T5" fmla="*/ 341 h 370"/>
                <a:gd name="T6" fmla="*/ 28 w 557"/>
                <a:gd name="T7" fmla="*/ 28 h 370"/>
                <a:gd name="T8" fmla="*/ 528 w 557"/>
                <a:gd name="T9" fmla="*/ 28 h 370"/>
                <a:gd name="T10" fmla="*/ 557 w 557"/>
                <a:gd name="T11" fmla="*/ 0 h 370"/>
                <a:gd name="T12" fmla="*/ 528 w 557"/>
                <a:gd name="T13" fmla="*/ 0 h 370"/>
                <a:gd name="T14" fmla="*/ 28 w 557"/>
                <a:gd name="T15" fmla="*/ 0 h 370"/>
                <a:gd name="T16" fmla="*/ 0 w 557"/>
                <a:gd name="T17" fmla="*/ 0 h 370"/>
                <a:gd name="T18" fmla="*/ 0 w 557"/>
                <a:gd name="T19" fmla="*/ 28 h 370"/>
                <a:gd name="T20" fmla="*/ 0 w 557"/>
                <a:gd name="T21" fmla="*/ 341 h 370"/>
                <a:gd name="T22" fmla="*/ 0 w 557"/>
                <a:gd name="T23" fmla="*/ 370 h 370"/>
                <a:gd name="T24" fmla="*/ 28 w 557"/>
                <a:gd name="T25" fmla="*/ 370 h 370"/>
                <a:gd name="T26" fmla="*/ 528 w 557"/>
                <a:gd name="T27" fmla="*/ 370 h 370"/>
                <a:gd name="T28" fmla="*/ 557 w 557"/>
                <a:gd name="T29" fmla="*/ 370 h 370"/>
                <a:gd name="T30" fmla="*/ 557 w 557"/>
                <a:gd name="T31" fmla="*/ 341 h 370"/>
                <a:gd name="T32" fmla="*/ 557 w 557"/>
                <a:gd name="T33" fmla="*/ 28 h 370"/>
                <a:gd name="T34" fmla="*/ 557 w 557"/>
                <a:gd name="T35" fmla="*/ 0 h 370"/>
                <a:gd name="T36" fmla="*/ 557 w 557"/>
                <a:gd name="T37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370">
                  <a:moveTo>
                    <a:pt x="528" y="28"/>
                  </a:moveTo>
                  <a:lnTo>
                    <a:pt x="528" y="341"/>
                  </a:lnTo>
                  <a:lnTo>
                    <a:pt x="28" y="341"/>
                  </a:lnTo>
                  <a:lnTo>
                    <a:pt x="28" y="28"/>
                  </a:lnTo>
                  <a:lnTo>
                    <a:pt x="528" y="28"/>
                  </a:lnTo>
                  <a:moveTo>
                    <a:pt x="557" y="0"/>
                  </a:moveTo>
                  <a:lnTo>
                    <a:pt x="528" y="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28"/>
                  </a:lnTo>
                  <a:lnTo>
                    <a:pt x="0" y="341"/>
                  </a:lnTo>
                  <a:lnTo>
                    <a:pt x="0" y="370"/>
                  </a:lnTo>
                  <a:lnTo>
                    <a:pt x="28" y="370"/>
                  </a:lnTo>
                  <a:lnTo>
                    <a:pt x="528" y="370"/>
                  </a:lnTo>
                  <a:lnTo>
                    <a:pt x="557" y="370"/>
                  </a:lnTo>
                  <a:lnTo>
                    <a:pt x="557" y="341"/>
                  </a:lnTo>
                  <a:lnTo>
                    <a:pt x="557" y="28"/>
                  </a:lnTo>
                  <a:lnTo>
                    <a:pt x="557" y="0"/>
                  </a:lnTo>
                  <a:lnTo>
                    <a:pt x="5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Oval 145"/>
            <p:cNvSpPr>
              <a:spLocks noChangeArrowheads="1"/>
            </p:cNvSpPr>
            <p:nvPr/>
          </p:nvSpPr>
          <p:spPr bwMode="auto">
            <a:xfrm>
              <a:off x="10113965" y="4573589"/>
              <a:ext cx="120650" cy="120650"/>
            </a:xfrm>
            <a:prstGeom prst="ellipse">
              <a:avLst/>
            </a:prstGeom>
            <a:noFill/>
            <a:ln w="44450" cap="flat">
              <a:solidFill>
                <a:schemeClr val="bg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50" name="Freeform 146"/>
            <p:cNvSpPr/>
            <p:nvPr/>
          </p:nvSpPr>
          <p:spPr bwMode="auto">
            <a:xfrm>
              <a:off x="9526590" y="4576764"/>
              <a:ext cx="839788" cy="446088"/>
            </a:xfrm>
            <a:custGeom>
              <a:avLst/>
              <a:gdLst>
                <a:gd name="T0" fmla="*/ 0 w 529"/>
                <a:gd name="T1" fmla="*/ 281 h 281"/>
                <a:gd name="T2" fmla="*/ 0 w 529"/>
                <a:gd name="T3" fmla="*/ 131 h 281"/>
                <a:gd name="T4" fmla="*/ 97 w 529"/>
                <a:gd name="T5" fmla="*/ 0 h 281"/>
                <a:gd name="T6" fmla="*/ 180 w 529"/>
                <a:gd name="T7" fmla="*/ 110 h 281"/>
                <a:gd name="T8" fmla="*/ 235 w 529"/>
                <a:gd name="T9" fmla="*/ 38 h 281"/>
                <a:gd name="T10" fmla="*/ 322 w 529"/>
                <a:gd name="T11" fmla="*/ 159 h 281"/>
                <a:gd name="T12" fmla="*/ 529 w 529"/>
                <a:gd name="T13" fmla="*/ 159 h 281"/>
                <a:gd name="T14" fmla="*/ 529 w 529"/>
                <a:gd name="T15" fmla="*/ 281 h 281"/>
                <a:gd name="T16" fmla="*/ 0 w 529"/>
                <a:gd name="T17" fmla="*/ 28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281">
                  <a:moveTo>
                    <a:pt x="0" y="281"/>
                  </a:moveTo>
                  <a:lnTo>
                    <a:pt x="0" y="131"/>
                  </a:lnTo>
                  <a:lnTo>
                    <a:pt x="97" y="0"/>
                  </a:lnTo>
                  <a:lnTo>
                    <a:pt x="180" y="110"/>
                  </a:lnTo>
                  <a:lnTo>
                    <a:pt x="235" y="38"/>
                  </a:lnTo>
                  <a:lnTo>
                    <a:pt x="322" y="159"/>
                  </a:lnTo>
                  <a:lnTo>
                    <a:pt x="529" y="159"/>
                  </a:lnTo>
                  <a:lnTo>
                    <a:pt x="529" y="281"/>
                  </a:lnTo>
                  <a:lnTo>
                    <a:pt x="0" y="281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147"/>
            <p:cNvSpPr>
              <a:spLocks noEditPoints="1"/>
            </p:cNvSpPr>
            <p:nvPr/>
          </p:nvSpPr>
          <p:spPr bwMode="auto">
            <a:xfrm>
              <a:off x="9504365" y="4540251"/>
              <a:ext cx="884238" cy="504825"/>
            </a:xfrm>
            <a:custGeom>
              <a:avLst/>
              <a:gdLst>
                <a:gd name="T0" fmla="*/ 111 w 557"/>
                <a:gd name="T1" fmla="*/ 47 h 318"/>
                <a:gd name="T2" fmla="*/ 194 w 557"/>
                <a:gd name="T3" fmla="*/ 156 h 318"/>
                <a:gd name="T4" fmla="*/ 249 w 557"/>
                <a:gd name="T5" fmla="*/ 85 h 318"/>
                <a:gd name="T6" fmla="*/ 315 w 557"/>
                <a:gd name="T7" fmla="*/ 175 h 318"/>
                <a:gd name="T8" fmla="*/ 329 w 557"/>
                <a:gd name="T9" fmla="*/ 197 h 318"/>
                <a:gd name="T10" fmla="*/ 528 w 557"/>
                <a:gd name="T11" fmla="*/ 197 h 318"/>
                <a:gd name="T12" fmla="*/ 528 w 557"/>
                <a:gd name="T13" fmla="*/ 289 h 318"/>
                <a:gd name="T14" fmla="*/ 28 w 557"/>
                <a:gd name="T15" fmla="*/ 289 h 318"/>
                <a:gd name="T16" fmla="*/ 28 w 557"/>
                <a:gd name="T17" fmla="*/ 270 h 318"/>
                <a:gd name="T18" fmla="*/ 28 w 557"/>
                <a:gd name="T19" fmla="*/ 197 h 318"/>
                <a:gd name="T20" fmla="*/ 28 w 557"/>
                <a:gd name="T21" fmla="*/ 159 h 318"/>
                <a:gd name="T22" fmla="*/ 111 w 557"/>
                <a:gd name="T23" fmla="*/ 47 h 318"/>
                <a:gd name="T24" fmla="*/ 111 w 557"/>
                <a:gd name="T25" fmla="*/ 0 h 318"/>
                <a:gd name="T26" fmla="*/ 90 w 557"/>
                <a:gd name="T27" fmla="*/ 31 h 318"/>
                <a:gd name="T28" fmla="*/ 7 w 557"/>
                <a:gd name="T29" fmla="*/ 142 h 318"/>
                <a:gd name="T30" fmla="*/ 0 w 557"/>
                <a:gd name="T31" fmla="*/ 149 h 318"/>
                <a:gd name="T32" fmla="*/ 0 w 557"/>
                <a:gd name="T33" fmla="*/ 159 h 318"/>
                <a:gd name="T34" fmla="*/ 0 w 557"/>
                <a:gd name="T35" fmla="*/ 197 h 318"/>
                <a:gd name="T36" fmla="*/ 0 w 557"/>
                <a:gd name="T37" fmla="*/ 270 h 318"/>
                <a:gd name="T38" fmla="*/ 0 w 557"/>
                <a:gd name="T39" fmla="*/ 289 h 318"/>
                <a:gd name="T40" fmla="*/ 0 w 557"/>
                <a:gd name="T41" fmla="*/ 318 h 318"/>
                <a:gd name="T42" fmla="*/ 28 w 557"/>
                <a:gd name="T43" fmla="*/ 318 h 318"/>
                <a:gd name="T44" fmla="*/ 528 w 557"/>
                <a:gd name="T45" fmla="*/ 318 h 318"/>
                <a:gd name="T46" fmla="*/ 557 w 557"/>
                <a:gd name="T47" fmla="*/ 318 h 318"/>
                <a:gd name="T48" fmla="*/ 557 w 557"/>
                <a:gd name="T49" fmla="*/ 289 h 318"/>
                <a:gd name="T50" fmla="*/ 557 w 557"/>
                <a:gd name="T51" fmla="*/ 197 h 318"/>
                <a:gd name="T52" fmla="*/ 557 w 557"/>
                <a:gd name="T53" fmla="*/ 168 h 318"/>
                <a:gd name="T54" fmla="*/ 528 w 557"/>
                <a:gd name="T55" fmla="*/ 168 h 318"/>
                <a:gd name="T56" fmla="*/ 343 w 557"/>
                <a:gd name="T57" fmla="*/ 168 h 318"/>
                <a:gd name="T58" fmla="*/ 339 w 557"/>
                <a:gd name="T59" fmla="*/ 159 h 318"/>
                <a:gd name="T60" fmla="*/ 270 w 557"/>
                <a:gd name="T61" fmla="*/ 69 h 318"/>
                <a:gd name="T62" fmla="*/ 249 w 557"/>
                <a:gd name="T63" fmla="*/ 38 h 318"/>
                <a:gd name="T64" fmla="*/ 225 w 557"/>
                <a:gd name="T65" fmla="*/ 69 h 318"/>
                <a:gd name="T66" fmla="*/ 194 w 557"/>
                <a:gd name="T67" fmla="*/ 109 h 318"/>
                <a:gd name="T68" fmla="*/ 135 w 557"/>
                <a:gd name="T69" fmla="*/ 31 h 318"/>
                <a:gd name="T70" fmla="*/ 111 w 557"/>
                <a:gd name="T71" fmla="*/ 0 h 318"/>
                <a:gd name="T72" fmla="*/ 111 w 557"/>
                <a:gd name="T7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7" h="318">
                  <a:moveTo>
                    <a:pt x="111" y="47"/>
                  </a:moveTo>
                  <a:lnTo>
                    <a:pt x="194" y="156"/>
                  </a:lnTo>
                  <a:lnTo>
                    <a:pt x="249" y="85"/>
                  </a:lnTo>
                  <a:lnTo>
                    <a:pt x="315" y="175"/>
                  </a:lnTo>
                  <a:lnTo>
                    <a:pt x="329" y="197"/>
                  </a:lnTo>
                  <a:lnTo>
                    <a:pt x="528" y="197"/>
                  </a:lnTo>
                  <a:lnTo>
                    <a:pt x="528" y="289"/>
                  </a:lnTo>
                  <a:lnTo>
                    <a:pt x="28" y="289"/>
                  </a:lnTo>
                  <a:lnTo>
                    <a:pt x="28" y="270"/>
                  </a:lnTo>
                  <a:lnTo>
                    <a:pt x="28" y="197"/>
                  </a:lnTo>
                  <a:lnTo>
                    <a:pt x="28" y="159"/>
                  </a:lnTo>
                  <a:lnTo>
                    <a:pt x="111" y="47"/>
                  </a:lnTo>
                  <a:close/>
                  <a:moveTo>
                    <a:pt x="111" y="0"/>
                  </a:moveTo>
                  <a:lnTo>
                    <a:pt x="90" y="31"/>
                  </a:lnTo>
                  <a:lnTo>
                    <a:pt x="7" y="142"/>
                  </a:lnTo>
                  <a:lnTo>
                    <a:pt x="0" y="149"/>
                  </a:lnTo>
                  <a:lnTo>
                    <a:pt x="0" y="159"/>
                  </a:lnTo>
                  <a:lnTo>
                    <a:pt x="0" y="197"/>
                  </a:lnTo>
                  <a:lnTo>
                    <a:pt x="0" y="270"/>
                  </a:lnTo>
                  <a:lnTo>
                    <a:pt x="0" y="289"/>
                  </a:lnTo>
                  <a:lnTo>
                    <a:pt x="0" y="318"/>
                  </a:lnTo>
                  <a:lnTo>
                    <a:pt x="28" y="318"/>
                  </a:lnTo>
                  <a:lnTo>
                    <a:pt x="528" y="318"/>
                  </a:lnTo>
                  <a:lnTo>
                    <a:pt x="557" y="318"/>
                  </a:lnTo>
                  <a:lnTo>
                    <a:pt x="557" y="289"/>
                  </a:lnTo>
                  <a:lnTo>
                    <a:pt x="557" y="197"/>
                  </a:lnTo>
                  <a:lnTo>
                    <a:pt x="557" y="168"/>
                  </a:lnTo>
                  <a:lnTo>
                    <a:pt x="528" y="168"/>
                  </a:lnTo>
                  <a:lnTo>
                    <a:pt x="343" y="168"/>
                  </a:lnTo>
                  <a:lnTo>
                    <a:pt x="339" y="159"/>
                  </a:lnTo>
                  <a:lnTo>
                    <a:pt x="270" y="69"/>
                  </a:lnTo>
                  <a:lnTo>
                    <a:pt x="249" y="38"/>
                  </a:lnTo>
                  <a:lnTo>
                    <a:pt x="225" y="69"/>
                  </a:lnTo>
                  <a:lnTo>
                    <a:pt x="194" y="109"/>
                  </a:lnTo>
                  <a:lnTo>
                    <a:pt x="135" y="31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148"/>
            <p:cNvSpPr>
              <a:spLocks noEditPoints="1"/>
            </p:cNvSpPr>
            <p:nvPr/>
          </p:nvSpPr>
          <p:spPr bwMode="auto">
            <a:xfrm>
              <a:off x="9504365" y="4540251"/>
              <a:ext cx="884238" cy="504825"/>
            </a:xfrm>
            <a:custGeom>
              <a:avLst/>
              <a:gdLst>
                <a:gd name="T0" fmla="*/ 111 w 557"/>
                <a:gd name="T1" fmla="*/ 47 h 318"/>
                <a:gd name="T2" fmla="*/ 194 w 557"/>
                <a:gd name="T3" fmla="*/ 156 h 318"/>
                <a:gd name="T4" fmla="*/ 249 w 557"/>
                <a:gd name="T5" fmla="*/ 85 h 318"/>
                <a:gd name="T6" fmla="*/ 315 w 557"/>
                <a:gd name="T7" fmla="*/ 175 h 318"/>
                <a:gd name="T8" fmla="*/ 329 w 557"/>
                <a:gd name="T9" fmla="*/ 197 h 318"/>
                <a:gd name="T10" fmla="*/ 528 w 557"/>
                <a:gd name="T11" fmla="*/ 197 h 318"/>
                <a:gd name="T12" fmla="*/ 528 w 557"/>
                <a:gd name="T13" fmla="*/ 289 h 318"/>
                <a:gd name="T14" fmla="*/ 28 w 557"/>
                <a:gd name="T15" fmla="*/ 289 h 318"/>
                <a:gd name="T16" fmla="*/ 28 w 557"/>
                <a:gd name="T17" fmla="*/ 270 h 318"/>
                <a:gd name="T18" fmla="*/ 28 w 557"/>
                <a:gd name="T19" fmla="*/ 197 h 318"/>
                <a:gd name="T20" fmla="*/ 28 w 557"/>
                <a:gd name="T21" fmla="*/ 159 h 318"/>
                <a:gd name="T22" fmla="*/ 111 w 557"/>
                <a:gd name="T23" fmla="*/ 47 h 318"/>
                <a:gd name="T24" fmla="*/ 111 w 557"/>
                <a:gd name="T25" fmla="*/ 0 h 318"/>
                <a:gd name="T26" fmla="*/ 90 w 557"/>
                <a:gd name="T27" fmla="*/ 31 h 318"/>
                <a:gd name="T28" fmla="*/ 7 w 557"/>
                <a:gd name="T29" fmla="*/ 142 h 318"/>
                <a:gd name="T30" fmla="*/ 0 w 557"/>
                <a:gd name="T31" fmla="*/ 149 h 318"/>
                <a:gd name="T32" fmla="*/ 0 w 557"/>
                <a:gd name="T33" fmla="*/ 159 h 318"/>
                <a:gd name="T34" fmla="*/ 0 w 557"/>
                <a:gd name="T35" fmla="*/ 197 h 318"/>
                <a:gd name="T36" fmla="*/ 0 w 557"/>
                <a:gd name="T37" fmla="*/ 270 h 318"/>
                <a:gd name="T38" fmla="*/ 0 w 557"/>
                <a:gd name="T39" fmla="*/ 289 h 318"/>
                <a:gd name="T40" fmla="*/ 0 w 557"/>
                <a:gd name="T41" fmla="*/ 318 h 318"/>
                <a:gd name="T42" fmla="*/ 28 w 557"/>
                <a:gd name="T43" fmla="*/ 318 h 318"/>
                <a:gd name="T44" fmla="*/ 528 w 557"/>
                <a:gd name="T45" fmla="*/ 318 h 318"/>
                <a:gd name="T46" fmla="*/ 557 w 557"/>
                <a:gd name="T47" fmla="*/ 318 h 318"/>
                <a:gd name="T48" fmla="*/ 557 w 557"/>
                <a:gd name="T49" fmla="*/ 289 h 318"/>
                <a:gd name="T50" fmla="*/ 557 w 557"/>
                <a:gd name="T51" fmla="*/ 197 h 318"/>
                <a:gd name="T52" fmla="*/ 557 w 557"/>
                <a:gd name="T53" fmla="*/ 168 h 318"/>
                <a:gd name="T54" fmla="*/ 528 w 557"/>
                <a:gd name="T55" fmla="*/ 168 h 318"/>
                <a:gd name="T56" fmla="*/ 343 w 557"/>
                <a:gd name="T57" fmla="*/ 168 h 318"/>
                <a:gd name="T58" fmla="*/ 339 w 557"/>
                <a:gd name="T59" fmla="*/ 159 h 318"/>
                <a:gd name="T60" fmla="*/ 270 w 557"/>
                <a:gd name="T61" fmla="*/ 69 h 318"/>
                <a:gd name="T62" fmla="*/ 249 w 557"/>
                <a:gd name="T63" fmla="*/ 38 h 318"/>
                <a:gd name="T64" fmla="*/ 225 w 557"/>
                <a:gd name="T65" fmla="*/ 69 h 318"/>
                <a:gd name="T66" fmla="*/ 194 w 557"/>
                <a:gd name="T67" fmla="*/ 109 h 318"/>
                <a:gd name="T68" fmla="*/ 135 w 557"/>
                <a:gd name="T69" fmla="*/ 31 h 318"/>
                <a:gd name="T70" fmla="*/ 111 w 557"/>
                <a:gd name="T71" fmla="*/ 0 h 318"/>
                <a:gd name="T72" fmla="*/ 111 w 557"/>
                <a:gd name="T7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57" h="318">
                  <a:moveTo>
                    <a:pt x="111" y="47"/>
                  </a:moveTo>
                  <a:lnTo>
                    <a:pt x="194" y="156"/>
                  </a:lnTo>
                  <a:lnTo>
                    <a:pt x="249" y="85"/>
                  </a:lnTo>
                  <a:lnTo>
                    <a:pt x="315" y="175"/>
                  </a:lnTo>
                  <a:lnTo>
                    <a:pt x="329" y="197"/>
                  </a:lnTo>
                  <a:lnTo>
                    <a:pt x="528" y="197"/>
                  </a:lnTo>
                  <a:lnTo>
                    <a:pt x="528" y="289"/>
                  </a:lnTo>
                  <a:lnTo>
                    <a:pt x="28" y="289"/>
                  </a:lnTo>
                  <a:lnTo>
                    <a:pt x="28" y="270"/>
                  </a:lnTo>
                  <a:lnTo>
                    <a:pt x="28" y="197"/>
                  </a:lnTo>
                  <a:lnTo>
                    <a:pt x="28" y="159"/>
                  </a:lnTo>
                  <a:lnTo>
                    <a:pt x="111" y="47"/>
                  </a:lnTo>
                  <a:moveTo>
                    <a:pt x="111" y="0"/>
                  </a:moveTo>
                  <a:lnTo>
                    <a:pt x="90" y="31"/>
                  </a:lnTo>
                  <a:lnTo>
                    <a:pt x="7" y="142"/>
                  </a:lnTo>
                  <a:lnTo>
                    <a:pt x="0" y="149"/>
                  </a:lnTo>
                  <a:lnTo>
                    <a:pt x="0" y="159"/>
                  </a:lnTo>
                  <a:lnTo>
                    <a:pt x="0" y="197"/>
                  </a:lnTo>
                  <a:lnTo>
                    <a:pt x="0" y="270"/>
                  </a:lnTo>
                  <a:lnTo>
                    <a:pt x="0" y="289"/>
                  </a:lnTo>
                  <a:lnTo>
                    <a:pt x="0" y="318"/>
                  </a:lnTo>
                  <a:lnTo>
                    <a:pt x="28" y="318"/>
                  </a:lnTo>
                  <a:lnTo>
                    <a:pt x="528" y="318"/>
                  </a:lnTo>
                  <a:lnTo>
                    <a:pt x="557" y="318"/>
                  </a:lnTo>
                  <a:lnTo>
                    <a:pt x="557" y="289"/>
                  </a:lnTo>
                  <a:lnTo>
                    <a:pt x="557" y="197"/>
                  </a:lnTo>
                  <a:lnTo>
                    <a:pt x="557" y="168"/>
                  </a:lnTo>
                  <a:lnTo>
                    <a:pt x="528" y="168"/>
                  </a:lnTo>
                  <a:lnTo>
                    <a:pt x="343" y="168"/>
                  </a:lnTo>
                  <a:lnTo>
                    <a:pt x="339" y="159"/>
                  </a:lnTo>
                  <a:lnTo>
                    <a:pt x="270" y="69"/>
                  </a:lnTo>
                  <a:lnTo>
                    <a:pt x="249" y="38"/>
                  </a:lnTo>
                  <a:lnTo>
                    <a:pt x="225" y="69"/>
                  </a:lnTo>
                  <a:lnTo>
                    <a:pt x="194" y="109"/>
                  </a:lnTo>
                  <a:lnTo>
                    <a:pt x="135" y="31"/>
                  </a:lnTo>
                  <a:lnTo>
                    <a:pt x="111" y="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文本框 162"/>
          <p:cNvSpPr txBox="1"/>
          <p:nvPr/>
        </p:nvSpPr>
        <p:spPr>
          <a:xfrm>
            <a:off x="2474392" y="1141616"/>
            <a:ext cx="7249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>
                <a:solidFill>
                  <a:prstClr val="white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十分感谢您的聆听</a:t>
            </a:r>
            <a:endParaRPr lang="zh-CN" altLang="en-US" sz="6000" dirty="0">
              <a:solidFill>
                <a:prstClr val="white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68" name="任意多边形 167"/>
          <p:cNvSpPr/>
          <p:nvPr/>
        </p:nvSpPr>
        <p:spPr>
          <a:xfrm>
            <a:off x="427015" y="414946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9" name="任意多边形 168"/>
          <p:cNvSpPr/>
          <p:nvPr/>
        </p:nvSpPr>
        <p:spPr>
          <a:xfrm rot="10800000">
            <a:off x="11270958" y="6209323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0" name="任意多边形 169"/>
          <p:cNvSpPr/>
          <p:nvPr/>
        </p:nvSpPr>
        <p:spPr>
          <a:xfrm rot="10800000" flipH="1">
            <a:off x="427015" y="620932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1" name="任意多边形 170"/>
          <p:cNvSpPr/>
          <p:nvPr/>
        </p:nvSpPr>
        <p:spPr>
          <a:xfrm rot="5690805">
            <a:off x="11267478" y="412452"/>
            <a:ext cx="482880" cy="450654"/>
          </a:xfrm>
          <a:custGeom>
            <a:avLst/>
            <a:gdLst>
              <a:gd name="connsiteX0" fmla="*/ 72281 w 988521"/>
              <a:gd name="connsiteY0" fmla="*/ 797674 h 880801"/>
              <a:gd name="connsiteX1" fmla="*/ 93062 w 988521"/>
              <a:gd name="connsiteY1" fmla="*/ 49528 h 880801"/>
              <a:gd name="connsiteX2" fmla="*/ 986681 w 988521"/>
              <a:gd name="connsiteY2" fmla="*/ 91092 h 880801"/>
              <a:gd name="connsiteX3" fmla="*/ 321662 w 988521"/>
              <a:gd name="connsiteY3" fmla="*/ 257346 h 880801"/>
              <a:gd name="connsiteX4" fmla="*/ 155408 w 988521"/>
              <a:gd name="connsiteY4" fmla="*/ 880801 h 880801"/>
              <a:gd name="connsiteX0-1" fmla="*/ 72281 w 988521"/>
              <a:gd name="connsiteY0-2" fmla="*/ 797674 h 880801"/>
              <a:gd name="connsiteX1-3" fmla="*/ 93062 w 988521"/>
              <a:gd name="connsiteY1-4" fmla="*/ 49528 h 880801"/>
              <a:gd name="connsiteX2-5" fmla="*/ 986681 w 988521"/>
              <a:gd name="connsiteY2-6" fmla="*/ 91092 h 880801"/>
              <a:gd name="connsiteX3-7" fmla="*/ 321662 w 988521"/>
              <a:gd name="connsiteY3-8" fmla="*/ 257346 h 880801"/>
              <a:gd name="connsiteX4-9" fmla="*/ 155408 w 988521"/>
              <a:gd name="connsiteY4-10" fmla="*/ 880801 h 880801"/>
              <a:gd name="connsiteX5" fmla="*/ 72281 w 988521"/>
              <a:gd name="connsiteY5" fmla="*/ 797674 h 880801"/>
              <a:gd name="connsiteX0-11" fmla="*/ 62346 w 895459"/>
              <a:gd name="connsiteY0-12" fmla="*/ 880801 h 880801"/>
              <a:gd name="connsiteX1-13" fmla="*/ 0 w 895459"/>
              <a:gd name="connsiteY1-14" fmla="*/ 49528 h 880801"/>
              <a:gd name="connsiteX2-15" fmla="*/ 893619 w 895459"/>
              <a:gd name="connsiteY2-16" fmla="*/ 91092 h 880801"/>
              <a:gd name="connsiteX3-17" fmla="*/ 228600 w 895459"/>
              <a:gd name="connsiteY3-18" fmla="*/ 257346 h 880801"/>
              <a:gd name="connsiteX4-19" fmla="*/ 62346 w 895459"/>
              <a:gd name="connsiteY4-20" fmla="*/ 880801 h 880801"/>
              <a:gd name="connsiteX0-21" fmla="*/ 117244 w 950357"/>
              <a:gd name="connsiteY0-22" fmla="*/ 886933 h 886933"/>
              <a:gd name="connsiteX1-23" fmla="*/ 54898 w 950357"/>
              <a:gd name="connsiteY1-24" fmla="*/ 55660 h 886933"/>
              <a:gd name="connsiteX2-25" fmla="*/ 948517 w 950357"/>
              <a:gd name="connsiteY2-26" fmla="*/ 97224 h 886933"/>
              <a:gd name="connsiteX3-27" fmla="*/ 283498 w 950357"/>
              <a:gd name="connsiteY3-28" fmla="*/ 263478 h 886933"/>
              <a:gd name="connsiteX4-29" fmla="*/ 117244 w 950357"/>
              <a:gd name="connsiteY4-30" fmla="*/ 886933 h 8869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0357" h="886933">
                <a:moveTo>
                  <a:pt x="117244" y="886933"/>
                </a:moveTo>
                <a:cubicBezTo>
                  <a:pt x="79144" y="852297"/>
                  <a:pt x="-83647" y="187278"/>
                  <a:pt x="54898" y="55660"/>
                </a:cubicBezTo>
                <a:cubicBezTo>
                  <a:pt x="193443" y="-75958"/>
                  <a:pt x="910417" y="62588"/>
                  <a:pt x="948517" y="97224"/>
                </a:cubicBezTo>
                <a:cubicBezTo>
                  <a:pt x="986617" y="131860"/>
                  <a:pt x="422043" y="131860"/>
                  <a:pt x="283498" y="263478"/>
                </a:cubicBezTo>
                <a:cubicBezTo>
                  <a:pt x="144953" y="395096"/>
                  <a:pt x="131098" y="641014"/>
                  <a:pt x="117244" y="886933"/>
                </a:cubicBez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  <a:ln w="254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3" name="Freeform 21"/>
          <p:cNvSpPr/>
          <p:nvPr/>
        </p:nvSpPr>
        <p:spPr bwMode="auto">
          <a:xfrm>
            <a:off x="5172873" y="2962842"/>
            <a:ext cx="1950560" cy="106556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74" name="组合 42"/>
          <p:cNvGrpSpPr/>
          <p:nvPr/>
        </p:nvGrpSpPr>
        <p:grpSpPr>
          <a:xfrm rot="9749835">
            <a:off x="7181506" y="2908440"/>
            <a:ext cx="383835" cy="404907"/>
            <a:chOff x="4197350" y="2182813"/>
            <a:chExt cx="608013" cy="641350"/>
          </a:xfrm>
          <a:solidFill>
            <a:schemeClr val="bg1"/>
          </a:solidFill>
        </p:grpSpPr>
        <p:sp>
          <p:nvSpPr>
            <p:cNvPr id="175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6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7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8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9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0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1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2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3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4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5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6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7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8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9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0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1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2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3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4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5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6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7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8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9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0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1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2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3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4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5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6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7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8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9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0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1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2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3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4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5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6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7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8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9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0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507220" y="2767330"/>
            <a:ext cx="18967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姚舜宇</a:t>
            </a:r>
            <a:endParaRPr lang="zh-CN" altLang="en-US" sz="2800">
              <a:solidFill>
                <a:schemeClr val="bg1"/>
              </a:solidFill>
            </a:endParaRPr>
          </a:p>
          <a:p>
            <a:r>
              <a:rPr lang="en-US" altLang="zh-CN" sz="2800">
                <a:solidFill>
                  <a:schemeClr val="bg1"/>
                </a:solidFill>
              </a:rPr>
              <a:t>2021 7 22</a:t>
            </a:r>
            <a:endParaRPr lang="en-US" altLang="zh-CN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ISPRING_ULTRA_SCORM_COURSE_ID" val="ED9ECA72-C29F-4425-ABB2-CD8FB6B88143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KxNikvs4mgQiQQAADASAAAdAAAAdW5pdmVyc2FsL2NvbW1vbl9tZXNzYWdlcy5sbmetWN1u2zYUvi/QdyAEFNiAzW0HtCiGxIEsMTYRWXIlOU42DAIjMTYRSkz149a72qvsZm+wq13sXXYz7C12SMlJnLaQZAeIDZPK+c7vdw6po5NPqUBrlhdcZsfG68ErA7EslgnPlsfGPDz9/p2BipJmCRUyY8dGJg10Mnz+7EjQbFnRJYPfz58hdJSyooBlMVSr+zXiybExG0WWN52Z7mXkeGMvGpGxMbRkekuzDXLkUn7zw9t3n16/efvt0ctGrgtMMDUdZxcIaaQ3rzoAuaHvORGgYSdy8UVoDNV3PzlvHjrExcaw+dFPeubjc2Oovlvl5r6P3TAKHGLjiASR64U6Fg4OsW0ML2WFVnTNUCnRmrOPqFwxyGPJc4YKwRP9IJawkVWsTZntTU3iRj4OQp9YIfFcYxjIPN98p2FpVa5kDuoKlPCCXgmWaJ1QMfr5bc4KUE1LqCgEf+WKw3/KlPJs0KraNxfEHUeh5zlBhF17u2MMcZYgO6dKTU8U3wywDwA5LVi+h2ykq0yLI1OIfggTMp448AmVCRO+XAn4lH3tmGHIwYxlbVJQI9iH6gqChefbKmigClF0S4vio8yTnfp4mKg2YOJaHpSgFT4ADxXGFhhyzKFv5DmLyzawKQ4Cc4yjkXcBhQy88/pIeGdAt7M+Epc4AIrgoE3GNc/J2FQFryi2rf8tv2KqyllsEI1jkFPhW3NZFbCjQgos0EwrBv3UBPj9HNJGTOcrNK5RIbp6teRrBnbkCctbFUFnsbCtquj9nPwUnZrEwXYEZWV7iyjULU9pTOkGZbJENFnTLGboisW0glrfwLOEJ/qZyrPW/6HivyJaNl3lRdOQXBtfvDjQHhI60EgXNM86UPwR1E47/IKHVQHulSVLb8s2L1Tsm0gMnsSKQ/1ShPuqU13ycqBHj/Tv6U5gYdf0ifc0VVjwtBL1hDm4Fu8s61tErUbsF/gde7ol/6ktCeo5MiLQnEdcdpfAcHJQsxKGveguRdxTUDSrxxHMK5Jd99Dpeg2AK9G+GOcQqh0TziGEPeQXeBSQUPGCXRW8bD1iaXLVCfpyamM40wpWsntuX7FrCac5wei6PmnBxNWZHuyhrBeJHxwEd8Zqg+KCQcu6+MAkwVPwP+mAOZ/ibQTrYbgTiYWsRKLJL/iNHoiQmyplnx8xr3OZ6l1Bi23x1wP55BArauf8Wumsx1Hpjr+d8/uAvvtnOcCmb00iy3QtrC5FiuuioxBQSIXCCYPIMUdKHLiU0jJewcHjWlZZ0hGovtfY+NQEsMbngNE8Xv3z2x8dMR5ZUu+iZvfHXiDQGFQXxXdgP7uyZMUvbSChOdqV04suUs09cCv3799//ff7n62CBIrwSa5btJ5MqUxha9CuF2q8yZkZhqY1mQINAl31ssrhlNsHYWr6Z9AK9YXFGE5pfgN9NJRS9ELRkVb1V/bTfn8Tr0rBM9ZH9rBJpBwOySwybVu/lgDuCR7f1CM3gctX3LyfEHLZGcyamC602Ud4LOFlT0A92bZNCHher+9Zvv580N2tCv1u5+jlg1c9/wNQSwMEFAACAAgArE2KS03wALexAwAAOQ8AACcAAAB1bml2ZXJzYWwvZmxhc2hfcHVibGlzaGluZ19zZXR0aW5ncy54bWzlV19vGjkQf+dTWHvqY9kkTZo0WoiqBFRUAlzY3rVPkVkPrBuvvV3bUPp0n+Y+2H2SG6+BwEHbpT2qShWKwOOZ3/yfiaOrj5kgUyg0V7IRHNePAgIyUYzLSSN4E7efXgREGyoZFUpCI5AqIFfNWpTbkeA6HYIxyKoJwkh9mZtGkBqTX4bhbDarc50X7lYJaxBf1xOVhXkBGqSBIswFneOXmeeggwVCBQD8y5RciDVrNUIij3SrmBVAOEPLJXdOUdEWVKdB6NlGNHmYFMpKdq2EKkgxGTWC39on7rPk8VA3PAPpYqKbSHRkc0kZ484KKob8E5AU+CRFc89PAzLjzKSN4OTUoSB3uI1SYnvXqUO5VhgDaRbwGRjKqKH+6PUZ+Gj0kuBJbC5pxpMYb4jzvxHcxPfDbuemdd/rx63h/av4tutt2EMobr2N9xCKO3G3VYn/1btB667b6b2+j/v9btwZPEphiDY8jMLNEEQYKmWLBFYRiExqs5GkXGDR/ScuGgyWraDFBGLV5piVMRUaAvI+h8nvlgpu5ljdR1jdDwD5S51DYu5cHhqBKSwEj3AeEA3D5KxyfPZilePziw3XQ6/90a2dVkbUGJqkWA1IK02LwnXSkm2s5IZr7kxGSrCVQ5CNgPVoBms1Pnzgso2cxwEZYxIEuvqy4FQEhBt0PVkJazvShpuyl9rrnASxsOmB3A63QpGktNAbEV9F3VVy0vxTWcHIXFki+AMQowjmzmb4KwWyXvJkXKispGJTGqIFR41TDjNgVz6QHvBzit6hisyiJE6AXIDxGj5Y/omMYKwKxAU6xXmBdK49fn0v4Jxq/QhKlzY+8YXf6d203j5xDlI2pTLZExwTDlluDoJP50Qqs5TDcCTUaiiTwjgr76r4Vv/2NGieWeHT/H8nYw36gCk5jJZ9EvNVCyqrTem0bETXXCU0tiDHlHhMvEhwXHBpoSpgQiVRUswJTXAka9fWU66sRopvYA+tv91CL0+4LE8THG2osWBQVII8Oj55dnr2/PzixWU9/Oevv59+UWixrAaCOnV+W11/dr19ReoLS25Ltq2KzNUc29K6exMvFsz2CI5Ctxp2b4pyof2Mi6L/JsY4tarkc3DX+qMKXw8DVqnkWsNKcP0qXP3XVbju/BIcrC3ASibg0Jz4IYBjU/CMY7kcrAV+SEF+178uvpoPU5A/b8i+p4d/lYj50+r9sPFgiMKdby13k3HJM4yj2zerB1rz7PQInyA7r2o1RNt87jZr/wJQSwMEFAACAAgArE2KSzgBcUK0AgAAVAoAACEAAAB1bml2ZXJzYWwvZmxhc2hfc2tpbl9zZXR0aW5ncy54bWyVVm1v2jAQ/r5fgdh30nUvbJKL1FImVWJrtVZ8d5IjsXDsyHbo+PfzK3EggQyrEn7ueXzn891RJHeELT5MJijjlItXUIqwQhokYBOS303TRinOZhlnCpiaMS4qTKeLjz/tByWWeU3F9yDGarY4g9bN3H7GSLyPr3OzhgQZr2rMDmte8FmKs10heMPyq6GVhxoEJWynmTc/5svVoANKpHpSUHViWn03a5ykFiAlmJC+rcy6qqI4BRo83djPSE3r6vLtT2R7IomysvtPZg3JalzASZJvzRrmM316VzA367JAwV+lqZ9vzRqkUnwA0T388YtZgwpeN/X/1EgteGES2tVcfsSjhnKc6/YzUd2YdVVgLmQcXX0Fnx5718eI5L/GfY9MuwpOX0xeTwaCefSUwkKJBlASds4mS/7+3CjdH8EeIy3nRcf8ghsZs1qs5f2Bd8LyiOSBlrHhtKlg6cKNiF285S+XD3ZSLLaYSs89YlGAAvYejCJswZb5W2f1jBmBLfOVkhyeGT2c0U8tThNe+AH7t7ycfG0FhvU25CvsgtV4Wpu+lZFrDwROxXNYSBPOG6nAvBpKLOZCSs5iQgzvSYEV4eyX4aUHexmJkhODL7T+skKKKAp91WZj1DM6fi+77xajt3ar0f0mtJdz+4nSI/xuipXCWVnp3yQ5nXid7hGdmGnSrzBDUtNBPLEtjzTW95CowmIH4o1zOtYN4wrk2OO5a60hOkqiHKCkP8vIH9KXftZUKYiVfjUCoWy6mOOVpCip/lMbAu+QdwUDRqdUpT6OYXKsygjwJQBYZOWxANzOmaqGKkJhD6H1I8DeeOhqSOoiHaq3e7WGrYorziOjStJPirZUYl7X0CPY6Lj6Fc4youwVTqW9WqfzwxCOju7M5TDOTPXFJAf4auocre3nSdSg+W/yH1BLAwQUAAIACACsTYpLOD/HHIQDAABKDgAAJgAAAHVuaXZlcnNhbC9odG1sX3B1Ymxpc2hpbmdfc2V0dGluZ3MueG1s3Vdfb9MwEH/vp7CCeKTZxmBjSjuhLdUqylrW8O9pcuNrY+bYIbZbyhOfhg/GJ+Ect91Kx0gRQwhVU5fz3e/ufnfnS6PjT7kgUyg1V7IV7DZ3AgIyVYzLSSt4nXQeHQZEGyoZFUpCK5AqIMftRlTYkeA6G4IxqKoJwkh9VJhWkBlTHIXhbDZrcl2U7lQJaxBfN1OVh0UJGqSBMiwEneOXmReggwVCDQD8y5VcmLUbDUIij/RSMSuAcIaRS+6SouLM5CIIvdaIpleTUlnJTpRQJSkno1bwoLPnPksdj3TKc5COEt1GoRObI8oYd0FQMeSfgWTAJxlGe7AfkBlnJmsFe/sOBbXDTZQK22dOHcqJQgqkWcDnYCijhvpH78/AJ6OXAi9ic0lzniZ4Qlz6reA0uRz2uqfx5Xk/iYeXZ8nLno9hC6MkfpdsYZR0k15cS//s/SC+6HXPX1wm/X4v6Q6urZCitQyjcJ2CCKlStkxhxUBkMpuPJOUCe+4HXjQY7FpBywkkqsOxKmMqNATkQwGTV5YKbubY3DvY3FcAxXNdQGouXB1agSktBNdwHhADw+Ksavzk2arGB4drqYfe+3Vat0YZUWNommE3oKwKLQpvipZqYyXXUnPPZKQEWyU0RpYF5vK85FQEhBvMLV2dGseA6XCB/Dvb3eZYmo3k0oyWeo3DFY+uN9P2W2UFI3NlieBXQIwiWA2b438ZkJtNTMalyiupoNoQLTgDMuUwA3bsqfGAP3P0Hl3kFi1xpAsBxnv4aPlnMoKxKhEX6BQvAJRz7fGbWwEXVOtrULqM8aFv5e75afzuoUuQsimV6ZbgWELIC3Mv+HROpDJLO6QjpVZDVRTGWXVWJ7fm75dB89wKX+Y/XYwb0PdYkvvxsk1hfhlBbbcZnVaD6IargsYR5FgSj4kHKY47lxbqAqZUEiXFnNAUL1ntxnrKldUo8QPsofXvR+jtCZfV0wT3MXosGZS1IHd29x7vP3l6cPjsqBl++/L10Z1Gi/UzENS58/vn5KcL6xdWd6ytDduOKnPXc2zD6+27dbEyNq/gKHQX9u13f7Wi/s7V33+dYOZxnQoNLuI3dfTOkYJaTRQPa8H162j1X9TRuvBrbXBjpdUKAa/BiR9rvAgFzzk2wL019V9psbtfL3wD/qEW+3dJuHPO/lsO/NPqPXztxTsKb/3N0kD5+u+/duM7UEsDBBQAAgAIAKxNikvQmuqLlwEAAB4GAAAfAAAAdW5pdmVyc2FsL2h0bWxfc2tpbl9zZXR0aW5ncy5qc42UTU8CMRCG7/yKTb0agviBejOCiQkHE7kZD2UZlg3dtmnLChL+uzsFYdudFTuX7Ztn3+lMM912kmqxlCWPydZ/+/1buPcaoObMCi5DXbToBerMinwGk7wAkUtgEVL+/nqUdyeCMmbSm04372hra35MEbQmNENoltBKQvsitDVqcy5sXfwOCjsUtS+o1uXpyjklu6mSDqTrSmUK7hl28eJXvb4IViWYM+icpxCYDvxqI0+OtwOMOpeqQnO5GatMdac8XWZGreSsLf9io8FU973cA72HwfMosBO5da8Oijjx6B6jndQGrIVD3rsRBgkLPgVR8+359QcaGDcLiugyt7n7pZ+uMOq05hk0u9THCDFZeTW4AUaTc7B2e+K6jxEQgm/ANKyGNxgBqPRK/+MCtVEZdqSBNnt+RIXis1xmh9Q9DJLDw6JtW/dOhfrjD1kwQioaoQUxkUXbu0FNfTy5jpxcG6UdU78KSpSUqChRU2J5FIPzuPglwf1HwrhzPF0U1QNRvY1VJ7hZgpkoJaoCPs8dNc7V2f0AUEsDBBQAAgAIAKxNiks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KxNikvZnKM3dAAAAHQAAAAcAAAAdW5pdmVyc2FsL2xvY2FsX3NldHRpbmdzLnhtbLOxr8jNUShLLSrOzM+zVTLUM1BSSM1Lzk/JzEu3VQoNcdO1UFIoLknMS0nMyc9LtVXKy1dSsLfjssnJT07MCU4tKQEqLFYoyEmsTC0KSc0FMkpS/RJzgSpfzJj4or/9acfsZy39zyatfTZl39OZK5T07bg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KxNiktfiFvqaggAAJEgAAApAAAAdW5pdmVyc2FsL3NraW5fY3VzdG9taXphdGlvbl9zZXR0aW5ncy54bWy1Wktv48gRvudXNBQskACB9aBeDjQK+GjZxMiUVqTtmQSBQIltiTDJVsiWZrzQIYcFNrdFghwS5JRLkEuOOQVI/kuAnWz+RaqbpEXKkkzaE3FsDKvrq6quVz/kXnTvBuo6YtR3v7KZSwOTMOYGi6j/A4R6c+rRcBySiLCouqPcuoFDP+jBHeU0oEbMDhw7dFQ+GvVraCA+qNuRu1oX3ppKs4E6TdzAXaThlgpj55J2LqkwpjXqaq+6JyKWG5I5Cdhhqb1qbvQpQA8iEjI9cMjHvpTnzg7lZ3AR2o4LfFG/3eTPNtW61Zr8Qc16q9PC24YsSVIbqS2trtW2nc55R64jXGu2atJW6TakhoTqrVb9vL2tdxotCd4G522Q0sTnbdTsNJsNbdvADUAjWVa0hrrtSOf1ugzacPdc3Q4GSqdWQ/V6XWpq21ZbGig1BNwSyJClLnegpEmK1N7KilzvSmigDpRBc4s13FZbqNvA7Vpt21QUqVbbOXc3u6y7dtTC00nd+YzAgyE4OMpzq3oguXrzdRgCs0X8lWczggLbJ28q3//ht99/+813v/nTp6+//fS7v336/T+/++NfK0mKinROAalleWpMBDIX1z8orVcVYymjsC1bHFk6cp03ldmaMRqczWnAwOCzgIa+7VX6P4zzJ5ldESTdkLAM7s6ek526jvgUhSW6IKfhOQWaU39lBw9DuqBnM3t+vwjpOnAKmbl8WJHQc4N74K6dd1R8UpHnRkxnxM/Zh7v8KQ5bQc+KCDevjflTCOnZM+KlGmviUwK3U/m8R/agGzdymYDKdf6cgq7sBdkLQIM/pzEBaMmDOvx5HsTIRwbsEm8Bp3V49gMJ80rilnkSRVfrVdl8WoV0wZ2dxz0f6EecR6EDBQtuYY0/hUB8glxhoSglbhPz1/YYk9f9XtLzQQsEN9tcEpIQOVam6uhqLBvvp8PRxWiq6BeVvhpXJeJl+aNGu/ux3mr/uFdNcAUlmVfycJiXhYSwVq2YLMOajIZTEIiHUwO/syp9/rs0dHRtDXUDV/rJf0oLGE/wTaXPfxeBXk8m2LCm5lDX8FQ3p8bIEn4ZYgtrlf57ukZLe0MQo2jjkg+ILQmC9uyGBEWe64gB3rLdYE0K6NNGV7JuTCfYtCa6aukjo9I3aRg+/ERIttdsCcmztCPkuJE984gj1EKKiHHeXkC72KMh+MeWLnBS33aDsyLaJ/KtblxMrdFoaE6xoaWUSh8HDtJCm2sqL2gim3gCMkIb1vKXwaci+4QEJHteaSGX+sXlEH4sbsilu1h68MNeYM0YQ0jGJCgAhMTBE8g607wdTTTuQ1CIbLSyo+gDDZ1c0mRDV0C2bqgjSE3Vysi3uJhUNgTeDeaQOmTOCsi7wqYpX+CpMnoHOQ61OSoJGr2FknxbEvQem1BD2CwAM+Qb/ULmFcHLMC2QtAbnNs937wHZ8znguDc3Ll1HQOEehjIR1RidldZk4i+vIZC6PDxS7bFgcLZ4W7gbAqaEDixzBXRBG1KxxrPry2v959OBrA+xNoV000a3U0t0Sa7Utx9QQBmynY0dzAmakbm9hkp4gDHHdcQYj7ww4Vdr9ytks6T/fJG0LkPD7754gUm5hnfAMtgxgzLYpqzYc9q525IZvNAQnutHrSjigBebYKrYkCf66POEKHL9tRd36c8RqEfjygbrWTte76/iYfs/GGPGLVjRoaMpLi0FwrAS8yUHFk+vFFA3BqBuHPdzaPj8lFpKgDFKZBgUvULMDXguZ8gNeLSciFusmLoFm61bMuOnjwJgUatx1A7Hm58RPQKH9MdSnZE7Cvslj9ibeCMDa5cIf5EoZ7ZKuaXF0q0hGG6AzEWcVCDVc31+hiom9voKp66IV4PcfG7p2nNEdXvuvVgRwM9rnzzdh92F1BdUz47SvI4XpZ+90pB4ipNY77jcBuKxQAvHKlOfr4qYieWJejlVZUPF/ETB69krjoPq4D4ZWuZ0KCtcApSJb7P5ElbhO37OKy4rPhFoeCCDvGTyJrHD+fLfv/5LcTF79sRUlFB/WlYOFD/vmvhR3i8Mykj0ywJyLFnJQ8VLQWByoEqh//nXP/77578XweqQn5/lxGLHq5JPfX7DVUg1VEASRdmyZPXyCorEFDVB1yFsBUsKuZInb6Hvia1+pX9lh/fQNy1KvbKChON5arLSNuxOuGvmuQEpCX/1QsQnb+njqaxp4ugPJeq58/t49XXg/JLc8iGPLsrIUy9lA5rznkjiuKy8TLG2pU0LOkL8vusHm4NL3SNhd5/i2dDCWe56JmAh9cb8YuvpTS4w8Hs4SOM+C/mJPn3LckRL+iGJXcKVpexzjsGEMd8qZnh3tH3uCS8dJ8OaEPb5bqgHi4IaTybDnqfvo1RVEde+/TvbixLEI+2J4XDGSoYylu+I+/wG+cie8GeI+/wmX1BGcKh7AtofySLTqzjFDrP0IoEDHhKIFpXwpG95Hm7BkF/JRhmTEkKe06cO6Yt10XJ9ktQyp2UNrh6xuBc8bl2uOGb2IKYd8a8ccgO73K2eTt4ec5lHjme2mAfUXzb64v1Q+ic8h/I//upg3xkxFbGHFXlTgUOIPV/yNh9VUCLjTYW7M/5+5hhulTYz3ssySGHNaagvmrno5aVUBryFl1NF41I/DepVn/ipVz0VoV4i9ngAg7U/IyGGHHBJmpx5WpZ7md6C3YjNaB52ZDCLZ0sQHcDpKMVkCLm0Ehuqx6SK37IMsK1krkc2JG1UGULGN6en34ugOE7ntsyG5I5lszuhlC6CpNPtUjHLnR84ChOnsYO4eKRk0TF7FonpH+hW6dKTUXZgNUrbNM/3LGtMyGXuAWXAeywAvWp2lYUu9eRb1n0aQEHe0b86+B9QSwMEFAACAAgArE2KS+9ftoEPFgAASHUAABcAAAB1bml2ZXJzYWwvdW5pdmVyc2FsLnBuZ+3da1hSWb8AcMtuY95mpryUik3TZbqZ42ipKdplmrLUMk0zJcUkw2sGKAiUltpU+nbzUipdpsy8kJriDdE0qZykJhUShYzUhAAVN6Cw4dCpec/M1Puc53w437bPI4rutX9rr73W2v/1/8A64+u93chgkYGenp7Rjl+27tXTm9Wup6ffOW+O7i/3W/1v6H7MSNy7fbNeRZfVqO7NLJTnbk89vcrs+eqw2br3X8X/EpSop2fc9uF7BjPuboSe3vGBHVs99yWFigd8zq7BDXQMyq6mzGjWo6XOT1iKWnFztdFW332b32wO95hn4BmybcGZuq++yzu9c8GpX+bN+vrS7p9s897fHDcBlYXKTr8fSqf3+4OoBlWzsdVPxYThyX0Ih5ey+lLVJo4RiS7rcm3cwEtCKvrQ1AGQNHRlvxpraHHoxIw5/3ip6PIQBfc03Es2Irsd0Y6PwLVTQvf1rd73Iz4/1iIw/HrffhXGvJ2HF6213zV6+AvH1EXp97QI2Wk4PlFxB/582ennmMsRnx11yLbNo+b+XGDTTlxSh7WEhIU7tOjpG67/y4tHw8mjYSYkrYo/P9w740vVyVzvu/a9J37h5Phqwd+KfiyfM8NzF3j+LqP5/mFiWCK5kWH59/JyS9P2Wfae575w4h9tM2fAZvM2H1ryeZN57jL9tv3zpjy5Uj/VYmzP63K9AL3PTvi/QQaHZkMQBEEQBEEQBEEQBEEQBEEQBEEQBEEQBEEQBEEQBEEQBEEQBEEQBEEQBEEQBEEQBEEQBEEQBEEQBEEQBEEQBEEQBEEQBEEQBEEQBEEQBEEQBEEQBEEQBEEQBEEQBEEQBEEQBEEQBEEQBEEQBEEQBEEQBEEQBEEQBEEQBEEQBEEQBEEQBEEQBEEQBP3/QWOv48gqblcc8wsf/X7I9tEJ2+XzDG5+4XPfL8/wNFSuHPvhNpcZ1RP2j3KHeLpymV+F/+dywrrTpz4DdXXcZYr8vCI3DeeFt2w/SZsZOOOzKnroGmOW/Req/vSE7ZyUBUmrTyw88X+Aog3C4xigXDI1QuG7gZMvG5kwcori8dJsJf2NRbd9KXI/837WUP3TScf+OAUmugsDUxLKTP92iS2jhoZkCX04YM+z6yS4oj+xtMGTqAacxGIqaFFQda3MODyueWpY4oWYvqhX+90JsX4gsyprtIRhGyoAsRXIRCFSClIk1wqRIs6Pf206h7FpEZX/docrUJ1AjHYTYQqD3zti3vx+MZuBS+nIpRqHs9xVZRbY3yx6NwdZv6zB9feJECIQew8puwUDj+xn5Fox7VIG5zeyQwlicoWqFAEeVTyLI8kkChxDNbBNin7CH3EB497ZMdQTKqamGA6Ozs0Cx0glomfWrAZWH6jIZaiH9NnBBEaXpXMH/0XjWp9N4+2xfGby3WIkJagBWONLu6VNTnhHFIutkX/uVRCpj/nm8Vp4mtiVP+WtQHU1dDlSvq6V1rKJhPeXzgTMrQwuO68wuvOhCcYO6ur7K9LvwpstsOnnIYZBx/ph7ilKOLs0L4AcOn6bRH67FFav4i+TsjDG5Ot7mM2bA61lLJK8GqdlZKFPl2MR3YdhKg4zEhlJDwkp5tVWsCW5x/ZcKDldM62lq6Kf/tIYk6G2VsV6EcsA+8tDfq9cgfzbXqyZGFdjbcGoJbYe+funJmdHX+94uYKSMhGJ9EWb0VXvmrkdJVpNQ3b2VJVfaRqnBN7SreCnEd8NsVMOmoCcjDjEjBtvtoPSi7YBqPTdsy+4LD1isaQvaBOzqZzHnky7aNbQN15SfWtVag+ZdqJ7XakySOEP4rb9jqXUXO+t2G/TZ5m2MC8ddY6obIMVnTsqjhk5Fw26CpFHUN9LGtcC9htYxQbhIxurjz8Juh6bMfdds82/u4fKsFu0K0TGavKKI0hlh0ZV9cOiHuKAq7GXnXl7lnqSWX4/hxcWTKUB2JCH3Bgwr5hX4VYTHdVy7/qPpJ28bhUmnTPV7EkrXmIszTDYDvAFvkE37hbS/cOqt1F/PdhGi7NZtfU8S34UNbPLucChCpDeZVAL5LFeZyPpXNzjEZZz15qQY2Z3uQnNLOqWpqRgxbef+m1/xkl8TImXsh6wot3ApbASFktU0sBp/FE60j93fngq5xF5PHBmshiTM6fSRR+lnt4rYJR+t8t1fpRYHA8CJovuSBrN2jsSjli035l5QFUtdy+u4M/3Tvy5L6ZvGreGvlbnZ1YmEqtFAz/TkODIDmleQ7/9pz0zTgav9/WhNA6xjRbDjSUDqBF8fwqf7OOGqcKtyTm4TjdDpXLIT8f6V3R2o7fUiAJWlnY+ui9zz6t7YOuE2mpKiBhn5/A2lCYS2waOuWIdGKSxNNgajZLt/nx0wDuXokBfFIiTPu6pEU+eEzu17W2xjb6irFCUIFumdmO5Kfpb93yYrZ20z7EVPqm8FWBOZ27BkgCfKwWEwspfw4ADEV6h8cROscxJxt8nispum+ecYlQ5LRtk2Ljofhm0Ly+uM9YOPZcvCgdQYuBxH6Cgp3Pcl2ZorL3iOomUJXK6lBineLqa+l6jZMIltT9fL1J4TR1wwLjewXN6BfcnH+0lMDuHFIrr/ZW49x/35thIOWmOSBl/Q85xkws4RVSklpir0YTiR2+n3eTQZ1XGEUXBjRTwPQrHIE9covRvOz14sgIO03q84N2pCGZwuT5gXEhoHCL3PB+nIvQNAXwx2GOCbePaN3mDySppCUPmu9KNkxFKeidGx8E1g3FKkiIE+5hPfsd0B+ReqYH1R6jOTiTYwtBVmTXkw1UanEWgd8I1OkvRXN+bUPFLj+TaoF/A6vQecG9r1bZOs8fpdvfgKdfw8LZ3/kvQSieBh1MTDP/zgbpgGc4QsY/8JKaeais/H5eCVHyYs/QpcqAmoXMEz5LnKJxxwcI5LDpjLQ2pxsSJ7C14d3ji+KkpmyOuvVmOHztpbtTrbq3BVA6TMpJ0rYiZ2J/uNe2aoykFEpniMs9o4dy78rats6lhx0uqjToulFUEs0v5KlLPECAXT/vhAhub1qGl0kIc75URoik5qbAh9EMbqHwXfGqDxhrbgFZk0vIX3eOFhFUHCfciQtzVAwRyBi+Dp9EyLNmVFcXf90rNWnTTw7yedaUOjD6KCWIf41EVlj5IZL/xDwm4Ec1nvOYQdsYM1NaQtxP2gA0DXrGdzStxd/PrqYsBzEQ5jYfXeoWB2hKH9qNjdzuP7uIoHirpXN08sB90E1AHBPHkp7YB/O1CwsBV7qbmWGlSnfpHWF4jot/u40AtYHnQ07t7mcF+K+oMfbIsKSf8sqNKLc/BBM8Kf/PLJnJVefhhD9dXKI5HDmmNG9KLz6qr6WZuVFcPfrUDGKFfShMqe8YtKBH7pDRNk80tqWtJVGflEZriX+xvXdGmaPhvD2AFwrQK/WBGuv09DQFhes3gsMCf5GVaylDQGKBYZTqcyjGLoNNGW90nJ3h8xuREsPOW988Fo2KW4llXZTMD6abAhG00fu+69F7RTme1PwJRHL5H6h46DZQ0F3crLsrRq04VCg0rpzl91PG6qkk5TQRkZXRKpYkP/93568j6QN8eNAxxHmbuXfj2j5vPm7+NF46L+598JybW5rywyc3KGJSvOVuPqharOHhNrVVuyaXLQnvN2KxbvCeegAW5H7Mqy4jb1XzpqjEx51Gv7uqCTRfDzg1aA2cR6jcSzgM8nqLrNN5xNAw/aG7wayP+nbmq550mdGIiZVLVfN9KJN00iVTIFdrdncT4QkVr90j8YvsO/YfdmJHm0fOMQSDlvepAlXSxqD41UMVz3OQEeKD4QQkZm56PWtvlIkZGrqmegR0fYwJ+Sym1Ge9rWMo8JOD5LolWotZmGsGqA5qOsv51ZAn6XrAhTFDTejxJ7k+PAe8xfw0mhUosX024cwWj08o+Lmt2JVHKoO8m9gMb62a3JijRTFzKN905XPeUa1UvXN0FnSyz9r7W/FVkZLxiYfsiTnriqN/y7ITtFXRBb6jW92BqoPasrE/VDli/9NqwHsDcKgT8+esVsylOqYasq1cJIUxewsbvM2scHnZoXQF3Wn/WeNRYTVbPBu2WIpdXjdbrFDVpn4KvvUZWAsSVAqGRuKwcf27jwnYhi3tmk3iUSLft7bq6qINqxq/VLN1FVxE7WWDbyXrg6lrPMo0EaxXs9YpNznqxJx0W9+qdNczzPUN77203OrNm5IFZZqqLue5EGQzRt8j5m1CZblXv6sq3iadtbNfHW+mruqaFxIHF7qfv01IBCdXLONyPVm6jtppwCacLBicESqyV9fZPWzixWm7AcTSH9lX9D9gr4m6UznkWZlpKmQpeaoEoplNKUKsNl/q6lpa5OUW3vtvH+p5zLOUAp5QbwLxO17zqrh7pgEk3Hq2ZF8heXJTg1BRS7LKlTJNVQ3mJct1SduX5IPp4TdofRZHH+D750fGLT4Utq+AKf7gkLQx1UTueokur1lLyxDG9NzVtMM19lZzGICrObFKHkANyy4nkCjKRv3IAxaxnyWdX8mRq7tmjtZiSwhuYMofq4a4D1mSiC2AZ7sWoLU8+P4+ULWAnHLf6NBjc9L1ghBjLfdz5D2mHHNTbf1u1oMdhWXr2qDAhEpxSnsoffIVY+1uPtrbYy9vxwm3YftbkHwoHjXOze7o8gc10xqUHSt9eH/RbNtKld9YwXNxl91PbUIqSeqVmZx/pumUotTBmvYY9d7jo1/qhbQDXJElg/gIdOKuy0zh8YePTVyh3Wf4Au1leM+Dn4wac5Ge7yTkSP8p09wDmVCVXNcxRDb+eABRTS1CZNbQYk5kX0wKJ2qt4g6H+oIiyCpowzzny4+QVYZGkHmeau3XeNW9PR2WeX9ym/OFSufM5ypIXhKcRA+mDZ5/RLp3q0H4juJrZk9g8TDSaO2xGPYCzVFy+vTZCObFKnI8TcI/fsw1wwjNHeEU/Bs0NU6btWX1WfLo3vW5R3aoqMb68Ocsk0i5z4WRJ8YYut8NVdO3gS2KHZ/TBbSKGSTL+9xw/VS/vRbC7vRxc339z6HbBEjmbocEo6lnE2P0vSptbfgdJw/koSYUfu5wWRLAKgQsWl6um6KpkIdpD1eeMM5hUxvTl16pCNz7ANRFMjtzx9ofNrRvPD2e6+8VInIzn5oQtQFMda4ewk1m5ncTC8D+DHMexh/PtrJZligngvRK2KTo7iql9+vYiu3VRUVTtpP1kP7KTBzYMjWjCOIuLBh2By090g95NRgUu9MZ3lL/d51kWPZnFousCsCT/bcGz0PB2Q23PaeyJDJ/qEtHClpLigm5Pqr47aU+DQbTf4L3TNGxyaa1Asce0j2vCOp6Hp6RyCNTZWIpPfll1qw1x8gXdPtriibABcELDww7y085+r+/HH0vXXgyXRl1qM++lTLvweWRp3jqww13TbG8sF4u6nWGHuvmOmyIBkKppJMIWtKfsHp3COS/9eH9Tnre89IETfReICl85Kqi7aim4DF1MoLuShO/RqPQeriI0g6aoo6FuKOSJK+iGcbIx+xRVIHelO+6Yb81VuYlXTexLd8n4etKvtgHL8cxI4US1LpDKcV0+GlPbn4zmDQcyjyEmG3RhxESnHd9t4TF+fphfLvHNtxQOqAuseKAEx5Cpnma1mpCVbY3FHdNuZMOjZ4JkjuHChkTEhvTV7IMLSln1ZkQhWUGPPyLFVkxN+/MPKR7d8XPDVOMWZ+yJVrugBDSxtUmuqjXz05R30agJlHMJsGC5Ta5/9yvzO8KEye4dG8QwHjqbPOKdYzm30mCruAEduh/bGd+n4hSvo7jYAOfqB8/AE1dY1Yi67Uu0cJtWrsrSffcDa/4WwSFVoHDk3I+VQ4mbTVVShkv97C57fmRnIW04JgsTbGef2XN2iI1OP39rP3GvZiKX0aQaCH1NSCqkkoDSRjvyVGc458qj+2brH90nmR7UXdxuU7SPAo0wOQpEaWfqwj6C+AQ2WYr5Bk9LFLOp2HRp/0ysxKG9j7/BPS1mXdeHpy1o2v5pUTI6J5QI9KR1fROsUk7sreA38u2GsEUybNPkH17XwgOtvXSL8Eal3fd0n2kf8vRLnPa7jvVY/3wbypQ/2anJuzBgajybfFAXPsfKd1XzRrylE0T+46MDR6m31ysWhWLu9Cq37WTVHI+ZWp7yePwdSBRkbgRczomJk7F/rYWhOkahlrEQalYVnZmJtpMOSNF8fg1C+wpFGbBqm1U5/0zY6fsfntBUS7wUSVaODWoLrJ0UPz0eD4qAge+2z/6QLFCxXKqGDSsHR58svJrhc6PsuZ92QBM1ugxBwFMEXjymfUXiPa69eVvBkuGM/CLnXIeHH3MBJH0f96mIfQtEyRs7kG/QyTCAujOWeC/CNavLtPFfK3v/e/mYiu98tTQ1cBh9PfnpW9Dt8AQH4YNH8LNAxQDbb3kuyUr3MDoGt7L/c7UntUySPdtggnervJ3NWjeEp6vAvbEjzrFMEVW3RDmzLTXPFju+ja7Y8WGA4MuLxoPCBeyvZZefiIyjUjmjaZxm84fw3g310666yutWkqDb0nWoj+mYkwf1gUV7mfho/Ki0eET9R5y2MpZ/1q6ZA1rexJUJj328ZTZuj3Xzdffbs0KtegROhv/ao4XBQ6pC92lfbIcBl3f45E9efpJfvKs3cSIb2I2WgGuSeQzuBZUeTQHwh6L/TGhYbmQKHvnB14VOaAi83KZsNKPrIgWGZ0bJ/JazKrsRKusHcrmd85bwUWsXHB1N5+dYXUNop9k4T6RVE14LPvEhHVOAUjLCtPGhrfwaXz0cubS3sitF9aFSY0ePCf2ei2SNmiweewOtTX+g6Os/b4uePmB4vQZ+FvESEDlW47tELuxJ+3J6OQamyGq92rmfsiRnbyibZ59xUJt3OlHSxehVxYxWTr0xZ9QR3lcyzbZXNsTSn131MWMDu51eeLht0C4wWSckVny4ykGZ3biMxfzd7SPUaVSA3+r2FqVBNokvUs5TgRHNMiZqNK95ODESY9qIifCSZCJDRxbghAtOoJv4vVbXPuwouZ+6TH6FmnI4bgHhfx4ZsidvGjoZls4BWQv/mlQr4Hqcv8uefn+XWBg2yupgKxO1F5v3wrRX7YkljT2eZbzxkpzpZXPf5FRUyw3P3MYJ+4GKURL3WPSq+B7RmR6/R0Iy0ydfPc1mkBQ/NTbsMpQ9m3rOWhHHMv2Lkot6fZUkCfljQ68mukAzTp0q6F/Q3queXUFIRtjGgu7Jg6fNsR+SQZLBtgyY8kNkMjDNlApkzsx/ZAB1QyKV8zujYk6Wnc3n+cGWmEUfcpWoXfb//I+e/p45s+xf32pZraIFyQeokv3/yH86zrFR6zqD+datX0gHnjg5T7/noY1aANNmKg+x921m+1+x/Pwg7k++a9+3MrRgnOeuGZH/aTfMVgmcUbAMe+2R3xMs48fPK6qNu74oEGyYHw6IKFo1auvsUy3mM7+QomR51FDlItA2gDxGJYNohaRRaoD0vvClXTjrvtL/uH8oCLO7LTyT9KbnvZ7ua8c2760Vmw+l/hdQSwMEFAACAAgArE2KSzeoczFKAAAAawAAABsAAAB1bml2ZXJzYWwvdW5pdmVyc2FsLnBuZy54bWyzsa/IzVEoSy0qzszPs1Uy1DNQsrfj5bIpKEoty0wtV6gAigEFIUBJoRLINUJwyzNTSjJAKizNEIIZqZnpGSW2ShaW5nBBfaCZAFBLAQIAABQAAgAIAKxNikvs4mgQiQQAADASAAAdAAAAAAAAAAEAAAAAAAAAAAB1bml2ZXJzYWwvY29tbW9uX21lc3NhZ2VzLmxuZ1BLAQIAABQAAgAIAKxNiktN8AC3sQMAADkPAAAnAAAAAAAAAAEAAAAAAMQEAAB1bml2ZXJzYWwvZmxhc2hfcHVibGlzaGluZ19zZXR0aW5ncy54bWxQSwECAAAUAAIACACsTYpLOAFxQrQCAABUCgAAIQAAAAAAAAABAAAAAAC6CAAAdW5pdmVyc2FsL2ZsYXNoX3NraW5fc2V0dGluZ3MueG1sUEsBAgAAFAACAAgArE2KSzg/xxyEAwAASg4AACYAAAAAAAAAAQAAAAAArQsAAHVuaXZlcnNhbC9odG1sX3B1Ymxpc2hpbmdfc2V0dGluZ3MueG1sUEsBAgAAFAACAAgArE2KS9Ca6ouXAQAAHgYAAB8AAAAAAAAAAQAAAAAAdQ8AAHVuaXZlcnNhbC9odG1sX3NraW5fc2V0dGluZ3MuanNQSwECAAAUAAIACACsTYpLPTwv0cEAAADlAQAAGgAAAAAAAAABAAAAAABJEQAAdW5pdmVyc2FsL2kxOG5fcHJlc2V0cy54bWxQSwECAAAUAAIACACsTYpL2ZyjN3QAAAB0AAAAHAAAAAAAAAABAAAAAABCEgAAdW5pdmVyc2FsL2xvY2FsX3NldHRpbmdzLnhtbFBLAQIAABQAAgAIAESUV0cjtE77+wIAALAIAAAUAAAAAAAAAAEAAAAAAPASAAB1bml2ZXJzYWwvcGxheWVyLnhtbFBLAQIAABQAAgAIAKxNiktfiFvqaggAAJEgAAApAAAAAAAAAAEAAAAAAB0WAAB1bml2ZXJzYWwvc2tpbl9jdXN0b21pemF0aW9uX3NldHRpbmdzLnhtbFBLAQIAABQAAgAIAKxNikvvX7aBDxYAAEh1AAAXAAAAAAAAAAAAAAAAAM4eAAB1bml2ZXJzYWwvdW5pdmVyc2FsLnBuZ1BLAQIAABQAAgAIAKxNiks3qHMxSgAAAGsAAAAbAAAAAAAAAAEAAAAAABI1AAB1bml2ZXJzYWwvdW5pdmVyc2FsLnBuZy54bWxQSwUGAAAAAAsACwBJAwAAlTUAAAAA"/>
  <p:tag name="ISPRING_PRESENTATION_TITLE" val="2017清新校园黑板风模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WPS 演示</Application>
  <PresentationFormat>宽屏</PresentationFormat>
  <Paragraphs>102</Paragraphs>
  <Slides>13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新蒂下午茶基本版</vt:lpstr>
      <vt:lpstr>新蒂黑板报</vt:lpstr>
      <vt:lpstr>黑体</vt:lpstr>
      <vt:lpstr>方正静蕾简体</vt:lpstr>
      <vt:lpstr>Cambria Math</vt:lpstr>
      <vt:lpstr>MS Mincho</vt:lpstr>
      <vt:lpstr>Calibri</vt:lpstr>
      <vt:lpstr>微软雅黑</vt:lpstr>
      <vt:lpstr>Arial Unicode MS</vt:lpstr>
      <vt:lpstr>Calibri Light</vt:lpstr>
      <vt:lpstr>等线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2017清新校园黑板风模板</dc:title>
  <dc:creator>admin</dc:creator>
  <cp:lastModifiedBy>近水楼台先失月</cp:lastModifiedBy>
  <cp:revision>43</cp:revision>
  <dcterms:created xsi:type="dcterms:W3CDTF">2017-11-12T14:12:00Z</dcterms:created>
  <dcterms:modified xsi:type="dcterms:W3CDTF">2021-07-22T09:43:22Z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BDF09EE0F54648038E093308E0186F57</vt:lpwstr>
  </property>
  <property fmtid="{D5CDD505-2E9C-101B-9397-08002B2CF9AE}" pid="3" name="KSOProductBuildVer">
    <vt:lpwstr>2052-11.1.0.10667</vt:lpwstr>
  </property>
</Properties>
</file>