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3.xml" ContentType="application/vnd.openxmlformats-officedocument.theme+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4.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5.xml" ContentType="application/vnd.openxmlformats-officedocument.theme+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9" r:id="rId1"/>
    <p:sldMasterId id="2147483729" r:id="rId2"/>
    <p:sldMasterId id="2147483732" r:id="rId3"/>
    <p:sldMasterId id="2147483735" r:id="rId4"/>
    <p:sldMasterId id="2147483738" r:id="rId5"/>
    <p:sldMasterId id="2147483741" r:id="rId6"/>
  </p:sldMasterIdLst>
  <p:notesMasterIdLst>
    <p:notesMasterId r:id="rId99"/>
  </p:notesMasterIdLst>
  <p:sldIdLst>
    <p:sldId id="925" r:id="rId7"/>
    <p:sldId id="1247" r:id="rId8"/>
    <p:sldId id="1064" r:id="rId9"/>
    <p:sldId id="835" r:id="rId10"/>
    <p:sldId id="1258" r:id="rId11"/>
    <p:sldId id="1251" r:id="rId12"/>
    <p:sldId id="820" r:id="rId13"/>
    <p:sldId id="531" r:id="rId14"/>
    <p:sldId id="532" r:id="rId15"/>
    <p:sldId id="802" r:id="rId16"/>
    <p:sldId id="838" r:id="rId17"/>
    <p:sldId id="839" r:id="rId18"/>
    <p:sldId id="858" r:id="rId19"/>
    <p:sldId id="859" r:id="rId20"/>
    <p:sldId id="860" r:id="rId21"/>
    <p:sldId id="861" r:id="rId22"/>
    <p:sldId id="862" r:id="rId23"/>
    <p:sldId id="830" r:id="rId24"/>
    <p:sldId id="554" r:id="rId25"/>
    <p:sldId id="840" r:id="rId26"/>
    <p:sldId id="709" r:id="rId27"/>
    <p:sldId id="843" r:id="rId28"/>
    <p:sldId id="560" r:id="rId29"/>
    <p:sldId id="842" r:id="rId30"/>
    <p:sldId id="807" r:id="rId31"/>
    <p:sldId id="1248" r:id="rId32"/>
    <p:sldId id="914" r:id="rId33"/>
    <p:sldId id="1081" r:id="rId34"/>
    <p:sldId id="879" r:id="rId35"/>
    <p:sldId id="880" r:id="rId36"/>
    <p:sldId id="881" r:id="rId37"/>
    <p:sldId id="882" r:id="rId38"/>
    <p:sldId id="883" r:id="rId39"/>
    <p:sldId id="885" r:id="rId40"/>
    <p:sldId id="886" r:id="rId41"/>
    <p:sldId id="1252" r:id="rId42"/>
    <p:sldId id="1076" r:id="rId43"/>
    <p:sldId id="1255" r:id="rId44"/>
    <p:sldId id="1066" r:id="rId45"/>
    <p:sldId id="1067" r:id="rId46"/>
    <p:sldId id="1068" r:id="rId47"/>
    <p:sldId id="1070" r:id="rId48"/>
    <p:sldId id="1072" r:id="rId49"/>
    <p:sldId id="1071" r:id="rId50"/>
    <p:sldId id="1069" r:id="rId51"/>
    <p:sldId id="1073" r:id="rId52"/>
    <p:sldId id="1074" r:id="rId53"/>
    <p:sldId id="1078" r:id="rId54"/>
    <p:sldId id="898" r:id="rId55"/>
    <p:sldId id="976" r:id="rId56"/>
    <p:sldId id="1012" r:id="rId57"/>
    <p:sldId id="1260" r:id="rId58"/>
    <p:sldId id="1259" r:id="rId59"/>
    <p:sldId id="1250" r:id="rId60"/>
    <p:sldId id="918" r:id="rId61"/>
    <p:sldId id="1256" r:id="rId62"/>
    <p:sldId id="921" r:id="rId63"/>
    <p:sldId id="908" r:id="rId64"/>
    <p:sldId id="909" r:id="rId65"/>
    <p:sldId id="910" r:id="rId66"/>
    <p:sldId id="911" r:id="rId67"/>
    <p:sldId id="912" r:id="rId68"/>
    <p:sldId id="1257" r:id="rId69"/>
    <p:sldId id="1061" r:id="rId70"/>
    <p:sldId id="1057" r:id="rId71"/>
    <p:sldId id="1059" r:id="rId72"/>
    <p:sldId id="1262" r:id="rId73"/>
    <p:sldId id="1060" r:id="rId74"/>
    <p:sldId id="1040" r:id="rId75"/>
    <p:sldId id="1028" r:id="rId76"/>
    <p:sldId id="1029" r:id="rId77"/>
    <p:sldId id="1030" r:id="rId78"/>
    <p:sldId id="1031" r:id="rId79"/>
    <p:sldId id="1032" r:id="rId80"/>
    <p:sldId id="1034" r:id="rId81"/>
    <p:sldId id="1035" r:id="rId82"/>
    <p:sldId id="1041" r:id="rId83"/>
    <p:sldId id="1043" r:id="rId84"/>
    <p:sldId id="1044" r:id="rId85"/>
    <p:sldId id="1045" r:id="rId86"/>
    <p:sldId id="1046" r:id="rId87"/>
    <p:sldId id="1047" r:id="rId88"/>
    <p:sldId id="1048" r:id="rId89"/>
    <p:sldId id="1049" r:id="rId90"/>
    <p:sldId id="1050" r:id="rId91"/>
    <p:sldId id="1051" r:id="rId92"/>
    <p:sldId id="1052" r:id="rId93"/>
    <p:sldId id="1053" r:id="rId94"/>
    <p:sldId id="1054" r:id="rId95"/>
    <p:sldId id="887" r:id="rId96"/>
    <p:sldId id="928" r:id="rId97"/>
    <p:sldId id="828" r:id="rId98"/>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chenyin_hit@outlook.com" initials="c" lastIdx="1" clrIdx="0">
    <p:extLst>
      <p:ext uri="{19B8F6BF-5375-455C-9EA6-DF929625EA0E}">
        <p15:presenceInfo xmlns:p15="http://schemas.microsoft.com/office/powerpoint/2012/main" userId="38a608ee96028f9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0644" autoAdjust="0"/>
    <p:restoredTop sz="84329" autoAdjust="0"/>
  </p:normalViewPr>
  <p:slideViewPr>
    <p:cSldViewPr snapToGrid="0">
      <p:cViewPr varScale="1">
        <p:scale>
          <a:sx n="66" d="100"/>
          <a:sy n="66" d="100"/>
        </p:scale>
        <p:origin x="471" y="45"/>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6" Type="http://schemas.openxmlformats.org/officeDocument/2006/relationships/slide" Target="slides/slide10.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viewProps" Target="viewProps.xml"/><Relationship Id="rId5" Type="http://schemas.openxmlformats.org/officeDocument/2006/relationships/slideMaster" Target="slideMasters/slideMaster5.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slide" Target="slides/slide32.xml"/><Relationship Id="rId46" Type="http://schemas.openxmlformats.org/officeDocument/2006/relationships/slide" Target="slides/slide40.xml"/><Relationship Id="rId59" Type="http://schemas.openxmlformats.org/officeDocument/2006/relationships/slide" Target="slides/slide53.xml"/><Relationship Id="rId67" Type="http://schemas.openxmlformats.org/officeDocument/2006/relationships/slide" Target="slides/slide61.xml"/><Relationship Id="rId103" Type="http://schemas.openxmlformats.org/officeDocument/2006/relationships/theme" Target="theme/theme1.xml"/><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slide" Target="slides/slide48.xml"/><Relationship Id="rId62" Type="http://schemas.openxmlformats.org/officeDocument/2006/relationships/slide" Target="slides/slide56.xml"/><Relationship Id="rId70" Type="http://schemas.openxmlformats.org/officeDocument/2006/relationships/slide" Target="slides/slide64.xml"/><Relationship Id="rId75" Type="http://schemas.openxmlformats.org/officeDocument/2006/relationships/slide" Target="slides/slide69.xml"/><Relationship Id="rId83" Type="http://schemas.openxmlformats.org/officeDocument/2006/relationships/slide" Target="slides/slide77.xml"/><Relationship Id="rId88" Type="http://schemas.openxmlformats.org/officeDocument/2006/relationships/slide" Target="slides/slide82.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 Id="rId57" Type="http://schemas.openxmlformats.org/officeDocument/2006/relationships/slide" Target="slides/slide51.xml"/><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slide" Target="slides/slide46.xml"/><Relationship Id="rId60" Type="http://schemas.openxmlformats.org/officeDocument/2006/relationships/slide" Target="slides/slide54.xml"/><Relationship Id="rId65" Type="http://schemas.openxmlformats.org/officeDocument/2006/relationships/slide" Target="slides/slide59.xml"/><Relationship Id="rId73" Type="http://schemas.openxmlformats.org/officeDocument/2006/relationships/slide" Target="slides/slide67.xml"/><Relationship Id="rId78" Type="http://schemas.openxmlformats.org/officeDocument/2006/relationships/slide" Target="slides/slide72.xml"/><Relationship Id="rId81" Type="http://schemas.openxmlformats.org/officeDocument/2006/relationships/slide" Target="slides/slide75.xml"/><Relationship Id="rId86" Type="http://schemas.openxmlformats.org/officeDocument/2006/relationships/slide" Target="slides/slide80.xml"/><Relationship Id="rId94" Type="http://schemas.openxmlformats.org/officeDocument/2006/relationships/slide" Target="slides/slide88.xml"/><Relationship Id="rId99" Type="http://schemas.openxmlformats.org/officeDocument/2006/relationships/notesMaster" Target="notesMasters/notesMaster1.xml"/><Relationship Id="rId101"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tableStyles" Target="tableStyle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slideMaster" Target="slideMasters/slideMaster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commentAuthors" Target="commentAuthors.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3" Type="http://schemas.openxmlformats.org/officeDocument/2006/relationships/slideMaster" Target="slideMasters/slideMaster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B985576-4A6D-465D-9214-88948257096B}" type="datetimeFigureOut">
              <a:rPr lang="zh-CN" altLang="en-US" smtClean="0"/>
              <a:t>2022/4/14</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B9CF866-13C9-458A-AB47-F918D686346D}" type="slidenum">
              <a:rPr lang="zh-CN" altLang="en-US" smtClean="0"/>
              <a:t>‹#›</a:t>
            </a:fld>
            <a:endParaRPr lang="zh-CN" altLang="en-US"/>
          </a:p>
        </p:txBody>
      </p:sp>
    </p:spTree>
    <p:extLst>
      <p:ext uri="{BB962C8B-B14F-4D97-AF65-F5344CB8AC3E}">
        <p14:creationId xmlns:p14="http://schemas.microsoft.com/office/powerpoint/2010/main" val="252012247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幻灯片图像占位符 1"/>
          <p:cNvSpPr>
            <a:spLocks noGrp="1" noRot="1" noChangeAspect="1" noTextEdit="1"/>
          </p:cNvSpPr>
          <p:nvPr>
            <p:ph type="sldImg"/>
          </p:nvPr>
        </p:nvSpPr>
        <p:spPr>
          <a:ln/>
        </p:spPr>
      </p:sp>
      <p:sp>
        <p:nvSpPr>
          <p:cNvPr id="2457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Arial" panose="020B0604020202020204" pitchFamily="34" charset="0"/>
            </a:endParaRPr>
          </a:p>
        </p:txBody>
      </p:sp>
      <p:sp>
        <p:nvSpPr>
          <p:cNvPr id="2458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60220">
              <a:defRPr sz="1100" b="1">
                <a:solidFill>
                  <a:schemeClr val="tx1"/>
                </a:solidFill>
                <a:latin typeface="Times New Roman" panose="02020603050405020304" pitchFamily="18" charset="0"/>
                <a:ea typeface="楷体_GB2312" pitchFamily="49" charset="-122"/>
              </a:defRPr>
            </a:lvl1pPr>
            <a:lvl2pPr marL="826908" indent="-317431" defTabSz="1060220">
              <a:defRPr sz="1100" b="1">
                <a:solidFill>
                  <a:schemeClr val="tx1"/>
                </a:solidFill>
                <a:latin typeface="Times New Roman" panose="02020603050405020304" pitchFamily="18" charset="0"/>
                <a:ea typeface="楷体_GB2312" pitchFamily="49" charset="-122"/>
              </a:defRPr>
            </a:lvl2pPr>
            <a:lvl3pPr marL="1276074" indent="-252358" defTabSz="1060220">
              <a:defRPr sz="1100" b="1">
                <a:solidFill>
                  <a:schemeClr val="tx1"/>
                </a:solidFill>
                <a:latin typeface="Times New Roman" panose="02020603050405020304" pitchFamily="18" charset="0"/>
                <a:ea typeface="楷体_GB2312" pitchFamily="49" charset="-122"/>
              </a:defRPr>
            </a:lvl3pPr>
            <a:lvl4pPr marL="1783963" indent="-252358" defTabSz="1060220">
              <a:defRPr sz="1100" b="1">
                <a:solidFill>
                  <a:schemeClr val="tx1"/>
                </a:solidFill>
                <a:latin typeface="Times New Roman" panose="02020603050405020304" pitchFamily="18" charset="0"/>
                <a:ea typeface="楷体_GB2312" pitchFamily="49" charset="-122"/>
              </a:defRPr>
            </a:lvl4pPr>
            <a:lvl5pPr marL="2295027" indent="-252358" defTabSz="1060220">
              <a:defRPr sz="1100" b="1">
                <a:solidFill>
                  <a:schemeClr val="tx1"/>
                </a:solidFill>
                <a:latin typeface="Times New Roman" panose="02020603050405020304" pitchFamily="18" charset="0"/>
                <a:ea typeface="楷体_GB2312" pitchFamily="49" charset="-122"/>
              </a:defRPr>
            </a:lvl5pPr>
            <a:lvl6pPr marL="2752128"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209229"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666330"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4123430"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1060220" rtl="0" eaLnBrk="1" fontAlgn="base" latinLnBrk="0" hangingPunct="1">
              <a:lnSpc>
                <a:spcPct val="100000"/>
              </a:lnSpc>
              <a:spcBef>
                <a:spcPct val="0"/>
              </a:spcBef>
              <a:spcAft>
                <a:spcPct val="0"/>
              </a:spcAft>
              <a:buClrTx/>
              <a:buSzTx/>
              <a:buFontTx/>
              <a:buNone/>
              <a:tabLst/>
              <a:defRPr/>
            </a:pPr>
            <a:fld id="{8E70F05F-B421-4EEC-A43E-675C7C4F757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1060220" rtl="0" eaLnBrk="1" fontAlgn="base" latinLnBrk="0" hangingPunct="1">
                <a:lnSpc>
                  <a:spcPct val="100000"/>
                </a:lnSpc>
                <a:spcBef>
                  <a:spcPct val="0"/>
                </a:spcBef>
                <a:spcAft>
                  <a:spcPct val="0"/>
                </a:spcAft>
                <a:buClrTx/>
                <a:buSzTx/>
                <a:buFontTx/>
                <a:buNone/>
                <a:tabLst/>
                <a:defRPr/>
              </a:pPr>
              <a:t>1</a:t>
            </a:fld>
            <a:endPar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310990775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13AA36-BB1E-4090-AB44-27B03CF5D1F3}"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28675" name="Rectangle 2"/>
          <p:cNvSpPr>
            <a:spLocks noGrp="1" noRot="1" noChangeAspect="1" noChangeArrowheads="1" noTextEdit="1"/>
          </p:cNvSpPr>
          <p:nvPr>
            <p:ph type="sldImg"/>
          </p:nvPr>
        </p:nvSpPr>
        <p:spPr>
          <a:ln/>
        </p:spPr>
      </p:sp>
      <p:sp>
        <p:nvSpPr>
          <p:cNvPr id="28676"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18388561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13AA36-BB1E-4090-AB44-27B03CF5D1F3}"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28675" name="Rectangle 2"/>
          <p:cNvSpPr>
            <a:spLocks noGrp="1" noRot="1" noChangeAspect="1" noChangeArrowheads="1" noTextEdit="1"/>
          </p:cNvSpPr>
          <p:nvPr>
            <p:ph type="sldImg"/>
          </p:nvPr>
        </p:nvSpPr>
        <p:spPr>
          <a:ln/>
        </p:spPr>
      </p:sp>
      <p:sp>
        <p:nvSpPr>
          <p:cNvPr id="28676"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186055063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5F3B715-E9C3-425B-AB75-D5B3CBAE94E6}"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32771" name="Rectangle 2"/>
          <p:cNvSpPr>
            <a:spLocks noGrp="1" noRot="1" noChangeAspect="1" noChangeArrowheads="1" noTextEdit="1"/>
          </p:cNvSpPr>
          <p:nvPr>
            <p:ph type="sldImg"/>
          </p:nvPr>
        </p:nvSpPr>
        <p:spPr>
          <a:ln/>
        </p:spPr>
      </p:sp>
      <p:sp>
        <p:nvSpPr>
          <p:cNvPr id="327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260215793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C1F7789-A22C-4AD1-A928-7E302C6326E6}"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3481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ln/>
        </p:spPr>
        <p:txBody>
          <a:bodyPr/>
          <a:lstStyle/>
          <a:p>
            <a:pPr eaLnBrk="1" hangingPunct="1">
              <a:defRPr/>
            </a:pPr>
            <a:endParaRPr lang="zh-CN" altLang="en-US" dirty="0"/>
          </a:p>
        </p:txBody>
      </p:sp>
    </p:spTree>
    <p:extLst>
      <p:ext uri="{BB962C8B-B14F-4D97-AF65-F5344CB8AC3E}">
        <p14:creationId xmlns:p14="http://schemas.microsoft.com/office/powerpoint/2010/main" val="112850898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13AA36-BB1E-4090-AB44-27B03CF5D1F3}"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28675" name="Rectangle 2"/>
          <p:cNvSpPr>
            <a:spLocks noGrp="1" noRot="1" noChangeAspect="1" noChangeArrowheads="1" noTextEdit="1"/>
          </p:cNvSpPr>
          <p:nvPr>
            <p:ph type="sldImg"/>
          </p:nvPr>
        </p:nvSpPr>
        <p:spPr>
          <a:ln/>
        </p:spPr>
      </p:sp>
      <p:sp>
        <p:nvSpPr>
          <p:cNvPr id="28676"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336347345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幻灯片图像占位符 1"/>
          <p:cNvSpPr>
            <a:spLocks noGrp="1" noRot="1" noChangeAspect="1" noTextEdit="1"/>
          </p:cNvSpPr>
          <p:nvPr>
            <p:ph type="sldImg"/>
          </p:nvPr>
        </p:nvSpPr>
        <p:spPr>
          <a:ln/>
        </p:spPr>
      </p:sp>
      <p:sp>
        <p:nvSpPr>
          <p:cNvPr id="40963"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zh-CN" dirty="0"/>
          </a:p>
        </p:txBody>
      </p:sp>
      <p:sp>
        <p:nvSpPr>
          <p:cNvPr id="40964"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C43B2EF-1104-48ED-A2DF-4BB132DCB316}"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81732089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13AA36-BB1E-4090-AB44-27B03CF5D1F3}"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28675" name="Rectangle 2"/>
          <p:cNvSpPr>
            <a:spLocks noGrp="1" noRot="1" noChangeAspect="1" noChangeArrowheads="1" noTextEdit="1"/>
          </p:cNvSpPr>
          <p:nvPr>
            <p:ph type="sldImg"/>
          </p:nvPr>
        </p:nvSpPr>
        <p:spPr>
          <a:ln/>
        </p:spPr>
      </p:sp>
      <p:sp>
        <p:nvSpPr>
          <p:cNvPr id="28676"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33634734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04DC71-F4A5-4ED7-A4CE-2AFE4AA015AA}"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30723" name="Rectangle 2"/>
          <p:cNvSpPr>
            <a:spLocks noGrp="1" noRot="1" noChangeAspect="1" noChangeArrowheads="1" noTextEdit="1"/>
          </p:cNvSpPr>
          <p:nvPr>
            <p:ph type="sldImg"/>
          </p:nvPr>
        </p:nvSpPr>
        <p:spPr>
          <a:ln/>
        </p:spPr>
      </p:sp>
      <p:sp>
        <p:nvSpPr>
          <p:cNvPr id="30724"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356411077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幻灯片图像占位符 1"/>
          <p:cNvSpPr>
            <a:spLocks noGrp="1" noRot="1" noChangeAspect="1" noTextEdit="1"/>
          </p:cNvSpPr>
          <p:nvPr>
            <p:ph type="sldImg"/>
          </p:nvPr>
        </p:nvSpPr>
        <p:spPr>
          <a:ln/>
        </p:spPr>
      </p:sp>
      <p:sp>
        <p:nvSpPr>
          <p:cNvPr id="5529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Arial" panose="020B0604020202020204" pitchFamily="34" charset="0"/>
            </a:endParaRPr>
          </a:p>
        </p:txBody>
      </p:sp>
      <p:sp>
        <p:nvSpPr>
          <p:cNvPr id="5530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E1E5C00-AD2B-4512-9654-1B6A5BE7253C}"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110163831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ADEBC9C-3C78-43C5-80BF-023C17021FFD}"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59395" name="Rectangle 2"/>
          <p:cNvSpPr>
            <a:spLocks noGrp="1" noRot="1" noChangeAspect="1" noChangeArrowheads="1" noTextEdit="1"/>
          </p:cNvSpPr>
          <p:nvPr>
            <p:ph type="sldImg"/>
          </p:nvPr>
        </p:nvSpPr>
        <p:spPr>
          <a:ln/>
        </p:spPr>
      </p:sp>
      <p:sp>
        <p:nvSpPr>
          <p:cNvPr id="59396"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Tree>
    <p:extLst>
      <p:ext uri="{BB962C8B-B14F-4D97-AF65-F5344CB8AC3E}">
        <p14:creationId xmlns:p14="http://schemas.microsoft.com/office/powerpoint/2010/main" val="371543723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71C9DA-C864-4DA4-88B2-2E21794D3657}"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61443" name="Rectangle 2"/>
          <p:cNvSpPr>
            <a:spLocks noGrp="1" noRot="1" noChangeAspect="1" noChangeArrowheads="1" noTextEdit="1"/>
          </p:cNvSpPr>
          <p:nvPr>
            <p:ph type="sldImg"/>
          </p:nvPr>
        </p:nvSpPr>
        <p:spPr>
          <a:ln/>
        </p:spPr>
      </p:sp>
      <p:sp>
        <p:nvSpPr>
          <p:cNvPr id="61444"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228229438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BCB4124-F0A2-4F60-9769-453894B31125}"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63491" name="Rectangle 2"/>
          <p:cNvSpPr>
            <a:spLocks noGrp="1" noRot="1" noChangeAspect="1" noChangeArrowheads="1" noTextEdit="1"/>
          </p:cNvSpPr>
          <p:nvPr>
            <p:ph type="sldImg"/>
          </p:nvPr>
        </p:nvSpPr>
        <p:spPr>
          <a:ln/>
        </p:spPr>
      </p:sp>
      <p:sp>
        <p:nvSpPr>
          <p:cNvPr id="63492"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eaLnBrk="1" hangingPunct="1"/>
            <a:endParaRPr lang="zh-CN" altLang="en-US" dirty="0"/>
          </a:p>
        </p:txBody>
      </p:sp>
    </p:spTree>
    <p:extLst>
      <p:ext uri="{BB962C8B-B14F-4D97-AF65-F5344CB8AC3E}">
        <p14:creationId xmlns:p14="http://schemas.microsoft.com/office/powerpoint/2010/main" val="32915351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6176999-7F8E-4592-83AA-0D74A298E907}"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65539" name="Rectangle 2"/>
          <p:cNvSpPr>
            <a:spLocks noGrp="1" noRot="1" noChangeAspect="1" noChangeArrowheads="1" noTextEdit="1"/>
          </p:cNvSpPr>
          <p:nvPr>
            <p:ph type="sldImg"/>
          </p:nvPr>
        </p:nvSpPr>
        <p:spPr>
          <a:ln/>
        </p:spPr>
      </p:sp>
      <p:sp>
        <p:nvSpPr>
          <p:cNvPr id="6554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eaLnBrk="1" hangingPunct="1"/>
            <a:endParaRPr lang="zh-CN" altLang="en-US"/>
          </a:p>
        </p:txBody>
      </p:sp>
    </p:spTree>
    <p:extLst>
      <p:ext uri="{BB962C8B-B14F-4D97-AF65-F5344CB8AC3E}">
        <p14:creationId xmlns:p14="http://schemas.microsoft.com/office/powerpoint/2010/main" val="239621851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6962DF-4216-42A0-A252-9111378FDF1C}"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67587" name="Rectangle 2"/>
          <p:cNvSpPr>
            <a:spLocks noGrp="1" noRot="1" noChangeAspect="1" noChangeArrowheads="1" noTextEdit="1"/>
          </p:cNvSpPr>
          <p:nvPr>
            <p:ph type="sldImg"/>
          </p:nvPr>
        </p:nvSpPr>
        <p:spPr>
          <a:ln/>
        </p:spPr>
      </p:sp>
      <p:sp>
        <p:nvSpPr>
          <p:cNvPr id="67588"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eaLnBrk="1" hangingPunct="1"/>
            <a:endParaRPr lang="en-US" altLang="zh-CN"/>
          </a:p>
        </p:txBody>
      </p:sp>
    </p:spTree>
    <p:extLst>
      <p:ext uri="{BB962C8B-B14F-4D97-AF65-F5344CB8AC3E}">
        <p14:creationId xmlns:p14="http://schemas.microsoft.com/office/powerpoint/2010/main" val="284050332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7827455-CF55-4A54-B795-15EB6D2F54E3}"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69635" name="Rectangle 2"/>
          <p:cNvSpPr>
            <a:spLocks noGrp="1" noRot="1" noChangeAspect="1" noChangeArrowheads="1" noTextEdit="1"/>
          </p:cNvSpPr>
          <p:nvPr>
            <p:ph type="sldImg"/>
          </p:nvPr>
        </p:nvSpPr>
        <p:spPr>
          <a:ln/>
        </p:spPr>
      </p:sp>
      <p:sp>
        <p:nvSpPr>
          <p:cNvPr id="69636"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eaLnBrk="1" hangingPunct="1"/>
            <a:endParaRPr lang="en-US" altLang="zh-CN"/>
          </a:p>
        </p:txBody>
      </p:sp>
    </p:spTree>
    <p:extLst>
      <p:ext uri="{BB962C8B-B14F-4D97-AF65-F5344CB8AC3E}">
        <p14:creationId xmlns:p14="http://schemas.microsoft.com/office/powerpoint/2010/main" val="328135974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CBFC2BF-F51D-4292-B9A2-CE4717F5223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71683" name="Rectangle 2"/>
          <p:cNvSpPr>
            <a:spLocks noGrp="1" noRot="1" noChangeAspect="1" noChangeArrowheads="1" noTextEdit="1"/>
          </p:cNvSpPr>
          <p:nvPr>
            <p:ph type="sldImg"/>
          </p:nvPr>
        </p:nvSpPr>
        <p:spPr>
          <a:ln/>
        </p:spPr>
      </p:sp>
      <p:sp>
        <p:nvSpPr>
          <p:cNvPr id="62468"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p>
        </p:txBody>
      </p:sp>
    </p:spTree>
    <p:extLst>
      <p:ext uri="{BB962C8B-B14F-4D97-AF65-F5344CB8AC3E}">
        <p14:creationId xmlns:p14="http://schemas.microsoft.com/office/powerpoint/2010/main" val="417350484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D1AB9CA-F117-4408-9D70-517A113710AF}"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73731" name="Rectangle 2"/>
          <p:cNvSpPr>
            <a:spLocks noGrp="1" noRot="1" noChangeAspect="1" noChangeArrowheads="1" noTextEdit="1"/>
          </p:cNvSpPr>
          <p:nvPr>
            <p:ph type="sldImg"/>
          </p:nvPr>
        </p:nvSpPr>
        <p:spPr>
          <a:ln/>
        </p:spPr>
      </p:sp>
      <p:sp>
        <p:nvSpPr>
          <p:cNvPr id="7373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350448303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DEEAEBF-F79D-4661-8A8D-68C5955CCA2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75779" name="Rectangle 2"/>
          <p:cNvSpPr>
            <a:spLocks noGrp="1" noRot="1" noChangeAspect="1" noChangeArrowheads="1" noTextEdit="1"/>
          </p:cNvSpPr>
          <p:nvPr>
            <p:ph type="sldImg"/>
          </p:nvPr>
        </p:nvSpPr>
        <p:spPr>
          <a:ln/>
        </p:spPr>
      </p:sp>
      <p:sp>
        <p:nvSpPr>
          <p:cNvPr id="7578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Tree>
    <p:extLst>
      <p:ext uri="{BB962C8B-B14F-4D97-AF65-F5344CB8AC3E}">
        <p14:creationId xmlns:p14="http://schemas.microsoft.com/office/powerpoint/2010/main" val="182891479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B6EE0E2-9BFA-4454-9D58-BAB71E3850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77827" name="Rectangle 2"/>
          <p:cNvSpPr>
            <a:spLocks noGrp="1" noRot="1" noChangeAspect="1" noChangeArrowheads="1" noTextEdit="1"/>
          </p:cNvSpPr>
          <p:nvPr>
            <p:ph type="sldImg"/>
          </p:nvPr>
        </p:nvSpPr>
        <p:spPr>
          <a:ln/>
        </p:spPr>
      </p:sp>
      <p:sp>
        <p:nvSpPr>
          <p:cNvPr id="778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64704487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A67AD3-53FD-4079-A4EF-659B6C22381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79875" name="Rectangle 2"/>
          <p:cNvSpPr>
            <a:spLocks noGrp="1" noRot="1" noChangeAspect="1" noChangeArrowheads="1" noTextEdit="1"/>
          </p:cNvSpPr>
          <p:nvPr>
            <p:ph type="sldImg"/>
          </p:nvPr>
        </p:nvSpPr>
        <p:spPr>
          <a:ln/>
        </p:spPr>
      </p:sp>
      <p:sp>
        <p:nvSpPr>
          <p:cNvPr id="798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dirty="0">
              <a:latin typeface="楷体_GB2312" pitchFamily="49" charset="-122"/>
              <a:ea typeface="楷体_GB2312" pitchFamily="49" charset="-122"/>
            </a:endParaRPr>
          </a:p>
        </p:txBody>
      </p:sp>
    </p:spTree>
    <p:extLst>
      <p:ext uri="{BB962C8B-B14F-4D97-AF65-F5344CB8AC3E}">
        <p14:creationId xmlns:p14="http://schemas.microsoft.com/office/powerpoint/2010/main" val="405793304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4" tIns="45708" rIns="91414" bIns="45708"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599083A-7ABC-42E0-9645-BBB37B7B002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81923" name="Rectangle 2"/>
          <p:cNvSpPr>
            <a:spLocks noGrp="1" noRot="1" noChangeAspect="1" noChangeArrowheads="1" noTextEdit="1"/>
          </p:cNvSpPr>
          <p:nvPr>
            <p:ph type="sldImg"/>
          </p:nvPr>
        </p:nvSpPr>
        <p:spPr>
          <a:ln/>
        </p:spPr>
      </p:sp>
      <p:sp>
        <p:nvSpPr>
          <p:cNvPr id="81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Tree>
    <p:extLst>
      <p:ext uri="{BB962C8B-B14F-4D97-AF65-F5344CB8AC3E}">
        <p14:creationId xmlns:p14="http://schemas.microsoft.com/office/powerpoint/2010/main" val="225438063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p:cNvSpPr>
            <a:spLocks noGrp="1" noRot="1" noChangeAspect="1" noChangeArrowheads="1" noTextEdit="1"/>
          </p:cNvSpPr>
          <p:nvPr>
            <p:ph type="sldImg"/>
          </p:nvPr>
        </p:nvSpPr>
        <p:spPr>
          <a:ln/>
        </p:spPr>
      </p:sp>
      <p:sp>
        <p:nvSpPr>
          <p:cNvPr id="839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zh-CN">
              <a:latin typeface="Arial" panose="020B0604020202020204" pitchFamily="34" charset="0"/>
            </a:endParaRPr>
          </a:p>
        </p:txBody>
      </p:sp>
    </p:spTree>
    <p:extLst>
      <p:ext uri="{BB962C8B-B14F-4D97-AF65-F5344CB8AC3E}">
        <p14:creationId xmlns:p14="http://schemas.microsoft.com/office/powerpoint/2010/main" val="142048543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幻灯片图像占位符 1"/>
          <p:cNvSpPr>
            <a:spLocks noGrp="1" noRot="1" noChangeAspect="1" noTextEdit="1"/>
          </p:cNvSpPr>
          <p:nvPr>
            <p:ph type="sldImg"/>
          </p:nvPr>
        </p:nvSpPr>
        <p:spPr>
          <a:ln/>
        </p:spPr>
      </p:sp>
      <p:sp>
        <p:nvSpPr>
          <p:cNvPr id="3" name="备注占位符 2"/>
          <p:cNvSpPr>
            <a:spLocks noGrp="1"/>
          </p:cNvSpPr>
          <p:nvPr>
            <p:ph type="body" idx="1"/>
          </p:nvPr>
        </p:nvSpPr>
        <p:spPr/>
        <p:txBody>
          <a:bodyPr/>
          <a:lstStyle/>
          <a:p>
            <a:pPr>
              <a:defRPr/>
            </a:pPr>
            <a:endParaRPr lang="zh-CN" altLang="en-US" dirty="0"/>
          </a:p>
        </p:txBody>
      </p:sp>
      <p:sp>
        <p:nvSpPr>
          <p:cNvPr id="8602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DD3D44E-44DA-4C17-9C42-735FB0FCDB6E}"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152387675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幻灯片图像占位符 1"/>
          <p:cNvSpPr>
            <a:spLocks noGrp="1" noRot="1" noChangeAspect="1" noTextEdit="1"/>
          </p:cNvSpPr>
          <p:nvPr>
            <p:ph type="sldImg"/>
          </p:nvPr>
        </p:nvSpPr>
        <p:spPr>
          <a:ln/>
        </p:spPr>
      </p:sp>
      <p:sp>
        <p:nvSpPr>
          <p:cNvPr id="88067"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Arial" panose="020B0604020202020204" pitchFamily="34" charset="0"/>
            </a:endParaRPr>
          </a:p>
        </p:txBody>
      </p:sp>
      <p:sp>
        <p:nvSpPr>
          <p:cNvPr id="88068"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950DDFA-1DE6-43FE-9F6B-C5D6A7928F8F}"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412568276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幻灯片图像占位符 1"/>
          <p:cNvSpPr>
            <a:spLocks noGrp="1" noRot="1" noChangeAspect="1" noTextEdit="1"/>
          </p:cNvSpPr>
          <p:nvPr>
            <p:ph type="sldImg"/>
          </p:nvPr>
        </p:nvSpPr>
        <p:spPr>
          <a:ln/>
        </p:spPr>
      </p:sp>
      <p:sp>
        <p:nvSpPr>
          <p:cNvPr id="98307" name="备注占位符 2"/>
          <p:cNvSpPr>
            <a:spLocks noGrp="1"/>
          </p:cNvSpPr>
          <p:nvPr>
            <p:ph type="body" idx="1"/>
          </p:nvPr>
        </p:nvSpPr>
        <p:spPr>
          <a:ln/>
        </p:spPr>
        <p:txBody>
          <a:bodyPr/>
          <a:lstStyle/>
          <a:p>
            <a:pPr eaLnBrk="1" hangingPunct="1">
              <a:defRPr/>
            </a:pPr>
            <a:endParaRPr lang="zh-CN" altLang="en-US" dirty="0"/>
          </a:p>
        </p:txBody>
      </p:sp>
      <p:sp>
        <p:nvSpPr>
          <p:cNvPr id="90116"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0BB7FD1-B0D1-49B5-96F0-5FFCAEF1C883}"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76664533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幻灯片图像占位符 1"/>
          <p:cNvSpPr>
            <a:spLocks noGrp="1" noRot="1" noChangeAspect="1" noTextEdit="1"/>
          </p:cNvSpPr>
          <p:nvPr>
            <p:ph type="sldImg"/>
          </p:nvPr>
        </p:nvSpPr>
        <p:spPr>
          <a:ln/>
        </p:spPr>
      </p:sp>
      <p:sp>
        <p:nvSpPr>
          <p:cNvPr id="100355" name="备注占位符 2"/>
          <p:cNvSpPr>
            <a:spLocks noGrp="1"/>
          </p:cNvSpPr>
          <p:nvPr>
            <p:ph type="body" idx="1"/>
          </p:nvPr>
        </p:nvSpPr>
        <p:spPr>
          <a:ln/>
        </p:spPr>
        <p:txBody>
          <a:bodyPr/>
          <a:lstStyle/>
          <a:p>
            <a:pPr eaLnBrk="1" hangingPunct="1">
              <a:defRPr/>
            </a:pPr>
            <a:endParaRPr lang="zh-CN" altLang="en-US" dirty="0"/>
          </a:p>
        </p:txBody>
      </p:sp>
      <p:sp>
        <p:nvSpPr>
          <p:cNvPr id="92164"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B6DBFF0-ED21-493C-A1CB-C4505ADE9C95}"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49759934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幻灯片图像占位符 1"/>
          <p:cNvSpPr>
            <a:spLocks noGrp="1" noRot="1" noChangeAspect="1" noTextEdit="1"/>
          </p:cNvSpPr>
          <p:nvPr>
            <p:ph type="sldImg"/>
          </p:nvPr>
        </p:nvSpPr>
        <p:spPr>
          <a:ln/>
        </p:spPr>
      </p:sp>
      <p:sp>
        <p:nvSpPr>
          <p:cNvPr id="98307" name="备注占位符 2"/>
          <p:cNvSpPr>
            <a:spLocks noGrp="1"/>
          </p:cNvSpPr>
          <p:nvPr>
            <p:ph type="body" idx="1"/>
          </p:nvPr>
        </p:nvSpPr>
        <p:spPr>
          <a:ln/>
        </p:spPr>
        <p:txBody>
          <a:bodyPr/>
          <a:lstStyle/>
          <a:p>
            <a:pPr eaLnBrk="1" hangingPunct="1">
              <a:defRPr/>
            </a:pPr>
            <a:endParaRPr lang="zh-CN" altLang="en-US" dirty="0"/>
          </a:p>
        </p:txBody>
      </p:sp>
      <p:sp>
        <p:nvSpPr>
          <p:cNvPr id="90116"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0BB7FD1-B0D1-49B5-96F0-5FFCAEF1C883}"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47481641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E8DEE80-724C-4DDB-B706-15F348D841B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04451" name="Rectangle 2"/>
          <p:cNvSpPr>
            <a:spLocks noGrp="1" noRot="1" noChangeAspect="1" noChangeArrowheads="1" noTextEdit="1"/>
          </p:cNvSpPr>
          <p:nvPr>
            <p:ph type="sldImg"/>
          </p:nvPr>
        </p:nvSpPr>
        <p:spPr>
          <a:ln/>
        </p:spPr>
      </p:sp>
      <p:sp>
        <p:nvSpPr>
          <p:cNvPr id="104452"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170266204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042A41-2D7F-400D-93DB-161D52F48961}"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eaLnBrk="1" hangingPunct="1"/>
            <a:endParaRPr lang="zh-CN" altLang="en-US" dirty="0"/>
          </a:p>
        </p:txBody>
      </p:sp>
    </p:spTree>
    <p:extLst>
      <p:ext uri="{BB962C8B-B14F-4D97-AF65-F5344CB8AC3E}">
        <p14:creationId xmlns:p14="http://schemas.microsoft.com/office/powerpoint/2010/main" val="228803049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13AAE4E-79AF-4110-9CE3-ED168A4785AC}"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08547" name="Rectangle 2"/>
          <p:cNvSpPr>
            <a:spLocks noGrp="1" noRot="1" noChangeAspect="1" noChangeArrowheads="1" noTextEdit="1"/>
          </p:cNvSpPr>
          <p:nvPr>
            <p:ph type="sldImg"/>
          </p:nvPr>
        </p:nvSpPr>
        <p:spPr>
          <a:ln/>
        </p:spPr>
      </p:sp>
      <p:sp>
        <p:nvSpPr>
          <p:cNvPr id="133124"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p>
        </p:txBody>
      </p:sp>
    </p:spTree>
    <p:extLst>
      <p:ext uri="{BB962C8B-B14F-4D97-AF65-F5344CB8AC3E}">
        <p14:creationId xmlns:p14="http://schemas.microsoft.com/office/powerpoint/2010/main" val="128633122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A0B588-DFBC-4002-A6B3-60D39C99BFC5}"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0595"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p>
        </p:txBody>
      </p:sp>
    </p:spTree>
    <p:extLst>
      <p:ext uri="{BB962C8B-B14F-4D97-AF65-F5344CB8AC3E}">
        <p14:creationId xmlns:p14="http://schemas.microsoft.com/office/powerpoint/2010/main" val="48510758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8D7A25-884A-4DE8-9057-2C7976F00BD4}"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2643" name="Rectangle 2"/>
          <p:cNvSpPr>
            <a:spLocks noGrp="1" noRot="1" noChangeAspect="1" noChangeArrowheads="1" noTextEdit="1"/>
          </p:cNvSpPr>
          <p:nvPr>
            <p:ph type="sldImg"/>
          </p:nvPr>
        </p:nvSpPr>
        <p:spPr>
          <a:ln/>
        </p:spPr>
      </p:sp>
      <p:sp>
        <p:nvSpPr>
          <p:cNvPr id="137220"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p>
        </p:txBody>
      </p:sp>
    </p:spTree>
    <p:extLst>
      <p:ext uri="{BB962C8B-B14F-4D97-AF65-F5344CB8AC3E}">
        <p14:creationId xmlns:p14="http://schemas.microsoft.com/office/powerpoint/2010/main" val="209437510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4DD1A40-1983-444D-ACB5-0761EA68748A}"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4691" name="Rectangle 2"/>
          <p:cNvSpPr>
            <a:spLocks noGrp="1" noRot="1" noChangeAspect="1" noChangeArrowheads="1" noTextEdit="1"/>
          </p:cNvSpPr>
          <p:nvPr>
            <p:ph type="sldImg"/>
          </p:nvPr>
        </p:nvSpPr>
        <p:spPr>
          <a:ln/>
        </p:spPr>
      </p:sp>
      <p:sp>
        <p:nvSpPr>
          <p:cNvPr id="114692"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283397423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3A3864-A91B-455E-8670-F9DBFEAF5AD9}"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6739" name="Rectangle 2"/>
          <p:cNvSpPr>
            <a:spLocks noGrp="1" noRot="1" noChangeAspect="1" noChangeArrowheads="1" noTextEdit="1"/>
          </p:cNvSpPr>
          <p:nvPr>
            <p:ph type="sldImg"/>
          </p:nvPr>
        </p:nvSpPr>
        <p:spPr>
          <a:ln/>
        </p:spPr>
      </p:sp>
      <p:sp>
        <p:nvSpPr>
          <p:cNvPr id="11674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latin typeface="楷体_GB2312" pitchFamily="49" charset="-122"/>
              <a:ea typeface="楷体_GB2312" pitchFamily="49" charset="-122"/>
            </a:endParaRPr>
          </a:p>
        </p:txBody>
      </p:sp>
    </p:spTree>
    <p:extLst>
      <p:ext uri="{BB962C8B-B14F-4D97-AF65-F5344CB8AC3E}">
        <p14:creationId xmlns:p14="http://schemas.microsoft.com/office/powerpoint/2010/main" val="208193625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D7FCC81-B2B5-40A5-96A4-40E8EF71B30F}"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8787" name="Rectangle 2"/>
          <p:cNvSpPr>
            <a:spLocks noGrp="1" noRot="1" noChangeAspect="1" noChangeArrowheads="1" noTextEdit="1"/>
          </p:cNvSpPr>
          <p:nvPr>
            <p:ph type="sldImg"/>
          </p:nvPr>
        </p:nvSpPr>
        <p:spPr>
          <a:ln/>
        </p:spPr>
      </p:sp>
      <p:sp>
        <p:nvSpPr>
          <p:cNvPr id="118788"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lvl="2" eaLnBrk="1" hangingPunct="1"/>
            <a:endParaRPr lang="en-US" altLang="zh-CN" dirty="0"/>
          </a:p>
        </p:txBody>
      </p:sp>
    </p:spTree>
    <p:extLst>
      <p:ext uri="{BB962C8B-B14F-4D97-AF65-F5344CB8AC3E}">
        <p14:creationId xmlns:p14="http://schemas.microsoft.com/office/powerpoint/2010/main" val="160251170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C633D4E-7294-4B6F-8387-F3E10194C772}"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02403" name="Rectangle 2"/>
          <p:cNvSpPr>
            <a:spLocks noGrp="1" noRot="1" noChangeAspect="1" noChangeArrowheads="1" noTextEdit="1"/>
          </p:cNvSpPr>
          <p:nvPr>
            <p:ph type="sldImg"/>
          </p:nvPr>
        </p:nvSpPr>
        <p:spPr>
          <a:ln/>
        </p:spPr>
      </p:sp>
      <p:sp>
        <p:nvSpPr>
          <p:cNvPr id="126980"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en-US" altLang="zh-CN" dirty="0"/>
          </a:p>
        </p:txBody>
      </p:sp>
    </p:spTree>
    <p:extLst>
      <p:ext uri="{BB962C8B-B14F-4D97-AF65-F5344CB8AC3E}">
        <p14:creationId xmlns:p14="http://schemas.microsoft.com/office/powerpoint/2010/main" val="375477476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8D7A25-884A-4DE8-9057-2C7976F00BD4}"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2643" name="Rectangle 2"/>
          <p:cNvSpPr>
            <a:spLocks noGrp="1" noRot="1" noChangeAspect="1" noChangeArrowheads="1" noTextEdit="1"/>
          </p:cNvSpPr>
          <p:nvPr>
            <p:ph type="sldImg"/>
          </p:nvPr>
        </p:nvSpPr>
        <p:spPr>
          <a:ln/>
        </p:spPr>
      </p:sp>
      <p:sp>
        <p:nvSpPr>
          <p:cNvPr id="137220"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p>
        </p:txBody>
      </p:sp>
    </p:spTree>
    <p:extLst>
      <p:ext uri="{BB962C8B-B14F-4D97-AF65-F5344CB8AC3E}">
        <p14:creationId xmlns:p14="http://schemas.microsoft.com/office/powerpoint/2010/main" val="85419251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042A41-2D7F-400D-93DB-161D52F48961}"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eaLnBrk="1" hangingPunct="1"/>
            <a:endParaRPr lang="zh-CN" altLang="en-US" dirty="0"/>
          </a:p>
        </p:txBody>
      </p:sp>
    </p:spTree>
    <p:extLst>
      <p:ext uri="{BB962C8B-B14F-4D97-AF65-F5344CB8AC3E}">
        <p14:creationId xmlns:p14="http://schemas.microsoft.com/office/powerpoint/2010/main" val="419486620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13AAE4E-79AF-4110-9CE3-ED168A4785AC}"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08547" name="Rectangle 2"/>
          <p:cNvSpPr>
            <a:spLocks noGrp="1" noRot="1" noChangeAspect="1" noChangeArrowheads="1" noTextEdit="1"/>
          </p:cNvSpPr>
          <p:nvPr>
            <p:ph type="sldImg"/>
          </p:nvPr>
        </p:nvSpPr>
        <p:spPr>
          <a:ln/>
        </p:spPr>
      </p:sp>
      <p:sp>
        <p:nvSpPr>
          <p:cNvPr id="133124"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p>
        </p:txBody>
      </p:sp>
    </p:spTree>
    <p:extLst>
      <p:ext uri="{BB962C8B-B14F-4D97-AF65-F5344CB8AC3E}">
        <p14:creationId xmlns:p14="http://schemas.microsoft.com/office/powerpoint/2010/main" val="253641391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A0B588-DFBC-4002-A6B3-60D39C99BFC5}"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0595"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latin typeface="Arial" panose="020B0604020202020204" pitchFamily="34" charset="0"/>
            </a:endParaRPr>
          </a:p>
        </p:txBody>
      </p:sp>
    </p:spTree>
    <p:extLst>
      <p:ext uri="{BB962C8B-B14F-4D97-AF65-F5344CB8AC3E}">
        <p14:creationId xmlns:p14="http://schemas.microsoft.com/office/powerpoint/2010/main" val="381012430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A0B588-DFBC-4002-A6B3-60D39C99BFC5}"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0595"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latin typeface="Arial" panose="020B0604020202020204" pitchFamily="34" charset="0"/>
            </a:endParaRPr>
          </a:p>
        </p:txBody>
      </p:sp>
    </p:spTree>
    <p:extLst>
      <p:ext uri="{BB962C8B-B14F-4D97-AF65-F5344CB8AC3E}">
        <p14:creationId xmlns:p14="http://schemas.microsoft.com/office/powerpoint/2010/main" val="371217723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A0B588-DFBC-4002-A6B3-60D39C99BFC5}"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0595"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latin typeface="Arial" panose="020B0604020202020204" pitchFamily="34" charset="0"/>
            </a:endParaRPr>
          </a:p>
        </p:txBody>
      </p:sp>
    </p:spTree>
    <p:extLst>
      <p:ext uri="{BB962C8B-B14F-4D97-AF65-F5344CB8AC3E}">
        <p14:creationId xmlns:p14="http://schemas.microsoft.com/office/powerpoint/2010/main" val="32349454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A0B588-DFBC-4002-A6B3-60D39C99BFC5}"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0595"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latin typeface="Arial" panose="020B0604020202020204" pitchFamily="34" charset="0"/>
            </a:endParaRPr>
          </a:p>
        </p:txBody>
      </p:sp>
    </p:spTree>
    <p:extLst>
      <p:ext uri="{BB962C8B-B14F-4D97-AF65-F5344CB8AC3E}">
        <p14:creationId xmlns:p14="http://schemas.microsoft.com/office/powerpoint/2010/main" val="317645816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8D7A25-884A-4DE8-9057-2C7976F00BD4}"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2643" name="Rectangle 2"/>
          <p:cNvSpPr>
            <a:spLocks noGrp="1" noRot="1" noChangeAspect="1" noChangeArrowheads="1" noTextEdit="1"/>
          </p:cNvSpPr>
          <p:nvPr>
            <p:ph type="sldImg"/>
          </p:nvPr>
        </p:nvSpPr>
        <p:spPr>
          <a:ln/>
        </p:spPr>
      </p:sp>
      <p:sp>
        <p:nvSpPr>
          <p:cNvPr id="137220"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latin typeface="Arial" panose="020B0604020202020204" pitchFamily="34" charset="0"/>
            </a:endParaRPr>
          </a:p>
        </p:txBody>
      </p:sp>
    </p:spTree>
    <p:extLst>
      <p:ext uri="{BB962C8B-B14F-4D97-AF65-F5344CB8AC3E}">
        <p14:creationId xmlns:p14="http://schemas.microsoft.com/office/powerpoint/2010/main" val="390790688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8D7A25-884A-4DE8-9057-2C7976F00BD4}"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2643" name="Rectangle 2"/>
          <p:cNvSpPr>
            <a:spLocks noGrp="1" noRot="1" noChangeAspect="1" noChangeArrowheads="1" noTextEdit="1"/>
          </p:cNvSpPr>
          <p:nvPr>
            <p:ph type="sldImg"/>
          </p:nvPr>
        </p:nvSpPr>
        <p:spPr>
          <a:ln/>
        </p:spPr>
      </p:sp>
      <p:sp>
        <p:nvSpPr>
          <p:cNvPr id="137220"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latin typeface="Arial" panose="020B0604020202020204" pitchFamily="34" charset="0"/>
            </a:endParaRPr>
          </a:p>
        </p:txBody>
      </p:sp>
    </p:spTree>
    <p:extLst>
      <p:ext uri="{BB962C8B-B14F-4D97-AF65-F5344CB8AC3E}">
        <p14:creationId xmlns:p14="http://schemas.microsoft.com/office/powerpoint/2010/main" val="206220641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p:cNvSpPr txBox="1">
            <a:spLocks noGrp="1" noChangeArrowheads="1"/>
          </p:cNvSpPr>
          <p:nvPr/>
        </p:nvSpPr>
        <p:spPr bwMode="auto">
          <a:xfrm>
            <a:off x="5797023" y="6743622"/>
            <a:ext cx="4435304" cy="354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8" tIns="45704" rIns="91408" bIns="45704" anchor="b"/>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8D7A25-884A-4DE8-9057-2C7976F00BD4}"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2643" name="Rectangle 2"/>
          <p:cNvSpPr>
            <a:spLocks noGrp="1" noRot="1" noChangeAspect="1" noChangeArrowheads="1" noTextEdit="1"/>
          </p:cNvSpPr>
          <p:nvPr>
            <p:ph type="sldImg"/>
          </p:nvPr>
        </p:nvSpPr>
        <p:spPr>
          <a:ln/>
        </p:spPr>
      </p:sp>
      <p:sp>
        <p:nvSpPr>
          <p:cNvPr id="137220"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zh-CN" altLang="en-US" dirty="0"/>
          </a:p>
        </p:txBody>
      </p:sp>
    </p:spTree>
    <p:extLst>
      <p:ext uri="{BB962C8B-B14F-4D97-AF65-F5344CB8AC3E}">
        <p14:creationId xmlns:p14="http://schemas.microsoft.com/office/powerpoint/2010/main" val="389641178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C633D4E-7294-4B6F-8387-F3E10194C772}"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02403" name="Rectangle 2"/>
          <p:cNvSpPr>
            <a:spLocks noGrp="1" noRot="1" noChangeAspect="1" noChangeArrowheads="1" noTextEdit="1"/>
          </p:cNvSpPr>
          <p:nvPr>
            <p:ph type="sldImg"/>
          </p:nvPr>
        </p:nvSpPr>
        <p:spPr>
          <a:ln/>
        </p:spPr>
      </p:sp>
      <p:sp>
        <p:nvSpPr>
          <p:cNvPr id="126980" name="Rectangle 3"/>
          <p:cNvSpPr>
            <a:spLocks noGrp="1" noChangeArrowheads="1"/>
          </p:cNvSpPr>
          <p:nvPr>
            <p:ph type="body" idx="1"/>
          </p:nvPr>
        </p:nvSpPr>
        <p:spPr>
          <a:xfrm>
            <a:off x="1364006" y="3371809"/>
            <a:ext cx="7506604" cy="3194520"/>
          </a:xfrm>
          <a:ln/>
        </p:spPr>
        <p:txBody>
          <a:bodyPr/>
          <a:lstStyle/>
          <a:p>
            <a:pPr algn="just" eaLnBrk="1" hangingPunct="1">
              <a:defRPr/>
            </a:pPr>
            <a:endParaRPr lang="en-US" altLang="zh-CN" dirty="0"/>
          </a:p>
        </p:txBody>
      </p:sp>
    </p:spTree>
    <p:extLst>
      <p:ext uri="{BB962C8B-B14F-4D97-AF65-F5344CB8AC3E}">
        <p14:creationId xmlns:p14="http://schemas.microsoft.com/office/powerpoint/2010/main" val="402118572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BB9CF866-13C9-458A-AB47-F918D686346D}" type="slidenum">
              <a:rPr lang="zh-CN" altLang="en-US" smtClean="0"/>
              <a:t>49</a:t>
            </a:fld>
            <a:endParaRPr lang="zh-CN" altLang="en-US"/>
          </a:p>
        </p:txBody>
      </p:sp>
    </p:spTree>
    <p:extLst>
      <p:ext uri="{BB962C8B-B14F-4D97-AF65-F5344CB8AC3E}">
        <p14:creationId xmlns:p14="http://schemas.microsoft.com/office/powerpoint/2010/main" val="272440412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CD6CB34-0033-4E97-B9F3-E349968D419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21859" name="Rectangle 2"/>
          <p:cNvSpPr>
            <a:spLocks noGrp="1" noRot="1" noChangeAspect="1" noChangeArrowheads="1" noTextEdit="1"/>
          </p:cNvSpPr>
          <p:nvPr>
            <p:ph type="sldImg"/>
          </p:nvPr>
        </p:nvSpPr>
        <p:spPr>
          <a:ln/>
        </p:spPr>
      </p:sp>
      <p:sp>
        <p:nvSpPr>
          <p:cNvPr id="12186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141211479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CD6CB34-0033-4E97-B9F3-E349968D419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21859" name="Rectangle 2"/>
          <p:cNvSpPr>
            <a:spLocks noGrp="1" noRot="1" noChangeAspect="1" noChangeArrowheads="1" noTextEdit="1"/>
          </p:cNvSpPr>
          <p:nvPr>
            <p:ph type="sldImg"/>
          </p:nvPr>
        </p:nvSpPr>
        <p:spPr>
          <a:ln/>
        </p:spPr>
      </p:sp>
      <p:sp>
        <p:nvSpPr>
          <p:cNvPr id="12186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dirty="0"/>
          </a:p>
        </p:txBody>
      </p:sp>
    </p:spTree>
    <p:extLst>
      <p:ext uri="{BB962C8B-B14F-4D97-AF65-F5344CB8AC3E}">
        <p14:creationId xmlns:p14="http://schemas.microsoft.com/office/powerpoint/2010/main" val="342132399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CD6CB34-0033-4E97-B9F3-E349968D419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21859" name="Rectangle 2"/>
          <p:cNvSpPr>
            <a:spLocks noGrp="1" noRot="1" noChangeAspect="1" noChangeArrowheads="1" noTextEdit="1"/>
          </p:cNvSpPr>
          <p:nvPr>
            <p:ph type="sldImg"/>
          </p:nvPr>
        </p:nvSpPr>
        <p:spPr>
          <a:ln/>
        </p:spPr>
      </p:sp>
      <p:sp>
        <p:nvSpPr>
          <p:cNvPr id="12186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259290002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CD6CB34-0033-4E97-B9F3-E349968D419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21859" name="Rectangle 2"/>
          <p:cNvSpPr>
            <a:spLocks noGrp="1" noRot="1" noChangeAspect="1" noChangeArrowheads="1" noTextEdit="1"/>
          </p:cNvSpPr>
          <p:nvPr>
            <p:ph type="sldImg"/>
          </p:nvPr>
        </p:nvSpPr>
        <p:spPr>
          <a:ln/>
        </p:spPr>
      </p:sp>
      <p:sp>
        <p:nvSpPr>
          <p:cNvPr id="12186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en-US" altLang="zh-CN" dirty="0"/>
          </a:p>
        </p:txBody>
      </p:sp>
    </p:spTree>
    <p:extLst>
      <p:ext uri="{BB962C8B-B14F-4D97-AF65-F5344CB8AC3E}">
        <p14:creationId xmlns:p14="http://schemas.microsoft.com/office/powerpoint/2010/main" val="312798763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CD6CB34-0033-4E97-B9F3-E349968D419B}"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21859" name="Rectangle 2"/>
          <p:cNvSpPr>
            <a:spLocks noGrp="1" noRot="1" noChangeAspect="1" noChangeArrowheads="1" noTextEdit="1"/>
          </p:cNvSpPr>
          <p:nvPr>
            <p:ph type="sldImg"/>
          </p:nvPr>
        </p:nvSpPr>
        <p:spPr>
          <a:ln/>
        </p:spPr>
      </p:sp>
      <p:sp>
        <p:nvSpPr>
          <p:cNvPr id="121860"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Tree>
    <p:extLst>
      <p:ext uri="{BB962C8B-B14F-4D97-AF65-F5344CB8AC3E}">
        <p14:creationId xmlns:p14="http://schemas.microsoft.com/office/powerpoint/2010/main" val="145142746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86227A3-F21F-4EBC-841F-A25E04F2143D}"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23907" name="Rectangle 2"/>
          <p:cNvSpPr>
            <a:spLocks noGrp="1" noRot="1" noChangeAspect="1" noChangeArrowheads="1" noTextEdit="1"/>
          </p:cNvSpPr>
          <p:nvPr>
            <p:ph type="sldImg"/>
          </p:nvPr>
        </p:nvSpPr>
        <p:spPr>
          <a:ln/>
        </p:spPr>
      </p:sp>
      <p:sp>
        <p:nvSpPr>
          <p:cNvPr id="1239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dirty="0"/>
          </a:p>
        </p:txBody>
      </p:sp>
    </p:spTree>
    <p:extLst>
      <p:ext uri="{BB962C8B-B14F-4D97-AF65-F5344CB8AC3E}">
        <p14:creationId xmlns:p14="http://schemas.microsoft.com/office/powerpoint/2010/main" val="364682100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幻灯片图像占位符 1"/>
          <p:cNvSpPr>
            <a:spLocks noGrp="1" noRot="1" noChangeAspect="1" noTextEdit="1"/>
          </p:cNvSpPr>
          <p:nvPr>
            <p:ph type="sldImg"/>
          </p:nvPr>
        </p:nvSpPr>
        <p:spPr>
          <a:ln/>
        </p:spPr>
      </p:sp>
      <p:sp>
        <p:nvSpPr>
          <p:cNvPr id="133123" name="备注占位符 2"/>
          <p:cNvSpPr>
            <a:spLocks noGrp="1"/>
          </p:cNvSpPr>
          <p:nvPr>
            <p:ph type="body" idx="1"/>
          </p:nvPr>
        </p:nvSpPr>
        <p:spPr>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dirty="0"/>
          </a:p>
        </p:txBody>
      </p:sp>
      <p:sp>
        <p:nvSpPr>
          <p:cNvPr id="133124"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7C15B51-FA19-4614-B3A9-488A29C55B3C}"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385672353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181944921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幻灯片图像占位符 1"/>
          <p:cNvSpPr>
            <a:spLocks noGrp="1" noRot="1" noChangeAspect="1" noTextEdit="1"/>
          </p:cNvSpPr>
          <p:nvPr>
            <p:ph type="sldImg"/>
          </p:nvPr>
        </p:nvSpPr>
        <p:spPr>
          <a:ln/>
        </p:spPr>
      </p:sp>
      <p:sp>
        <p:nvSpPr>
          <p:cNvPr id="13721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p>
        </p:txBody>
      </p:sp>
      <p:sp>
        <p:nvSpPr>
          <p:cNvPr id="13722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DE826A3-48BE-419B-B01E-4BA25CD03D9C}"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53189965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幻灯片图像占位符 1"/>
          <p:cNvSpPr>
            <a:spLocks noGrp="1" noRot="1" noChangeAspect="1" noTextEdit="1"/>
          </p:cNvSpPr>
          <p:nvPr>
            <p:ph type="sldImg"/>
          </p:nvPr>
        </p:nvSpPr>
        <p:spPr>
          <a:ln/>
        </p:spPr>
      </p:sp>
      <p:sp>
        <p:nvSpPr>
          <p:cNvPr id="139267"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ndParaRPr>
          </a:p>
        </p:txBody>
      </p:sp>
      <p:sp>
        <p:nvSpPr>
          <p:cNvPr id="139268"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D3BE94C-DE57-445E-AF84-15AAE433DD6D}"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411723862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幻灯片图像占位符 1"/>
          <p:cNvSpPr>
            <a:spLocks noGrp="1" noRot="1" noChangeAspect="1" noTextEdit="1"/>
          </p:cNvSpPr>
          <p:nvPr>
            <p:ph type="sldImg"/>
          </p:nvPr>
        </p:nvSpPr>
        <p:spPr>
          <a:ln/>
        </p:spPr>
      </p:sp>
      <p:sp>
        <p:nvSpPr>
          <p:cNvPr id="141315"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ndParaRPr>
          </a:p>
        </p:txBody>
      </p:sp>
      <p:sp>
        <p:nvSpPr>
          <p:cNvPr id="141316"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74AF58E-EB25-46B0-BD30-020D1B979050}"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289439901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幻灯片图像占位符 1"/>
          <p:cNvSpPr>
            <a:spLocks noGrp="1" noRot="1" noChangeAspect="1" noTextEdit="1"/>
          </p:cNvSpPr>
          <p:nvPr>
            <p:ph type="sldImg"/>
          </p:nvPr>
        </p:nvSpPr>
        <p:spPr>
          <a:ln/>
        </p:spPr>
      </p:sp>
      <p:sp>
        <p:nvSpPr>
          <p:cNvPr id="143363"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Arial" panose="020B0604020202020204" pitchFamily="34" charset="0"/>
            </a:endParaRPr>
          </a:p>
        </p:txBody>
      </p:sp>
      <p:sp>
        <p:nvSpPr>
          <p:cNvPr id="143364"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E30D101-7003-4A57-8741-742BC920A636}"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372169376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幻灯片图像占位符 1"/>
          <p:cNvSpPr>
            <a:spLocks noGrp="1" noRot="1" noChangeAspect="1" noTextEdit="1"/>
          </p:cNvSpPr>
          <p:nvPr>
            <p:ph type="sldImg"/>
          </p:nvPr>
        </p:nvSpPr>
        <p:spPr>
          <a:ln/>
        </p:spPr>
      </p:sp>
      <p:sp>
        <p:nvSpPr>
          <p:cNvPr id="145411"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ndParaRPr>
          </a:p>
        </p:txBody>
      </p:sp>
      <p:sp>
        <p:nvSpPr>
          <p:cNvPr id="145412"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857BC5D-607A-4532-8BC3-947A742BB549}"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348424586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86227A3-F21F-4EBC-841F-A25E04F2143D}"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23907" name="Rectangle 2"/>
          <p:cNvSpPr>
            <a:spLocks noGrp="1" noRot="1" noChangeAspect="1" noChangeArrowheads="1" noTextEdit="1"/>
          </p:cNvSpPr>
          <p:nvPr>
            <p:ph type="sldImg"/>
          </p:nvPr>
        </p:nvSpPr>
        <p:spPr>
          <a:ln/>
        </p:spPr>
      </p:sp>
      <p:sp>
        <p:nvSpPr>
          <p:cNvPr id="1239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dirty="0"/>
          </a:p>
        </p:txBody>
      </p:sp>
    </p:spTree>
    <p:extLst>
      <p:ext uri="{BB962C8B-B14F-4D97-AF65-F5344CB8AC3E}">
        <p14:creationId xmlns:p14="http://schemas.microsoft.com/office/powerpoint/2010/main" val="102240525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F1EED8B-97B1-415D-8331-E49E42B9A480}" type="slidenum">
              <a:rPr kumimoji="0" lang="zh-CN" altLang="en-US" sz="1200" b="0" i="0" u="none" strike="noStrike" kern="1200" cap="none" spc="0" normalizeH="0" baseline="0" noProof="0" smtClean="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Tree>
    <p:extLst>
      <p:ext uri="{BB962C8B-B14F-4D97-AF65-F5344CB8AC3E}">
        <p14:creationId xmlns:p14="http://schemas.microsoft.com/office/powerpoint/2010/main" val="252937872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幻灯片图像占位符 1"/>
          <p:cNvSpPr>
            <a:spLocks noGrp="1" noRot="1" noChangeAspect="1" noTextEdit="1"/>
          </p:cNvSpPr>
          <p:nvPr>
            <p:ph type="sldImg"/>
          </p:nvPr>
        </p:nvSpPr>
        <p:spPr>
          <a:ln/>
        </p:spPr>
      </p:sp>
      <p:sp>
        <p:nvSpPr>
          <p:cNvPr id="14745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zh-CN" dirty="0"/>
          </a:p>
        </p:txBody>
      </p:sp>
      <p:sp>
        <p:nvSpPr>
          <p:cNvPr id="14746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60220">
              <a:defRPr sz="1100" b="1">
                <a:solidFill>
                  <a:schemeClr val="tx1"/>
                </a:solidFill>
                <a:latin typeface="Times New Roman" panose="02020603050405020304" pitchFamily="18" charset="0"/>
                <a:ea typeface="楷体_GB2312" pitchFamily="49" charset="-122"/>
              </a:defRPr>
            </a:lvl1pPr>
            <a:lvl2pPr marL="826908" indent="-317431" defTabSz="1060220">
              <a:defRPr sz="1100" b="1">
                <a:solidFill>
                  <a:schemeClr val="tx1"/>
                </a:solidFill>
                <a:latin typeface="Times New Roman" panose="02020603050405020304" pitchFamily="18" charset="0"/>
                <a:ea typeface="楷体_GB2312" pitchFamily="49" charset="-122"/>
              </a:defRPr>
            </a:lvl2pPr>
            <a:lvl3pPr marL="1276074" indent="-252358" defTabSz="1060220">
              <a:defRPr sz="1100" b="1">
                <a:solidFill>
                  <a:schemeClr val="tx1"/>
                </a:solidFill>
                <a:latin typeface="Times New Roman" panose="02020603050405020304" pitchFamily="18" charset="0"/>
                <a:ea typeface="楷体_GB2312" pitchFamily="49" charset="-122"/>
              </a:defRPr>
            </a:lvl3pPr>
            <a:lvl4pPr marL="1783963" indent="-252358" defTabSz="1060220">
              <a:defRPr sz="1100" b="1">
                <a:solidFill>
                  <a:schemeClr val="tx1"/>
                </a:solidFill>
                <a:latin typeface="Times New Roman" panose="02020603050405020304" pitchFamily="18" charset="0"/>
                <a:ea typeface="楷体_GB2312" pitchFamily="49" charset="-122"/>
              </a:defRPr>
            </a:lvl4pPr>
            <a:lvl5pPr marL="2295027" indent="-252358" defTabSz="1060220">
              <a:defRPr sz="1100" b="1">
                <a:solidFill>
                  <a:schemeClr val="tx1"/>
                </a:solidFill>
                <a:latin typeface="Times New Roman" panose="02020603050405020304" pitchFamily="18" charset="0"/>
                <a:ea typeface="楷体_GB2312" pitchFamily="49" charset="-122"/>
              </a:defRPr>
            </a:lvl5pPr>
            <a:lvl6pPr marL="2752128"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209229"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666330"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4123430"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1060220" rtl="0" eaLnBrk="1" fontAlgn="base" latinLnBrk="0" hangingPunct="1">
              <a:lnSpc>
                <a:spcPct val="100000"/>
              </a:lnSpc>
              <a:spcBef>
                <a:spcPct val="0"/>
              </a:spcBef>
              <a:spcAft>
                <a:spcPct val="0"/>
              </a:spcAft>
              <a:buClrTx/>
              <a:buSzTx/>
              <a:buFontTx/>
              <a:buNone/>
              <a:tabLst/>
              <a:defRPr/>
            </a:pPr>
            <a:fld id="{3885159C-5E51-487C-BBC8-6B765E9FE5F4}"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1060220" rtl="0" eaLnBrk="1" fontAlgn="base" latinLnBrk="0" hangingPunct="1">
                <a:lnSpc>
                  <a:spcPct val="100000"/>
                </a:lnSpc>
                <a:spcBef>
                  <a:spcPct val="0"/>
                </a:spcBef>
                <a:spcAft>
                  <a:spcPct val="0"/>
                </a:spcAft>
                <a:buClrTx/>
                <a:buSzTx/>
                <a:buFontTx/>
                <a:buNone/>
                <a:tabLst/>
                <a:defRPr/>
              </a:pPr>
              <a:t>65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Tree>
    <p:extLst>
      <p:ext uri="{BB962C8B-B14F-4D97-AF65-F5344CB8AC3E}">
        <p14:creationId xmlns:p14="http://schemas.microsoft.com/office/powerpoint/2010/main" val="177265115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948873" eaLnBrk="1" hangingPunct="1">
              <a:defRPr/>
            </a:pPr>
            <a:endParaRPr lang="en-US" altLang="zh-CN" dirty="0"/>
          </a:p>
        </p:txBody>
      </p:sp>
    </p:spTree>
    <p:extLst>
      <p:ext uri="{BB962C8B-B14F-4D97-AF65-F5344CB8AC3E}">
        <p14:creationId xmlns:p14="http://schemas.microsoft.com/office/powerpoint/2010/main" val="125265555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948873" eaLnBrk="1" hangingPunct="1">
              <a:defRPr/>
            </a:pPr>
            <a:endParaRPr lang="en-US" altLang="zh-CN" dirty="0"/>
          </a:p>
        </p:txBody>
      </p:sp>
    </p:spTree>
    <p:extLst>
      <p:ext uri="{BB962C8B-B14F-4D97-AF65-F5344CB8AC3E}">
        <p14:creationId xmlns:p14="http://schemas.microsoft.com/office/powerpoint/2010/main" val="39633077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948873" eaLnBrk="1" hangingPunct="1">
              <a:defRPr/>
            </a:pPr>
            <a:endParaRPr lang="en-US" altLang="zh-CN" dirty="0"/>
          </a:p>
        </p:txBody>
      </p:sp>
    </p:spTree>
    <p:extLst>
      <p:ext uri="{BB962C8B-B14F-4D97-AF65-F5344CB8AC3E}">
        <p14:creationId xmlns:p14="http://schemas.microsoft.com/office/powerpoint/2010/main" val="142876698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69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239596450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60647014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269477466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34551434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197053381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420884527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113776402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128301895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216009774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110640150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79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375963760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73577884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188574777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353519524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103314287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56584299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52418726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159659996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302192739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88</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b="1" dirty="0">
              <a:latin typeface="Arial" panose="020B0604020202020204" pitchFamily="34" charset="0"/>
            </a:endParaRPr>
          </a:p>
        </p:txBody>
      </p:sp>
    </p:spTree>
    <p:extLst>
      <p:ext uri="{BB962C8B-B14F-4D97-AF65-F5344CB8AC3E}">
        <p14:creationId xmlns:p14="http://schemas.microsoft.com/office/powerpoint/2010/main" val="311992844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875CE19-2F8E-4D1E-B24F-77C3A281BB48}"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89</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zh-CN" dirty="0"/>
          </a:p>
        </p:txBody>
      </p:sp>
    </p:spTree>
    <p:extLst>
      <p:ext uri="{BB962C8B-B14F-4D97-AF65-F5344CB8AC3E}">
        <p14:creationId xmlns:p14="http://schemas.microsoft.com/office/powerpoint/2010/main" val="163624057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69770" indent="-295212">
              <a:defRPr sz="1100" b="1">
                <a:solidFill>
                  <a:schemeClr val="tx1"/>
                </a:solidFill>
                <a:latin typeface="Times New Roman" panose="02020603050405020304" pitchFamily="18" charset="0"/>
                <a:ea typeface="楷体_GB2312" pitchFamily="49" charset="-122"/>
              </a:defRPr>
            </a:lvl2pPr>
            <a:lvl3pPr marL="1185608" indent="-236487">
              <a:defRPr sz="1100" b="1">
                <a:solidFill>
                  <a:schemeClr val="tx1"/>
                </a:solidFill>
                <a:latin typeface="Times New Roman" panose="02020603050405020304" pitchFamily="18" charset="0"/>
                <a:ea typeface="楷体_GB2312" pitchFamily="49" charset="-122"/>
              </a:defRPr>
            </a:lvl3pPr>
            <a:lvl4pPr marL="1660165" indent="-236487">
              <a:defRPr sz="1100" b="1">
                <a:solidFill>
                  <a:schemeClr val="tx1"/>
                </a:solidFill>
                <a:latin typeface="Times New Roman" panose="02020603050405020304" pitchFamily="18" charset="0"/>
                <a:ea typeface="楷体_GB2312" pitchFamily="49" charset="-122"/>
              </a:defRPr>
            </a:lvl4pPr>
            <a:lvl5pPr marL="2133138" indent="-236487">
              <a:defRPr sz="1100" b="1">
                <a:solidFill>
                  <a:schemeClr val="tx1"/>
                </a:solidFill>
                <a:latin typeface="Times New Roman" panose="02020603050405020304" pitchFamily="18" charset="0"/>
                <a:ea typeface="楷体_GB2312" pitchFamily="49" charset="-122"/>
              </a:defRPr>
            </a:lvl5pPr>
            <a:lvl6pPr marL="2590238"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047340"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5044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961541" indent="-236487"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D7FCC81-B2B5-40A5-96A4-40E8EF71B30F}"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90</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endParaRPr>
          </a:p>
        </p:txBody>
      </p:sp>
      <p:sp>
        <p:nvSpPr>
          <p:cNvPr id="118787" name="Rectangle 2"/>
          <p:cNvSpPr>
            <a:spLocks noGrp="1" noRot="1" noChangeAspect="1" noChangeArrowheads="1" noTextEdit="1"/>
          </p:cNvSpPr>
          <p:nvPr>
            <p:ph type="sldImg"/>
          </p:nvPr>
        </p:nvSpPr>
        <p:spPr>
          <a:ln/>
        </p:spPr>
      </p:sp>
      <p:sp>
        <p:nvSpPr>
          <p:cNvPr id="118788" name="Rectangle 3"/>
          <p:cNvSpPr>
            <a:spLocks noGrp="1" noChangeArrowheads="1"/>
          </p:cNvSpPr>
          <p:nvPr>
            <p:ph type="body" idx="1"/>
          </p:nvPr>
        </p:nvSpPr>
        <p:spPr>
          <a:xfrm>
            <a:off x="1364006" y="3371809"/>
            <a:ext cx="7506604" cy="319452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lvl="2" eaLnBrk="1" hangingPunct="1"/>
            <a:endParaRPr lang="en-US" altLang="zh-CN" dirty="0"/>
          </a:p>
        </p:txBody>
      </p:sp>
    </p:spTree>
    <p:extLst>
      <p:ext uri="{BB962C8B-B14F-4D97-AF65-F5344CB8AC3E}">
        <p14:creationId xmlns:p14="http://schemas.microsoft.com/office/powerpoint/2010/main" val="160251170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幻灯片图像占位符 1"/>
          <p:cNvSpPr>
            <a:spLocks noGrp="1" noRot="1" noChangeAspect="1" noTextEdit="1"/>
          </p:cNvSpPr>
          <p:nvPr>
            <p:ph type="sldImg"/>
          </p:nvPr>
        </p:nvSpPr>
        <p:spPr>
          <a:ln/>
        </p:spPr>
      </p:sp>
      <p:sp>
        <p:nvSpPr>
          <p:cNvPr id="14745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zh-CN" dirty="0"/>
          </a:p>
        </p:txBody>
      </p:sp>
      <p:sp>
        <p:nvSpPr>
          <p:cNvPr id="14746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60220">
              <a:defRPr sz="1100" b="1">
                <a:solidFill>
                  <a:schemeClr val="tx1"/>
                </a:solidFill>
                <a:latin typeface="Times New Roman" panose="02020603050405020304" pitchFamily="18" charset="0"/>
                <a:ea typeface="楷体_GB2312" pitchFamily="49" charset="-122"/>
              </a:defRPr>
            </a:lvl1pPr>
            <a:lvl2pPr marL="826908" indent="-317431" defTabSz="1060220">
              <a:defRPr sz="1100" b="1">
                <a:solidFill>
                  <a:schemeClr val="tx1"/>
                </a:solidFill>
                <a:latin typeface="Times New Roman" panose="02020603050405020304" pitchFamily="18" charset="0"/>
                <a:ea typeface="楷体_GB2312" pitchFamily="49" charset="-122"/>
              </a:defRPr>
            </a:lvl2pPr>
            <a:lvl3pPr marL="1276074" indent="-252358" defTabSz="1060220">
              <a:defRPr sz="1100" b="1">
                <a:solidFill>
                  <a:schemeClr val="tx1"/>
                </a:solidFill>
                <a:latin typeface="Times New Roman" panose="02020603050405020304" pitchFamily="18" charset="0"/>
                <a:ea typeface="楷体_GB2312" pitchFamily="49" charset="-122"/>
              </a:defRPr>
            </a:lvl3pPr>
            <a:lvl4pPr marL="1783963" indent="-252358" defTabSz="1060220">
              <a:defRPr sz="1100" b="1">
                <a:solidFill>
                  <a:schemeClr val="tx1"/>
                </a:solidFill>
                <a:latin typeface="Times New Roman" panose="02020603050405020304" pitchFamily="18" charset="0"/>
                <a:ea typeface="楷体_GB2312" pitchFamily="49" charset="-122"/>
              </a:defRPr>
            </a:lvl4pPr>
            <a:lvl5pPr marL="2295027" indent="-252358" defTabSz="1060220">
              <a:defRPr sz="1100" b="1">
                <a:solidFill>
                  <a:schemeClr val="tx1"/>
                </a:solidFill>
                <a:latin typeface="Times New Roman" panose="02020603050405020304" pitchFamily="18" charset="0"/>
                <a:ea typeface="楷体_GB2312" pitchFamily="49" charset="-122"/>
              </a:defRPr>
            </a:lvl5pPr>
            <a:lvl6pPr marL="2752128"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3209229"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666330"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4123430" indent="-252358" defTabSz="106022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r" defTabSz="1060220" rtl="0" eaLnBrk="1" fontAlgn="base" latinLnBrk="0" hangingPunct="1">
              <a:lnSpc>
                <a:spcPct val="100000"/>
              </a:lnSpc>
              <a:spcBef>
                <a:spcPct val="0"/>
              </a:spcBef>
              <a:spcAft>
                <a:spcPct val="0"/>
              </a:spcAft>
              <a:buClrTx/>
              <a:buSzTx/>
              <a:buFontTx/>
              <a:buNone/>
              <a:tabLst/>
              <a:defRPr/>
            </a:pPr>
            <a:fld id="{3885159C-5E51-487C-BBC8-6B765E9FE5F4}" type="slidenum">
              <a:rPr kumimoji="0" lang="zh-CN" altLang="en-US"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1060220" rtl="0" eaLnBrk="1" fontAlgn="base" latinLnBrk="0" hangingPunct="1">
                <a:lnSpc>
                  <a:spcPct val="100000"/>
                </a:lnSpc>
                <a:spcBef>
                  <a:spcPct val="0"/>
                </a:spcBef>
                <a:spcAft>
                  <a:spcPct val="0"/>
                </a:spcAft>
                <a:buClrTx/>
                <a:buSzTx/>
                <a:buFontTx/>
                <a:buNone/>
                <a:tabLst/>
                <a:defRPr/>
              </a:pPr>
              <a:t>91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Tree>
    <p:extLst>
      <p:ext uri="{BB962C8B-B14F-4D97-AF65-F5344CB8AC3E}">
        <p14:creationId xmlns:p14="http://schemas.microsoft.com/office/powerpoint/2010/main" val="246791025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幻灯片图像占位符 1">
            <a:extLst>
              <a:ext uri="{FF2B5EF4-FFF2-40B4-BE49-F238E27FC236}">
                <a16:creationId xmlns:a16="http://schemas.microsoft.com/office/drawing/2014/main" id="{10627BDB-4CC2-4988-96FD-AA391282344A}"/>
              </a:ext>
            </a:extLst>
          </p:cNvPr>
          <p:cNvSpPr>
            <a:spLocks noGrp="1" noRot="1" noChangeAspect="1" noChangeArrowheads="1" noTextEdit="1"/>
          </p:cNvSpPr>
          <p:nvPr>
            <p:ph type="sldImg"/>
          </p:nvPr>
        </p:nvSpPr>
        <p:spPr>
          <a:ln/>
        </p:spPr>
      </p:sp>
      <p:sp>
        <p:nvSpPr>
          <p:cNvPr id="148483" name="备注占位符 2">
            <a:extLst>
              <a:ext uri="{FF2B5EF4-FFF2-40B4-BE49-F238E27FC236}">
                <a16:creationId xmlns:a16="http://schemas.microsoft.com/office/drawing/2014/main" id="{B9539381-8D8C-4A82-B6AA-6F6DE7F5A0BC}"/>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p>
        </p:txBody>
      </p:sp>
      <p:sp>
        <p:nvSpPr>
          <p:cNvPr id="148484" name="灯片编号占位符 3">
            <a:extLst>
              <a:ext uri="{FF2B5EF4-FFF2-40B4-BE49-F238E27FC236}">
                <a16:creationId xmlns:a16="http://schemas.microsoft.com/office/drawing/2014/main" id="{E38B1E4A-E801-4D54-8162-527A4B969EA9}"/>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0877">
              <a:defRPr>
                <a:solidFill>
                  <a:schemeClr val="tx1"/>
                </a:solidFill>
                <a:latin typeface="Tahoma" panose="020B0604030504040204" pitchFamily="34" charset="0"/>
                <a:ea typeface="楷体_GB2312"/>
                <a:cs typeface="楷体_GB2312"/>
              </a:defRPr>
            </a:lvl1pPr>
            <a:lvl2pPr marL="742922" indent="-285739" defTabSz="950877">
              <a:defRPr>
                <a:solidFill>
                  <a:schemeClr val="tx1"/>
                </a:solidFill>
                <a:latin typeface="Tahoma" panose="020B0604030504040204" pitchFamily="34" charset="0"/>
                <a:ea typeface="楷体_GB2312"/>
                <a:cs typeface="楷体_GB2312"/>
              </a:defRPr>
            </a:lvl2pPr>
            <a:lvl3pPr marL="1142957" indent="-228591" defTabSz="950877">
              <a:defRPr>
                <a:solidFill>
                  <a:schemeClr val="tx1"/>
                </a:solidFill>
                <a:latin typeface="Tahoma" panose="020B0604030504040204" pitchFamily="34" charset="0"/>
                <a:ea typeface="楷体_GB2312"/>
                <a:cs typeface="楷体_GB2312"/>
              </a:defRPr>
            </a:lvl3pPr>
            <a:lvl4pPr marL="1600140" indent="-228591" defTabSz="950877">
              <a:defRPr>
                <a:solidFill>
                  <a:schemeClr val="tx1"/>
                </a:solidFill>
                <a:latin typeface="Tahoma" panose="020B0604030504040204" pitchFamily="34" charset="0"/>
                <a:ea typeface="楷体_GB2312"/>
                <a:cs typeface="楷体_GB2312"/>
              </a:defRPr>
            </a:lvl4pPr>
            <a:lvl5pPr marL="2057322" indent="-228591" defTabSz="950877">
              <a:defRPr>
                <a:solidFill>
                  <a:schemeClr val="tx1"/>
                </a:solidFill>
                <a:latin typeface="Tahoma" panose="020B0604030504040204" pitchFamily="34" charset="0"/>
                <a:ea typeface="楷体_GB2312"/>
                <a:cs typeface="楷体_GB2312"/>
              </a:defRPr>
            </a:lvl5pPr>
            <a:lvl6pPr marL="2514505" indent="-228591" defTabSz="950877" eaLnBrk="0" fontAlgn="base" hangingPunct="0">
              <a:spcBef>
                <a:spcPct val="0"/>
              </a:spcBef>
              <a:spcAft>
                <a:spcPct val="0"/>
              </a:spcAft>
              <a:defRPr>
                <a:solidFill>
                  <a:schemeClr val="tx1"/>
                </a:solidFill>
                <a:latin typeface="Tahoma" panose="020B0604030504040204" pitchFamily="34" charset="0"/>
                <a:ea typeface="楷体_GB2312"/>
                <a:cs typeface="楷体_GB2312"/>
              </a:defRPr>
            </a:lvl6pPr>
            <a:lvl7pPr marL="2971687" indent="-228591" defTabSz="950877" eaLnBrk="0" fontAlgn="base" hangingPunct="0">
              <a:spcBef>
                <a:spcPct val="0"/>
              </a:spcBef>
              <a:spcAft>
                <a:spcPct val="0"/>
              </a:spcAft>
              <a:defRPr>
                <a:solidFill>
                  <a:schemeClr val="tx1"/>
                </a:solidFill>
                <a:latin typeface="Tahoma" panose="020B0604030504040204" pitchFamily="34" charset="0"/>
                <a:ea typeface="楷体_GB2312"/>
                <a:cs typeface="楷体_GB2312"/>
              </a:defRPr>
            </a:lvl7pPr>
            <a:lvl8pPr marL="3428871" indent="-228591" defTabSz="950877" eaLnBrk="0" fontAlgn="base" hangingPunct="0">
              <a:spcBef>
                <a:spcPct val="0"/>
              </a:spcBef>
              <a:spcAft>
                <a:spcPct val="0"/>
              </a:spcAft>
              <a:defRPr>
                <a:solidFill>
                  <a:schemeClr val="tx1"/>
                </a:solidFill>
                <a:latin typeface="Tahoma" panose="020B0604030504040204" pitchFamily="34" charset="0"/>
                <a:ea typeface="楷体_GB2312"/>
                <a:cs typeface="楷体_GB2312"/>
              </a:defRPr>
            </a:lvl8pPr>
            <a:lvl9pPr marL="3886053" indent="-228591" defTabSz="950877" eaLnBrk="0" fontAlgn="base" hangingPunct="0">
              <a:spcBef>
                <a:spcPct val="0"/>
              </a:spcBef>
              <a:spcAft>
                <a:spcPct val="0"/>
              </a:spcAft>
              <a:defRPr>
                <a:solidFill>
                  <a:schemeClr val="tx1"/>
                </a:solidFill>
                <a:latin typeface="Tahoma" panose="020B0604030504040204" pitchFamily="34" charset="0"/>
                <a:ea typeface="楷体_GB2312"/>
                <a:cs typeface="楷体_GB2312"/>
              </a:defRPr>
            </a:lvl9pPr>
          </a:lstStyle>
          <a:p>
            <a:pPr marL="0" marR="0" lvl="0" indent="0" algn="r" defTabSz="950877" rtl="0" eaLnBrk="1" fontAlgn="base" latinLnBrk="0" hangingPunct="1">
              <a:lnSpc>
                <a:spcPct val="100000"/>
              </a:lnSpc>
              <a:spcBef>
                <a:spcPct val="0"/>
              </a:spcBef>
              <a:spcAft>
                <a:spcPct val="0"/>
              </a:spcAft>
              <a:buClrTx/>
              <a:buSzTx/>
              <a:buFontTx/>
              <a:buNone/>
              <a:tabLst/>
              <a:defRPr/>
            </a:pPr>
            <a:fld id="{CF227E9F-F6EB-4A02-A739-BFF58CE27FA4}" type="slidenum">
              <a:rPr kumimoji="0" lang="zh-CN" altLang="en-US"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rPr>
              <a:pPr marL="0" marR="0" lvl="0" indent="0" algn="r" defTabSz="950877" rtl="0" eaLnBrk="1" fontAlgn="base" latinLnBrk="0" hangingPunct="1">
                <a:lnSpc>
                  <a:spcPct val="100000"/>
                </a:lnSpc>
                <a:spcBef>
                  <a:spcPct val="0"/>
                </a:spcBef>
                <a:spcAft>
                  <a:spcPct val="0"/>
                </a:spcAft>
                <a:buClrTx/>
                <a:buSzTx/>
                <a:buFontTx/>
                <a:buNone/>
                <a:tabLst/>
                <a:defRPr/>
              </a:pPr>
              <a:t>92</a:t>
            </a:fld>
            <a:endParaRPr kumimoji="0" lang="zh-CN" altLang="en-US"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1252871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914400" y="1600203"/>
            <a:ext cx="10363200" cy="1780108"/>
          </a:xfrm>
        </p:spPr>
        <p:txBody>
          <a:bodyPr anchor="b">
            <a:normAutofit/>
          </a:bodyPr>
          <a:lstStyle>
            <a:lvl1pPr>
              <a:defRPr sz="5867">
                <a:solidFill>
                  <a:srgbClr val="FFFFFF"/>
                </a:solid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1828800" y="3556001"/>
            <a:ext cx="8534400" cy="1473200"/>
          </a:xfrm>
        </p:spPr>
        <p:txBody>
          <a:bodyPr>
            <a:normAutofit/>
          </a:bodyPr>
          <a:lstStyle>
            <a:lvl1pPr marL="0" indent="0" algn="ctr">
              <a:buNone/>
              <a:defRPr sz="2667">
                <a:solidFill>
                  <a:srgbClr val="FFFFFF"/>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zh-CN" altLang="en-US"/>
              <a:t>单击此处编辑母版副标题样式</a:t>
            </a:r>
            <a:endParaRPr lang="en-US" dirty="0"/>
          </a:p>
        </p:txBody>
      </p:sp>
      <p:sp>
        <p:nvSpPr>
          <p:cNvPr id="4" name="Date Placeholder 3">
            <a:extLst>
              <a:ext uri="{FF2B5EF4-FFF2-40B4-BE49-F238E27FC236}">
                <a16:creationId xmlns:a16="http://schemas.microsoft.com/office/drawing/2014/main" id="{98202998-FB1D-4506-AA14-4F66F1A9401E}"/>
              </a:ext>
            </a:extLst>
          </p:cNvPr>
          <p:cNvSpPr>
            <a:spLocks noGrp="1"/>
          </p:cNvSpPr>
          <p:nvPr>
            <p:ph type="dt" sz="half" idx="10"/>
          </p:nvPr>
        </p:nvSpPr>
        <p:spPr/>
        <p:txBody>
          <a:bodyPr rtlCol="0"/>
          <a:lstStyle>
            <a:lvl1pPr>
              <a:defRPr>
                <a:ea typeface="楷体_GB2312"/>
              </a:defRPr>
            </a:lvl1pPr>
          </a:lstStyle>
          <a:p>
            <a:pPr>
              <a:defRPr/>
            </a:pPr>
            <a:endParaRPr lang="en-US" altLang="zh-CN"/>
          </a:p>
        </p:txBody>
      </p:sp>
      <p:sp>
        <p:nvSpPr>
          <p:cNvPr id="5" name="Footer Placeholder 4">
            <a:extLst>
              <a:ext uri="{FF2B5EF4-FFF2-40B4-BE49-F238E27FC236}">
                <a16:creationId xmlns:a16="http://schemas.microsoft.com/office/drawing/2014/main" id="{51D5105A-1B90-4FF5-AAF7-1E551A528F67}"/>
              </a:ext>
            </a:extLst>
          </p:cNvPr>
          <p:cNvSpPr>
            <a:spLocks noGrp="1"/>
          </p:cNvSpPr>
          <p:nvPr>
            <p:ph type="ftr" sz="quarter" idx="11"/>
          </p:nvPr>
        </p:nvSpPr>
        <p:spPr/>
        <p:txBody>
          <a:bodyPr rtlCol="0"/>
          <a:lstStyle>
            <a:lvl1pPr>
              <a:defRPr>
                <a:ea typeface="楷体_GB2312"/>
              </a:defRPr>
            </a:lvl1pPr>
          </a:lstStyle>
          <a:p>
            <a:pPr>
              <a:defRPr/>
            </a:pPr>
            <a:endParaRPr lang="en-US" altLang="zh-CN"/>
          </a:p>
        </p:txBody>
      </p:sp>
      <p:sp>
        <p:nvSpPr>
          <p:cNvPr id="6" name="Slide Number Placeholder 5">
            <a:extLst>
              <a:ext uri="{FF2B5EF4-FFF2-40B4-BE49-F238E27FC236}">
                <a16:creationId xmlns:a16="http://schemas.microsoft.com/office/drawing/2014/main" id="{87AEDAFC-7893-4A04-8CD0-D5BF008942BD}"/>
              </a:ext>
            </a:extLst>
          </p:cNvPr>
          <p:cNvSpPr>
            <a:spLocks noGrp="1"/>
          </p:cNvSpPr>
          <p:nvPr>
            <p:ph type="sldNum" sz="quarter" idx="12"/>
          </p:nvPr>
        </p:nvSpPr>
        <p:spPr/>
        <p:txBody>
          <a:bodyPr/>
          <a:lstStyle>
            <a:lvl1pPr>
              <a:defRPr>
                <a:ea typeface="楷体_GB2312"/>
                <a:cs typeface="楷体_GB2312"/>
              </a:defRPr>
            </a:lvl1pPr>
          </a:lstStyle>
          <a:p>
            <a:pPr>
              <a:defRPr/>
            </a:pPr>
            <a:fld id="{64009E69-71E8-456A-969D-D19625B3D992}" type="slidenum">
              <a:rPr lang="zh-CN" altLang="en-US"/>
              <a:pPr>
                <a:defRPr/>
              </a:pPr>
              <a:t>‹#›</a:t>
            </a:fld>
            <a:endParaRPr lang="en-US" altLang="zh-CN"/>
          </a:p>
        </p:txBody>
      </p:sp>
    </p:spTree>
    <p:extLst>
      <p:ext uri="{BB962C8B-B14F-4D97-AF65-F5344CB8AC3E}">
        <p14:creationId xmlns:p14="http://schemas.microsoft.com/office/powerpoint/2010/main" val="413315122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grpSp>
        <p:nvGrpSpPr>
          <p:cNvPr id="4" name="组合 5">
            <a:extLst>
              <a:ext uri="{FF2B5EF4-FFF2-40B4-BE49-F238E27FC236}">
                <a16:creationId xmlns:a16="http://schemas.microsoft.com/office/drawing/2014/main" id="{E719F4AA-F403-4CF8-9C0A-3754D42D58CD}"/>
              </a:ext>
            </a:extLst>
          </p:cNvPr>
          <p:cNvGrpSpPr>
            <a:grpSpLocks/>
          </p:cNvGrpSpPr>
          <p:nvPr userDrawn="1"/>
        </p:nvGrpSpPr>
        <p:grpSpPr bwMode="auto">
          <a:xfrm>
            <a:off x="0" y="260351"/>
            <a:ext cx="1007533" cy="575733"/>
            <a:chOff x="-786" y="195486"/>
            <a:chExt cx="756363" cy="432048"/>
          </a:xfrm>
        </p:grpSpPr>
        <p:sp>
          <p:nvSpPr>
            <p:cNvPr id="5" name="五边形 7">
              <a:extLst>
                <a:ext uri="{FF2B5EF4-FFF2-40B4-BE49-F238E27FC236}">
                  <a16:creationId xmlns:a16="http://schemas.microsoft.com/office/drawing/2014/main" id="{D4FEEE83-F8BC-45EF-AB91-02DBB848A699}"/>
                </a:ext>
              </a:extLst>
            </p:cNvPr>
            <p:cNvSpPr/>
            <p:nvPr/>
          </p:nvSpPr>
          <p:spPr>
            <a:xfrm>
              <a:off x="-786" y="195486"/>
              <a:ext cx="756363" cy="432048"/>
            </a:xfrm>
            <a:prstGeom prst="homePlate">
              <a:avLst/>
            </a:prstGeom>
            <a:solidFill>
              <a:schemeClr val="bg2">
                <a:lumMod val="50000"/>
              </a:schemeClr>
            </a:solidFill>
            <a:ln w="25400" cap="flat" cmpd="sng" algn="ctr">
              <a:noFill/>
              <a:prstDash val="solid"/>
            </a:ln>
            <a:effectLst/>
          </p:spPr>
          <p:txBody>
            <a:bodyPr anchor="ctr"/>
            <a:lstStyle>
              <a:lvl1pPr>
                <a:defRPr>
                  <a:solidFill>
                    <a:schemeClr val="tx1"/>
                  </a:solidFill>
                  <a:latin typeface="Tahoma" panose="020B0604030504040204" pitchFamily="34" charset="0"/>
                  <a:ea typeface="宋体" panose="02010600030101010101" pitchFamily="2" charset="-122"/>
                </a:defRPr>
              </a:lvl1pPr>
              <a:lvl2pPr marL="742950" indent="-285750">
                <a:defRPr>
                  <a:solidFill>
                    <a:schemeClr val="tx1"/>
                  </a:solidFill>
                  <a:latin typeface="Tahoma" panose="020B0604030504040204" pitchFamily="34" charset="0"/>
                  <a:ea typeface="宋体" panose="02010600030101010101" pitchFamily="2" charset="-122"/>
                </a:defRPr>
              </a:lvl2pPr>
              <a:lvl3pPr marL="1143000" indent="-228600">
                <a:defRPr>
                  <a:solidFill>
                    <a:schemeClr val="tx1"/>
                  </a:solidFill>
                  <a:latin typeface="Tahoma" panose="020B0604030504040204" pitchFamily="34" charset="0"/>
                  <a:ea typeface="宋体" panose="02010600030101010101" pitchFamily="2" charset="-122"/>
                </a:defRPr>
              </a:lvl3pPr>
              <a:lvl4pPr marL="1600200" indent="-228600">
                <a:defRPr>
                  <a:solidFill>
                    <a:schemeClr val="tx1"/>
                  </a:solidFill>
                  <a:latin typeface="Tahoma" panose="020B0604030504040204" pitchFamily="34" charset="0"/>
                  <a:ea typeface="宋体" panose="02010600030101010101" pitchFamily="2" charset="-122"/>
                </a:defRPr>
              </a:lvl4pPr>
              <a:lvl5pPr marL="2057400" indent="-228600">
                <a:defRPr>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9pPr>
            </a:lstStyle>
            <a:p>
              <a:pPr algn="ctr" eaLnBrk="1" hangingPunct="1">
                <a:defRPr/>
              </a:pPr>
              <a:endParaRPr lang="zh-CN" altLang="en-US" sz="2400">
                <a:solidFill>
                  <a:srgbClr val="FFFFFF"/>
                </a:solidFill>
                <a:latin typeface="Calibri" panose="020F0502020204030204" pitchFamily="34" charset="0"/>
                <a:ea typeface="楷体_GB2312"/>
                <a:cs typeface="楷体_GB2312"/>
              </a:endParaRPr>
            </a:p>
          </p:txBody>
        </p:sp>
        <p:sp>
          <p:nvSpPr>
            <p:cNvPr id="6" name="五边形 8">
              <a:extLst>
                <a:ext uri="{FF2B5EF4-FFF2-40B4-BE49-F238E27FC236}">
                  <a16:creationId xmlns:a16="http://schemas.microsoft.com/office/drawing/2014/main" id="{6F3BF182-5005-4210-AD59-07596771F907}"/>
                </a:ext>
              </a:extLst>
            </p:cNvPr>
            <p:cNvSpPr>
              <a:spLocks noChangeArrowheads="1"/>
            </p:cNvSpPr>
            <p:nvPr/>
          </p:nvSpPr>
          <p:spPr bwMode="auto">
            <a:xfrm>
              <a:off x="-786" y="197074"/>
              <a:ext cx="756363" cy="88951"/>
            </a:xfrm>
            <a:prstGeom prst="homePlate">
              <a:avLst>
                <a:gd name="adj" fmla="val 49995"/>
              </a:avLst>
            </a:prstGeom>
            <a:solidFill>
              <a:schemeClr val="bg1">
                <a:alpha val="30196"/>
              </a:schemeClr>
            </a:solidFill>
            <a:ln>
              <a:noFill/>
            </a:ln>
          </p:spPr>
          <p:txBody>
            <a:bodyPr anchor="ctr"/>
            <a:lstStyle>
              <a:lvl1pPr>
                <a:defRPr>
                  <a:solidFill>
                    <a:schemeClr val="tx1"/>
                  </a:solidFill>
                  <a:latin typeface="Tahoma" panose="020B0604030504040204" pitchFamily="34" charset="0"/>
                  <a:ea typeface="宋体" panose="02010600030101010101" pitchFamily="2" charset="-122"/>
                </a:defRPr>
              </a:lvl1pPr>
              <a:lvl2pPr marL="742950" indent="-285750">
                <a:defRPr>
                  <a:solidFill>
                    <a:schemeClr val="tx1"/>
                  </a:solidFill>
                  <a:latin typeface="Tahoma" panose="020B0604030504040204" pitchFamily="34" charset="0"/>
                  <a:ea typeface="宋体" panose="02010600030101010101" pitchFamily="2" charset="-122"/>
                </a:defRPr>
              </a:lvl2pPr>
              <a:lvl3pPr marL="1143000" indent="-228600">
                <a:defRPr>
                  <a:solidFill>
                    <a:schemeClr val="tx1"/>
                  </a:solidFill>
                  <a:latin typeface="Tahoma" panose="020B0604030504040204" pitchFamily="34" charset="0"/>
                  <a:ea typeface="宋体" panose="02010600030101010101" pitchFamily="2" charset="-122"/>
                </a:defRPr>
              </a:lvl3pPr>
              <a:lvl4pPr marL="1600200" indent="-228600">
                <a:defRPr>
                  <a:solidFill>
                    <a:schemeClr val="tx1"/>
                  </a:solidFill>
                  <a:latin typeface="Tahoma" panose="020B0604030504040204" pitchFamily="34" charset="0"/>
                  <a:ea typeface="宋体" panose="02010600030101010101" pitchFamily="2" charset="-122"/>
                </a:defRPr>
              </a:lvl4pPr>
              <a:lvl5pPr marL="2057400" indent="-228600">
                <a:defRPr>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9pPr>
            </a:lstStyle>
            <a:p>
              <a:pPr algn="ctr" eaLnBrk="1" hangingPunct="1">
                <a:defRPr/>
              </a:pPr>
              <a:endParaRPr lang="zh-CN" altLang="en-US" sz="2400">
                <a:solidFill>
                  <a:srgbClr val="FFFFFF"/>
                </a:solidFill>
                <a:latin typeface="Calibri" panose="020F0502020204030204" pitchFamily="34" charset="0"/>
                <a:ea typeface="楷体_GB2312"/>
                <a:cs typeface="楷体_GB2312"/>
              </a:endParaRPr>
            </a:p>
          </p:txBody>
        </p:sp>
      </p:grpSp>
      <p:sp>
        <p:nvSpPr>
          <p:cNvPr id="3" name="Content Placeholder 2"/>
          <p:cNvSpPr>
            <a:spLocks noGrp="1"/>
          </p:cNvSpPr>
          <p:nvPr>
            <p:ph idx="1"/>
          </p:nvPr>
        </p:nvSpPr>
        <p:spPr/>
        <p:txBody>
          <a:bodyPr/>
          <a:lstStyle>
            <a:lvl1pPr>
              <a:defRPr baseline="0">
                <a:latin typeface="Times New Roman" panose="02020603050405020304" pitchFamily="18" charset="0"/>
              </a:defRPr>
            </a:lvl1pPr>
            <a:lvl2pPr>
              <a:defRPr baseline="0">
                <a:latin typeface="Times New Roman" panose="02020603050405020304" pitchFamily="18" charset="0"/>
              </a:defRPr>
            </a:lvl2pPr>
            <a:lvl3pPr>
              <a:defRPr baseline="0">
                <a:latin typeface="Times New Roman" panose="02020603050405020304" pitchFamily="18" charset="0"/>
              </a:defRPr>
            </a:lvl3pPr>
            <a:lvl4pPr>
              <a:defRPr baseline="0">
                <a:latin typeface="Times New Roman" panose="02020603050405020304" pitchFamily="18" charset="0"/>
              </a:defRPr>
            </a:lvl4pPr>
            <a:lvl5pPr>
              <a:defRPr baseline="0">
                <a:latin typeface="Times New Roman" panose="02020603050405020304" pitchFamily="18" charset="0"/>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sp>
        <p:nvSpPr>
          <p:cNvPr id="7" name="Title 6"/>
          <p:cNvSpPr>
            <a:spLocks noGrp="1"/>
          </p:cNvSpPr>
          <p:nvPr>
            <p:ph type="title"/>
          </p:nvPr>
        </p:nvSpPr>
        <p:spPr>
          <a:xfrm>
            <a:off x="1007435" y="356659"/>
            <a:ext cx="10574965" cy="480053"/>
          </a:xfrm>
        </p:spPr>
        <p:txBody>
          <a:bodyPr/>
          <a:lstStyle>
            <a:lvl1pPr algn="l">
              <a:defRPr b="1" baseline="0">
                <a:latin typeface="Times New Roman" panose="02020603050405020304" pitchFamily="18" charset="0"/>
                <a:ea typeface="黑体" panose="02010609060101010101" pitchFamily="49" charset="-122"/>
              </a:defRPr>
            </a:lvl1pPr>
          </a:lstStyle>
          <a:p>
            <a:r>
              <a:rPr lang="zh-CN" altLang="en-US" dirty="0"/>
              <a:t>单击此处编辑母版标题样式</a:t>
            </a:r>
            <a:endParaRPr lang="en-US" dirty="0"/>
          </a:p>
        </p:txBody>
      </p:sp>
      <p:sp>
        <p:nvSpPr>
          <p:cNvPr id="8" name="Date Placeholder 3">
            <a:extLst>
              <a:ext uri="{FF2B5EF4-FFF2-40B4-BE49-F238E27FC236}">
                <a16:creationId xmlns:a16="http://schemas.microsoft.com/office/drawing/2014/main" id="{BEA76A03-A304-420F-98CD-7F0496E60BEE}"/>
              </a:ext>
            </a:extLst>
          </p:cNvPr>
          <p:cNvSpPr>
            <a:spLocks noGrp="1"/>
          </p:cNvSpPr>
          <p:nvPr>
            <p:ph type="dt" sz="half" idx="10"/>
          </p:nvPr>
        </p:nvSpPr>
        <p:spPr/>
        <p:txBody>
          <a:bodyPr rtlCol="0"/>
          <a:lstStyle>
            <a:lvl1pPr>
              <a:defRPr>
                <a:ea typeface="楷体_GB2312"/>
              </a:defRPr>
            </a:lvl1pPr>
          </a:lstStyle>
          <a:p>
            <a:pPr>
              <a:defRPr/>
            </a:pPr>
            <a:endParaRPr lang="en-US" altLang="zh-CN"/>
          </a:p>
        </p:txBody>
      </p:sp>
      <p:sp>
        <p:nvSpPr>
          <p:cNvPr id="9" name="Footer Placeholder 4">
            <a:extLst>
              <a:ext uri="{FF2B5EF4-FFF2-40B4-BE49-F238E27FC236}">
                <a16:creationId xmlns:a16="http://schemas.microsoft.com/office/drawing/2014/main" id="{046D6436-CA72-4401-87FB-51A29248EE93}"/>
              </a:ext>
            </a:extLst>
          </p:cNvPr>
          <p:cNvSpPr>
            <a:spLocks noGrp="1"/>
          </p:cNvSpPr>
          <p:nvPr>
            <p:ph type="ftr" sz="quarter" idx="11"/>
          </p:nvPr>
        </p:nvSpPr>
        <p:spPr/>
        <p:txBody>
          <a:bodyPr rtlCol="0"/>
          <a:lstStyle>
            <a:lvl1pPr>
              <a:defRPr>
                <a:ea typeface="楷体_GB2312"/>
              </a:defRPr>
            </a:lvl1pPr>
          </a:lstStyle>
          <a:p>
            <a:pPr>
              <a:defRPr/>
            </a:pPr>
            <a:endParaRPr lang="en-US" altLang="zh-CN"/>
          </a:p>
        </p:txBody>
      </p:sp>
      <p:sp>
        <p:nvSpPr>
          <p:cNvPr id="10" name="Slide Number Placeholder 5">
            <a:extLst>
              <a:ext uri="{FF2B5EF4-FFF2-40B4-BE49-F238E27FC236}">
                <a16:creationId xmlns:a16="http://schemas.microsoft.com/office/drawing/2014/main" id="{367702D5-FC4E-4546-9327-4FE20EC9D80E}"/>
              </a:ext>
            </a:extLst>
          </p:cNvPr>
          <p:cNvSpPr>
            <a:spLocks noGrp="1"/>
          </p:cNvSpPr>
          <p:nvPr>
            <p:ph type="sldNum" sz="quarter" idx="12"/>
          </p:nvPr>
        </p:nvSpPr>
        <p:spPr/>
        <p:txBody>
          <a:bodyPr/>
          <a:lstStyle>
            <a:lvl1pPr>
              <a:defRPr>
                <a:ea typeface="楷体_GB2312"/>
                <a:cs typeface="楷体_GB2312"/>
              </a:defRPr>
            </a:lvl1pPr>
          </a:lstStyle>
          <a:p>
            <a:pPr>
              <a:defRPr/>
            </a:pPr>
            <a:fld id="{EA567855-7F13-4FC5-AD61-2B82F6443E16}" type="slidenum">
              <a:rPr lang="zh-CN" altLang="en-US"/>
              <a:pPr>
                <a:defRPr/>
              </a:pPr>
              <a:t>‹#›</a:t>
            </a:fld>
            <a:endParaRPr lang="en-US" altLang="zh-CN"/>
          </a:p>
        </p:txBody>
      </p:sp>
    </p:spTree>
    <p:extLst>
      <p:ext uri="{BB962C8B-B14F-4D97-AF65-F5344CB8AC3E}">
        <p14:creationId xmlns:p14="http://schemas.microsoft.com/office/powerpoint/2010/main" val="38162363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4" name="Rounded Rectangle 15"/>
          <p:cNvSpPr/>
          <p:nvPr/>
        </p:nvSpPr>
        <p:spPr>
          <a:xfrm>
            <a:off x="304801" y="228601"/>
            <a:ext cx="11595100" cy="6034617"/>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sz="2400" b="0">
              <a:solidFill>
                <a:prstClr val="white"/>
              </a:solidFill>
            </a:endParaRPr>
          </a:p>
        </p:txBody>
      </p:sp>
      <p:grpSp>
        <p:nvGrpSpPr>
          <p:cNvPr id="5" name="Group 9"/>
          <p:cNvGrpSpPr>
            <a:grpSpLocks noChangeAspect="1"/>
          </p:cNvGrpSpPr>
          <p:nvPr/>
        </p:nvGrpSpPr>
        <p:grpSpPr bwMode="auto">
          <a:xfrm>
            <a:off x="281517" y="5353051"/>
            <a:ext cx="11631083" cy="1333500"/>
            <a:chOff x="-3905250" y="4294188"/>
            <a:chExt cx="13011150" cy="1892300"/>
          </a:xfrm>
        </p:grpSpPr>
        <p:sp>
          <p:nvSpPr>
            <p:cNvPr id="6" name="Freeform 14"/>
            <p:cNvSpPr>
              <a:spLocks/>
            </p:cNvSpPr>
            <p:nvPr/>
          </p:nvSpPr>
          <p:spPr bwMode="hidden">
            <a:xfrm>
              <a:off x="4810125" y="4500563"/>
              <a:ext cx="4295775" cy="1016000"/>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7" name="Freeform 18"/>
            <p:cNvSpPr>
              <a:spLocks/>
            </p:cNvSpPr>
            <p:nvPr/>
          </p:nvSpPr>
          <p:spPr bwMode="hidden">
            <a:xfrm>
              <a:off x="-309563" y="4318000"/>
              <a:ext cx="8280401" cy="1209675"/>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8" name="Freeform 22"/>
            <p:cNvSpPr>
              <a:spLocks/>
            </p:cNvSpPr>
            <p:nvPr/>
          </p:nvSpPr>
          <p:spPr bwMode="hidden">
            <a:xfrm>
              <a:off x="3175" y="4335463"/>
              <a:ext cx="8166100" cy="1101725"/>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9" name="Freeform 26"/>
            <p:cNvSpPr>
              <a:spLocks/>
            </p:cNvSpPr>
            <p:nvPr/>
          </p:nvSpPr>
          <p:spPr bwMode="hidden">
            <a:xfrm>
              <a:off x="4156075" y="4316413"/>
              <a:ext cx="4940300" cy="927100"/>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10" name="Freeform 10"/>
            <p:cNvSpPr>
              <a:spLocks/>
            </p:cNvSpPr>
            <p:nvPr/>
          </p:nvSpPr>
          <p:spPr bwMode="hidden">
            <a:xfrm>
              <a:off x="-3905250" y="4294188"/>
              <a:ext cx="13011150"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2" name="Title 1"/>
          <p:cNvSpPr>
            <a:spLocks noGrp="1"/>
          </p:cNvSpPr>
          <p:nvPr>
            <p:ph type="ctrTitle"/>
          </p:nvPr>
        </p:nvSpPr>
        <p:spPr>
          <a:xfrm>
            <a:off x="914400" y="1600203"/>
            <a:ext cx="10363200" cy="1780108"/>
          </a:xfrm>
        </p:spPr>
        <p:txBody>
          <a:bodyPr anchor="b">
            <a:normAutofit/>
          </a:bodyPr>
          <a:lstStyle>
            <a:lvl1pPr>
              <a:defRPr sz="5867">
                <a:solidFill>
                  <a:srgbClr val="FFFFFF"/>
                </a:solid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1828800" y="3556001"/>
            <a:ext cx="8534400" cy="1473200"/>
          </a:xfrm>
        </p:spPr>
        <p:txBody>
          <a:bodyPr>
            <a:normAutofit/>
          </a:bodyPr>
          <a:lstStyle>
            <a:lvl1pPr marL="0" indent="0" algn="ctr">
              <a:buNone/>
              <a:defRPr sz="2667">
                <a:solidFill>
                  <a:srgbClr val="FFFFFF"/>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zh-CN" altLang="en-US"/>
              <a:t>单击此处编辑母版副标题样式</a:t>
            </a:r>
            <a:endParaRPr lang="en-US" dirty="0"/>
          </a:p>
        </p:txBody>
      </p:sp>
      <p:sp>
        <p:nvSpPr>
          <p:cNvPr id="11" name="Date Placeholder 3"/>
          <p:cNvSpPr>
            <a:spLocks noGrp="1"/>
          </p:cNvSpPr>
          <p:nvPr>
            <p:ph type="dt" sz="half" idx="10"/>
          </p:nvPr>
        </p:nvSpPr>
        <p:spPr/>
        <p:txBody>
          <a:bodyPr/>
          <a:lstStyle>
            <a:lvl1pPr eaLnBrk="0" hangingPunct="0">
              <a:defRPr b="1">
                <a:latin typeface="Times New Roman" panose="02020603050405020304" pitchFamily="18" charset="0"/>
                <a:ea typeface="楷体_GB2312"/>
                <a:cs typeface="楷体_GB2312"/>
              </a:defRPr>
            </a:lvl1pPr>
          </a:lstStyle>
          <a:p>
            <a:pPr>
              <a:defRPr/>
            </a:pPr>
            <a:endParaRPr lang="en-US" altLang="zh-CN"/>
          </a:p>
        </p:txBody>
      </p:sp>
      <p:sp>
        <p:nvSpPr>
          <p:cNvPr id="12" name="Footer Placeholder 4"/>
          <p:cNvSpPr>
            <a:spLocks noGrp="1"/>
          </p:cNvSpPr>
          <p:nvPr>
            <p:ph type="ftr" sz="quarter" idx="11"/>
          </p:nvPr>
        </p:nvSpPr>
        <p:spPr/>
        <p:txBody>
          <a:bodyPr/>
          <a:lstStyle>
            <a:lvl1pPr eaLnBrk="0" hangingPunct="0">
              <a:defRPr b="1">
                <a:latin typeface="Times New Roman" panose="02020603050405020304" pitchFamily="18" charset="0"/>
                <a:ea typeface="楷体_GB2312"/>
                <a:cs typeface="楷体_GB2312"/>
              </a:defRPr>
            </a:lvl1pPr>
          </a:lstStyle>
          <a:p>
            <a:pPr>
              <a:defRPr/>
            </a:pPr>
            <a:endParaRPr lang="en-US" altLang="zh-CN"/>
          </a:p>
        </p:txBody>
      </p:sp>
      <p:sp>
        <p:nvSpPr>
          <p:cNvPr id="13" name="Slide Number Placeholder 5"/>
          <p:cNvSpPr>
            <a:spLocks noGrp="1"/>
          </p:cNvSpPr>
          <p:nvPr>
            <p:ph type="sldNum" sz="quarter" idx="12"/>
          </p:nvPr>
        </p:nvSpPr>
        <p:spPr/>
        <p:txBody>
          <a:bodyPr/>
          <a:lstStyle>
            <a:lvl1pPr eaLnBrk="0" hangingPunct="0">
              <a:defRPr b="1">
                <a:latin typeface="Times New Roman" panose="02020603050405020304" pitchFamily="18" charset="0"/>
                <a:ea typeface="楷体_GB2312"/>
                <a:cs typeface="楷体_GB2312"/>
              </a:defRPr>
            </a:lvl1pPr>
          </a:lstStyle>
          <a:p>
            <a:pPr>
              <a:defRPr/>
            </a:pPr>
            <a:fld id="{CFF391A9-F9C7-4646-A335-5AD55868CA55}" type="slidenum">
              <a:rPr lang="zh-CN" altLang="en-US"/>
              <a:pPr>
                <a:defRPr/>
              </a:pPr>
              <a:t>‹#›</a:t>
            </a:fld>
            <a:endParaRPr lang="en-US" altLang="zh-CN"/>
          </a:p>
        </p:txBody>
      </p:sp>
    </p:spTree>
    <p:extLst>
      <p:ext uri="{BB962C8B-B14F-4D97-AF65-F5344CB8AC3E}">
        <p14:creationId xmlns:p14="http://schemas.microsoft.com/office/powerpoint/2010/main" val="386348359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baseline="0">
                <a:latin typeface="Times New Roman" panose="02020603050405020304" pitchFamily="18" charset="0"/>
              </a:defRPr>
            </a:lvl1pPr>
            <a:lvl2pPr>
              <a:defRPr baseline="0">
                <a:latin typeface="Times New Roman" panose="02020603050405020304" pitchFamily="18" charset="0"/>
              </a:defRPr>
            </a:lvl2pPr>
            <a:lvl3pPr>
              <a:defRPr baseline="0">
                <a:latin typeface="Times New Roman" panose="02020603050405020304" pitchFamily="18" charset="0"/>
              </a:defRPr>
            </a:lvl3pPr>
            <a:lvl4pPr>
              <a:defRPr baseline="0">
                <a:latin typeface="Times New Roman" panose="02020603050405020304" pitchFamily="18" charset="0"/>
              </a:defRPr>
            </a:lvl4pPr>
            <a:lvl5pPr>
              <a:defRPr baseline="0">
                <a:latin typeface="Times New Roman" panose="02020603050405020304" pitchFamily="18" charset="0"/>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sp>
        <p:nvSpPr>
          <p:cNvPr id="7" name="Title 6"/>
          <p:cNvSpPr>
            <a:spLocks noGrp="1"/>
          </p:cNvSpPr>
          <p:nvPr>
            <p:ph type="title"/>
          </p:nvPr>
        </p:nvSpPr>
        <p:spPr>
          <a:xfrm>
            <a:off x="1007435" y="356659"/>
            <a:ext cx="10574965" cy="480053"/>
          </a:xfrm>
        </p:spPr>
        <p:txBody>
          <a:bodyPr/>
          <a:lstStyle>
            <a:lvl1pPr algn="l">
              <a:defRPr b="1" baseline="0">
                <a:latin typeface="Times New Roman" panose="02020603050405020304" pitchFamily="18" charset="0"/>
                <a:ea typeface="黑体" panose="02010609060101010101" pitchFamily="49" charset="-122"/>
              </a:defRPr>
            </a:lvl1pPr>
          </a:lstStyle>
          <a:p>
            <a:r>
              <a:rPr lang="zh-CN" altLang="en-US" dirty="0"/>
              <a:t>单击此处编辑母版标题样式</a:t>
            </a:r>
            <a:endParaRPr lang="en-US" dirty="0"/>
          </a:p>
        </p:txBody>
      </p:sp>
      <p:sp>
        <p:nvSpPr>
          <p:cNvPr id="4" name="Date Placeholder 3"/>
          <p:cNvSpPr>
            <a:spLocks noGrp="1"/>
          </p:cNvSpPr>
          <p:nvPr>
            <p:ph type="dt" sz="half" idx="10"/>
          </p:nvPr>
        </p:nvSpPr>
        <p:spPr/>
        <p:txBody>
          <a:bodyPr/>
          <a:lstStyle>
            <a:lvl1pPr eaLnBrk="0" hangingPunct="0">
              <a:defRPr b="1">
                <a:latin typeface="Times New Roman" panose="02020603050405020304" pitchFamily="18" charset="0"/>
                <a:ea typeface="楷体_GB2312"/>
                <a:cs typeface="楷体_GB2312"/>
              </a:defRPr>
            </a:lvl1pPr>
          </a:lstStyle>
          <a:p>
            <a:pPr>
              <a:defRPr/>
            </a:pPr>
            <a:endParaRPr lang="en-US" altLang="zh-CN"/>
          </a:p>
        </p:txBody>
      </p:sp>
      <p:sp>
        <p:nvSpPr>
          <p:cNvPr id="5" name="Footer Placeholder 4"/>
          <p:cNvSpPr>
            <a:spLocks noGrp="1"/>
          </p:cNvSpPr>
          <p:nvPr>
            <p:ph type="ftr" sz="quarter" idx="11"/>
          </p:nvPr>
        </p:nvSpPr>
        <p:spPr/>
        <p:txBody>
          <a:bodyPr/>
          <a:lstStyle>
            <a:lvl1pPr eaLnBrk="0" hangingPunct="0">
              <a:defRPr b="1">
                <a:latin typeface="Times New Roman" panose="02020603050405020304" pitchFamily="18" charset="0"/>
                <a:ea typeface="楷体_GB2312"/>
                <a:cs typeface="楷体_GB2312"/>
              </a:defRPr>
            </a:lvl1pPr>
          </a:lstStyle>
          <a:p>
            <a:pPr>
              <a:defRPr/>
            </a:pPr>
            <a:endParaRPr lang="en-US" altLang="zh-CN"/>
          </a:p>
        </p:txBody>
      </p:sp>
      <p:sp>
        <p:nvSpPr>
          <p:cNvPr id="6" name="Slide Number Placeholder 5"/>
          <p:cNvSpPr>
            <a:spLocks noGrp="1"/>
          </p:cNvSpPr>
          <p:nvPr>
            <p:ph type="sldNum" sz="quarter" idx="12"/>
          </p:nvPr>
        </p:nvSpPr>
        <p:spPr/>
        <p:txBody>
          <a:bodyPr/>
          <a:lstStyle>
            <a:lvl1pPr eaLnBrk="0" hangingPunct="0">
              <a:defRPr b="1">
                <a:latin typeface="Times New Roman" panose="02020603050405020304" pitchFamily="18" charset="0"/>
                <a:ea typeface="楷体_GB2312"/>
                <a:cs typeface="楷体_GB2312"/>
              </a:defRPr>
            </a:lvl1pPr>
          </a:lstStyle>
          <a:p>
            <a:pPr>
              <a:defRPr/>
            </a:pPr>
            <a:fld id="{DCDD32E7-4F9B-4644-B8D3-91CB554F1EEB}" type="slidenum">
              <a:rPr lang="zh-CN" altLang="en-US"/>
              <a:pPr>
                <a:defRPr/>
              </a:pPr>
              <a:t>‹#›</a:t>
            </a:fld>
            <a:endParaRPr lang="en-US" altLang="zh-CN"/>
          </a:p>
        </p:txBody>
      </p:sp>
    </p:spTree>
    <p:extLst>
      <p:ext uri="{BB962C8B-B14F-4D97-AF65-F5344CB8AC3E}">
        <p14:creationId xmlns:p14="http://schemas.microsoft.com/office/powerpoint/2010/main" val="384383896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4" name="Rounded Rectangle 15"/>
          <p:cNvSpPr/>
          <p:nvPr/>
        </p:nvSpPr>
        <p:spPr>
          <a:xfrm>
            <a:off x="304801" y="228601"/>
            <a:ext cx="11595100" cy="6034617"/>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anchor="ctr"/>
          <a:lstStyle/>
          <a:p>
            <a:pPr algn="ctr" eaLnBrk="1" hangingPunct="1">
              <a:defRPr/>
            </a:pPr>
            <a:endParaRPr lang="en-US" sz="2400" b="0" dirty="0">
              <a:solidFill>
                <a:prstClr val="white"/>
              </a:solidFill>
            </a:endParaRPr>
          </a:p>
        </p:txBody>
      </p:sp>
      <p:grpSp>
        <p:nvGrpSpPr>
          <p:cNvPr id="5" name="Group 9"/>
          <p:cNvGrpSpPr>
            <a:grpSpLocks noChangeAspect="1"/>
          </p:cNvGrpSpPr>
          <p:nvPr/>
        </p:nvGrpSpPr>
        <p:grpSpPr bwMode="auto">
          <a:xfrm>
            <a:off x="281517" y="5353051"/>
            <a:ext cx="11631083" cy="1333500"/>
            <a:chOff x="-3905250" y="4294188"/>
            <a:chExt cx="13011150" cy="1892300"/>
          </a:xfrm>
        </p:grpSpPr>
        <p:sp>
          <p:nvSpPr>
            <p:cNvPr id="6" name="Freeform 14"/>
            <p:cNvSpPr>
              <a:spLocks/>
            </p:cNvSpPr>
            <p:nvPr/>
          </p:nvSpPr>
          <p:spPr bwMode="hidden">
            <a:xfrm>
              <a:off x="4810681" y="4501439"/>
              <a:ext cx="4295219" cy="1015234"/>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7" name="Freeform 18"/>
            <p:cNvSpPr>
              <a:spLocks/>
            </p:cNvSpPr>
            <p:nvPr/>
          </p:nvSpPr>
          <p:spPr bwMode="hidden">
            <a:xfrm>
              <a:off x="-308538" y="4318217"/>
              <a:ext cx="8280254" cy="1210470"/>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8" name="Freeform 22"/>
            <p:cNvSpPr>
              <a:spLocks/>
            </p:cNvSpPr>
            <p:nvPr/>
          </p:nvSpPr>
          <p:spPr bwMode="hidden">
            <a:xfrm>
              <a:off x="4014" y="4336239"/>
              <a:ext cx="8164231" cy="1102339"/>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9" name="Freeform 26"/>
            <p:cNvSpPr>
              <a:spLocks/>
            </p:cNvSpPr>
            <p:nvPr/>
          </p:nvSpPr>
          <p:spPr bwMode="hidden">
            <a:xfrm>
              <a:off x="4157164" y="4315213"/>
              <a:ext cx="4939265" cy="928129"/>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10" name="Freeform 10"/>
            <p:cNvSpPr>
              <a:spLocks/>
            </p:cNvSpPr>
            <p:nvPr/>
          </p:nvSpPr>
          <p:spPr bwMode="hidden">
            <a:xfrm>
              <a:off x="-3905250" y="4294188"/>
              <a:ext cx="13011150"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2" name="Title 1"/>
          <p:cNvSpPr>
            <a:spLocks noGrp="1"/>
          </p:cNvSpPr>
          <p:nvPr>
            <p:ph type="ctrTitle"/>
          </p:nvPr>
        </p:nvSpPr>
        <p:spPr>
          <a:xfrm>
            <a:off x="914400" y="1600203"/>
            <a:ext cx="10363200" cy="1780108"/>
          </a:xfrm>
        </p:spPr>
        <p:txBody>
          <a:bodyPr anchor="b">
            <a:normAutofit/>
          </a:bodyPr>
          <a:lstStyle>
            <a:lvl1pPr>
              <a:defRPr sz="5867">
                <a:solidFill>
                  <a:srgbClr val="FFFFFF"/>
                </a:solid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1828800" y="3556001"/>
            <a:ext cx="8534400" cy="1473200"/>
          </a:xfrm>
        </p:spPr>
        <p:txBody>
          <a:bodyPr>
            <a:normAutofit/>
          </a:bodyPr>
          <a:lstStyle>
            <a:lvl1pPr marL="0" indent="0" algn="ctr">
              <a:buNone/>
              <a:defRPr sz="2667">
                <a:solidFill>
                  <a:srgbClr val="FFFFFF"/>
                </a:solidFill>
              </a:defRPr>
            </a:lvl1pPr>
            <a:lvl2pPr marL="609570" indent="0" algn="ctr">
              <a:buNone/>
              <a:defRPr>
                <a:solidFill>
                  <a:schemeClr val="tx1">
                    <a:tint val="75000"/>
                  </a:schemeClr>
                </a:solidFill>
              </a:defRPr>
            </a:lvl2pPr>
            <a:lvl3pPr marL="1219140" indent="0" algn="ctr">
              <a:buNone/>
              <a:defRPr>
                <a:solidFill>
                  <a:schemeClr val="tx1">
                    <a:tint val="75000"/>
                  </a:schemeClr>
                </a:solidFill>
              </a:defRPr>
            </a:lvl3pPr>
            <a:lvl4pPr marL="1828709" indent="0" algn="ctr">
              <a:buNone/>
              <a:defRPr>
                <a:solidFill>
                  <a:schemeClr val="tx1">
                    <a:tint val="75000"/>
                  </a:schemeClr>
                </a:solidFill>
              </a:defRPr>
            </a:lvl4pPr>
            <a:lvl5pPr marL="2438278" indent="0" algn="ctr">
              <a:buNone/>
              <a:defRPr>
                <a:solidFill>
                  <a:schemeClr val="tx1">
                    <a:tint val="75000"/>
                  </a:schemeClr>
                </a:solidFill>
              </a:defRPr>
            </a:lvl5pPr>
            <a:lvl6pPr marL="3047848" indent="0" algn="ctr">
              <a:buNone/>
              <a:defRPr>
                <a:solidFill>
                  <a:schemeClr val="tx1">
                    <a:tint val="75000"/>
                  </a:schemeClr>
                </a:solidFill>
              </a:defRPr>
            </a:lvl6pPr>
            <a:lvl7pPr marL="3657418" indent="0" algn="ctr">
              <a:buNone/>
              <a:defRPr>
                <a:solidFill>
                  <a:schemeClr val="tx1">
                    <a:tint val="75000"/>
                  </a:schemeClr>
                </a:solidFill>
              </a:defRPr>
            </a:lvl7pPr>
            <a:lvl8pPr marL="4266987" indent="0" algn="ctr">
              <a:buNone/>
              <a:defRPr>
                <a:solidFill>
                  <a:schemeClr val="tx1">
                    <a:tint val="75000"/>
                  </a:schemeClr>
                </a:solidFill>
              </a:defRPr>
            </a:lvl8pPr>
            <a:lvl9pPr marL="4876557" indent="0" algn="ctr">
              <a:buNone/>
              <a:defRPr>
                <a:solidFill>
                  <a:schemeClr val="tx1">
                    <a:tint val="75000"/>
                  </a:schemeClr>
                </a:solidFill>
              </a:defRPr>
            </a:lvl9pPr>
          </a:lstStyle>
          <a:p>
            <a:r>
              <a:rPr lang="zh-CN" altLang="en-US"/>
              <a:t>单击此处编辑母版副标题样式</a:t>
            </a:r>
            <a:endParaRPr lang="en-US" dirty="0"/>
          </a:p>
        </p:txBody>
      </p:sp>
      <p:sp>
        <p:nvSpPr>
          <p:cNvPr id="11" name="Date Placeholder 3"/>
          <p:cNvSpPr>
            <a:spLocks noGrp="1"/>
          </p:cNvSpPr>
          <p:nvPr>
            <p:ph type="dt" sz="half" idx="10"/>
          </p:nvPr>
        </p:nvSpPr>
        <p:spPr/>
        <p:txBody>
          <a:bodyPr rtlCol="0"/>
          <a:lstStyle>
            <a:lvl1pPr>
              <a:defRPr b="1">
                <a:latin typeface="Times New Roman" panose="02020603050405020304" pitchFamily="18" charset="0"/>
                <a:ea typeface="楷体_GB2312"/>
                <a:cs typeface="楷体_GB2312"/>
              </a:defRPr>
            </a:lvl1pPr>
          </a:lstStyle>
          <a:p>
            <a:pPr>
              <a:defRPr/>
            </a:pPr>
            <a:endParaRPr lang="en-US" altLang="zh-CN"/>
          </a:p>
        </p:txBody>
      </p:sp>
      <p:sp>
        <p:nvSpPr>
          <p:cNvPr id="12" name="Footer Placeholder 4"/>
          <p:cNvSpPr>
            <a:spLocks noGrp="1"/>
          </p:cNvSpPr>
          <p:nvPr>
            <p:ph type="ftr" sz="quarter" idx="11"/>
          </p:nvPr>
        </p:nvSpPr>
        <p:spPr/>
        <p:txBody>
          <a:bodyPr rtlCol="0"/>
          <a:lstStyle>
            <a:lvl1pPr algn="ctr">
              <a:defRPr b="1">
                <a:latin typeface="Times New Roman" panose="02020603050405020304" pitchFamily="18" charset="0"/>
                <a:ea typeface="楷体_GB2312"/>
                <a:cs typeface="楷体_GB2312"/>
              </a:defRPr>
            </a:lvl1pPr>
          </a:lstStyle>
          <a:p>
            <a:pPr>
              <a:defRPr/>
            </a:pPr>
            <a:endParaRPr lang="en-US" altLang="zh-CN"/>
          </a:p>
        </p:txBody>
      </p:sp>
      <p:sp>
        <p:nvSpPr>
          <p:cNvPr id="13" name="Slide Number Placeholder 5"/>
          <p:cNvSpPr>
            <a:spLocks noGrp="1"/>
          </p:cNvSpPr>
          <p:nvPr>
            <p:ph type="sldNum" sz="quarter" idx="12"/>
          </p:nvPr>
        </p:nvSpPr>
        <p:spPr/>
        <p:txBody>
          <a:bodyPr/>
          <a:lstStyle>
            <a:lvl1pPr>
              <a:defRPr b="1">
                <a:latin typeface="Times New Roman" panose="02020603050405020304" pitchFamily="18" charset="0"/>
              </a:defRPr>
            </a:lvl1pPr>
          </a:lstStyle>
          <a:p>
            <a:pPr>
              <a:defRPr/>
            </a:pPr>
            <a:fld id="{4354DE9C-EF8A-434A-A9AF-80EBC91D7122}" type="slidenum">
              <a:rPr lang="zh-CN" altLang="en-US"/>
              <a:pPr>
                <a:defRPr/>
              </a:pPr>
              <a:t>‹#›</a:t>
            </a:fld>
            <a:endParaRPr lang="en-US" altLang="zh-CN"/>
          </a:p>
        </p:txBody>
      </p:sp>
    </p:spTree>
    <p:extLst>
      <p:ext uri="{BB962C8B-B14F-4D97-AF65-F5344CB8AC3E}">
        <p14:creationId xmlns:p14="http://schemas.microsoft.com/office/powerpoint/2010/main" val="125433668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grpSp>
        <p:nvGrpSpPr>
          <p:cNvPr id="4" name="组合 6"/>
          <p:cNvGrpSpPr>
            <a:grpSpLocks/>
          </p:cNvGrpSpPr>
          <p:nvPr userDrawn="1"/>
        </p:nvGrpSpPr>
        <p:grpSpPr bwMode="auto">
          <a:xfrm>
            <a:off x="0" y="260351"/>
            <a:ext cx="1007533" cy="575733"/>
            <a:chOff x="-786" y="195486"/>
            <a:chExt cx="756363" cy="432048"/>
          </a:xfrm>
        </p:grpSpPr>
        <p:sp>
          <p:nvSpPr>
            <p:cNvPr id="5" name="五边形 4"/>
            <p:cNvSpPr/>
            <p:nvPr/>
          </p:nvSpPr>
          <p:spPr>
            <a:xfrm>
              <a:off x="-786" y="195486"/>
              <a:ext cx="756363" cy="432048"/>
            </a:xfrm>
            <a:prstGeom prst="homePlate">
              <a:avLst/>
            </a:prstGeom>
            <a:solidFill>
              <a:schemeClr val="bg2">
                <a:lumMod val="50000"/>
              </a:schemeClr>
            </a:solidFill>
            <a:ln w="25400" cap="flat" cmpd="sng" algn="ctr">
              <a:noFill/>
              <a:prstDash val="solid"/>
            </a:ln>
            <a:effectLst/>
          </p:spPr>
          <p:txBody>
            <a:bodyPr anchor="ctr"/>
            <a:lstStyle/>
            <a:p>
              <a:pPr algn="ctr" eaLnBrk="1" hangingPunct="1">
                <a:defRPr/>
              </a:pPr>
              <a:endParaRPr lang="zh-CN" altLang="en-US" sz="2400" b="0">
                <a:solidFill>
                  <a:srgbClr val="FFFFFF"/>
                </a:solidFill>
                <a:latin typeface="Calibri" pitchFamily="34" charset="0"/>
                <a:ea typeface="楷体_GB2312"/>
                <a:cs typeface="楷体_GB2312"/>
              </a:endParaRPr>
            </a:p>
          </p:txBody>
        </p:sp>
        <p:sp>
          <p:nvSpPr>
            <p:cNvPr id="6" name="五边形 8"/>
            <p:cNvSpPr>
              <a:spLocks noChangeArrowheads="1"/>
            </p:cNvSpPr>
            <p:nvPr/>
          </p:nvSpPr>
          <p:spPr bwMode="auto">
            <a:xfrm>
              <a:off x="-786" y="197074"/>
              <a:ext cx="756363" cy="88951"/>
            </a:xfrm>
            <a:prstGeom prst="homePlate">
              <a:avLst>
                <a:gd name="adj" fmla="val 49995"/>
              </a:avLst>
            </a:prstGeom>
            <a:solidFill>
              <a:schemeClr val="bg1">
                <a:alpha val="30196"/>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1" hangingPunct="1"/>
              <a:endParaRPr lang="zh-CN" altLang="en-US" sz="2400" b="0">
                <a:solidFill>
                  <a:srgbClr val="FFFFFF"/>
                </a:solidFill>
                <a:latin typeface="Calibri" panose="020F0502020204030204" pitchFamily="34" charset="0"/>
              </a:endParaRPr>
            </a:p>
          </p:txBody>
        </p:sp>
      </p:grpSp>
      <p:sp>
        <p:nvSpPr>
          <p:cNvPr id="3" name="Content Placeholder 2"/>
          <p:cNvSpPr>
            <a:spLocks noGrp="1"/>
          </p:cNvSpPr>
          <p:nvPr>
            <p:ph idx="1"/>
          </p:nvPr>
        </p:nvSpPr>
        <p:spPr/>
        <p:txBody>
          <a:bodyPr/>
          <a:lstStyle>
            <a:lvl1pPr>
              <a:defRPr baseline="0">
                <a:latin typeface="Times New Roman" panose="02020603050405020304" pitchFamily="18" charset="0"/>
              </a:defRPr>
            </a:lvl1pPr>
            <a:lvl2pPr>
              <a:defRPr baseline="0">
                <a:latin typeface="Times New Roman" panose="02020603050405020304" pitchFamily="18" charset="0"/>
              </a:defRPr>
            </a:lvl2pPr>
            <a:lvl3pPr>
              <a:defRPr baseline="0">
                <a:latin typeface="Times New Roman" panose="02020603050405020304" pitchFamily="18" charset="0"/>
              </a:defRPr>
            </a:lvl3pPr>
            <a:lvl4pPr>
              <a:defRPr baseline="0">
                <a:latin typeface="Times New Roman" panose="02020603050405020304" pitchFamily="18" charset="0"/>
              </a:defRPr>
            </a:lvl4pPr>
            <a:lvl5pPr>
              <a:defRPr baseline="0">
                <a:latin typeface="Times New Roman" panose="02020603050405020304" pitchFamily="18" charset="0"/>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sp>
        <p:nvSpPr>
          <p:cNvPr id="7" name="Title 6"/>
          <p:cNvSpPr>
            <a:spLocks noGrp="1"/>
          </p:cNvSpPr>
          <p:nvPr>
            <p:ph type="title"/>
          </p:nvPr>
        </p:nvSpPr>
        <p:spPr>
          <a:xfrm>
            <a:off x="1007436" y="356660"/>
            <a:ext cx="10574965" cy="480053"/>
          </a:xfrm>
        </p:spPr>
        <p:txBody>
          <a:bodyPr/>
          <a:lstStyle>
            <a:lvl1pPr algn="l">
              <a:defRPr b="1" baseline="0">
                <a:latin typeface="Times New Roman" panose="02020603050405020304" pitchFamily="18" charset="0"/>
                <a:ea typeface="黑体" panose="02010609060101010101" pitchFamily="49" charset="-122"/>
              </a:defRPr>
            </a:lvl1pPr>
          </a:lstStyle>
          <a:p>
            <a:r>
              <a:rPr lang="zh-CN" altLang="en-US" dirty="0"/>
              <a:t>单击此处编辑母版标题样式</a:t>
            </a:r>
            <a:endParaRPr lang="en-US" dirty="0"/>
          </a:p>
        </p:txBody>
      </p:sp>
      <p:sp>
        <p:nvSpPr>
          <p:cNvPr id="8" name="Date Placeholder 3"/>
          <p:cNvSpPr>
            <a:spLocks noGrp="1"/>
          </p:cNvSpPr>
          <p:nvPr>
            <p:ph type="dt" sz="half" idx="10"/>
          </p:nvPr>
        </p:nvSpPr>
        <p:spPr/>
        <p:txBody>
          <a:bodyPr rtlCol="0"/>
          <a:lstStyle>
            <a:lvl1pPr>
              <a:defRPr b="1">
                <a:latin typeface="Times New Roman" panose="02020603050405020304" pitchFamily="18" charset="0"/>
                <a:ea typeface="楷体_GB2312"/>
                <a:cs typeface="楷体_GB2312"/>
              </a:defRPr>
            </a:lvl1pPr>
          </a:lstStyle>
          <a:p>
            <a:pPr>
              <a:defRPr/>
            </a:pPr>
            <a:endParaRPr lang="en-US" altLang="zh-CN"/>
          </a:p>
        </p:txBody>
      </p:sp>
      <p:sp>
        <p:nvSpPr>
          <p:cNvPr id="9" name="Footer Placeholder 4"/>
          <p:cNvSpPr>
            <a:spLocks noGrp="1"/>
          </p:cNvSpPr>
          <p:nvPr>
            <p:ph type="ftr" sz="quarter" idx="11"/>
          </p:nvPr>
        </p:nvSpPr>
        <p:spPr/>
        <p:txBody>
          <a:bodyPr rtlCol="0"/>
          <a:lstStyle>
            <a:lvl1pPr algn="ctr">
              <a:defRPr b="1">
                <a:latin typeface="Times New Roman" panose="02020603050405020304" pitchFamily="18" charset="0"/>
                <a:ea typeface="楷体_GB2312"/>
                <a:cs typeface="楷体_GB2312"/>
              </a:defRPr>
            </a:lvl1pPr>
          </a:lstStyle>
          <a:p>
            <a:pPr>
              <a:defRPr/>
            </a:pPr>
            <a:endParaRPr lang="en-US" altLang="zh-CN"/>
          </a:p>
        </p:txBody>
      </p:sp>
      <p:sp>
        <p:nvSpPr>
          <p:cNvPr id="10" name="Slide Number Placeholder 5"/>
          <p:cNvSpPr>
            <a:spLocks noGrp="1"/>
          </p:cNvSpPr>
          <p:nvPr>
            <p:ph type="sldNum" sz="quarter" idx="12"/>
          </p:nvPr>
        </p:nvSpPr>
        <p:spPr/>
        <p:txBody>
          <a:bodyPr/>
          <a:lstStyle>
            <a:lvl1pPr>
              <a:defRPr b="1">
                <a:latin typeface="Times New Roman" panose="02020603050405020304" pitchFamily="18" charset="0"/>
              </a:defRPr>
            </a:lvl1pPr>
          </a:lstStyle>
          <a:p>
            <a:pPr>
              <a:defRPr/>
            </a:pPr>
            <a:fld id="{8776E3E9-DC9E-4990-BCC9-4E58880CF638}" type="slidenum">
              <a:rPr lang="zh-CN" altLang="en-US"/>
              <a:pPr>
                <a:defRPr/>
              </a:pPr>
              <a:t>‹#›</a:t>
            </a:fld>
            <a:endParaRPr lang="en-US" altLang="zh-CN"/>
          </a:p>
        </p:txBody>
      </p:sp>
    </p:spTree>
    <p:extLst>
      <p:ext uri="{BB962C8B-B14F-4D97-AF65-F5344CB8AC3E}">
        <p14:creationId xmlns:p14="http://schemas.microsoft.com/office/powerpoint/2010/main" val="256203233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4" name="Rounded Rectangle 15"/>
          <p:cNvSpPr/>
          <p:nvPr/>
        </p:nvSpPr>
        <p:spPr>
          <a:xfrm>
            <a:off x="304801" y="228601"/>
            <a:ext cx="11595100" cy="6034617"/>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anchor="ctr"/>
          <a:lstStyle/>
          <a:p>
            <a:pPr algn="ctr" eaLnBrk="1" hangingPunct="1">
              <a:defRPr/>
            </a:pPr>
            <a:endParaRPr lang="en-US" sz="2400" b="0" dirty="0">
              <a:solidFill>
                <a:prstClr val="white"/>
              </a:solidFill>
            </a:endParaRPr>
          </a:p>
        </p:txBody>
      </p:sp>
      <p:grpSp>
        <p:nvGrpSpPr>
          <p:cNvPr id="5" name="Group 9"/>
          <p:cNvGrpSpPr>
            <a:grpSpLocks noChangeAspect="1"/>
          </p:cNvGrpSpPr>
          <p:nvPr/>
        </p:nvGrpSpPr>
        <p:grpSpPr bwMode="auto">
          <a:xfrm>
            <a:off x="281517" y="5353051"/>
            <a:ext cx="11631083" cy="1333500"/>
            <a:chOff x="-3905250" y="4294188"/>
            <a:chExt cx="13011150" cy="1892300"/>
          </a:xfrm>
        </p:grpSpPr>
        <p:sp>
          <p:nvSpPr>
            <p:cNvPr id="6" name="Freeform 14"/>
            <p:cNvSpPr>
              <a:spLocks/>
            </p:cNvSpPr>
            <p:nvPr/>
          </p:nvSpPr>
          <p:spPr bwMode="hidden">
            <a:xfrm>
              <a:off x="4810681" y="4501439"/>
              <a:ext cx="4295219" cy="1015234"/>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7" name="Freeform 18"/>
            <p:cNvSpPr>
              <a:spLocks/>
            </p:cNvSpPr>
            <p:nvPr/>
          </p:nvSpPr>
          <p:spPr bwMode="hidden">
            <a:xfrm>
              <a:off x="-308538" y="4318217"/>
              <a:ext cx="8280254" cy="1210470"/>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8" name="Freeform 22"/>
            <p:cNvSpPr>
              <a:spLocks/>
            </p:cNvSpPr>
            <p:nvPr/>
          </p:nvSpPr>
          <p:spPr bwMode="hidden">
            <a:xfrm>
              <a:off x="4014" y="4336239"/>
              <a:ext cx="8164231" cy="1102339"/>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9" name="Freeform 26"/>
            <p:cNvSpPr>
              <a:spLocks/>
            </p:cNvSpPr>
            <p:nvPr/>
          </p:nvSpPr>
          <p:spPr bwMode="hidden">
            <a:xfrm>
              <a:off x="4157164" y="4315213"/>
              <a:ext cx="4939265" cy="928129"/>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10" name="Freeform 10"/>
            <p:cNvSpPr>
              <a:spLocks/>
            </p:cNvSpPr>
            <p:nvPr/>
          </p:nvSpPr>
          <p:spPr bwMode="hidden">
            <a:xfrm>
              <a:off x="-3905250" y="4294188"/>
              <a:ext cx="13011150"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2" name="Title 1"/>
          <p:cNvSpPr>
            <a:spLocks noGrp="1"/>
          </p:cNvSpPr>
          <p:nvPr>
            <p:ph type="ctrTitle"/>
          </p:nvPr>
        </p:nvSpPr>
        <p:spPr>
          <a:xfrm>
            <a:off x="914400" y="1600203"/>
            <a:ext cx="10363200" cy="1780108"/>
          </a:xfrm>
        </p:spPr>
        <p:txBody>
          <a:bodyPr anchor="b">
            <a:normAutofit/>
          </a:bodyPr>
          <a:lstStyle>
            <a:lvl1pPr>
              <a:defRPr sz="5867">
                <a:solidFill>
                  <a:srgbClr val="FFFFFF"/>
                </a:solid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1828800" y="3556001"/>
            <a:ext cx="8534400" cy="1473200"/>
          </a:xfrm>
        </p:spPr>
        <p:txBody>
          <a:bodyPr>
            <a:normAutofit/>
          </a:bodyPr>
          <a:lstStyle>
            <a:lvl1pPr marL="0" indent="0" algn="ctr">
              <a:buNone/>
              <a:defRPr sz="2667">
                <a:solidFill>
                  <a:srgbClr val="FFFFFF"/>
                </a:solidFill>
              </a:defRPr>
            </a:lvl1pPr>
            <a:lvl2pPr marL="609555" indent="0" algn="ctr">
              <a:buNone/>
              <a:defRPr>
                <a:solidFill>
                  <a:schemeClr val="tx1">
                    <a:tint val="75000"/>
                  </a:schemeClr>
                </a:solidFill>
              </a:defRPr>
            </a:lvl2pPr>
            <a:lvl3pPr marL="1219110" indent="0" algn="ctr">
              <a:buNone/>
              <a:defRPr>
                <a:solidFill>
                  <a:schemeClr val="tx1">
                    <a:tint val="75000"/>
                  </a:schemeClr>
                </a:solidFill>
              </a:defRPr>
            </a:lvl3pPr>
            <a:lvl4pPr marL="1828664" indent="0" algn="ctr">
              <a:buNone/>
              <a:defRPr>
                <a:solidFill>
                  <a:schemeClr val="tx1">
                    <a:tint val="75000"/>
                  </a:schemeClr>
                </a:solidFill>
              </a:defRPr>
            </a:lvl4pPr>
            <a:lvl5pPr marL="2438218" indent="0" algn="ctr">
              <a:buNone/>
              <a:defRPr>
                <a:solidFill>
                  <a:schemeClr val="tx1">
                    <a:tint val="75000"/>
                  </a:schemeClr>
                </a:solidFill>
              </a:defRPr>
            </a:lvl5pPr>
            <a:lvl6pPr marL="3047772" indent="0" algn="ctr">
              <a:buNone/>
              <a:defRPr>
                <a:solidFill>
                  <a:schemeClr val="tx1">
                    <a:tint val="75000"/>
                  </a:schemeClr>
                </a:solidFill>
              </a:defRPr>
            </a:lvl6pPr>
            <a:lvl7pPr marL="3657327" indent="0" algn="ctr">
              <a:buNone/>
              <a:defRPr>
                <a:solidFill>
                  <a:schemeClr val="tx1">
                    <a:tint val="75000"/>
                  </a:schemeClr>
                </a:solidFill>
              </a:defRPr>
            </a:lvl7pPr>
            <a:lvl8pPr marL="4266880" indent="0" algn="ctr">
              <a:buNone/>
              <a:defRPr>
                <a:solidFill>
                  <a:schemeClr val="tx1">
                    <a:tint val="75000"/>
                  </a:schemeClr>
                </a:solidFill>
              </a:defRPr>
            </a:lvl8pPr>
            <a:lvl9pPr marL="4876435" indent="0" algn="ctr">
              <a:buNone/>
              <a:defRPr>
                <a:solidFill>
                  <a:schemeClr val="tx1">
                    <a:tint val="75000"/>
                  </a:schemeClr>
                </a:solidFill>
              </a:defRPr>
            </a:lvl9pPr>
          </a:lstStyle>
          <a:p>
            <a:r>
              <a:rPr lang="zh-CN" altLang="en-US"/>
              <a:t>单击此处编辑母版副标题样式</a:t>
            </a:r>
            <a:endParaRPr lang="en-US" dirty="0"/>
          </a:p>
        </p:txBody>
      </p:sp>
      <p:sp>
        <p:nvSpPr>
          <p:cNvPr id="11" name="Date Placeholder 3"/>
          <p:cNvSpPr>
            <a:spLocks noGrp="1"/>
          </p:cNvSpPr>
          <p:nvPr>
            <p:ph type="dt" sz="half" idx="10"/>
          </p:nvPr>
        </p:nvSpPr>
        <p:spPr/>
        <p:txBody>
          <a:bodyPr rtlCol="0"/>
          <a:lstStyle>
            <a:lvl1pPr>
              <a:defRPr b="1">
                <a:latin typeface="Times New Roman" panose="02020603050405020304" pitchFamily="18" charset="0"/>
                <a:ea typeface="楷体_GB2312"/>
                <a:cs typeface="楷体_GB2312"/>
              </a:defRPr>
            </a:lvl1pPr>
          </a:lstStyle>
          <a:p>
            <a:pPr>
              <a:defRPr/>
            </a:pPr>
            <a:endParaRPr lang="en-US" altLang="zh-CN"/>
          </a:p>
        </p:txBody>
      </p:sp>
      <p:sp>
        <p:nvSpPr>
          <p:cNvPr id="12" name="Footer Placeholder 4"/>
          <p:cNvSpPr>
            <a:spLocks noGrp="1"/>
          </p:cNvSpPr>
          <p:nvPr>
            <p:ph type="ftr" sz="quarter" idx="11"/>
          </p:nvPr>
        </p:nvSpPr>
        <p:spPr/>
        <p:txBody>
          <a:bodyPr rtlCol="0"/>
          <a:lstStyle>
            <a:lvl1pPr algn="ctr">
              <a:defRPr b="1">
                <a:latin typeface="Times New Roman" panose="02020603050405020304" pitchFamily="18" charset="0"/>
                <a:ea typeface="楷体_GB2312"/>
                <a:cs typeface="楷体_GB2312"/>
              </a:defRPr>
            </a:lvl1pPr>
          </a:lstStyle>
          <a:p>
            <a:pPr>
              <a:defRPr/>
            </a:pPr>
            <a:endParaRPr lang="en-US" altLang="zh-CN"/>
          </a:p>
        </p:txBody>
      </p:sp>
      <p:sp>
        <p:nvSpPr>
          <p:cNvPr id="13" name="Slide Number Placeholder 5"/>
          <p:cNvSpPr>
            <a:spLocks noGrp="1"/>
          </p:cNvSpPr>
          <p:nvPr>
            <p:ph type="sldNum" sz="quarter" idx="12"/>
          </p:nvPr>
        </p:nvSpPr>
        <p:spPr/>
        <p:txBody>
          <a:bodyPr/>
          <a:lstStyle>
            <a:lvl1pPr>
              <a:defRPr b="1">
                <a:latin typeface="Times New Roman" panose="02020603050405020304" pitchFamily="18" charset="0"/>
                <a:ea typeface="楷体_GB2312" pitchFamily="49" charset="-122"/>
              </a:defRPr>
            </a:lvl1pPr>
          </a:lstStyle>
          <a:p>
            <a:pPr>
              <a:defRPr/>
            </a:pPr>
            <a:fld id="{560CBABA-6F55-496A-B8A4-3CA2470A0480}" type="slidenum">
              <a:rPr lang="zh-CN" altLang="en-US"/>
              <a:pPr>
                <a:defRPr/>
              </a:pPr>
              <a:t>‹#›</a:t>
            </a:fld>
            <a:endParaRPr lang="en-US" altLang="zh-CN"/>
          </a:p>
        </p:txBody>
      </p:sp>
    </p:spTree>
    <p:extLst>
      <p:ext uri="{BB962C8B-B14F-4D97-AF65-F5344CB8AC3E}">
        <p14:creationId xmlns:p14="http://schemas.microsoft.com/office/powerpoint/2010/main" val="27709481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grpSp>
        <p:nvGrpSpPr>
          <p:cNvPr id="4" name="组合 6"/>
          <p:cNvGrpSpPr>
            <a:grpSpLocks/>
          </p:cNvGrpSpPr>
          <p:nvPr userDrawn="1"/>
        </p:nvGrpSpPr>
        <p:grpSpPr bwMode="auto">
          <a:xfrm>
            <a:off x="0" y="260351"/>
            <a:ext cx="1007533" cy="575733"/>
            <a:chOff x="-786" y="195486"/>
            <a:chExt cx="756363" cy="432048"/>
          </a:xfrm>
        </p:grpSpPr>
        <p:sp>
          <p:nvSpPr>
            <p:cNvPr id="5" name="五边形 4"/>
            <p:cNvSpPr/>
            <p:nvPr/>
          </p:nvSpPr>
          <p:spPr>
            <a:xfrm>
              <a:off x="-786" y="195486"/>
              <a:ext cx="756363" cy="432048"/>
            </a:xfrm>
            <a:prstGeom prst="homePlate">
              <a:avLst/>
            </a:prstGeom>
            <a:solidFill>
              <a:schemeClr val="bg2">
                <a:lumMod val="50000"/>
              </a:schemeClr>
            </a:solidFill>
            <a:ln w="25400" cap="flat" cmpd="sng" algn="ctr">
              <a:noFill/>
              <a:prstDash val="solid"/>
            </a:ln>
            <a:effectLst/>
          </p:spPr>
          <p:txBody>
            <a:bodyPr anchor="ctr"/>
            <a:lstStyle/>
            <a:p>
              <a:pPr algn="ctr" eaLnBrk="1" hangingPunct="1">
                <a:defRPr/>
              </a:pPr>
              <a:endParaRPr lang="zh-CN" altLang="en-US" sz="2400" b="0">
                <a:solidFill>
                  <a:srgbClr val="FFFFFF"/>
                </a:solidFill>
                <a:latin typeface="Calibri" pitchFamily="34" charset="0"/>
                <a:ea typeface="华文楷体" panose="02010600040101010101" pitchFamily="2" charset="-122"/>
              </a:endParaRPr>
            </a:p>
          </p:txBody>
        </p:sp>
        <p:sp>
          <p:nvSpPr>
            <p:cNvPr id="6" name="五边形 8"/>
            <p:cNvSpPr>
              <a:spLocks noChangeArrowheads="1"/>
            </p:cNvSpPr>
            <p:nvPr/>
          </p:nvSpPr>
          <p:spPr bwMode="auto">
            <a:xfrm>
              <a:off x="-786" y="197074"/>
              <a:ext cx="756363" cy="88951"/>
            </a:xfrm>
            <a:prstGeom prst="homePlate">
              <a:avLst>
                <a:gd name="adj" fmla="val 49995"/>
              </a:avLst>
            </a:prstGeom>
            <a:solidFill>
              <a:schemeClr val="bg1">
                <a:alpha val="30196"/>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1" hangingPunct="1"/>
              <a:endParaRPr lang="zh-CN" altLang="en-US" sz="2400" b="0">
                <a:solidFill>
                  <a:srgbClr val="FFFFFF"/>
                </a:solidFill>
                <a:latin typeface="Calibri" panose="020F0502020204030204" pitchFamily="34" charset="0"/>
                <a:ea typeface="华文楷体" panose="02010600040101010101" pitchFamily="2" charset="-122"/>
              </a:endParaRPr>
            </a:p>
          </p:txBody>
        </p:sp>
      </p:grpSp>
      <p:sp>
        <p:nvSpPr>
          <p:cNvPr id="3" name="Content Placeholder 2"/>
          <p:cNvSpPr>
            <a:spLocks noGrp="1"/>
          </p:cNvSpPr>
          <p:nvPr>
            <p:ph idx="1"/>
          </p:nvPr>
        </p:nvSpPr>
        <p:spPr/>
        <p:txBody>
          <a:bodyPr/>
          <a:lstStyle>
            <a:lvl1pPr>
              <a:defRPr baseline="0">
                <a:latin typeface="Times New Roman" panose="02020603050405020304" pitchFamily="18" charset="0"/>
              </a:defRPr>
            </a:lvl1pPr>
            <a:lvl2pPr>
              <a:defRPr baseline="0">
                <a:latin typeface="Times New Roman" panose="02020603050405020304" pitchFamily="18" charset="0"/>
              </a:defRPr>
            </a:lvl2pPr>
            <a:lvl3pPr>
              <a:defRPr baseline="0">
                <a:latin typeface="Times New Roman" panose="02020603050405020304" pitchFamily="18" charset="0"/>
              </a:defRPr>
            </a:lvl3pPr>
            <a:lvl4pPr>
              <a:defRPr baseline="0">
                <a:latin typeface="Times New Roman" panose="02020603050405020304" pitchFamily="18" charset="0"/>
              </a:defRPr>
            </a:lvl4pPr>
            <a:lvl5pPr>
              <a:defRPr baseline="0">
                <a:latin typeface="Times New Roman" panose="02020603050405020304" pitchFamily="18" charset="0"/>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sp>
        <p:nvSpPr>
          <p:cNvPr id="7" name="Title 6"/>
          <p:cNvSpPr>
            <a:spLocks noGrp="1"/>
          </p:cNvSpPr>
          <p:nvPr>
            <p:ph type="title"/>
          </p:nvPr>
        </p:nvSpPr>
        <p:spPr>
          <a:xfrm>
            <a:off x="1007436" y="356660"/>
            <a:ext cx="10574965" cy="480053"/>
          </a:xfrm>
        </p:spPr>
        <p:txBody>
          <a:bodyPr/>
          <a:lstStyle>
            <a:lvl1pPr algn="l">
              <a:defRPr b="1" baseline="0">
                <a:latin typeface="Times New Roman" panose="02020603050405020304" pitchFamily="18" charset="0"/>
                <a:ea typeface="黑体" panose="02010609060101010101" pitchFamily="49" charset="-122"/>
              </a:defRPr>
            </a:lvl1pPr>
          </a:lstStyle>
          <a:p>
            <a:r>
              <a:rPr lang="zh-CN" altLang="en-US" dirty="0"/>
              <a:t>单击此处编辑母版标题样式</a:t>
            </a:r>
            <a:endParaRPr lang="en-US" dirty="0"/>
          </a:p>
        </p:txBody>
      </p:sp>
      <p:sp>
        <p:nvSpPr>
          <p:cNvPr id="8" name="Date Placeholder 3"/>
          <p:cNvSpPr>
            <a:spLocks noGrp="1"/>
          </p:cNvSpPr>
          <p:nvPr>
            <p:ph type="dt" sz="half" idx="10"/>
          </p:nvPr>
        </p:nvSpPr>
        <p:spPr/>
        <p:txBody>
          <a:bodyPr rtlCol="0"/>
          <a:lstStyle>
            <a:lvl1pPr>
              <a:defRPr b="1">
                <a:latin typeface="Times New Roman" panose="02020603050405020304" pitchFamily="18" charset="0"/>
                <a:ea typeface="楷体_GB2312"/>
                <a:cs typeface="楷体_GB2312"/>
              </a:defRPr>
            </a:lvl1pPr>
          </a:lstStyle>
          <a:p>
            <a:pPr>
              <a:defRPr/>
            </a:pPr>
            <a:endParaRPr lang="en-US" altLang="zh-CN"/>
          </a:p>
        </p:txBody>
      </p:sp>
      <p:sp>
        <p:nvSpPr>
          <p:cNvPr id="9" name="Footer Placeholder 4"/>
          <p:cNvSpPr>
            <a:spLocks noGrp="1"/>
          </p:cNvSpPr>
          <p:nvPr>
            <p:ph type="ftr" sz="quarter" idx="11"/>
          </p:nvPr>
        </p:nvSpPr>
        <p:spPr/>
        <p:txBody>
          <a:bodyPr rtlCol="0"/>
          <a:lstStyle>
            <a:lvl1pPr algn="ctr">
              <a:defRPr b="1">
                <a:latin typeface="Times New Roman" panose="02020603050405020304" pitchFamily="18" charset="0"/>
                <a:ea typeface="楷体_GB2312"/>
                <a:cs typeface="楷体_GB2312"/>
              </a:defRPr>
            </a:lvl1pPr>
          </a:lstStyle>
          <a:p>
            <a:pPr>
              <a:defRPr/>
            </a:pPr>
            <a:endParaRPr lang="en-US" altLang="zh-CN"/>
          </a:p>
        </p:txBody>
      </p:sp>
      <p:sp>
        <p:nvSpPr>
          <p:cNvPr id="10" name="Slide Number Placeholder 5"/>
          <p:cNvSpPr>
            <a:spLocks noGrp="1"/>
          </p:cNvSpPr>
          <p:nvPr>
            <p:ph type="sldNum" sz="quarter" idx="12"/>
          </p:nvPr>
        </p:nvSpPr>
        <p:spPr/>
        <p:txBody>
          <a:bodyPr/>
          <a:lstStyle>
            <a:lvl1pPr>
              <a:defRPr b="1">
                <a:latin typeface="Times New Roman" panose="02020603050405020304" pitchFamily="18" charset="0"/>
                <a:ea typeface="楷体_GB2312" pitchFamily="49" charset="-122"/>
              </a:defRPr>
            </a:lvl1pPr>
          </a:lstStyle>
          <a:p>
            <a:pPr>
              <a:defRPr/>
            </a:pPr>
            <a:fld id="{A00E0565-7E0D-4A75-9ADF-0735BA62E8F7}" type="slidenum">
              <a:rPr lang="zh-CN" altLang="en-US"/>
              <a:pPr>
                <a:defRPr/>
              </a:pPr>
              <a:t>‹#›</a:t>
            </a:fld>
            <a:endParaRPr lang="en-US" altLang="zh-CN"/>
          </a:p>
        </p:txBody>
      </p:sp>
    </p:spTree>
    <p:extLst>
      <p:ext uri="{BB962C8B-B14F-4D97-AF65-F5344CB8AC3E}">
        <p14:creationId xmlns:p14="http://schemas.microsoft.com/office/powerpoint/2010/main" val="115385436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4" name="Rounded Rectangle 15"/>
          <p:cNvSpPr/>
          <p:nvPr/>
        </p:nvSpPr>
        <p:spPr>
          <a:xfrm>
            <a:off x="304801" y="228601"/>
            <a:ext cx="11595100" cy="6034617"/>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anchor="ctr"/>
          <a:lstStyle/>
          <a:p>
            <a:pPr algn="ctr" eaLnBrk="1" hangingPunct="1">
              <a:defRPr/>
            </a:pPr>
            <a:endParaRPr lang="en-US" sz="2400" b="0" dirty="0">
              <a:solidFill>
                <a:prstClr val="white"/>
              </a:solidFill>
            </a:endParaRPr>
          </a:p>
        </p:txBody>
      </p:sp>
      <p:grpSp>
        <p:nvGrpSpPr>
          <p:cNvPr id="5" name="Group 9"/>
          <p:cNvGrpSpPr>
            <a:grpSpLocks noChangeAspect="1"/>
          </p:cNvGrpSpPr>
          <p:nvPr/>
        </p:nvGrpSpPr>
        <p:grpSpPr bwMode="auto">
          <a:xfrm>
            <a:off x="281517" y="5353051"/>
            <a:ext cx="11631083" cy="1333500"/>
            <a:chOff x="-3905250" y="4294188"/>
            <a:chExt cx="13011150" cy="1892300"/>
          </a:xfrm>
        </p:grpSpPr>
        <p:sp>
          <p:nvSpPr>
            <p:cNvPr id="6" name="Freeform 14"/>
            <p:cNvSpPr>
              <a:spLocks/>
            </p:cNvSpPr>
            <p:nvPr/>
          </p:nvSpPr>
          <p:spPr bwMode="hidden">
            <a:xfrm>
              <a:off x="4810681" y="4501439"/>
              <a:ext cx="4295219" cy="1015234"/>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7" name="Freeform 18"/>
            <p:cNvSpPr>
              <a:spLocks/>
            </p:cNvSpPr>
            <p:nvPr/>
          </p:nvSpPr>
          <p:spPr bwMode="hidden">
            <a:xfrm>
              <a:off x="-308538" y="4318217"/>
              <a:ext cx="8280254" cy="1210470"/>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8" name="Freeform 22"/>
            <p:cNvSpPr>
              <a:spLocks/>
            </p:cNvSpPr>
            <p:nvPr/>
          </p:nvSpPr>
          <p:spPr bwMode="hidden">
            <a:xfrm>
              <a:off x="4014" y="4336239"/>
              <a:ext cx="8164231" cy="1102339"/>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9" name="Freeform 26"/>
            <p:cNvSpPr>
              <a:spLocks/>
            </p:cNvSpPr>
            <p:nvPr/>
          </p:nvSpPr>
          <p:spPr bwMode="hidden">
            <a:xfrm>
              <a:off x="4157164" y="4315213"/>
              <a:ext cx="4939265" cy="928129"/>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10" name="Freeform 10"/>
            <p:cNvSpPr>
              <a:spLocks/>
            </p:cNvSpPr>
            <p:nvPr/>
          </p:nvSpPr>
          <p:spPr bwMode="hidden">
            <a:xfrm>
              <a:off x="-3905250" y="4294188"/>
              <a:ext cx="13011150"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2" name="Title 1"/>
          <p:cNvSpPr>
            <a:spLocks noGrp="1"/>
          </p:cNvSpPr>
          <p:nvPr>
            <p:ph type="ctrTitle"/>
          </p:nvPr>
        </p:nvSpPr>
        <p:spPr>
          <a:xfrm>
            <a:off x="914400" y="1600203"/>
            <a:ext cx="10363200" cy="1780108"/>
          </a:xfrm>
        </p:spPr>
        <p:txBody>
          <a:bodyPr anchor="b">
            <a:normAutofit/>
          </a:bodyPr>
          <a:lstStyle>
            <a:lvl1pPr>
              <a:defRPr sz="5867">
                <a:solidFill>
                  <a:srgbClr val="FFFFFF"/>
                </a:solid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1828800" y="3556001"/>
            <a:ext cx="8534400" cy="1473200"/>
          </a:xfrm>
        </p:spPr>
        <p:txBody>
          <a:bodyPr>
            <a:normAutofit/>
          </a:bodyPr>
          <a:lstStyle>
            <a:lvl1pPr marL="0" indent="0" algn="ctr">
              <a:buNone/>
              <a:defRPr sz="2667">
                <a:solidFill>
                  <a:srgbClr val="FFFFFF"/>
                </a:solidFill>
              </a:defRPr>
            </a:lvl1pPr>
            <a:lvl2pPr marL="609555" indent="0" algn="ctr">
              <a:buNone/>
              <a:defRPr>
                <a:solidFill>
                  <a:schemeClr val="tx1">
                    <a:tint val="75000"/>
                  </a:schemeClr>
                </a:solidFill>
              </a:defRPr>
            </a:lvl2pPr>
            <a:lvl3pPr marL="1219110" indent="0" algn="ctr">
              <a:buNone/>
              <a:defRPr>
                <a:solidFill>
                  <a:schemeClr val="tx1">
                    <a:tint val="75000"/>
                  </a:schemeClr>
                </a:solidFill>
              </a:defRPr>
            </a:lvl3pPr>
            <a:lvl4pPr marL="1828664" indent="0" algn="ctr">
              <a:buNone/>
              <a:defRPr>
                <a:solidFill>
                  <a:schemeClr val="tx1">
                    <a:tint val="75000"/>
                  </a:schemeClr>
                </a:solidFill>
              </a:defRPr>
            </a:lvl4pPr>
            <a:lvl5pPr marL="2438218" indent="0" algn="ctr">
              <a:buNone/>
              <a:defRPr>
                <a:solidFill>
                  <a:schemeClr val="tx1">
                    <a:tint val="75000"/>
                  </a:schemeClr>
                </a:solidFill>
              </a:defRPr>
            </a:lvl5pPr>
            <a:lvl6pPr marL="3047772" indent="0" algn="ctr">
              <a:buNone/>
              <a:defRPr>
                <a:solidFill>
                  <a:schemeClr val="tx1">
                    <a:tint val="75000"/>
                  </a:schemeClr>
                </a:solidFill>
              </a:defRPr>
            </a:lvl6pPr>
            <a:lvl7pPr marL="3657327" indent="0" algn="ctr">
              <a:buNone/>
              <a:defRPr>
                <a:solidFill>
                  <a:schemeClr val="tx1">
                    <a:tint val="75000"/>
                  </a:schemeClr>
                </a:solidFill>
              </a:defRPr>
            </a:lvl7pPr>
            <a:lvl8pPr marL="4266880" indent="0" algn="ctr">
              <a:buNone/>
              <a:defRPr>
                <a:solidFill>
                  <a:schemeClr val="tx1">
                    <a:tint val="75000"/>
                  </a:schemeClr>
                </a:solidFill>
              </a:defRPr>
            </a:lvl8pPr>
            <a:lvl9pPr marL="4876435" indent="0" algn="ctr">
              <a:buNone/>
              <a:defRPr>
                <a:solidFill>
                  <a:schemeClr val="tx1">
                    <a:tint val="75000"/>
                  </a:schemeClr>
                </a:solidFill>
              </a:defRPr>
            </a:lvl9pPr>
          </a:lstStyle>
          <a:p>
            <a:r>
              <a:rPr lang="zh-CN" altLang="en-US"/>
              <a:t>单击此处编辑母版副标题样式</a:t>
            </a:r>
            <a:endParaRPr lang="en-US" dirty="0"/>
          </a:p>
        </p:txBody>
      </p:sp>
      <p:sp>
        <p:nvSpPr>
          <p:cNvPr id="11" name="Date Placeholder 3"/>
          <p:cNvSpPr>
            <a:spLocks noGrp="1"/>
          </p:cNvSpPr>
          <p:nvPr>
            <p:ph type="dt" sz="half" idx="10"/>
          </p:nvPr>
        </p:nvSpPr>
        <p:spPr/>
        <p:txBody>
          <a:bodyPr rtlCol="0"/>
          <a:lstStyle>
            <a:lvl1pPr>
              <a:defRPr b="1">
                <a:latin typeface="Times New Roman" panose="02020603050405020304" pitchFamily="18" charset="0"/>
                <a:ea typeface="楷体_GB2312"/>
                <a:cs typeface="楷体_GB2312"/>
              </a:defRPr>
            </a:lvl1pPr>
          </a:lstStyle>
          <a:p>
            <a:pPr>
              <a:defRPr/>
            </a:pPr>
            <a:endParaRPr lang="en-US" altLang="zh-CN"/>
          </a:p>
        </p:txBody>
      </p:sp>
      <p:sp>
        <p:nvSpPr>
          <p:cNvPr id="12" name="Footer Placeholder 4"/>
          <p:cNvSpPr>
            <a:spLocks noGrp="1"/>
          </p:cNvSpPr>
          <p:nvPr>
            <p:ph type="ftr" sz="quarter" idx="11"/>
          </p:nvPr>
        </p:nvSpPr>
        <p:spPr/>
        <p:txBody>
          <a:bodyPr rtlCol="0"/>
          <a:lstStyle>
            <a:lvl1pPr algn="ctr">
              <a:defRPr b="1">
                <a:latin typeface="Times New Roman" panose="02020603050405020304" pitchFamily="18" charset="0"/>
                <a:ea typeface="楷体_GB2312"/>
                <a:cs typeface="楷体_GB2312"/>
              </a:defRPr>
            </a:lvl1pPr>
          </a:lstStyle>
          <a:p>
            <a:pPr>
              <a:defRPr/>
            </a:pPr>
            <a:endParaRPr lang="en-US" altLang="zh-CN"/>
          </a:p>
        </p:txBody>
      </p:sp>
      <p:sp>
        <p:nvSpPr>
          <p:cNvPr id="13" name="Slide Number Placeholder 5"/>
          <p:cNvSpPr>
            <a:spLocks noGrp="1"/>
          </p:cNvSpPr>
          <p:nvPr>
            <p:ph type="sldNum" sz="quarter" idx="12"/>
          </p:nvPr>
        </p:nvSpPr>
        <p:spPr/>
        <p:txBody>
          <a:bodyPr/>
          <a:lstStyle>
            <a:lvl1pPr>
              <a:defRPr b="1">
                <a:latin typeface="Times New Roman" panose="02020603050405020304" pitchFamily="18" charset="0"/>
                <a:ea typeface="楷体_GB2312" pitchFamily="49" charset="-122"/>
              </a:defRPr>
            </a:lvl1pPr>
          </a:lstStyle>
          <a:p>
            <a:pPr>
              <a:defRPr/>
            </a:pPr>
            <a:fld id="{7C56C03C-35D5-499B-BA7A-3F39A34ECDE0}" type="slidenum">
              <a:rPr lang="zh-CN" altLang="en-US"/>
              <a:pPr>
                <a:defRPr/>
              </a:pPr>
              <a:t>‹#›</a:t>
            </a:fld>
            <a:endParaRPr lang="en-US" altLang="zh-CN"/>
          </a:p>
        </p:txBody>
      </p:sp>
    </p:spTree>
    <p:extLst>
      <p:ext uri="{BB962C8B-B14F-4D97-AF65-F5344CB8AC3E}">
        <p14:creationId xmlns:p14="http://schemas.microsoft.com/office/powerpoint/2010/main" val="401369233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grpSp>
        <p:nvGrpSpPr>
          <p:cNvPr id="4" name="组合 6"/>
          <p:cNvGrpSpPr>
            <a:grpSpLocks/>
          </p:cNvGrpSpPr>
          <p:nvPr userDrawn="1"/>
        </p:nvGrpSpPr>
        <p:grpSpPr bwMode="auto">
          <a:xfrm>
            <a:off x="0" y="260351"/>
            <a:ext cx="1007533" cy="575733"/>
            <a:chOff x="-786" y="195486"/>
            <a:chExt cx="756363" cy="432048"/>
          </a:xfrm>
        </p:grpSpPr>
        <p:sp>
          <p:nvSpPr>
            <p:cNvPr id="5" name="五边形 4"/>
            <p:cNvSpPr/>
            <p:nvPr/>
          </p:nvSpPr>
          <p:spPr>
            <a:xfrm>
              <a:off x="-786" y="195486"/>
              <a:ext cx="756363" cy="432048"/>
            </a:xfrm>
            <a:prstGeom prst="homePlate">
              <a:avLst/>
            </a:prstGeom>
            <a:solidFill>
              <a:schemeClr val="bg2">
                <a:lumMod val="50000"/>
              </a:schemeClr>
            </a:solidFill>
            <a:ln w="25400" cap="flat" cmpd="sng" algn="ctr">
              <a:noFill/>
              <a:prstDash val="solid"/>
            </a:ln>
            <a:effectLst/>
          </p:spPr>
          <p:txBody>
            <a:bodyPr anchor="ctr"/>
            <a:lstStyle/>
            <a:p>
              <a:pPr algn="ctr" eaLnBrk="1" hangingPunct="1">
                <a:defRPr/>
              </a:pPr>
              <a:endParaRPr lang="zh-CN" altLang="en-US" sz="2400" b="0">
                <a:solidFill>
                  <a:srgbClr val="FFFFFF"/>
                </a:solidFill>
                <a:latin typeface="Calibri" pitchFamily="34" charset="0"/>
                <a:ea typeface="华文楷体" panose="02010600040101010101" pitchFamily="2" charset="-122"/>
              </a:endParaRPr>
            </a:p>
          </p:txBody>
        </p:sp>
        <p:sp>
          <p:nvSpPr>
            <p:cNvPr id="6" name="五边形 8"/>
            <p:cNvSpPr>
              <a:spLocks noChangeArrowheads="1"/>
            </p:cNvSpPr>
            <p:nvPr/>
          </p:nvSpPr>
          <p:spPr bwMode="auto">
            <a:xfrm>
              <a:off x="-786" y="197074"/>
              <a:ext cx="756363" cy="88951"/>
            </a:xfrm>
            <a:prstGeom prst="homePlate">
              <a:avLst>
                <a:gd name="adj" fmla="val 49995"/>
              </a:avLst>
            </a:prstGeom>
            <a:solidFill>
              <a:schemeClr val="bg1">
                <a:alpha val="30196"/>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1" hangingPunct="1"/>
              <a:endParaRPr lang="zh-CN" altLang="en-US" sz="2400" b="0">
                <a:solidFill>
                  <a:srgbClr val="FFFFFF"/>
                </a:solidFill>
                <a:latin typeface="Calibri" panose="020F0502020204030204" pitchFamily="34" charset="0"/>
                <a:ea typeface="华文楷体" panose="02010600040101010101" pitchFamily="2" charset="-122"/>
              </a:endParaRPr>
            </a:p>
          </p:txBody>
        </p:sp>
      </p:grpSp>
      <p:sp>
        <p:nvSpPr>
          <p:cNvPr id="3" name="Content Placeholder 2"/>
          <p:cNvSpPr>
            <a:spLocks noGrp="1"/>
          </p:cNvSpPr>
          <p:nvPr>
            <p:ph idx="1"/>
          </p:nvPr>
        </p:nvSpPr>
        <p:spPr/>
        <p:txBody>
          <a:bodyPr/>
          <a:lstStyle>
            <a:lvl1pPr>
              <a:defRPr baseline="0">
                <a:latin typeface="Times New Roman" panose="02020603050405020304" pitchFamily="18" charset="0"/>
              </a:defRPr>
            </a:lvl1pPr>
            <a:lvl2pPr>
              <a:defRPr baseline="0">
                <a:latin typeface="Times New Roman" panose="02020603050405020304" pitchFamily="18" charset="0"/>
              </a:defRPr>
            </a:lvl2pPr>
            <a:lvl3pPr>
              <a:defRPr baseline="0">
                <a:latin typeface="Times New Roman" panose="02020603050405020304" pitchFamily="18" charset="0"/>
              </a:defRPr>
            </a:lvl3pPr>
            <a:lvl4pPr>
              <a:defRPr baseline="0">
                <a:latin typeface="Times New Roman" panose="02020603050405020304" pitchFamily="18" charset="0"/>
              </a:defRPr>
            </a:lvl4pPr>
            <a:lvl5pPr>
              <a:defRPr baseline="0">
                <a:latin typeface="Times New Roman" panose="02020603050405020304" pitchFamily="18" charset="0"/>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sp>
        <p:nvSpPr>
          <p:cNvPr id="7" name="Title 6"/>
          <p:cNvSpPr>
            <a:spLocks noGrp="1"/>
          </p:cNvSpPr>
          <p:nvPr>
            <p:ph type="title"/>
          </p:nvPr>
        </p:nvSpPr>
        <p:spPr>
          <a:xfrm>
            <a:off x="1007436" y="356660"/>
            <a:ext cx="10574965" cy="480053"/>
          </a:xfrm>
        </p:spPr>
        <p:txBody>
          <a:bodyPr/>
          <a:lstStyle>
            <a:lvl1pPr algn="l">
              <a:defRPr b="1" baseline="0">
                <a:latin typeface="Times New Roman" panose="02020603050405020304" pitchFamily="18" charset="0"/>
                <a:ea typeface="黑体" panose="02010609060101010101" pitchFamily="49" charset="-122"/>
              </a:defRPr>
            </a:lvl1pPr>
          </a:lstStyle>
          <a:p>
            <a:r>
              <a:rPr lang="zh-CN" altLang="en-US" dirty="0"/>
              <a:t>单击此处编辑母版标题样式</a:t>
            </a:r>
            <a:endParaRPr lang="en-US" dirty="0"/>
          </a:p>
        </p:txBody>
      </p:sp>
      <p:sp>
        <p:nvSpPr>
          <p:cNvPr id="8" name="Date Placeholder 3"/>
          <p:cNvSpPr>
            <a:spLocks noGrp="1"/>
          </p:cNvSpPr>
          <p:nvPr>
            <p:ph type="dt" sz="half" idx="10"/>
          </p:nvPr>
        </p:nvSpPr>
        <p:spPr/>
        <p:txBody>
          <a:bodyPr rtlCol="0"/>
          <a:lstStyle>
            <a:lvl1pPr>
              <a:defRPr b="1">
                <a:latin typeface="Times New Roman" panose="02020603050405020304" pitchFamily="18" charset="0"/>
                <a:ea typeface="楷体_GB2312"/>
                <a:cs typeface="楷体_GB2312"/>
              </a:defRPr>
            </a:lvl1pPr>
          </a:lstStyle>
          <a:p>
            <a:pPr>
              <a:defRPr/>
            </a:pPr>
            <a:endParaRPr lang="en-US" altLang="zh-CN"/>
          </a:p>
        </p:txBody>
      </p:sp>
      <p:sp>
        <p:nvSpPr>
          <p:cNvPr id="9" name="Footer Placeholder 4"/>
          <p:cNvSpPr>
            <a:spLocks noGrp="1"/>
          </p:cNvSpPr>
          <p:nvPr>
            <p:ph type="ftr" sz="quarter" idx="11"/>
          </p:nvPr>
        </p:nvSpPr>
        <p:spPr/>
        <p:txBody>
          <a:bodyPr rtlCol="0"/>
          <a:lstStyle>
            <a:lvl1pPr algn="ctr">
              <a:defRPr b="1">
                <a:latin typeface="Times New Roman" panose="02020603050405020304" pitchFamily="18" charset="0"/>
                <a:ea typeface="楷体_GB2312"/>
                <a:cs typeface="楷体_GB2312"/>
              </a:defRPr>
            </a:lvl1pPr>
          </a:lstStyle>
          <a:p>
            <a:pPr>
              <a:defRPr/>
            </a:pPr>
            <a:endParaRPr lang="en-US" altLang="zh-CN"/>
          </a:p>
        </p:txBody>
      </p:sp>
      <p:sp>
        <p:nvSpPr>
          <p:cNvPr id="10" name="Slide Number Placeholder 5"/>
          <p:cNvSpPr>
            <a:spLocks noGrp="1"/>
          </p:cNvSpPr>
          <p:nvPr>
            <p:ph type="sldNum" sz="quarter" idx="12"/>
          </p:nvPr>
        </p:nvSpPr>
        <p:spPr/>
        <p:txBody>
          <a:bodyPr/>
          <a:lstStyle>
            <a:lvl1pPr>
              <a:defRPr b="1">
                <a:latin typeface="Times New Roman" panose="02020603050405020304" pitchFamily="18" charset="0"/>
                <a:ea typeface="楷体_GB2312" pitchFamily="49" charset="-122"/>
              </a:defRPr>
            </a:lvl1pPr>
          </a:lstStyle>
          <a:p>
            <a:pPr>
              <a:defRPr/>
            </a:pPr>
            <a:fld id="{AA35DEC3-0C51-495B-B28A-93C301D17AAE}" type="slidenum">
              <a:rPr lang="zh-CN" altLang="en-US"/>
              <a:pPr>
                <a:defRPr/>
              </a:pPr>
              <a:t>‹#›</a:t>
            </a:fld>
            <a:endParaRPr lang="en-US" altLang="zh-CN"/>
          </a:p>
        </p:txBody>
      </p:sp>
    </p:spTree>
    <p:extLst>
      <p:ext uri="{BB962C8B-B14F-4D97-AF65-F5344CB8AC3E}">
        <p14:creationId xmlns:p14="http://schemas.microsoft.com/office/powerpoint/2010/main" val="90045984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4" name="Rounded Rectangle 15"/>
          <p:cNvSpPr/>
          <p:nvPr/>
        </p:nvSpPr>
        <p:spPr>
          <a:xfrm>
            <a:off x="304801" y="228601"/>
            <a:ext cx="11595100" cy="6034617"/>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Tahoma" panose="020B0604030504040204" pitchFamily="34" charset="0"/>
                <a:ea typeface="宋体" panose="02010600030101010101" pitchFamily="2" charset="-122"/>
              </a:defRPr>
            </a:lvl1pPr>
            <a:lvl2pPr marL="742950" indent="-285750">
              <a:defRPr>
                <a:solidFill>
                  <a:schemeClr val="tx1"/>
                </a:solidFill>
                <a:latin typeface="Tahoma" panose="020B0604030504040204" pitchFamily="34" charset="0"/>
                <a:ea typeface="宋体" panose="02010600030101010101" pitchFamily="2" charset="-122"/>
              </a:defRPr>
            </a:lvl2pPr>
            <a:lvl3pPr marL="1143000" indent="-228600">
              <a:defRPr>
                <a:solidFill>
                  <a:schemeClr val="tx1"/>
                </a:solidFill>
                <a:latin typeface="Tahoma" panose="020B0604030504040204" pitchFamily="34" charset="0"/>
                <a:ea typeface="宋体" panose="02010600030101010101" pitchFamily="2" charset="-122"/>
              </a:defRPr>
            </a:lvl3pPr>
            <a:lvl4pPr marL="1600200" indent="-228600">
              <a:defRPr>
                <a:solidFill>
                  <a:schemeClr val="tx1"/>
                </a:solidFill>
                <a:latin typeface="Tahoma" panose="020B0604030504040204" pitchFamily="34" charset="0"/>
                <a:ea typeface="宋体" panose="02010600030101010101" pitchFamily="2" charset="-122"/>
              </a:defRPr>
            </a:lvl4pPr>
            <a:lvl5pPr marL="2057400" indent="-228600">
              <a:defRPr>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9pPr>
          </a:lstStyle>
          <a:p>
            <a:pPr algn="ctr" eaLnBrk="1" hangingPunct="1">
              <a:defRPr/>
            </a:pPr>
            <a:endParaRPr lang="en-US" altLang="zh-CN" sz="2400" b="0">
              <a:solidFill>
                <a:srgbClr val="FFFFFF"/>
              </a:solidFill>
              <a:latin typeface="Candara" panose="020E0502030303020204" pitchFamily="34" charset="0"/>
            </a:endParaRPr>
          </a:p>
        </p:txBody>
      </p:sp>
      <p:grpSp>
        <p:nvGrpSpPr>
          <p:cNvPr id="5" name="Group 9"/>
          <p:cNvGrpSpPr>
            <a:grpSpLocks noChangeAspect="1"/>
          </p:cNvGrpSpPr>
          <p:nvPr/>
        </p:nvGrpSpPr>
        <p:grpSpPr bwMode="auto">
          <a:xfrm>
            <a:off x="281517" y="5353051"/>
            <a:ext cx="11631083" cy="1333500"/>
            <a:chOff x="-3905250" y="4294188"/>
            <a:chExt cx="13011150" cy="1892300"/>
          </a:xfrm>
        </p:grpSpPr>
        <p:sp>
          <p:nvSpPr>
            <p:cNvPr id="6" name="Freeform 14"/>
            <p:cNvSpPr>
              <a:spLocks/>
            </p:cNvSpPr>
            <p:nvPr/>
          </p:nvSpPr>
          <p:spPr bwMode="hidden">
            <a:xfrm>
              <a:off x="4810681" y="4501439"/>
              <a:ext cx="4295219" cy="1015234"/>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7" name="Freeform 18"/>
            <p:cNvSpPr>
              <a:spLocks/>
            </p:cNvSpPr>
            <p:nvPr/>
          </p:nvSpPr>
          <p:spPr bwMode="hidden">
            <a:xfrm>
              <a:off x="-308538" y="4318217"/>
              <a:ext cx="8280254" cy="1210470"/>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8" name="Freeform 22"/>
            <p:cNvSpPr>
              <a:spLocks/>
            </p:cNvSpPr>
            <p:nvPr/>
          </p:nvSpPr>
          <p:spPr bwMode="hidden">
            <a:xfrm>
              <a:off x="4014" y="4336239"/>
              <a:ext cx="8164231" cy="1102339"/>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9" name="Freeform 26"/>
            <p:cNvSpPr>
              <a:spLocks/>
            </p:cNvSpPr>
            <p:nvPr/>
          </p:nvSpPr>
          <p:spPr bwMode="hidden">
            <a:xfrm>
              <a:off x="4157164" y="4315213"/>
              <a:ext cx="4939265" cy="928129"/>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10" name="Freeform 10"/>
            <p:cNvSpPr>
              <a:spLocks/>
            </p:cNvSpPr>
            <p:nvPr/>
          </p:nvSpPr>
          <p:spPr bwMode="hidden">
            <a:xfrm>
              <a:off x="-3905250" y="4294188"/>
              <a:ext cx="13011150"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2" name="Title 1"/>
          <p:cNvSpPr>
            <a:spLocks noGrp="1"/>
          </p:cNvSpPr>
          <p:nvPr>
            <p:ph type="ctrTitle"/>
          </p:nvPr>
        </p:nvSpPr>
        <p:spPr>
          <a:xfrm>
            <a:off x="914400" y="1600203"/>
            <a:ext cx="10363200" cy="1780108"/>
          </a:xfrm>
        </p:spPr>
        <p:txBody>
          <a:bodyPr anchor="b">
            <a:normAutofit/>
          </a:bodyPr>
          <a:lstStyle>
            <a:lvl1pPr>
              <a:defRPr sz="5867">
                <a:solidFill>
                  <a:srgbClr val="FFFFFF"/>
                </a:solid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1828800" y="3556001"/>
            <a:ext cx="8534400" cy="1473200"/>
          </a:xfrm>
        </p:spPr>
        <p:txBody>
          <a:bodyPr>
            <a:normAutofit/>
          </a:bodyPr>
          <a:lstStyle>
            <a:lvl1pPr marL="0" indent="0" algn="ctr">
              <a:buNone/>
              <a:defRPr sz="2667">
                <a:solidFill>
                  <a:srgbClr val="FFFFFF"/>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zh-CN" altLang="en-US"/>
              <a:t>单击此处编辑母版副标题样式</a:t>
            </a:r>
            <a:endParaRPr lang="en-US" dirty="0"/>
          </a:p>
        </p:txBody>
      </p:sp>
      <p:sp>
        <p:nvSpPr>
          <p:cNvPr id="11" name="Date Placeholder 3"/>
          <p:cNvSpPr>
            <a:spLocks noGrp="1"/>
          </p:cNvSpPr>
          <p:nvPr>
            <p:ph type="dt" sz="half" idx="10"/>
          </p:nvPr>
        </p:nvSpPr>
        <p:spPr/>
        <p:txBody>
          <a:bodyPr/>
          <a:lstStyle>
            <a:lvl1pPr>
              <a:defRPr b="1">
                <a:latin typeface="Times New Roman" panose="02020603050405020304" pitchFamily="18" charset="0"/>
                <a:ea typeface="楷体_GB2312" pitchFamily="49" charset="-122"/>
              </a:defRPr>
            </a:lvl1pPr>
          </a:lstStyle>
          <a:p>
            <a:pPr>
              <a:defRPr/>
            </a:pPr>
            <a:endParaRPr lang="en-US" altLang="zh-CN"/>
          </a:p>
        </p:txBody>
      </p:sp>
      <p:sp>
        <p:nvSpPr>
          <p:cNvPr id="12" name="Footer Placeholder 4"/>
          <p:cNvSpPr>
            <a:spLocks noGrp="1"/>
          </p:cNvSpPr>
          <p:nvPr>
            <p:ph type="ftr" sz="quarter" idx="11"/>
          </p:nvPr>
        </p:nvSpPr>
        <p:spPr/>
        <p:txBody>
          <a:bodyPr/>
          <a:lstStyle>
            <a:lvl1pPr>
              <a:defRPr b="1">
                <a:latin typeface="Times New Roman" panose="02020603050405020304" pitchFamily="18" charset="0"/>
                <a:ea typeface="楷体_GB2312" pitchFamily="49" charset="-122"/>
              </a:defRPr>
            </a:lvl1pPr>
          </a:lstStyle>
          <a:p>
            <a:pPr>
              <a:defRPr/>
            </a:pPr>
            <a:endParaRPr lang="en-US" altLang="zh-CN"/>
          </a:p>
        </p:txBody>
      </p:sp>
      <p:sp>
        <p:nvSpPr>
          <p:cNvPr id="13" name="Slide Number Placeholder 5"/>
          <p:cNvSpPr>
            <a:spLocks noGrp="1"/>
          </p:cNvSpPr>
          <p:nvPr>
            <p:ph type="sldNum" sz="quarter" idx="12"/>
          </p:nvPr>
        </p:nvSpPr>
        <p:spPr/>
        <p:txBody>
          <a:bodyPr/>
          <a:lstStyle>
            <a:lvl1pPr>
              <a:defRPr b="1">
                <a:latin typeface="Times New Roman" panose="02020603050405020304" pitchFamily="18" charset="0"/>
                <a:ea typeface="楷体_GB2312" pitchFamily="49" charset="-122"/>
              </a:defRPr>
            </a:lvl1pPr>
          </a:lstStyle>
          <a:p>
            <a:pPr>
              <a:defRPr/>
            </a:pPr>
            <a:fld id="{916BBB1A-B77E-4769-AFE0-87064943197D}" type="slidenum">
              <a:rPr lang="zh-CN" altLang="en-US"/>
              <a:pPr>
                <a:defRPr/>
              </a:pPr>
              <a:t>‹#›</a:t>
            </a:fld>
            <a:endParaRPr lang="en-US" altLang="zh-CN"/>
          </a:p>
        </p:txBody>
      </p:sp>
    </p:spTree>
    <p:extLst>
      <p:ext uri="{BB962C8B-B14F-4D97-AF65-F5344CB8AC3E}">
        <p14:creationId xmlns:p14="http://schemas.microsoft.com/office/powerpoint/2010/main" val="56254530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baseline="0">
                <a:latin typeface="Times New Roman" panose="02020603050405020304" pitchFamily="18" charset="0"/>
              </a:defRPr>
            </a:lvl1pPr>
            <a:lvl2pPr>
              <a:defRPr baseline="0">
                <a:latin typeface="Times New Roman" panose="02020603050405020304" pitchFamily="18" charset="0"/>
              </a:defRPr>
            </a:lvl2pPr>
            <a:lvl3pPr>
              <a:defRPr baseline="0">
                <a:latin typeface="Times New Roman" panose="02020603050405020304" pitchFamily="18" charset="0"/>
              </a:defRPr>
            </a:lvl3pPr>
            <a:lvl4pPr>
              <a:defRPr baseline="0">
                <a:latin typeface="Times New Roman" panose="02020603050405020304" pitchFamily="18" charset="0"/>
              </a:defRPr>
            </a:lvl4pPr>
            <a:lvl5pPr>
              <a:defRPr baseline="0">
                <a:latin typeface="Times New Roman" panose="02020603050405020304" pitchFamily="18" charset="0"/>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sp>
        <p:nvSpPr>
          <p:cNvPr id="7" name="Title 6"/>
          <p:cNvSpPr>
            <a:spLocks noGrp="1"/>
          </p:cNvSpPr>
          <p:nvPr>
            <p:ph type="title"/>
          </p:nvPr>
        </p:nvSpPr>
        <p:spPr>
          <a:xfrm>
            <a:off x="1007435" y="356659"/>
            <a:ext cx="10574965" cy="480053"/>
          </a:xfrm>
        </p:spPr>
        <p:txBody>
          <a:bodyPr/>
          <a:lstStyle>
            <a:lvl1pPr algn="l">
              <a:defRPr b="1" baseline="0">
                <a:latin typeface="Times New Roman" panose="02020603050405020304" pitchFamily="18" charset="0"/>
                <a:ea typeface="黑体" panose="02010609060101010101" pitchFamily="49" charset="-122"/>
              </a:defRPr>
            </a:lvl1pPr>
          </a:lstStyle>
          <a:p>
            <a:r>
              <a:rPr lang="zh-CN" altLang="en-US" dirty="0"/>
              <a:t>单击此处编辑母版标题样式</a:t>
            </a:r>
            <a:endParaRPr lang="en-US" dirty="0"/>
          </a:p>
        </p:txBody>
      </p:sp>
      <p:sp>
        <p:nvSpPr>
          <p:cNvPr id="4" name="Date Placeholder 3"/>
          <p:cNvSpPr>
            <a:spLocks noGrp="1"/>
          </p:cNvSpPr>
          <p:nvPr>
            <p:ph type="dt" sz="half" idx="10"/>
          </p:nvPr>
        </p:nvSpPr>
        <p:spPr/>
        <p:txBody>
          <a:bodyPr/>
          <a:lstStyle>
            <a:lvl1pPr>
              <a:defRPr b="1">
                <a:latin typeface="Times New Roman" panose="02020603050405020304" pitchFamily="18" charset="0"/>
                <a:ea typeface="楷体_GB2312" pitchFamily="49" charset="-122"/>
              </a:defRPr>
            </a:lvl1pPr>
          </a:lstStyle>
          <a:p>
            <a:pPr>
              <a:defRPr/>
            </a:pPr>
            <a:endParaRPr lang="en-US" altLang="zh-CN"/>
          </a:p>
        </p:txBody>
      </p:sp>
      <p:sp>
        <p:nvSpPr>
          <p:cNvPr id="5" name="Footer Placeholder 4"/>
          <p:cNvSpPr>
            <a:spLocks noGrp="1"/>
          </p:cNvSpPr>
          <p:nvPr>
            <p:ph type="ftr" sz="quarter" idx="11"/>
          </p:nvPr>
        </p:nvSpPr>
        <p:spPr/>
        <p:txBody>
          <a:bodyPr/>
          <a:lstStyle>
            <a:lvl1pPr>
              <a:defRPr b="1">
                <a:latin typeface="Times New Roman" panose="02020603050405020304" pitchFamily="18" charset="0"/>
                <a:ea typeface="楷体_GB2312" pitchFamily="49" charset="-122"/>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b="1">
                <a:latin typeface="Times New Roman" panose="02020603050405020304" pitchFamily="18" charset="0"/>
                <a:ea typeface="楷体_GB2312" pitchFamily="49" charset="-122"/>
              </a:defRPr>
            </a:lvl1pPr>
          </a:lstStyle>
          <a:p>
            <a:pPr>
              <a:defRPr/>
            </a:pPr>
            <a:fld id="{751F737D-225A-4EE7-99C0-1EAEE7AD27FB}" type="slidenum">
              <a:rPr lang="zh-CN" altLang="en-US"/>
              <a:pPr>
                <a:defRPr/>
              </a:pPr>
              <a:t>‹#›</a:t>
            </a:fld>
            <a:endParaRPr lang="en-US" altLang="zh-CN"/>
          </a:p>
        </p:txBody>
      </p:sp>
    </p:spTree>
    <p:extLst>
      <p:ext uri="{BB962C8B-B14F-4D97-AF65-F5344CB8AC3E}">
        <p14:creationId xmlns:p14="http://schemas.microsoft.com/office/powerpoint/2010/main" val="421024351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6.xml"/><Relationship Id="rId1" Type="http://schemas.openxmlformats.org/officeDocument/2006/relationships/slideLayout" Target="../slideLayouts/slideLayout5.xml"/></Relationships>
</file>

<file path=ppt/slideMasters/_rels/slideMaster4.xml.rels><?xml version="1.0" encoding="UTF-8" standalone="yes"?>
<Relationships xmlns="http://schemas.openxmlformats.org/package/2006/relationships"><Relationship Id="rId3" Type="http://schemas.openxmlformats.org/officeDocument/2006/relationships/theme" Target="../theme/theme4.xml"/><Relationship Id="rId2" Type="http://schemas.openxmlformats.org/officeDocument/2006/relationships/slideLayout" Target="../slideLayouts/slideLayout8.xml"/><Relationship Id="rId1" Type="http://schemas.openxmlformats.org/officeDocument/2006/relationships/slideLayout" Target="../slideLayouts/slideLayout7.xml"/></Relationships>
</file>

<file path=ppt/slideMasters/_rels/slideMaster5.xml.rels><?xml version="1.0" encoding="UTF-8" standalone="yes"?>
<Relationships xmlns="http://schemas.openxmlformats.org/package/2006/relationships"><Relationship Id="rId3" Type="http://schemas.openxmlformats.org/officeDocument/2006/relationships/theme" Target="../theme/theme5.xml"/><Relationship Id="rId2" Type="http://schemas.openxmlformats.org/officeDocument/2006/relationships/slideLayout" Target="../slideLayouts/slideLayout10.xml"/><Relationship Id="rId1" Type="http://schemas.openxmlformats.org/officeDocument/2006/relationships/slideLayout" Target="../slideLayouts/slideLayout9.xml"/></Relationships>
</file>

<file path=ppt/slideMasters/_rels/slideMaster6.xml.rels><?xml version="1.0" encoding="UTF-8" standalone="yes"?>
<Relationships xmlns="http://schemas.openxmlformats.org/package/2006/relationships"><Relationship Id="rId3" Type="http://schemas.openxmlformats.org/officeDocument/2006/relationships/theme" Target="../theme/theme6.xml"/><Relationship Id="rId2" Type="http://schemas.openxmlformats.org/officeDocument/2006/relationships/slideLayout" Target="../slideLayouts/slideLayout12.xml"/><Relationship Id="rId1" Type="http://schemas.openxmlformats.org/officeDocument/2006/relationships/slideLayout" Target="../slideLayouts/slideLayout1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Title Placeholder 1">
            <a:extLst>
              <a:ext uri="{FF2B5EF4-FFF2-40B4-BE49-F238E27FC236}">
                <a16:creationId xmlns:a16="http://schemas.microsoft.com/office/drawing/2014/main" id="{88131687-FF55-4936-99F2-970AB7A5055D}"/>
              </a:ext>
            </a:extLst>
          </p:cNvPr>
          <p:cNvSpPr>
            <a:spLocks noGrp="1"/>
          </p:cNvSpPr>
          <p:nvPr>
            <p:ph type="title"/>
          </p:nvPr>
        </p:nvSpPr>
        <p:spPr bwMode="auto">
          <a:xfrm>
            <a:off x="1200152" y="357718"/>
            <a:ext cx="10382249" cy="478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
        <p:nvSpPr>
          <p:cNvPr id="4" name="Date Placeholder 3">
            <a:extLst>
              <a:ext uri="{FF2B5EF4-FFF2-40B4-BE49-F238E27FC236}">
                <a16:creationId xmlns:a16="http://schemas.microsoft.com/office/drawing/2014/main" id="{9D801796-15B9-442E-B23A-CD2B1F502B7A}"/>
              </a:ext>
            </a:extLst>
          </p:cNvPr>
          <p:cNvSpPr>
            <a:spLocks noGrp="1"/>
          </p:cNvSpPr>
          <p:nvPr>
            <p:ph type="dt" sz="half" idx="2"/>
          </p:nvPr>
        </p:nvSpPr>
        <p:spPr>
          <a:xfrm>
            <a:off x="6885518" y="6250517"/>
            <a:ext cx="5048249" cy="364067"/>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333">
                <a:solidFill>
                  <a:srgbClr val="073E87"/>
                </a:solidFill>
              </a:defRPr>
            </a:lvl1pPr>
          </a:lstStyle>
          <a:p>
            <a:pPr>
              <a:defRPr/>
            </a:pPr>
            <a:endParaRPr lang="en-US" altLang="zh-CN"/>
          </a:p>
        </p:txBody>
      </p:sp>
      <p:sp>
        <p:nvSpPr>
          <p:cNvPr id="5" name="Footer Placeholder 4">
            <a:extLst>
              <a:ext uri="{FF2B5EF4-FFF2-40B4-BE49-F238E27FC236}">
                <a16:creationId xmlns:a16="http://schemas.microsoft.com/office/drawing/2014/main" id="{6B2611FC-74FA-46B2-8D5C-B8DAB3B7C341}"/>
              </a:ext>
            </a:extLst>
          </p:cNvPr>
          <p:cNvSpPr>
            <a:spLocks noGrp="1"/>
          </p:cNvSpPr>
          <p:nvPr>
            <p:ph type="ftr" sz="quarter" idx="3"/>
          </p:nvPr>
        </p:nvSpPr>
        <p:spPr>
          <a:xfrm>
            <a:off x="258233" y="6250517"/>
            <a:ext cx="5048251" cy="364067"/>
          </a:xfrm>
          <a:prstGeom prst="rect">
            <a:avLst/>
          </a:prstGeom>
        </p:spPr>
        <p:txBody>
          <a:bodyPr vert="horz" wrap="square" lIns="91440" tIns="45720" rIns="91440" bIns="45720" numCol="1" anchor="ctr" anchorCtr="0" compatLnSpc="1">
            <a:prstTxWarp prst="textNoShape">
              <a:avLst/>
            </a:prstTxWarp>
          </a:bodyPr>
          <a:lstStyle>
            <a:lvl1pPr eaLnBrk="1" hangingPunct="1">
              <a:defRPr sz="1333">
                <a:solidFill>
                  <a:srgbClr val="073E87"/>
                </a:solidFill>
              </a:defRPr>
            </a:lvl1pPr>
          </a:lstStyle>
          <a:p>
            <a:pPr>
              <a:defRPr/>
            </a:pPr>
            <a:endParaRPr lang="en-US" altLang="zh-CN"/>
          </a:p>
        </p:txBody>
      </p:sp>
      <p:sp>
        <p:nvSpPr>
          <p:cNvPr id="6" name="Slide Number Placeholder 5">
            <a:extLst>
              <a:ext uri="{FF2B5EF4-FFF2-40B4-BE49-F238E27FC236}">
                <a16:creationId xmlns:a16="http://schemas.microsoft.com/office/drawing/2014/main" id="{55532381-7DD0-46D9-951F-A1E3C8571503}"/>
              </a:ext>
            </a:extLst>
          </p:cNvPr>
          <p:cNvSpPr>
            <a:spLocks noGrp="1"/>
          </p:cNvSpPr>
          <p:nvPr>
            <p:ph type="sldNum" sz="quarter" idx="4"/>
          </p:nvPr>
        </p:nvSpPr>
        <p:spPr>
          <a:xfrm>
            <a:off x="5321300" y="6250517"/>
            <a:ext cx="1549400" cy="364067"/>
          </a:xfrm>
          <a:prstGeom prst="rect">
            <a:avLst/>
          </a:prstGeom>
        </p:spPr>
        <p:txBody>
          <a:bodyPr vert="horz" wrap="square" lIns="91440" tIns="45720" rIns="91440" bIns="45720" numCol="1" anchor="ctr" anchorCtr="0" compatLnSpc="1">
            <a:prstTxWarp prst="textNoShape">
              <a:avLst/>
            </a:prstTxWarp>
          </a:bodyPr>
          <a:lstStyle>
            <a:lvl1pPr algn="ctr" eaLnBrk="1" hangingPunct="1">
              <a:defRPr sz="1333">
                <a:solidFill>
                  <a:srgbClr val="073E87"/>
                </a:solidFill>
              </a:defRPr>
            </a:lvl1pPr>
          </a:lstStyle>
          <a:p>
            <a:pPr>
              <a:defRPr/>
            </a:pPr>
            <a:fld id="{7452B4CE-76F8-4BEB-A709-8E5F56384099}" type="slidenum">
              <a:rPr lang="zh-CN" altLang="en-US"/>
              <a:pPr>
                <a:defRPr/>
              </a:pPr>
              <a:t>‹#›</a:t>
            </a:fld>
            <a:endParaRPr lang="en-US" altLang="zh-CN"/>
          </a:p>
        </p:txBody>
      </p:sp>
      <p:sp>
        <p:nvSpPr>
          <p:cNvPr id="3078" name="Text Placeholder 2">
            <a:extLst>
              <a:ext uri="{FF2B5EF4-FFF2-40B4-BE49-F238E27FC236}">
                <a16:creationId xmlns:a16="http://schemas.microsoft.com/office/drawing/2014/main" id="{CCB6089A-D22F-40AD-8A6A-22514469DD94}"/>
              </a:ext>
            </a:extLst>
          </p:cNvPr>
          <p:cNvSpPr>
            <a:spLocks noGrp="1"/>
          </p:cNvSpPr>
          <p:nvPr>
            <p:ph type="body" idx="1"/>
          </p:nvPr>
        </p:nvSpPr>
        <p:spPr bwMode="auto">
          <a:xfrm>
            <a:off x="304801" y="1824567"/>
            <a:ext cx="7903633" cy="4301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068091938"/>
      </p:ext>
    </p:extLst>
  </p:cSld>
  <p:clrMap bg1="lt1" tx1="dk1" bg2="lt2" tx2="dk2" accent1="accent1" accent2="accent2" accent3="accent3" accent4="accent4" accent5="accent5" accent6="accent6" hlink="hlink" folHlink="folHlink"/>
  <p:sldLayoutIdLst>
    <p:sldLayoutId id="2147483700" r:id="rId1"/>
    <p:sldLayoutId id="2147483701" r:id="rId2"/>
  </p:sldLayoutIdLst>
  <p:txStyles>
    <p:titleStyle>
      <a:lvl1pPr algn="l" rtl="0" eaLnBrk="0" fontAlgn="base" hangingPunct="0">
        <a:spcBef>
          <a:spcPct val="0"/>
        </a:spcBef>
        <a:spcAft>
          <a:spcPct val="0"/>
        </a:spcAft>
        <a:defRPr sz="5333" kern="1200">
          <a:solidFill>
            <a:srgbClr val="FFFFFF"/>
          </a:solidFill>
          <a:latin typeface="+mj-lt"/>
          <a:ea typeface="黑体" panose="02010609060101010101" pitchFamily="49" charset="-122"/>
          <a:cs typeface="+mj-cs"/>
        </a:defRPr>
      </a:lvl1pPr>
      <a:lvl2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2pPr>
      <a:lvl3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3pPr>
      <a:lvl4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4pPr>
      <a:lvl5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64058" indent="-364058" algn="l" rtl="0" eaLnBrk="0" fontAlgn="base" hangingPunct="0">
        <a:spcBef>
          <a:spcPct val="20000"/>
        </a:spcBef>
        <a:spcAft>
          <a:spcPct val="0"/>
        </a:spcAft>
        <a:buClr>
          <a:schemeClr val="accent1"/>
        </a:buClr>
        <a:buSzPct val="100000"/>
        <a:buFont typeface="Symbol" panose="05050102010706020507" pitchFamily="18" charset="2"/>
        <a:buChar char=""/>
        <a:defRPr sz="3200" kern="1200">
          <a:solidFill>
            <a:schemeClr val="tx2"/>
          </a:solidFill>
          <a:latin typeface="+mn-lt"/>
          <a:ea typeface="+mn-ea"/>
          <a:cs typeface="+mn-cs"/>
        </a:defRPr>
      </a:lvl1pPr>
      <a:lvl2pPr marL="768331" indent="-364058" algn="l" rtl="0" eaLnBrk="0" fontAlgn="base" hangingPunct="0">
        <a:spcBef>
          <a:spcPct val="20000"/>
        </a:spcBef>
        <a:spcAft>
          <a:spcPct val="0"/>
        </a:spcAft>
        <a:buClr>
          <a:schemeClr val="accent1"/>
        </a:buClr>
        <a:buSzPct val="100000"/>
        <a:buFont typeface="Symbol" panose="05050102010706020507" pitchFamily="18" charset="2"/>
        <a:buChar char=""/>
        <a:defRPr sz="2933" kern="1200">
          <a:solidFill>
            <a:schemeClr val="tx2"/>
          </a:solidFill>
          <a:latin typeface="+mn-lt"/>
          <a:ea typeface="+mn-ea"/>
          <a:cs typeface="+mn-cs"/>
        </a:defRPr>
      </a:lvl2pPr>
      <a:lvl3pPr marL="1140855" indent="-304792"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3pPr>
      <a:lvl4pPr marL="1523962" indent="-304792"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4pPr>
      <a:lvl5pPr marL="1949402" indent="-304792" algn="l" rtl="0" eaLnBrk="0" fontAlgn="base" hangingPunct="0">
        <a:spcBef>
          <a:spcPct val="20000"/>
        </a:spcBef>
        <a:spcAft>
          <a:spcPct val="0"/>
        </a:spcAft>
        <a:buClr>
          <a:schemeClr val="accent1"/>
        </a:buClr>
        <a:buSzPct val="100000"/>
        <a:buFont typeface="Symbol" panose="05050102010706020507" pitchFamily="18" charset="2"/>
        <a:buChar char=""/>
        <a:defRPr sz="2133" kern="1200">
          <a:solidFill>
            <a:schemeClr val="tx2"/>
          </a:solidFill>
          <a:latin typeface="+mn-lt"/>
          <a:ea typeface="+mn-ea"/>
          <a:cs typeface="+mn-cs"/>
        </a:defRPr>
      </a:lvl5pPr>
      <a:lvl6pPr marL="2377381"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6pPr>
      <a:lvl7pPr marL="2804090"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7pPr>
      <a:lvl8pPr marL="3230799"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8pPr>
      <a:lvl9pPr marL="3657509"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 name="Rounded Rectangle 13"/>
          <p:cNvSpPr/>
          <p:nvPr/>
        </p:nvSpPr>
        <p:spPr>
          <a:xfrm>
            <a:off x="304801" y="228600"/>
            <a:ext cx="11595100" cy="1873251"/>
          </a:xfrm>
          <a:prstGeom prst="roundRect">
            <a:avLst>
              <a:gd name="adj" fmla="val 3362"/>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sz="2400" b="0">
              <a:solidFill>
                <a:prstClr val="white"/>
              </a:solidFill>
            </a:endParaRPr>
          </a:p>
        </p:txBody>
      </p:sp>
      <p:grpSp>
        <p:nvGrpSpPr>
          <p:cNvPr id="5123" name="Group 15"/>
          <p:cNvGrpSpPr>
            <a:grpSpLocks noChangeAspect="1"/>
          </p:cNvGrpSpPr>
          <p:nvPr/>
        </p:nvGrpSpPr>
        <p:grpSpPr bwMode="auto">
          <a:xfrm>
            <a:off x="281518" y="1411817"/>
            <a:ext cx="11766549" cy="768349"/>
            <a:chOff x="-3905251" y="4294188"/>
            <a:chExt cx="13027839" cy="1892300"/>
          </a:xfrm>
        </p:grpSpPr>
        <p:sp>
          <p:nvSpPr>
            <p:cNvPr id="5129" name="Freeform 14"/>
            <p:cNvSpPr>
              <a:spLocks/>
            </p:cNvSpPr>
            <p:nvPr/>
          </p:nvSpPr>
          <p:spPr bwMode="hidden">
            <a:xfrm>
              <a:off x="4810125" y="4500563"/>
              <a:ext cx="4295775" cy="1016000"/>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5130" name="Freeform 18"/>
            <p:cNvSpPr>
              <a:spLocks/>
            </p:cNvSpPr>
            <p:nvPr/>
          </p:nvSpPr>
          <p:spPr bwMode="hidden">
            <a:xfrm>
              <a:off x="-309563" y="4318000"/>
              <a:ext cx="8280401" cy="1209675"/>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5131" name="Freeform 22"/>
            <p:cNvSpPr>
              <a:spLocks/>
            </p:cNvSpPr>
            <p:nvPr/>
          </p:nvSpPr>
          <p:spPr bwMode="hidden">
            <a:xfrm>
              <a:off x="3175" y="4335463"/>
              <a:ext cx="8166100" cy="1101725"/>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5132" name="Freeform 26"/>
            <p:cNvSpPr>
              <a:spLocks/>
            </p:cNvSpPr>
            <p:nvPr/>
          </p:nvSpPr>
          <p:spPr bwMode="hidden">
            <a:xfrm>
              <a:off x="4156075" y="4316413"/>
              <a:ext cx="4940300" cy="927100"/>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5133" name="Freeform 10"/>
            <p:cNvSpPr>
              <a:spLocks/>
            </p:cNvSpPr>
            <p:nvPr/>
          </p:nvSpPr>
          <p:spPr bwMode="hidden">
            <a:xfrm>
              <a:off x="-3905251" y="4294188"/>
              <a:ext cx="13027839"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5124" name="Title Placeholder 1"/>
          <p:cNvSpPr>
            <a:spLocks noGrp="1"/>
          </p:cNvSpPr>
          <p:nvPr>
            <p:ph type="title"/>
          </p:nvPr>
        </p:nvSpPr>
        <p:spPr bwMode="auto">
          <a:xfrm>
            <a:off x="1200152" y="357718"/>
            <a:ext cx="10382249" cy="478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
        <p:nvSpPr>
          <p:cNvPr id="4" name="Date Placeholder 3"/>
          <p:cNvSpPr>
            <a:spLocks noGrp="1"/>
          </p:cNvSpPr>
          <p:nvPr>
            <p:ph type="dt" sz="half" idx="2"/>
          </p:nvPr>
        </p:nvSpPr>
        <p:spPr>
          <a:xfrm>
            <a:off x="6885518" y="6250517"/>
            <a:ext cx="5048249" cy="364067"/>
          </a:xfrm>
          <a:prstGeom prst="rect">
            <a:avLst/>
          </a:prstGeom>
        </p:spPr>
        <p:txBody>
          <a:bodyPr vert="horz" lIns="91440" tIns="45720" rIns="91440" bIns="45720" rtlCol="0" anchor="ctr"/>
          <a:lstStyle>
            <a:lvl1pPr algn="r" eaLnBrk="1" hangingPunct="1">
              <a:defRPr sz="1333" b="0">
                <a:solidFill>
                  <a:srgbClr val="073E87"/>
                </a:solidFill>
                <a:latin typeface="Tahoma" panose="020B0604030504040204" pitchFamily="34" charset="0"/>
                <a:ea typeface="宋体" pitchFamily="2" charset="-122"/>
                <a:cs typeface="+mn-cs"/>
              </a:defRPr>
            </a:lvl1pPr>
          </a:lstStyle>
          <a:p>
            <a:pPr>
              <a:defRPr/>
            </a:pPr>
            <a:endParaRPr lang="en-US" altLang="zh-CN"/>
          </a:p>
        </p:txBody>
      </p:sp>
      <p:sp>
        <p:nvSpPr>
          <p:cNvPr id="5" name="Footer Placeholder 4"/>
          <p:cNvSpPr>
            <a:spLocks noGrp="1"/>
          </p:cNvSpPr>
          <p:nvPr>
            <p:ph type="ftr" sz="quarter" idx="3"/>
          </p:nvPr>
        </p:nvSpPr>
        <p:spPr>
          <a:xfrm>
            <a:off x="258233" y="6250517"/>
            <a:ext cx="5048251" cy="364067"/>
          </a:xfrm>
          <a:prstGeom prst="rect">
            <a:avLst/>
          </a:prstGeom>
        </p:spPr>
        <p:txBody>
          <a:bodyPr vert="horz" lIns="91440" tIns="45720" rIns="91440" bIns="45720" rtlCol="0" anchor="ctr"/>
          <a:lstStyle>
            <a:lvl1pPr algn="l" eaLnBrk="1" hangingPunct="1">
              <a:defRPr sz="1333" b="0">
                <a:solidFill>
                  <a:srgbClr val="073E87"/>
                </a:solidFill>
                <a:latin typeface="Tahoma" panose="020B0604030504040204" pitchFamily="34" charset="0"/>
                <a:ea typeface="宋体" pitchFamily="2" charset="-122"/>
                <a:cs typeface="+mn-cs"/>
              </a:defRPr>
            </a:lvl1pPr>
          </a:lstStyle>
          <a:p>
            <a:pPr>
              <a:defRPr/>
            </a:pPr>
            <a:endParaRPr lang="en-US" altLang="zh-CN"/>
          </a:p>
        </p:txBody>
      </p:sp>
      <p:sp>
        <p:nvSpPr>
          <p:cNvPr id="6" name="Slide Number Placeholder 5"/>
          <p:cNvSpPr>
            <a:spLocks noGrp="1"/>
          </p:cNvSpPr>
          <p:nvPr>
            <p:ph type="sldNum" sz="quarter" idx="4"/>
          </p:nvPr>
        </p:nvSpPr>
        <p:spPr>
          <a:xfrm>
            <a:off x="5321300" y="6250517"/>
            <a:ext cx="1549400" cy="364067"/>
          </a:xfrm>
          <a:prstGeom prst="rect">
            <a:avLst/>
          </a:prstGeom>
        </p:spPr>
        <p:txBody>
          <a:bodyPr vert="horz" lIns="91440" tIns="45720" rIns="91440" bIns="45720" rtlCol="0" anchor="ctr"/>
          <a:lstStyle>
            <a:lvl1pPr algn="ctr" eaLnBrk="1" hangingPunct="1">
              <a:defRPr sz="1333" b="0">
                <a:solidFill>
                  <a:srgbClr val="073E87"/>
                </a:solidFill>
                <a:latin typeface="Tahoma" panose="020B0604030504040204" pitchFamily="34" charset="0"/>
                <a:ea typeface="宋体" pitchFamily="2" charset="-122"/>
                <a:cs typeface="+mn-cs"/>
              </a:defRPr>
            </a:lvl1pPr>
          </a:lstStyle>
          <a:p>
            <a:pPr>
              <a:defRPr/>
            </a:pPr>
            <a:fld id="{EA3BAD8B-AFF6-4AC2-90D2-BC95FEDAA16D}" type="slidenum">
              <a:rPr lang="zh-CN" altLang="en-US"/>
              <a:pPr>
                <a:defRPr/>
              </a:pPr>
              <a:t>‹#›</a:t>
            </a:fld>
            <a:endParaRPr lang="en-US" altLang="zh-CN"/>
          </a:p>
        </p:txBody>
      </p:sp>
      <p:sp>
        <p:nvSpPr>
          <p:cNvPr id="5128" name="Text Placeholder 2"/>
          <p:cNvSpPr>
            <a:spLocks noGrp="1"/>
          </p:cNvSpPr>
          <p:nvPr>
            <p:ph type="body" idx="1"/>
          </p:nvPr>
        </p:nvSpPr>
        <p:spPr bwMode="auto">
          <a:xfrm>
            <a:off x="304801" y="1824567"/>
            <a:ext cx="7903633" cy="4301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174449576"/>
      </p:ext>
    </p:extLst>
  </p:cSld>
  <p:clrMap bg1="lt1" tx1="dk1" bg2="lt2" tx2="dk2" accent1="accent1" accent2="accent2" accent3="accent3" accent4="accent4" accent5="accent5" accent6="accent6" hlink="hlink" folHlink="folHlink"/>
  <p:sldLayoutIdLst>
    <p:sldLayoutId id="2147483730" r:id="rId1"/>
    <p:sldLayoutId id="2147483731" r:id="rId2"/>
  </p:sldLayoutIdLst>
  <p:txStyles>
    <p:titleStyle>
      <a:lvl1pPr algn="l" rtl="0" eaLnBrk="0" fontAlgn="base" hangingPunct="0">
        <a:spcBef>
          <a:spcPct val="0"/>
        </a:spcBef>
        <a:spcAft>
          <a:spcPct val="0"/>
        </a:spcAft>
        <a:defRPr sz="5333" kern="1200">
          <a:solidFill>
            <a:srgbClr val="FFFFFF"/>
          </a:solidFill>
          <a:latin typeface="+mj-lt"/>
          <a:ea typeface="黑体" panose="02010609060101010101" pitchFamily="49" charset="-122"/>
          <a:cs typeface="+mj-cs"/>
        </a:defRPr>
      </a:lvl1pPr>
      <a:lvl2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2pPr>
      <a:lvl3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3pPr>
      <a:lvl4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4pPr>
      <a:lvl5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64058" indent="-364058" algn="l" rtl="0" eaLnBrk="0" fontAlgn="base" hangingPunct="0">
        <a:spcBef>
          <a:spcPct val="20000"/>
        </a:spcBef>
        <a:spcAft>
          <a:spcPct val="0"/>
        </a:spcAft>
        <a:buClr>
          <a:schemeClr val="accent1"/>
        </a:buClr>
        <a:buSzPct val="100000"/>
        <a:buFont typeface="Symbol" panose="05050102010706020507" pitchFamily="18" charset="2"/>
        <a:buChar char=""/>
        <a:defRPr sz="3200" kern="1200">
          <a:solidFill>
            <a:schemeClr val="tx2"/>
          </a:solidFill>
          <a:latin typeface="+mn-lt"/>
          <a:ea typeface="+mn-ea"/>
          <a:cs typeface="+mn-cs"/>
        </a:defRPr>
      </a:lvl1pPr>
      <a:lvl2pPr marL="768331" indent="-364058" algn="l" rtl="0" eaLnBrk="0" fontAlgn="base" hangingPunct="0">
        <a:spcBef>
          <a:spcPct val="20000"/>
        </a:spcBef>
        <a:spcAft>
          <a:spcPct val="0"/>
        </a:spcAft>
        <a:buClr>
          <a:schemeClr val="accent1"/>
        </a:buClr>
        <a:buSzPct val="100000"/>
        <a:buFont typeface="Symbol" panose="05050102010706020507" pitchFamily="18" charset="2"/>
        <a:buChar char=""/>
        <a:defRPr sz="2933" kern="1200">
          <a:solidFill>
            <a:schemeClr val="tx2"/>
          </a:solidFill>
          <a:latin typeface="+mn-lt"/>
          <a:ea typeface="+mn-ea"/>
          <a:cs typeface="+mn-cs"/>
        </a:defRPr>
      </a:lvl2pPr>
      <a:lvl3pPr marL="1140855" indent="-304792"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3pPr>
      <a:lvl4pPr marL="1523962" indent="-304792" algn="l" rtl="0" eaLnBrk="0" fontAlgn="base" hangingPunct="0">
        <a:spcBef>
          <a:spcPct val="20000"/>
        </a:spcBef>
        <a:spcAft>
          <a:spcPct val="0"/>
        </a:spcAft>
        <a:buClr>
          <a:schemeClr val="accent1"/>
        </a:buClr>
        <a:buSzPct val="100000"/>
        <a:buFont typeface="Symbol" panose="05050102010706020507" pitchFamily="18" charset="2"/>
        <a:buChar char=""/>
        <a:defRPr kern="1200">
          <a:solidFill>
            <a:schemeClr val="tx2"/>
          </a:solidFill>
          <a:latin typeface="+mn-lt"/>
          <a:ea typeface="+mn-ea"/>
          <a:cs typeface="+mn-cs"/>
        </a:defRPr>
      </a:lvl4pPr>
      <a:lvl5pPr marL="1949402" indent="-304792" algn="l" rtl="0" eaLnBrk="0" fontAlgn="base" hangingPunct="0">
        <a:spcBef>
          <a:spcPct val="20000"/>
        </a:spcBef>
        <a:spcAft>
          <a:spcPct val="0"/>
        </a:spcAft>
        <a:buClr>
          <a:schemeClr val="accent1"/>
        </a:buClr>
        <a:buSzPct val="100000"/>
        <a:buFont typeface="Symbol" panose="05050102010706020507" pitchFamily="18" charset="2"/>
        <a:buChar char=""/>
        <a:defRPr sz="2133" kern="1200">
          <a:solidFill>
            <a:schemeClr val="tx2"/>
          </a:solidFill>
          <a:latin typeface="+mn-lt"/>
          <a:ea typeface="+mn-ea"/>
          <a:cs typeface="+mn-cs"/>
        </a:defRPr>
      </a:lvl5pPr>
      <a:lvl6pPr marL="2377381"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6pPr>
      <a:lvl7pPr marL="2804090"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7pPr>
      <a:lvl8pPr marL="3230799"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8pPr>
      <a:lvl9pPr marL="3657509"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 name="Rounded Rectangle 13"/>
          <p:cNvSpPr/>
          <p:nvPr/>
        </p:nvSpPr>
        <p:spPr>
          <a:xfrm>
            <a:off x="304801" y="228600"/>
            <a:ext cx="11595100" cy="1873251"/>
          </a:xfrm>
          <a:prstGeom prst="roundRect">
            <a:avLst>
              <a:gd name="adj" fmla="val 3362"/>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anchor="ctr"/>
          <a:lstStyle/>
          <a:p>
            <a:pPr algn="ctr" eaLnBrk="1" hangingPunct="1">
              <a:defRPr/>
            </a:pPr>
            <a:endParaRPr lang="en-US" sz="2400" b="0" dirty="0">
              <a:solidFill>
                <a:prstClr val="white"/>
              </a:solidFill>
            </a:endParaRPr>
          </a:p>
        </p:txBody>
      </p:sp>
      <p:grpSp>
        <p:nvGrpSpPr>
          <p:cNvPr id="1027" name="Group 15"/>
          <p:cNvGrpSpPr>
            <a:grpSpLocks noChangeAspect="1"/>
          </p:cNvGrpSpPr>
          <p:nvPr/>
        </p:nvGrpSpPr>
        <p:grpSpPr bwMode="auto">
          <a:xfrm>
            <a:off x="281518" y="1411817"/>
            <a:ext cx="11766549" cy="768349"/>
            <a:chOff x="-3905251" y="4294188"/>
            <a:chExt cx="13027839" cy="1892300"/>
          </a:xfrm>
        </p:grpSpPr>
        <p:sp>
          <p:nvSpPr>
            <p:cNvPr id="1033" name="Freeform 14"/>
            <p:cNvSpPr>
              <a:spLocks/>
            </p:cNvSpPr>
            <p:nvPr/>
          </p:nvSpPr>
          <p:spPr bwMode="hidden">
            <a:xfrm>
              <a:off x="4810441" y="4502706"/>
              <a:ext cx="4295743" cy="1011313"/>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1034" name="Freeform 18"/>
            <p:cNvSpPr>
              <a:spLocks/>
            </p:cNvSpPr>
            <p:nvPr/>
          </p:nvSpPr>
          <p:spPr bwMode="hidden">
            <a:xfrm>
              <a:off x="-310233" y="4320251"/>
              <a:ext cx="8282134" cy="1209405"/>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1035" name="Freeform 22"/>
            <p:cNvSpPr>
              <a:spLocks/>
            </p:cNvSpPr>
            <p:nvPr/>
          </p:nvSpPr>
          <p:spPr bwMode="hidden">
            <a:xfrm>
              <a:off x="3804" y="4335892"/>
              <a:ext cx="8164957" cy="1099931"/>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1036" name="Freeform 26"/>
            <p:cNvSpPr>
              <a:spLocks/>
            </p:cNvSpPr>
            <p:nvPr/>
          </p:nvSpPr>
          <p:spPr bwMode="hidden">
            <a:xfrm>
              <a:off x="4156589" y="4315040"/>
              <a:ext cx="4940221" cy="927905"/>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1037" name="Freeform 10"/>
            <p:cNvSpPr>
              <a:spLocks/>
            </p:cNvSpPr>
            <p:nvPr/>
          </p:nvSpPr>
          <p:spPr bwMode="hidden">
            <a:xfrm>
              <a:off x="-3905251" y="4294188"/>
              <a:ext cx="13027839"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1028" name="Title Placeholder 1"/>
          <p:cNvSpPr>
            <a:spLocks noGrp="1"/>
          </p:cNvSpPr>
          <p:nvPr>
            <p:ph type="title"/>
          </p:nvPr>
        </p:nvSpPr>
        <p:spPr bwMode="auto">
          <a:xfrm>
            <a:off x="1200152" y="357718"/>
            <a:ext cx="10382249" cy="478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ctr" anchorCtr="0" compatLnSpc="1">
            <a:prstTxWarp prst="textNoShape">
              <a:avLst/>
            </a:prstTxWarp>
          </a:bodyPr>
          <a:lstStyle/>
          <a:p>
            <a:pPr lvl="0"/>
            <a:r>
              <a:rPr lang="zh-CN" altLang="en-US"/>
              <a:t>单击此处编辑母版标题样式</a:t>
            </a:r>
          </a:p>
        </p:txBody>
      </p:sp>
      <p:sp>
        <p:nvSpPr>
          <p:cNvPr id="4" name="Date Placeholder 3"/>
          <p:cNvSpPr>
            <a:spLocks noGrp="1"/>
          </p:cNvSpPr>
          <p:nvPr>
            <p:ph type="dt" sz="half" idx="2"/>
          </p:nvPr>
        </p:nvSpPr>
        <p:spPr>
          <a:xfrm>
            <a:off x="6885518" y="6250517"/>
            <a:ext cx="5048249" cy="364067"/>
          </a:xfrm>
          <a:prstGeom prst="rect">
            <a:avLst/>
          </a:prstGeom>
        </p:spPr>
        <p:txBody>
          <a:bodyPr vert="horz" wrap="square" lIns="68580" tIns="34290" rIns="68580" bIns="34290" numCol="1" anchor="ctr" anchorCtr="0" compatLnSpc="1">
            <a:prstTxWarp prst="textNoShape">
              <a:avLst/>
            </a:prstTxWarp>
          </a:bodyPr>
          <a:lstStyle>
            <a:lvl1pPr algn="r" eaLnBrk="1" hangingPunct="1">
              <a:defRPr sz="1333" b="0">
                <a:solidFill>
                  <a:srgbClr val="073E87"/>
                </a:solidFill>
                <a:latin typeface="Tahoma" pitchFamily="34" charset="0"/>
                <a:ea typeface="楷体_GB2312"/>
                <a:cs typeface="楷体_GB2312"/>
              </a:defRPr>
            </a:lvl1pPr>
          </a:lstStyle>
          <a:p>
            <a:pPr>
              <a:defRPr/>
            </a:pPr>
            <a:endParaRPr lang="en-US" altLang="zh-CN"/>
          </a:p>
        </p:txBody>
      </p:sp>
      <p:sp>
        <p:nvSpPr>
          <p:cNvPr id="5" name="Footer Placeholder 4"/>
          <p:cNvSpPr>
            <a:spLocks noGrp="1"/>
          </p:cNvSpPr>
          <p:nvPr>
            <p:ph type="ftr" sz="quarter" idx="3"/>
          </p:nvPr>
        </p:nvSpPr>
        <p:spPr>
          <a:xfrm>
            <a:off x="258233" y="6250517"/>
            <a:ext cx="5048251" cy="364067"/>
          </a:xfrm>
          <a:prstGeom prst="rect">
            <a:avLst/>
          </a:prstGeom>
        </p:spPr>
        <p:txBody>
          <a:bodyPr vert="horz" wrap="square" lIns="68580" tIns="34290" rIns="68580" bIns="34290" numCol="1" anchor="ctr" anchorCtr="0" compatLnSpc="1">
            <a:prstTxWarp prst="textNoShape">
              <a:avLst/>
            </a:prstTxWarp>
          </a:bodyPr>
          <a:lstStyle>
            <a:lvl1pPr eaLnBrk="1" hangingPunct="1">
              <a:defRPr sz="1333" b="0">
                <a:solidFill>
                  <a:srgbClr val="073E87"/>
                </a:solidFill>
                <a:latin typeface="Tahoma" pitchFamily="34" charset="0"/>
                <a:ea typeface="楷体_GB2312"/>
                <a:cs typeface="楷体_GB2312"/>
              </a:defRPr>
            </a:lvl1pPr>
          </a:lstStyle>
          <a:p>
            <a:pPr>
              <a:defRPr/>
            </a:pPr>
            <a:endParaRPr lang="en-US" altLang="zh-CN"/>
          </a:p>
        </p:txBody>
      </p:sp>
      <p:sp>
        <p:nvSpPr>
          <p:cNvPr id="6" name="Slide Number Placeholder 5"/>
          <p:cNvSpPr>
            <a:spLocks noGrp="1"/>
          </p:cNvSpPr>
          <p:nvPr>
            <p:ph type="sldNum" sz="quarter" idx="4"/>
          </p:nvPr>
        </p:nvSpPr>
        <p:spPr>
          <a:xfrm>
            <a:off x="5321300" y="6250517"/>
            <a:ext cx="1549400" cy="364067"/>
          </a:xfrm>
          <a:prstGeom prst="rect">
            <a:avLst/>
          </a:prstGeom>
        </p:spPr>
        <p:txBody>
          <a:bodyPr vert="horz" wrap="square" lIns="68580" tIns="34290" rIns="68580" bIns="34290" numCol="1" anchor="ctr" anchorCtr="0" compatLnSpc="1">
            <a:prstTxWarp prst="textNoShape">
              <a:avLst/>
            </a:prstTxWarp>
          </a:bodyPr>
          <a:lstStyle>
            <a:lvl1pPr algn="ctr" eaLnBrk="1" hangingPunct="1">
              <a:defRPr sz="1333" b="0">
                <a:solidFill>
                  <a:srgbClr val="073E87"/>
                </a:solidFill>
                <a:latin typeface="Tahoma" panose="020B0604030504040204" pitchFamily="34" charset="0"/>
                <a:ea typeface="楷体_GB2312" pitchFamily="49" charset="-122"/>
                <a:cs typeface="+mn-cs"/>
              </a:defRPr>
            </a:lvl1pPr>
          </a:lstStyle>
          <a:p>
            <a:pPr>
              <a:defRPr/>
            </a:pPr>
            <a:fld id="{BDCB7CAD-2C0E-4EC3-AA0F-652A11C2BD42}" type="slidenum">
              <a:rPr lang="zh-CN" altLang="en-US"/>
              <a:pPr>
                <a:defRPr/>
              </a:pPr>
              <a:t>‹#›</a:t>
            </a:fld>
            <a:endParaRPr lang="en-US" altLang="zh-CN"/>
          </a:p>
        </p:txBody>
      </p:sp>
      <p:sp>
        <p:nvSpPr>
          <p:cNvPr id="1032" name="Text Placeholder 2"/>
          <p:cNvSpPr>
            <a:spLocks noGrp="1"/>
          </p:cNvSpPr>
          <p:nvPr>
            <p:ph type="body" idx="1"/>
          </p:nvPr>
        </p:nvSpPr>
        <p:spPr bwMode="auto">
          <a:xfrm>
            <a:off x="304801" y="1824567"/>
            <a:ext cx="7903633" cy="4301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690267630"/>
      </p:ext>
    </p:extLst>
  </p:cSld>
  <p:clrMap bg1="lt1" tx1="dk1" bg2="lt2" tx2="dk2" accent1="accent1" accent2="accent2" accent3="accent3" accent4="accent4" accent5="accent5" accent6="accent6" hlink="hlink" folHlink="folHlink"/>
  <p:sldLayoutIdLst>
    <p:sldLayoutId id="2147483733" r:id="rId1"/>
    <p:sldLayoutId id="2147483734" r:id="rId2"/>
  </p:sldLayoutIdLst>
  <p:txStyles>
    <p:titleStyle>
      <a:lvl1pPr algn="l" rtl="0" eaLnBrk="0" fontAlgn="base" hangingPunct="0">
        <a:spcBef>
          <a:spcPct val="0"/>
        </a:spcBef>
        <a:spcAft>
          <a:spcPct val="0"/>
        </a:spcAft>
        <a:defRPr sz="5333" kern="1200">
          <a:solidFill>
            <a:srgbClr val="FFFFFF"/>
          </a:solidFill>
          <a:latin typeface="+mj-lt"/>
          <a:ea typeface="黑体" panose="02010609060101010101" pitchFamily="49" charset="-122"/>
          <a:cs typeface="+mj-cs"/>
        </a:defRPr>
      </a:lvl1pPr>
      <a:lvl2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2pPr>
      <a:lvl3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3pPr>
      <a:lvl4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4pPr>
      <a:lvl5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61942" indent="-361942" algn="l" rtl="0" eaLnBrk="0" fontAlgn="base" hangingPunct="0">
        <a:spcBef>
          <a:spcPct val="20000"/>
        </a:spcBef>
        <a:spcAft>
          <a:spcPct val="0"/>
        </a:spcAft>
        <a:buClr>
          <a:schemeClr val="accent1"/>
        </a:buClr>
        <a:buSzPct val="100000"/>
        <a:buFont typeface="Symbol" panose="05050102010706020507" pitchFamily="18" charset="2"/>
        <a:buChar char=""/>
        <a:defRPr sz="3200" kern="1200">
          <a:solidFill>
            <a:schemeClr val="tx2"/>
          </a:solidFill>
          <a:latin typeface="+mn-lt"/>
          <a:ea typeface="+mn-ea"/>
          <a:cs typeface="+mn-cs"/>
        </a:defRPr>
      </a:lvl1pPr>
      <a:lvl2pPr marL="766214" indent="-361942" algn="l" rtl="0" eaLnBrk="0" fontAlgn="base" hangingPunct="0">
        <a:spcBef>
          <a:spcPct val="20000"/>
        </a:spcBef>
        <a:spcAft>
          <a:spcPct val="0"/>
        </a:spcAft>
        <a:buClr>
          <a:schemeClr val="accent1"/>
        </a:buClr>
        <a:buSzPct val="100000"/>
        <a:buFont typeface="Symbol" panose="05050102010706020507" pitchFamily="18" charset="2"/>
        <a:buChar char=""/>
        <a:defRPr sz="2933" kern="1200">
          <a:solidFill>
            <a:schemeClr val="tx2"/>
          </a:solidFill>
          <a:latin typeface="+mn-lt"/>
          <a:ea typeface="+mn-ea"/>
          <a:cs typeface="+mn-cs"/>
        </a:defRPr>
      </a:lvl2pPr>
      <a:lvl3pPr marL="1138738" indent="-302676"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3pPr>
      <a:lvl4pPr marL="1521846" indent="-302676"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4pPr>
      <a:lvl5pPr marL="1947285" indent="-302676" algn="l" rtl="0" eaLnBrk="0" fontAlgn="base" hangingPunct="0">
        <a:spcBef>
          <a:spcPct val="20000"/>
        </a:spcBef>
        <a:spcAft>
          <a:spcPct val="0"/>
        </a:spcAft>
        <a:buClr>
          <a:schemeClr val="accent1"/>
        </a:buClr>
        <a:buSzPct val="100000"/>
        <a:buFont typeface="Symbol" panose="05050102010706020507" pitchFamily="18" charset="2"/>
        <a:buChar char=""/>
        <a:defRPr sz="2133" kern="1200">
          <a:solidFill>
            <a:schemeClr val="tx2"/>
          </a:solidFill>
          <a:latin typeface="+mn-lt"/>
          <a:ea typeface="+mn-ea"/>
          <a:cs typeface="+mn-cs"/>
        </a:defRPr>
      </a:lvl5pPr>
      <a:lvl6pPr marL="2377322" indent="-304784" algn="l" defTabSz="121914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6pPr>
      <a:lvl7pPr marL="2804021" indent="-304784" algn="l" defTabSz="121914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7pPr>
      <a:lvl8pPr marL="3230718" indent="-304784" algn="l" defTabSz="121914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8pPr>
      <a:lvl9pPr marL="3657418" indent="-304784" algn="l" defTabSz="121914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9pPr>
    </p:bodyStyle>
    <p:otherStyle>
      <a:defPPr>
        <a:defRPr lang="en-US"/>
      </a:defPPr>
      <a:lvl1pPr marL="0" algn="l" defTabSz="1219140" rtl="0" eaLnBrk="1" latinLnBrk="0" hangingPunct="1">
        <a:defRPr sz="2400" kern="1200">
          <a:solidFill>
            <a:schemeClr val="tx1"/>
          </a:solidFill>
          <a:latin typeface="+mn-lt"/>
          <a:ea typeface="+mn-ea"/>
          <a:cs typeface="+mn-cs"/>
        </a:defRPr>
      </a:lvl1pPr>
      <a:lvl2pPr marL="609570" algn="l" defTabSz="1219140" rtl="0" eaLnBrk="1" latinLnBrk="0" hangingPunct="1">
        <a:defRPr sz="2400" kern="1200">
          <a:solidFill>
            <a:schemeClr val="tx1"/>
          </a:solidFill>
          <a:latin typeface="+mn-lt"/>
          <a:ea typeface="+mn-ea"/>
          <a:cs typeface="+mn-cs"/>
        </a:defRPr>
      </a:lvl2pPr>
      <a:lvl3pPr marL="1219140" algn="l" defTabSz="1219140" rtl="0" eaLnBrk="1" latinLnBrk="0" hangingPunct="1">
        <a:defRPr sz="2400" kern="1200">
          <a:solidFill>
            <a:schemeClr val="tx1"/>
          </a:solidFill>
          <a:latin typeface="+mn-lt"/>
          <a:ea typeface="+mn-ea"/>
          <a:cs typeface="+mn-cs"/>
        </a:defRPr>
      </a:lvl3pPr>
      <a:lvl4pPr marL="1828709" algn="l" defTabSz="1219140" rtl="0" eaLnBrk="1" latinLnBrk="0" hangingPunct="1">
        <a:defRPr sz="2400" kern="1200">
          <a:solidFill>
            <a:schemeClr val="tx1"/>
          </a:solidFill>
          <a:latin typeface="+mn-lt"/>
          <a:ea typeface="+mn-ea"/>
          <a:cs typeface="+mn-cs"/>
        </a:defRPr>
      </a:lvl4pPr>
      <a:lvl5pPr marL="2438278" algn="l" defTabSz="1219140" rtl="0" eaLnBrk="1" latinLnBrk="0" hangingPunct="1">
        <a:defRPr sz="2400" kern="1200">
          <a:solidFill>
            <a:schemeClr val="tx1"/>
          </a:solidFill>
          <a:latin typeface="+mn-lt"/>
          <a:ea typeface="+mn-ea"/>
          <a:cs typeface="+mn-cs"/>
        </a:defRPr>
      </a:lvl5pPr>
      <a:lvl6pPr marL="3047848" algn="l" defTabSz="1219140" rtl="0" eaLnBrk="1" latinLnBrk="0" hangingPunct="1">
        <a:defRPr sz="2400" kern="1200">
          <a:solidFill>
            <a:schemeClr val="tx1"/>
          </a:solidFill>
          <a:latin typeface="+mn-lt"/>
          <a:ea typeface="+mn-ea"/>
          <a:cs typeface="+mn-cs"/>
        </a:defRPr>
      </a:lvl6pPr>
      <a:lvl7pPr marL="3657418" algn="l" defTabSz="1219140" rtl="0" eaLnBrk="1" latinLnBrk="0" hangingPunct="1">
        <a:defRPr sz="2400" kern="1200">
          <a:solidFill>
            <a:schemeClr val="tx1"/>
          </a:solidFill>
          <a:latin typeface="+mn-lt"/>
          <a:ea typeface="+mn-ea"/>
          <a:cs typeface="+mn-cs"/>
        </a:defRPr>
      </a:lvl7pPr>
      <a:lvl8pPr marL="4266987" algn="l" defTabSz="1219140" rtl="0" eaLnBrk="1" latinLnBrk="0" hangingPunct="1">
        <a:defRPr sz="2400" kern="1200">
          <a:solidFill>
            <a:schemeClr val="tx1"/>
          </a:solidFill>
          <a:latin typeface="+mn-lt"/>
          <a:ea typeface="+mn-ea"/>
          <a:cs typeface="+mn-cs"/>
        </a:defRPr>
      </a:lvl8pPr>
      <a:lvl9pPr marL="4876557" algn="l" defTabSz="1219140"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 name="Rounded Rectangle 13"/>
          <p:cNvSpPr/>
          <p:nvPr/>
        </p:nvSpPr>
        <p:spPr>
          <a:xfrm>
            <a:off x="304801" y="228600"/>
            <a:ext cx="11595100" cy="1873251"/>
          </a:xfrm>
          <a:prstGeom prst="roundRect">
            <a:avLst>
              <a:gd name="adj" fmla="val 3362"/>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anchor="ctr"/>
          <a:lstStyle/>
          <a:p>
            <a:pPr algn="ctr" eaLnBrk="1" hangingPunct="1">
              <a:defRPr/>
            </a:pPr>
            <a:endParaRPr lang="en-US" sz="2400" b="0" dirty="0">
              <a:solidFill>
                <a:prstClr val="white"/>
              </a:solidFill>
            </a:endParaRPr>
          </a:p>
        </p:txBody>
      </p:sp>
      <p:grpSp>
        <p:nvGrpSpPr>
          <p:cNvPr id="2051" name="Group 15"/>
          <p:cNvGrpSpPr>
            <a:grpSpLocks noChangeAspect="1"/>
          </p:cNvGrpSpPr>
          <p:nvPr/>
        </p:nvGrpSpPr>
        <p:grpSpPr bwMode="auto">
          <a:xfrm>
            <a:off x="281518" y="1411817"/>
            <a:ext cx="11766549" cy="768349"/>
            <a:chOff x="-3905251" y="4294188"/>
            <a:chExt cx="13027839" cy="1892300"/>
          </a:xfrm>
        </p:grpSpPr>
        <p:sp>
          <p:nvSpPr>
            <p:cNvPr id="2057" name="Freeform 14"/>
            <p:cNvSpPr>
              <a:spLocks/>
            </p:cNvSpPr>
            <p:nvPr/>
          </p:nvSpPr>
          <p:spPr bwMode="hidden">
            <a:xfrm>
              <a:off x="4810441" y="4502706"/>
              <a:ext cx="4295743" cy="1011313"/>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2058" name="Freeform 18"/>
            <p:cNvSpPr>
              <a:spLocks/>
            </p:cNvSpPr>
            <p:nvPr/>
          </p:nvSpPr>
          <p:spPr bwMode="hidden">
            <a:xfrm>
              <a:off x="-310233" y="4320251"/>
              <a:ext cx="8282134" cy="1209405"/>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2059" name="Freeform 22"/>
            <p:cNvSpPr>
              <a:spLocks/>
            </p:cNvSpPr>
            <p:nvPr/>
          </p:nvSpPr>
          <p:spPr bwMode="hidden">
            <a:xfrm>
              <a:off x="3804" y="4335892"/>
              <a:ext cx="8164957" cy="1099931"/>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2060" name="Freeform 26"/>
            <p:cNvSpPr>
              <a:spLocks/>
            </p:cNvSpPr>
            <p:nvPr/>
          </p:nvSpPr>
          <p:spPr bwMode="hidden">
            <a:xfrm>
              <a:off x="4156589" y="4315040"/>
              <a:ext cx="4940221" cy="927905"/>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2061" name="Freeform 10"/>
            <p:cNvSpPr>
              <a:spLocks/>
            </p:cNvSpPr>
            <p:nvPr/>
          </p:nvSpPr>
          <p:spPr bwMode="hidden">
            <a:xfrm>
              <a:off x="-3905251" y="4294188"/>
              <a:ext cx="13027839"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2052" name="Title Placeholder 1"/>
          <p:cNvSpPr>
            <a:spLocks noGrp="1"/>
          </p:cNvSpPr>
          <p:nvPr>
            <p:ph type="title"/>
          </p:nvPr>
        </p:nvSpPr>
        <p:spPr bwMode="auto">
          <a:xfrm>
            <a:off x="1200152" y="357718"/>
            <a:ext cx="10382249" cy="478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ctr" anchorCtr="0" compatLnSpc="1">
            <a:prstTxWarp prst="textNoShape">
              <a:avLst/>
            </a:prstTxWarp>
          </a:bodyPr>
          <a:lstStyle/>
          <a:p>
            <a:pPr lvl="0"/>
            <a:r>
              <a:rPr lang="zh-CN" altLang="en-US"/>
              <a:t>单击此处编辑母版标题样式</a:t>
            </a:r>
          </a:p>
        </p:txBody>
      </p:sp>
      <p:sp>
        <p:nvSpPr>
          <p:cNvPr id="4" name="Date Placeholder 3"/>
          <p:cNvSpPr>
            <a:spLocks noGrp="1"/>
          </p:cNvSpPr>
          <p:nvPr>
            <p:ph type="dt" sz="half" idx="2"/>
          </p:nvPr>
        </p:nvSpPr>
        <p:spPr>
          <a:xfrm>
            <a:off x="6885518" y="6250517"/>
            <a:ext cx="5048249" cy="364067"/>
          </a:xfrm>
          <a:prstGeom prst="rect">
            <a:avLst/>
          </a:prstGeom>
        </p:spPr>
        <p:txBody>
          <a:bodyPr vert="horz" wrap="square" lIns="68580" tIns="34290" rIns="68580" bIns="34290" numCol="1" anchor="ctr" anchorCtr="0" compatLnSpc="1">
            <a:prstTxWarp prst="textNoShape">
              <a:avLst/>
            </a:prstTxWarp>
          </a:bodyPr>
          <a:lstStyle>
            <a:lvl1pPr algn="r" eaLnBrk="1" hangingPunct="1">
              <a:defRPr sz="1333" b="0">
                <a:solidFill>
                  <a:srgbClr val="073E87"/>
                </a:solidFill>
                <a:latin typeface="Tahoma" pitchFamily="34" charset="0"/>
                <a:ea typeface="华文楷体" panose="02010600040101010101" pitchFamily="2" charset="-122"/>
                <a:cs typeface="+mn-cs"/>
              </a:defRPr>
            </a:lvl1pPr>
          </a:lstStyle>
          <a:p>
            <a:pPr>
              <a:defRPr/>
            </a:pPr>
            <a:endParaRPr lang="en-US" altLang="zh-CN"/>
          </a:p>
        </p:txBody>
      </p:sp>
      <p:sp>
        <p:nvSpPr>
          <p:cNvPr id="5" name="Footer Placeholder 4"/>
          <p:cNvSpPr>
            <a:spLocks noGrp="1"/>
          </p:cNvSpPr>
          <p:nvPr>
            <p:ph type="ftr" sz="quarter" idx="3"/>
          </p:nvPr>
        </p:nvSpPr>
        <p:spPr>
          <a:xfrm>
            <a:off x="258233" y="6250517"/>
            <a:ext cx="5048251" cy="364067"/>
          </a:xfrm>
          <a:prstGeom prst="rect">
            <a:avLst/>
          </a:prstGeom>
        </p:spPr>
        <p:txBody>
          <a:bodyPr vert="horz" wrap="square" lIns="68580" tIns="34290" rIns="68580" bIns="34290" numCol="1" anchor="ctr" anchorCtr="0" compatLnSpc="1">
            <a:prstTxWarp prst="textNoShape">
              <a:avLst/>
            </a:prstTxWarp>
          </a:bodyPr>
          <a:lstStyle>
            <a:lvl1pPr eaLnBrk="1" hangingPunct="1">
              <a:defRPr sz="1333" b="0">
                <a:solidFill>
                  <a:srgbClr val="073E87"/>
                </a:solidFill>
                <a:latin typeface="Tahoma" pitchFamily="34" charset="0"/>
                <a:ea typeface="华文楷体" panose="02010600040101010101" pitchFamily="2" charset="-122"/>
                <a:cs typeface="+mn-cs"/>
              </a:defRPr>
            </a:lvl1pPr>
          </a:lstStyle>
          <a:p>
            <a:pPr>
              <a:defRPr/>
            </a:pPr>
            <a:endParaRPr lang="en-US" altLang="zh-CN"/>
          </a:p>
        </p:txBody>
      </p:sp>
      <p:sp>
        <p:nvSpPr>
          <p:cNvPr id="6" name="Slide Number Placeholder 5"/>
          <p:cNvSpPr>
            <a:spLocks noGrp="1"/>
          </p:cNvSpPr>
          <p:nvPr>
            <p:ph type="sldNum" sz="quarter" idx="4"/>
          </p:nvPr>
        </p:nvSpPr>
        <p:spPr>
          <a:xfrm>
            <a:off x="5321300" y="6250517"/>
            <a:ext cx="1549400" cy="364067"/>
          </a:xfrm>
          <a:prstGeom prst="rect">
            <a:avLst/>
          </a:prstGeom>
        </p:spPr>
        <p:txBody>
          <a:bodyPr vert="horz" wrap="square" lIns="68580" tIns="34290" rIns="68580" bIns="34290" numCol="1" anchor="ctr" anchorCtr="0" compatLnSpc="1">
            <a:prstTxWarp prst="textNoShape">
              <a:avLst/>
            </a:prstTxWarp>
          </a:bodyPr>
          <a:lstStyle>
            <a:lvl1pPr algn="ctr" eaLnBrk="1" hangingPunct="1">
              <a:defRPr sz="1333" b="0">
                <a:solidFill>
                  <a:srgbClr val="073E87"/>
                </a:solidFill>
                <a:latin typeface="Tahoma" panose="020B0604030504040204" pitchFamily="34" charset="0"/>
                <a:ea typeface="华文楷体" panose="02010600040101010101" pitchFamily="2" charset="-122"/>
                <a:cs typeface="+mn-cs"/>
              </a:defRPr>
            </a:lvl1pPr>
          </a:lstStyle>
          <a:p>
            <a:pPr>
              <a:defRPr/>
            </a:pPr>
            <a:fld id="{790BFD99-4A90-400A-8C45-252C7A9211C1}" type="slidenum">
              <a:rPr lang="zh-CN" altLang="en-US"/>
              <a:pPr>
                <a:defRPr/>
              </a:pPr>
              <a:t>‹#›</a:t>
            </a:fld>
            <a:endParaRPr lang="en-US" altLang="zh-CN"/>
          </a:p>
        </p:txBody>
      </p:sp>
      <p:sp>
        <p:nvSpPr>
          <p:cNvPr id="2056" name="Text Placeholder 2"/>
          <p:cNvSpPr>
            <a:spLocks noGrp="1"/>
          </p:cNvSpPr>
          <p:nvPr>
            <p:ph type="body" idx="1"/>
          </p:nvPr>
        </p:nvSpPr>
        <p:spPr bwMode="auto">
          <a:xfrm>
            <a:off x="304801" y="1824567"/>
            <a:ext cx="7903633" cy="4301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2411259603"/>
      </p:ext>
    </p:extLst>
  </p:cSld>
  <p:clrMap bg1="lt1" tx1="dk1" bg2="lt2" tx2="dk2" accent1="accent1" accent2="accent2" accent3="accent3" accent4="accent4" accent5="accent5" accent6="accent6" hlink="hlink" folHlink="folHlink"/>
  <p:sldLayoutIdLst>
    <p:sldLayoutId id="2147483736" r:id="rId1"/>
    <p:sldLayoutId id="2147483737" r:id="rId2"/>
  </p:sldLayoutIdLst>
  <p:txStyles>
    <p:titleStyle>
      <a:lvl1pPr algn="l" rtl="0" eaLnBrk="0" fontAlgn="base" hangingPunct="0">
        <a:spcBef>
          <a:spcPct val="0"/>
        </a:spcBef>
        <a:spcAft>
          <a:spcPct val="0"/>
        </a:spcAft>
        <a:defRPr sz="5333" kern="1200">
          <a:solidFill>
            <a:srgbClr val="FFFFFF"/>
          </a:solidFill>
          <a:latin typeface="+mj-lt"/>
          <a:ea typeface="黑体" panose="02010609060101010101" pitchFamily="49" charset="-122"/>
          <a:cs typeface="+mj-cs"/>
        </a:defRPr>
      </a:lvl1pPr>
      <a:lvl2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2pPr>
      <a:lvl3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3pPr>
      <a:lvl4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4pPr>
      <a:lvl5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59824" indent="-359824" algn="l" rtl="0" eaLnBrk="0" fontAlgn="base" hangingPunct="0">
        <a:spcBef>
          <a:spcPct val="20000"/>
        </a:spcBef>
        <a:spcAft>
          <a:spcPct val="0"/>
        </a:spcAft>
        <a:buClr>
          <a:schemeClr val="accent1"/>
        </a:buClr>
        <a:buSzPct val="100000"/>
        <a:buFont typeface="Symbol" panose="05050102010706020507" pitchFamily="18" charset="2"/>
        <a:buChar char=""/>
        <a:defRPr sz="3200" kern="1200">
          <a:solidFill>
            <a:schemeClr val="tx2"/>
          </a:solidFill>
          <a:latin typeface="+mn-lt"/>
          <a:ea typeface="+mn-ea"/>
          <a:cs typeface="+mn-cs"/>
        </a:defRPr>
      </a:lvl1pPr>
      <a:lvl2pPr marL="764098" indent="-359824" algn="l" rtl="0" eaLnBrk="0" fontAlgn="base" hangingPunct="0">
        <a:spcBef>
          <a:spcPct val="20000"/>
        </a:spcBef>
        <a:spcAft>
          <a:spcPct val="0"/>
        </a:spcAft>
        <a:buClr>
          <a:schemeClr val="accent1"/>
        </a:buClr>
        <a:buSzPct val="100000"/>
        <a:buFont typeface="Symbol" panose="05050102010706020507" pitchFamily="18" charset="2"/>
        <a:buChar char=""/>
        <a:defRPr sz="2933" kern="1200">
          <a:solidFill>
            <a:schemeClr val="tx2"/>
          </a:solidFill>
          <a:latin typeface="+mn-lt"/>
          <a:ea typeface="+mn-ea"/>
          <a:cs typeface="+mn-cs"/>
        </a:defRPr>
      </a:lvl2pPr>
      <a:lvl3pPr marL="1136622" indent="-300559"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3pPr>
      <a:lvl4pPr marL="1519729" indent="-300559"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4pPr>
      <a:lvl5pPr marL="1945169" indent="-300559" algn="l" rtl="0" eaLnBrk="0" fontAlgn="base" hangingPunct="0">
        <a:spcBef>
          <a:spcPct val="20000"/>
        </a:spcBef>
        <a:spcAft>
          <a:spcPct val="0"/>
        </a:spcAft>
        <a:buClr>
          <a:schemeClr val="accent1"/>
        </a:buClr>
        <a:buSzPct val="100000"/>
        <a:buFont typeface="Symbol" panose="05050102010706020507" pitchFamily="18" charset="2"/>
        <a:buChar char=""/>
        <a:defRPr sz="2133" kern="1200">
          <a:solidFill>
            <a:schemeClr val="tx2"/>
          </a:solidFill>
          <a:latin typeface="+mn-lt"/>
          <a:ea typeface="+mn-ea"/>
          <a:cs typeface="+mn-cs"/>
        </a:defRPr>
      </a:lvl5pPr>
      <a:lvl6pPr marL="2377263"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6pPr>
      <a:lvl7pPr marL="2803951"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7pPr>
      <a:lvl8pPr marL="3230638"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8pPr>
      <a:lvl9pPr marL="3657327"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9pPr>
    </p:bodyStyle>
    <p:otherStyle>
      <a:defPPr>
        <a:defRPr lang="en-US"/>
      </a:defPPr>
      <a:lvl1pPr marL="0" algn="l" defTabSz="1219110" rtl="0" eaLnBrk="1" latinLnBrk="0" hangingPunct="1">
        <a:defRPr sz="2400" kern="1200">
          <a:solidFill>
            <a:schemeClr val="tx1"/>
          </a:solidFill>
          <a:latin typeface="+mn-lt"/>
          <a:ea typeface="+mn-ea"/>
          <a:cs typeface="+mn-cs"/>
        </a:defRPr>
      </a:lvl1pPr>
      <a:lvl2pPr marL="609555" algn="l" defTabSz="1219110" rtl="0" eaLnBrk="1" latinLnBrk="0" hangingPunct="1">
        <a:defRPr sz="2400" kern="1200">
          <a:solidFill>
            <a:schemeClr val="tx1"/>
          </a:solidFill>
          <a:latin typeface="+mn-lt"/>
          <a:ea typeface="+mn-ea"/>
          <a:cs typeface="+mn-cs"/>
        </a:defRPr>
      </a:lvl2pPr>
      <a:lvl3pPr marL="1219110" algn="l" defTabSz="1219110" rtl="0" eaLnBrk="1" latinLnBrk="0" hangingPunct="1">
        <a:defRPr sz="2400" kern="1200">
          <a:solidFill>
            <a:schemeClr val="tx1"/>
          </a:solidFill>
          <a:latin typeface="+mn-lt"/>
          <a:ea typeface="+mn-ea"/>
          <a:cs typeface="+mn-cs"/>
        </a:defRPr>
      </a:lvl3pPr>
      <a:lvl4pPr marL="1828664" algn="l" defTabSz="1219110" rtl="0" eaLnBrk="1" latinLnBrk="0" hangingPunct="1">
        <a:defRPr sz="2400" kern="1200">
          <a:solidFill>
            <a:schemeClr val="tx1"/>
          </a:solidFill>
          <a:latin typeface="+mn-lt"/>
          <a:ea typeface="+mn-ea"/>
          <a:cs typeface="+mn-cs"/>
        </a:defRPr>
      </a:lvl4pPr>
      <a:lvl5pPr marL="2438218" algn="l" defTabSz="1219110" rtl="0" eaLnBrk="1" latinLnBrk="0" hangingPunct="1">
        <a:defRPr sz="2400" kern="1200">
          <a:solidFill>
            <a:schemeClr val="tx1"/>
          </a:solidFill>
          <a:latin typeface="+mn-lt"/>
          <a:ea typeface="+mn-ea"/>
          <a:cs typeface="+mn-cs"/>
        </a:defRPr>
      </a:lvl5pPr>
      <a:lvl6pPr marL="3047772" algn="l" defTabSz="1219110" rtl="0" eaLnBrk="1" latinLnBrk="0" hangingPunct="1">
        <a:defRPr sz="2400" kern="1200">
          <a:solidFill>
            <a:schemeClr val="tx1"/>
          </a:solidFill>
          <a:latin typeface="+mn-lt"/>
          <a:ea typeface="+mn-ea"/>
          <a:cs typeface="+mn-cs"/>
        </a:defRPr>
      </a:lvl6pPr>
      <a:lvl7pPr marL="3657327" algn="l" defTabSz="1219110" rtl="0" eaLnBrk="1" latinLnBrk="0" hangingPunct="1">
        <a:defRPr sz="2400" kern="1200">
          <a:solidFill>
            <a:schemeClr val="tx1"/>
          </a:solidFill>
          <a:latin typeface="+mn-lt"/>
          <a:ea typeface="+mn-ea"/>
          <a:cs typeface="+mn-cs"/>
        </a:defRPr>
      </a:lvl7pPr>
      <a:lvl8pPr marL="4266880" algn="l" defTabSz="1219110" rtl="0" eaLnBrk="1" latinLnBrk="0" hangingPunct="1">
        <a:defRPr sz="2400" kern="1200">
          <a:solidFill>
            <a:schemeClr val="tx1"/>
          </a:solidFill>
          <a:latin typeface="+mn-lt"/>
          <a:ea typeface="+mn-ea"/>
          <a:cs typeface="+mn-cs"/>
        </a:defRPr>
      </a:lvl8pPr>
      <a:lvl9pPr marL="4876435" algn="l" defTabSz="1219110" rtl="0" eaLnBrk="1" latinLnBrk="0" hangingPunct="1">
        <a:defRPr sz="2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 name="Rounded Rectangle 13"/>
          <p:cNvSpPr/>
          <p:nvPr/>
        </p:nvSpPr>
        <p:spPr>
          <a:xfrm>
            <a:off x="304801" y="228600"/>
            <a:ext cx="11595100" cy="1873251"/>
          </a:xfrm>
          <a:prstGeom prst="roundRect">
            <a:avLst>
              <a:gd name="adj" fmla="val 3362"/>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anchor="ctr"/>
          <a:lstStyle/>
          <a:p>
            <a:pPr algn="ctr" eaLnBrk="1" hangingPunct="1">
              <a:defRPr/>
            </a:pPr>
            <a:endParaRPr lang="en-US" sz="2400" b="0" dirty="0">
              <a:solidFill>
                <a:prstClr val="white"/>
              </a:solidFill>
            </a:endParaRPr>
          </a:p>
        </p:txBody>
      </p:sp>
      <p:grpSp>
        <p:nvGrpSpPr>
          <p:cNvPr id="3075" name="Group 15"/>
          <p:cNvGrpSpPr>
            <a:grpSpLocks noChangeAspect="1"/>
          </p:cNvGrpSpPr>
          <p:nvPr/>
        </p:nvGrpSpPr>
        <p:grpSpPr bwMode="auto">
          <a:xfrm>
            <a:off x="281518" y="1411817"/>
            <a:ext cx="11766549" cy="768349"/>
            <a:chOff x="-3905251" y="4294188"/>
            <a:chExt cx="13027839" cy="1892300"/>
          </a:xfrm>
        </p:grpSpPr>
        <p:sp>
          <p:nvSpPr>
            <p:cNvPr id="3081" name="Freeform 14"/>
            <p:cNvSpPr>
              <a:spLocks/>
            </p:cNvSpPr>
            <p:nvPr/>
          </p:nvSpPr>
          <p:spPr bwMode="hidden">
            <a:xfrm>
              <a:off x="4810441" y="4502706"/>
              <a:ext cx="4295743" cy="1011313"/>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3082" name="Freeform 18"/>
            <p:cNvSpPr>
              <a:spLocks/>
            </p:cNvSpPr>
            <p:nvPr/>
          </p:nvSpPr>
          <p:spPr bwMode="hidden">
            <a:xfrm>
              <a:off x="-310233" y="4320251"/>
              <a:ext cx="8282134" cy="1209405"/>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3083" name="Freeform 22"/>
            <p:cNvSpPr>
              <a:spLocks/>
            </p:cNvSpPr>
            <p:nvPr/>
          </p:nvSpPr>
          <p:spPr bwMode="hidden">
            <a:xfrm>
              <a:off x="3804" y="4335892"/>
              <a:ext cx="8164957" cy="1099931"/>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3084" name="Freeform 26"/>
            <p:cNvSpPr>
              <a:spLocks/>
            </p:cNvSpPr>
            <p:nvPr/>
          </p:nvSpPr>
          <p:spPr bwMode="hidden">
            <a:xfrm>
              <a:off x="4156589" y="4315040"/>
              <a:ext cx="4940221" cy="927905"/>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3085" name="Freeform 10"/>
            <p:cNvSpPr>
              <a:spLocks/>
            </p:cNvSpPr>
            <p:nvPr/>
          </p:nvSpPr>
          <p:spPr bwMode="hidden">
            <a:xfrm>
              <a:off x="-3905251" y="4294188"/>
              <a:ext cx="13027839"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3076" name="Title Placeholder 1"/>
          <p:cNvSpPr>
            <a:spLocks noGrp="1"/>
          </p:cNvSpPr>
          <p:nvPr>
            <p:ph type="title"/>
          </p:nvPr>
        </p:nvSpPr>
        <p:spPr bwMode="auto">
          <a:xfrm>
            <a:off x="1200152" y="357718"/>
            <a:ext cx="10382249" cy="478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ctr" anchorCtr="0" compatLnSpc="1">
            <a:prstTxWarp prst="textNoShape">
              <a:avLst/>
            </a:prstTxWarp>
          </a:bodyPr>
          <a:lstStyle/>
          <a:p>
            <a:pPr lvl="0"/>
            <a:r>
              <a:rPr lang="zh-CN" altLang="en-US"/>
              <a:t>单击此处编辑母版标题样式</a:t>
            </a:r>
          </a:p>
        </p:txBody>
      </p:sp>
      <p:sp>
        <p:nvSpPr>
          <p:cNvPr id="4" name="Date Placeholder 3"/>
          <p:cNvSpPr>
            <a:spLocks noGrp="1"/>
          </p:cNvSpPr>
          <p:nvPr>
            <p:ph type="dt" sz="half" idx="2"/>
          </p:nvPr>
        </p:nvSpPr>
        <p:spPr>
          <a:xfrm>
            <a:off x="6885518" y="6250517"/>
            <a:ext cx="5048249" cy="364067"/>
          </a:xfrm>
          <a:prstGeom prst="rect">
            <a:avLst/>
          </a:prstGeom>
        </p:spPr>
        <p:txBody>
          <a:bodyPr vert="horz" wrap="square" lIns="68580" tIns="34290" rIns="68580" bIns="34290" numCol="1" anchor="ctr" anchorCtr="0" compatLnSpc="1">
            <a:prstTxWarp prst="textNoShape">
              <a:avLst/>
            </a:prstTxWarp>
          </a:bodyPr>
          <a:lstStyle>
            <a:lvl1pPr algn="r" eaLnBrk="1" hangingPunct="1">
              <a:defRPr sz="1333" b="0">
                <a:solidFill>
                  <a:srgbClr val="073E87"/>
                </a:solidFill>
                <a:latin typeface="Tahoma" pitchFamily="34" charset="0"/>
                <a:ea typeface="华文楷体" panose="02010600040101010101" pitchFamily="2" charset="-122"/>
                <a:cs typeface="+mn-cs"/>
              </a:defRPr>
            </a:lvl1pPr>
          </a:lstStyle>
          <a:p>
            <a:pPr>
              <a:defRPr/>
            </a:pPr>
            <a:endParaRPr lang="en-US" altLang="zh-CN"/>
          </a:p>
        </p:txBody>
      </p:sp>
      <p:sp>
        <p:nvSpPr>
          <p:cNvPr id="5" name="Footer Placeholder 4"/>
          <p:cNvSpPr>
            <a:spLocks noGrp="1"/>
          </p:cNvSpPr>
          <p:nvPr>
            <p:ph type="ftr" sz="quarter" idx="3"/>
          </p:nvPr>
        </p:nvSpPr>
        <p:spPr>
          <a:xfrm>
            <a:off x="258233" y="6250517"/>
            <a:ext cx="5048251" cy="364067"/>
          </a:xfrm>
          <a:prstGeom prst="rect">
            <a:avLst/>
          </a:prstGeom>
        </p:spPr>
        <p:txBody>
          <a:bodyPr vert="horz" wrap="square" lIns="68580" tIns="34290" rIns="68580" bIns="34290" numCol="1" anchor="ctr" anchorCtr="0" compatLnSpc="1">
            <a:prstTxWarp prst="textNoShape">
              <a:avLst/>
            </a:prstTxWarp>
          </a:bodyPr>
          <a:lstStyle>
            <a:lvl1pPr eaLnBrk="1" hangingPunct="1">
              <a:defRPr sz="1333" b="0">
                <a:solidFill>
                  <a:srgbClr val="073E87"/>
                </a:solidFill>
                <a:latin typeface="Tahoma" pitchFamily="34" charset="0"/>
                <a:ea typeface="华文楷体" panose="02010600040101010101" pitchFamily="2" charset="-122"/>
                <a:cs typeface="+mn-cs"/>
              </a:defRPr>
            </a:lvl1pPr>
          </a:lstStyle>
          <a:p>
            <a:pPr>
              <a:defRPr/>
            </a:pPr>
            <a:endParaRPr lang="en-US" altLang="zh-CN"/>
          </a:p>
        </p:txBody>
      </p:sp>
      <p:sp>
        <p:nvSpPr>
          <p:cNvPr id="6" name="Slide Number Placeholder 5"/>
          <p:cNvSpPr>
            <a:spLocks noGrp="1"/>
          </p:cNvSpPr>
          <p:nvPr>
            <p:ph type="sldNum" sz="quarter" idx="4"/>
          </p:nvPr>
        </p:nvSpPr>
        <p:spPr>
          <a:xfrm>
            <a:off x="5321300" y="6250517"/>
            <a:ext cx="1549400" cy="364067"/>
          </a:xfrm>
          <a:prstGeom prst="rect">
            <a:avLst/>
          </a:prstGeom>
        </p:spPr>
        <p:txBody>
          <a:bodyPr vert="horz" wrap="square" lIns="68580" tIns="34290" rIns="68580" bIns="34290" numCol="1" anchor="ctr" anchorCtr="0" compatLnSpc="1">
            <a:prstTxWarp prst="textNoShape">
              <a:avLst/>
            </a:prstTxWarp>
          </a:bodyPr>
          <a:lstStyle>
            <a:lvl1pPr algn="ctr" eaLnBrk="1" hangingPunct="1">
              <a:defRPr sz="1333" b="0">
                <a:solidFill>
                  <a:srgbClr val="073E87"/>
                </a:solidFill>
                <a:latin typeface="Tahoma" panose="020B0604030504040204" pitchFamily="34" charset="0"/>
                <a:ea typeface="华文楷体" panose="02010600040101010101" pitchFamily="2" charset="-122"/>
                <a:cs typeface="+mn-cs"/>
              </a:defRPr>
            </a:lvl1pPr>
          </a:lstStyle>
          <a:p>
            <a:pPr>
              <a:defRPr/>
            </a:pPr>
            <a:fld id="{567E3C83-3872-460E-910F-BEB2F2B30AC4}" type="slidenum">
              <a:rPr lang="zh-CN" altLang="en-US"/>
              <a:pPr>
                <a:defRPr/>
              </a:pPr>
              <a:t>‹#›</a:t>
            </a:fld>
            <a:endParaRPr lang="en-US" altLang="zh-CN"/>
          </a:p>
        </p:txBody>
      </p:sp>
      <p:sp>
        <p:nvSpPr>
          <p:cNvPr id="3080" name="Text Placeholder 2"/>
          <p:cNvSpPr>
            <a:spLocks noGrp="1"/>
          </p:cNvSpPr>
          <p:nvPr>
            <p:ph type="body" idx="1"/>
          </p:nvPr>
        </p:nvSpPr>
        <p:spPr bwMode="auto">
          <a:xfrm>
            <a:off x="304801" y="1824567"/>
            <a:ext cx="7903633" cy="4301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722940444"/>
      </p:ext>
    </p:extLst>
  </p:cSld>
  <p:clrMap bg1="lt1" tx1="dk1" bg2="lt2" tx2="dk2" accent1="accent1" accent2="accent2" accent3="accent3" accent4="accent4" accent5="accent5" accent6="accent6" hlink="hlink" folHlink="folHlink"/>
  <p:sldLayoutIdLst>
    <p:sldLayoutId id="2147483739" r:id="rId1"/>
    <p:sldLayoutId id="2147483740" r:id="rId2"/>
  </p:sldLayoutIdLst>
  <p:txStyles>
    <p:titleStyle>
      <a:lvl1pPr algn="l" rtl="0" eaLnBrk="0" fontAlgn="base" hangingPunct="0">
        <a:spcBef>
          <a:spcPct val="0"/>
        </a:spcBef>
        <a:spcAft>
          <a:spcPct val="0"/>
        </a:spcAft>
        <a:defRPr sz="5333" kern="1200">
          <a:solidFill>
            <a:srgbClr val="FFFFFF"/>
          </a:solidFill>
          <a:latin typeface="+mj-lt"/>
          <a:ea typeface="黑体" panose="02010609060101010101" pitchFamily="49" charset="-122"/>
          <a:cs typeface="+mj-cs"/>
        </a:defRPr>
      </a:lvl1pPr>
      <a:lvl2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2pPr>
      <a:lvl3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3pPr>
      <a:lvl4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4pPr>
      <a:lvl5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59824" indent="-359824" algn="l" rtl="0" eaLnBrk="0" fontAlgn="base" hangingPunct="0">
        <a:spcBef>
          <a:spcPct val="20000"/>
        </a:spcBef>
        <a:spcAft>
          <a:spcPct val="0"/>
        </a:spcAft>
        <a:buClr>
          <a:schemeClr val="accent1"/>
        </a:buClr>
        <a:buSzPct val="100000"/>
        <a:buFont typeface="Symbol" panose="05050102010706020507" pitchFamily="18" charset="2"/>
        <a:buChar char=""/>
        <a:defRPr sz="3200" kern="1200">
          <a:solidFill>
            <a:schemeClr val="tx2"/>
          </a:solidFill>
          <a:latin typeface="+mn-lt"/>
          <a:ea typeface="+mn-ea"/>
          <a:cs typeface="+mn-cs"/>
        </a:defRPr>
      </a:lvl1pPr>
      <a:lvl2pPr marL="764098" indent="-359824" algn="l" rtl="0" eaLnBrk="0" fontAlgn="base" hangingPunct="0">
        <a:spcBef>
          <a:spcPct val="20000"/>
        </a:spcBef>
        <a:spcAft>
          <a:spcPct val="0"/>
        </a:spcAft>
        <a:buClr>
          <a:schemeClr val="accent1"/>
        </a:buClr>
        <a:buSzPct val="100000"/>
        <a:buFont typeface="Symbol" panose="05050102010706020507" pitchFamily="18" charset="2"/>
        <a:buChar char=""/>
        <a:defRPr sz="2933" kern="1200">
          <a:solidFill>
            <a:schemeClr val="tx2"/>
          </a:solidFill>
          <a:latin typeface="+mn-lt"/>
          <a:ea typeface="+mn-ea"/>
          <a:cs typeface="+mn-cs"/>
        </a:defRPr>
      </a:lvl2pPr>
      <a:lvl3pPr marL="1136622" indent="-300559"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3pPr>
      <a:lvl4pPr marL="1519729" indent="-300559"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4pPr>
      <a:lvl5pPr marL="1945169" indent="-300559" algn="l" rtl="0" eaLnBrk="0" fontAlgn="base" hangingPunct="0">
        <a:spcBef>
          <a:spcPct val="20000"/>
        </a:spcBef>
        <a:spcAft>
          <a:spcPct val="0"/>
        </a:spcAft>
        <a:buClr>
          <a:schemeClr val="accent1"/>
        </a:buClr>
        <a:buSzPct val="100000"/>
        <a:buFont typeface="Symbol" panose="05050102010706020507" pitchFamily="18" charset="2"/>
        <a:buChar char=""/>
        <a:defRPr sz="2133" kern="1200">
          <a:solidFill>
            <a:schemeClr val="tx2"/>
          </a:solidFill>
          <a:latin typeface="+mn-lt"/>
          <a:ea typeface="+mn-ea"/>
          <a:cs typeface="+mn-cs"/>
        </a:defRPr>
      </a:lvl5pPr>
      <a:lvl6pPr marL="2377263"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6pPr>
      <a:lvl7pPr marL="2803951"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7pPr>
      <a:lvl8pPr marL="3230638"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8pPr>
      <a:lvl9pPr marL="3657327" indent="-304776" algn="l" defTabSz="121911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9pPr>
    </p:bodyStyle>
    <p:otherStyle>
      <a:defPPr>
        <a:defRPr lang="en-US"/>
      </a:defPPr>
      <a:lvl1pPr marL="0" algn="l" defTabSz="1219110" rtl="0" eaLnBrk="1" latinLnBrk="0" hangingPunct="1">
        <a:defRPr sz="2400" kern="1200">
          <a:solidFill>
            <a:schemeClr val="tx1"/>
          </a:solidFill>
          <a:latin typeface="+mn-lt"/>
          <a:ea typeface="+mn-ea"/>
          <a:cs typeface="+mn-cs"/>
        </a:defRPr>
      </a:lvl1pPr>
      <a:lvl2pPr marL="609555" algn="l" defTabSz="1219110" rtl="0" eaLnBrk="1" latinLnBrk="0" hangingPunct="1">
        <a:defRPr sz="2400" kern="1200">
          <a:solidFill>
            <a:schemeClr val="tx1"/>
          </a:solidFill>
          <a:latin typeface="+mn-lt"/>
          <a:ea typeface="+mn-ea"/>
          <a:cs typeface="+mn-cs"/>
        </a:defRPr>
      </a:lvl2pPr>
      <a:lvl3pPr marL="1219110" algn="l" defTabSz="1219110" rtl="0" eaLnBrk="1" latinLnBrk="0" hangingPunct="1">
        <a:defRPr sz="2400" kern="1200">
          <a:solidFill>
            <a:schemeClr val="tx1"/>
          </a:solidFill>
          <a:latin typeface="+mn-lt"/>
          <a:ea typeface="+mn-ea"/>
          <a:cs typeface="+mn-cs"/>
        </a:defRPr>
      </a:lvl3pPr>
      <a:lvl4pPr marL="1828664" algn="l" defTabSz="1219110" rtl="0" eaLnBrk="1" latinLnBrk="0" hangingPunct="1">
        <a:defRPr sz="2400" kern="1200">
          <a:solidFill>
            <a:schemeClr val="tx1"/>
          </a:solidFill>
          <a:latin typeface="+mn-lt"/>
          <a:ea typeface="+mn-ea"/>
          <a:cs typeface="+mn-cs"/>
        </a:defRPr>
      </a:lvl4pPr>
      <a:lvl5pPr marL="2438218" algn="l" defTabSz="1219110" rtl="0" eaLnBrk="1" latinLnBrk="0" hangingPunct="1">
        <a:defRPr sz="2400" kern="1200">
          <a:solidFill>
            <a:schemeClr val="tx1"/>
          </a:solidFill>
          <a:latin typeface="+mn-lt"/>
          <a:ea typeface="+mn-ea"/>
          <a:cs typeface="+mn-cs"/>
        </a:defRPr>
      </a:lvl5pPr>
      <a:lvl6pPr marL="3047772" algn="l" defTabSz="1219110" rtl="0" eaLnBrk="1" latinLnBrk="0" hangingPunct="1">
        <a:defRPr sz="2400" kern="1200">
          <a:solidFill>
            <a:schemeClr val="tx1"/>
          </a:solidFill>
          <a:latin typeface="+mn-lt"/>
          <a:ea typeface="+mn-ea"/>
          <a:cs typeface="+mn-cs"/>
        </a:defRPr>
      </a:lvl6pPr>
      <a:lvl7pPr marL="3657327" algn="l" defTabSz="1219110" rtl="0" eaLnBrk="1" latinLnBrk="0" hangingPunct="1">
        <a:defRPr sz="2400" kern="1200">
          <a:solidFill>
            <a:schemeClr val="tx1"/>
          </a:solidFill>
          <a:latin typeface="+mn-lt"/>
          <a:ea typeface="+mn-ea"/>
          <a:cs typeface="+mn-cs"/>
        </a:defRPr>
      </a:lvl7pPr>
      <a:lvl8pPr marL="4266880" algn="l" defTabSz="1219110" rtl="0" eaLnBrk="1" latinLnBrk="0" hangingPunct="1">
        <a:defRPr sz="2400" kern="1200">
          <a:solidFill>
            <a:schemeClr val="tx1"/>
          </a:solidFill>
          <a:latin typeface="+mn-lt"/>
          <a:ea typeface="+mn-ea"/>
          <a:cs typeface="+mn-cs"/>
        </a:defRPr>
      </a:lvl8pPr>
      <a:lvl9pPr marL="4876435" algn="l" defTabSz="1219110"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 name="Rounded Rectangle 13"/>
          <p:cNvSpPr/>
          <p:nvPr/>
        </p:nvSpPr>
        <p:spPr>
          <a:xfrm>
            <a:off x="304801" y="228600"/>
            <a:ext cx="11595100" cy="1873251"/>
          </a:xfrm>
          <a:prstGeom prst="roundRect">
            <a:avLst>
              <a:gd name="adj" fmla="val 3362"/>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Tahoma" panose="020B0604030504040204" pitchFamily="34" charset="0"/>
                <a:ea typeface="宋体" panose="02010600030101010101" pitchFamily="2" charset="-122"/>
              </a:defRPr>
            </a:lvl1pPr>
            <a:lvl2pPr marL="742950" indent="-285750">
              <a:defRPr>
                <a:solidFill>
                  <a:schemeClr val="tx1"/>
                </a:solidFill>
                <a:latin typeface="Tahoma" panose="020B0604030504040204" pitchFamily="34" charset="0"/>
                <a:ea typeface="宋体" panose="02010600030101010101" pitchFamily="2" charset="-122"/>
              </a:defRPr>
            </a:lvl2pPr>
            <a:lvl3pPr marL="1143000" indent="-228600">
              <a:defRPr>
                <a:solidFill>
                  <a:schemeClr val="tx1"/>
                </a:solidFill>
                <a:latin typeface="Tahoma" panose="020B0604030504040204" pitchFamily="34" charset="0"/>
                <a:ea typeface="宋体" panose="02010600030101010101" pitchFamily="2" charset="-122"/>
              </a:defRPr>
            </a:lvl3pPr>
            <a:lvl4pPr marL="1600200" indent="-228600">
              <a:defRPr>
                <a:solidFill>
                  <a:schemeClr val="tx1"/>
                </a:solidFill>
                <a:latin typeface="Tahoma" panose="020B0604030504040204" pitchFamily="34" charset="0"/>
                <a:ea typeface="宋体" panose="02010600030101010101" pitchFamily="2" charset="-122"/>
              </a:defRPr>
            </a:lvl4pPr>
            <a:lvl5pPr marL="2057400" indent="-228600">
              <a:defRPr>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9pPr>
          </a:lstStyle>
          <a:p>
            <a:pPr algn="ctr" eaLnBrk="1" hangingPunct="1">
              <a:defRPr/>
            </a:pPr>
            <a:endParaRPr lang="en-US" altLang="zh-CN" sz="2400" b="0">
              <a:solidFill>
                <a:srgbClr val="FFFFFF"/>
              </a:solidFill>
              <a:latin typeface="Candara" panose="020E0502030303020204" pitchFamily="34" charset="0"/>
            </a:endParaRPr>
          </a:p>
        </p:txBody>
      </p:sp>
      <p:grpSp>
        <p:nvGrpSpPr>
          <p:cNvPr id="7171" name="Group 15"/>
          <p:cNvGrpSpPr>
            <a:grpSpLocks noChangeAspect="1"/>
          </p:cNvGrpSpPr>
          <p:nvPr/>
        </p:nvGrpSpPr>
        <p:grpSpPr bwMode="auto">
          <a:xfrm>
            <a:off x="281518" y="1411817"/>
            <a:ext cx="11766549" cy="768349"/>
            <a:chOff x="-3905251" y="4294188"/>
            <a:chExt cx="13027839" cy="1892300"/>
          </a:xfrm>
        </p:grpSpPr>
        <p:sp>
          <p:nvSpPr>
            <p:cNvPr id="7177" name="Freeform 14"/>
            <p:cNvSpPr>
              <a:spLocks/>
            </p:cNvSpPr>
            <p:nvPr/>
          </p:nvSpPr>
          <p:spPr bwMode="hidden">
            <a:xfrm>
              <a:off x="4810441" y="4502706"/>
              <a:ext cx="4295743" cy="1011313"/>
            </a:xfrm>
            <a:custGeom>
              <a:avLst/>
              <a:gdLst>
                <a:gd name="T0" fmla="*/ 2147483646 w 2706"/>
                <a:gd name="T1" fmla="*/ 0 h 640"/>
                <a:gd name="T2" fmla="*/ 2147483646 w 2706"/>
                <a:gd name="T3" fmla="*/ 0 h 640"/>
                <a:gd name="T4" fmla="*/ 2147483646 w 2706"/>
                <a:gd name="T5" fmla="*/ 2147483646 h 640"/>
                <a:gd name="T6" fmla="*/ 2147483646 w 2706"/>
                <a:gd name="T7" fmla="*/ 2147483646 h 640"/>
                <a:gd name="T8" fmla="*/ 2147483646 w 2706"/>
                <a:gd name="T9" fmla="*/ 2147483646 h 640"/>
                <a:gd name="T10" fmla="*/ 2147483646 w 2706"/>
                <a:gd name="T11" fmla="*/ 2147483646 h 640"/>
                <a:gd name="T12" fmla="*/ 2147483646 w 2706"/>
                <a:gd name="T13" fmla="*/ 2147483646 h 640"/>
                <a:gd name="T14" fmla="*/ 2147483646 w 2706"/>
                <a:gd name="T15" fmla="*/ 2147483646 h 640"/>
                <a:gd name="T16" fmla="*/ 2147483646 w 2706"/>
                <a:gd name="T17" fmla="*/ 2147483646 h 640"/>
                <a:gd name="T18" fmla="*/ 2147483646 w 2706"/>
                <a:gd name="T19" fmla="*/ 2147483646 h 640"/>
                <a:gd name="T20" fmla="*/ 2147483646 w 2706"/>
                <a:gd name="T21" fmla="*/ 2147483646 h 640"/>
                <a:gd name="T22" fmla="*/ 2147483646 w 2706"/>
                <a:gd name="T23" fmla="*/ 2147483646 h 640"/>
                <a:gd name="T24" fmla="*/ 2147483646 w 2706"/>
                <a:gd name="T25" fmla="*/ 2147483646 h 640"/>
                <a:gd name="T26" fmla="*/ 2147483646 w 2706"/>
                <a:gd name="T27" fmla="*/ 2147483646 h 640"/>
                <a:gd name="T28" fmla="*/ 2147483646 w 2706"/>
                <a:gd name="T29" fmla="*/ 2147483646 h 640"/>
                <a:gd name="T30" fmla="*/ 2147483646 w 2706"/>
                <a:gd name="T31" fmla="*/ 2147483646 h 640"/>
                <a:gd name="T32" fmla="*/ 2147483646 w 2706"/>
                <a:gd name="T33" fmla="*/ 2147483646 h 640"/>
                <a:gd name="T34" fmla="*/ 2147483646 w 2706"/>
                <a:gd name="T35" fmla="*/ 2147483646 h 640"/>
                <a:gd name="T36" fmla="*/ 0 w 2706"/>
                <a:gd name="T37" fmla="*/ 2147483646 h 640"/>
                <a:gd name="T38" fmla="*/ 0 w 2706"/>
                <a:gd name="T39" fmla="*/ 2147483646 h 640"/>
                <a:gd name="T40" fmla="*/ 2147483646 w 2706"/>
                <a:gd name="T41" fmla="*/ 2147483646 h 640"/>
                <a:gd name="T42" fmla="*/ 2147483646 w 2706"/>
                <a:gd name="T43" fmla="*/ 2147483646 h 640"/>
                <a:gd name="T44" fmla="*/ 2147483646 w 2706"/>
                <a:gd name="T45" fmla="*/ 2147483646 h 640"/>
                <a:gd name="T46" fmla="*/ 2147483646 w 2706"/>
                <a:gd name="T47" fmla="*/ 2147483646 h 640"/>
                <a:gd name="T48" fmla="*/ 2147483646 w 2706"/>
                <a:gd name="T49" fmla="*/ 2147483646 h 640"/>
                <a:gd name="T50" fmla="*/ 2147483646 w 2706"/>
                <a:gd name="T51" fmla="*/ 2147483646 h 640"/>
                <a:gd name="T52" fmla="*/ 2147483646 w 2706"/>
                <a:gd name="T53" fmla="*/ 2147483646 h 640"/>
                <a:gd name="T54" fmla="*/ 2147483646 w 2706"/>
                <a:gd name="T55" fmla="*/ 2147483646 h 640"/>
                <a:gd name="T56" fmla="*/ 2147483646 w 2706"/>
                <a:gd name="T57" fmla="*/ 2147483646 h 640"/>
                <a:gd name="T58" fmla="*/ 2147483646 w 2706"/>
                <a:gd name="T59" fmla="*/ 2147483646 h 640"/>
                <a:gd name="T60" fmla="*/ 2147483646 w 2706"/>
                <a:gd name="T61" fmla="*/ 2147483646 h 640"/>
                <a:gd name="T62" fmla="*/ 2147483646 w 2706"/>
                <a:gd name="T63" fmla="*/ 2147483646 h 640"/>
                <a:gd name="T64" fmla="*/ 2147483646 w 2706"/>
                <a:gd name="T65" fmla="*/ 2147483646 h 640"/>
                <a:gd name="T66" fmla="*/ 2147483646 w 2706"/>
                <a:gd name="T67" fmla="*/ 2147483646 h 640"/>
                <a:gd name="T68" fmla="*/ 2147483646 w 2706"/>
                <a:gd name="T69" fmla="*/ 2147483646 h 640"/>
                <a:gd name="T70" fmla="*/ 2147483646 w 2706"/>
                <a:gd name="T71" fmla="*/ 2147483646 h 640"/>
                <a:gd name="T72" fmla="*/ 2147483646 w 2706"/>
                <a:gd name="T73" fmla="*/ 2147483646 h 640"/>
                <a:gd name="T74" fmla="*/ 2147483646 w 2706"/>
                <a:gd name="T75" fmla="*/ 2147483646 h 640"/>
                <a:gd name="T76" fmla="*/ 2147483646 w 2706"/>
                <a:gd name="T77" fmla="*/ 2147483646 h 640"/>
                <a:gd name="T78" fmla="*/ 2147483646 w 2706"/>
                <a:gd name="T79" fmla="*/ 2147483646 h 640"/>
                <a:gd name="T80" fmla="*/ 2147483646 w 2706"/>
                <a:gd name="T81" fmla="*/ 2147483646 h 640"/>
                <a:gd name="T82" fmla="*/ 2147483646 w 2706"/>
                <a:gd name="T83" fmla="*/ 2147483646 h 640"/>
                <a:gd name="T84" fmla="*/ 2147483646 w 2706"/>
                <a:gd name="T85" fmla="*/ 2147483646 h 640"/>
                <a:gd name="T86" fmla="*/ 2147483646 w 2706"/>
                <a:gd name="T87" fmla="*/ 2147483646 h 640"/>
                <a:gd name="T88" fmla="*/ 2147483646 w 2706"/>
                <a:gd name="T89" fmla="*/ 2147483646 h 640"/>
                <a:gd name="T90" fmla="*/ 2147483646 w 2706"/>
                <a:gd name="T91" fmla="*/ 2147483646 h 640"/>
                <a:gd name="T92" fmla="*/ 2147483646 w 2706"/>
                <a:gd name="T93" fmla="*/ 2147483646 h 640"/>
                <a:gd name="T94" fmla="*/ 2147483646 w 2706"/>
                <a:gd name="T95" fmla="*/ 2147483646 h 640"/>
                <a:gd name="T96" fmla="*/ 2147483646 w 2706"/>
                <a:gd name="T97" fmla="*/ 2147483646 h 640"/>
                <a:gd name="T98" fmla="*/ 2147483646 w 2706"/>
                <a:gd name="T99" fmla="*/ 2147483646 h 640"/>
                <a:gd name="T100" fmla="*/ 2147483646 w 2706"/>
                <a:gd name="T101" fmla="*/ 2147483646 h 640"/>
                <a:gd name="T102" fmla="*/ 2147483646 w 2706"/>
                <a:gd name="T103" fmla="*/ 2147483646 h 640"/>
                <a:gd name="T104" fmla="*/ 2147483646 w 2706"/>
                <a:gd name="T105" fmla="*/ 2147483646 h 640"/>
                <a:gd name="T106" fmla="*/ 2147483646 w 2706"/>
                <a:gd name="T107" fmla="*/ 0 h 640"/>
                <a:gd name="T108" fmla="*/ 2147483646 w 2706"/>
                <a:gd name="T109" fmla="*/ 0 h 640"/>
                <a:gd name="T110" fmla="*/ 2147483646 w 2706"/>
                <a:gd name="T111" fmla="*/ 0 h 640"/>
                <a:gd name="T112" fmla="*/ 2147483646 w 2706"/>
                <a:gd name="T113" fmla="*/ 0 h 6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472" y="252"/>
                  </a:lnTo>
                  <a:lnTo>
                    <a:pt x="1236" y="304"/>
                  </a:lnTo>
                  <a:lnTo>
                    <a:pt x="1010" y="352"/>
                  </a:lnTo>
                  <a:lnTo>
                    <a:pt x="792" y="398"/>
                  </a:lnTo>
                  <a:lnTo>
                    <a:pt x="584" y="438"/>
                  </a:lnTo>
                  <a:lnTo>
                    <a:pt x="382" y="474"/>
                  </a:lnTo>
                  <a:lnTo>
                    <a:pt x="188" y="50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6" y="388"/>
                  </a:lnTo>
                  <a:lnTo>
                    <a:pt x="2706" y="0"/>
                  </a:lnTo>
                  <a:lnTo>
                    <a:pt x="2700" y="0"/>
                  </a:lnTo>
                  <a:close/>
                </a:path>
              </a:pathLst>
            </a:custGeom>
            <a:solidFill>
              <a:schemeClr val="bg2">
                <a:alpha val="2901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7178" name="Freeform 18"/>
            <p:cNvSpPr>
              <a:spLocks/>
            </p:cNvSpPr>
            <p:nvPr/>
          </p:nvSpPr>
          <p:spPr bwMode="hidden">
            <a:xfrm>
              <a:off x="-310233" y="4320251"/>
              <a:ext cx="8282134" cy="1209405"/>
            </a:xfrm>
            <a:custGeom>
              <a:avLst/>
              <a:gdLst>
                <a:gd name="T0" fmla="*/ 2147483646 w 5216"/>
                <a:gd name="T1" fmla="*/ 2147483646 h 762"/>
                <a:gd name="T2" fmla="*/ 2147483646 w 5216"/>
                <a:gd name="T3" fmla="*/ 2147483646 h 762"/>
                <a:gd name="T4" fmla="*/ 2147483646 w 5216"/>
                <a:gd name="T5" fmla="*/ 2147483646 h 762"/>
                <a:gd name="T6" fmla="*/ 2147483646 w 5216"/>
                <a:gd name="T7" fmla="*/ 2147483646 h 762"/>
                <a:gd name="T8" fmla="*/ 2147483646 w 5216"/>
                <a:gd name="T9" fmla="*/ 2147483646 h 762"/>
                <a:gd name="T10" fmla="*/ 2147483646 w 5216"/>
                <a:gd name="T11" fmla="*/ 2147483646 h 762"/>
                <a:gd name="T12" fmla="*/ 2147483646 w 5216"/>
                <a:gd name="T13" fmla="*/ 2147483646 h 762"/>
                <a:gd name="T14" fmla="*/ 2147483646 w 5216"/>
                <a:gd name="T15" fmla="*/ 2147483646 h 762"/>
                <a:gd name="T16" fmla="*/ 2147483646 w 5216"/>
                <a:gd name="T17" fmla="*/ 2147483646 h 762"/>
                <a:gd name="T18" fmla="*/ 2147483646 w 5216"/>
                <a:gd name="T19" fmla="*/ 2147483646 h 762"/>
                <a:gd name="T20" fmla="*/ 2147483646 w 5216"/>
                <a:gd name="T21" fmla="*/ 2147483646 h 762"/>
                <a:gd name="T22" fmla="*/ 2147483646 w 5216"/>
                <a:gd name="T23" fmla="*/ 2147483646 h 762"/>
                <a:gd name="T24" fmla="*/ 2147483646 w 5216"/>
                <a:gd name="T25" fmla="*/ 2147483646 h 762"/>
                <a:gd name="T26" fmla="*/ 2147483646 w 5216"/>
                <a:gd name="T27" fmla="*/ 0 h 762"/>
                <a:gd name="T28" fmla="*/ 2147483646 w 5216"/>
                <a:gd name="T29" fmla="*/ 2147483646 h 762"/>
                <a:gd name="T30" fmla="*/ 2147483646 w 5216"/>
                <a:gd name="T31" fmla="*/ 2147483646 h 762"/>
                <a:gd name="T32" fmla="*/ 0 w 5216"/>
                <a:gd name="T33" fmla="*/ 2147483646 h 762"/>
                <a:gd name="T34" fmla="*/ 2147483646 w 5216"/>
                <a:gd name="T35" fmla="*/ 2147483646 h 762"/>
                <a:gd name="T36" fmla="*/ 2147483646 w 5216"/>
                <a:gd name="T37" fmla="*/ 2147483646 h 762"/>
                <a:gd name="T38" fmla="*/ 2147483646 w 5216"/>
                <a:gd name="T39" fmla="*/ 2147483646 h 762"/>
                <a:gd name="T40" fmla="*/ 2147483646 w 5216"/>
                <a:gd name="T41" fmla="*/ 2147483646 h 762"/>
                <a:gd name="T42" fmla="*/ 2147483646 w 5216"/>
                <a:gd name="T43" fmla="*/ 2147483646 h 762"/>
                <a:gd name="T44" fmla="*/ 2147483646 w 5216"/>
                <a:gd name="T45" fmla="*/ 2147483646 h 762"/>
                <a:gd name="T46" fmla="*/ 2147483646 w 5216"/>
                <a:gd name="T47" fmla="*/ 2147483646 h 762"/>
                <a:gd name="T48" fmla="*/ 2147483646 w 5216"/>
                <a:gd name="T49" fmla="*/ 2147483646 h 762"/>
                <a:gd name="T50" fmla="*/ 2147483646 w 5216"/>
                <a:gd name="T51" fmla="*/ 2147483646 h 762"/>
                <a:gd name="T52" fmla="*/ 2147483646 w 5216"/>
                <a:gd name="T53" fmla="*/ 2147483646 h 762"/>
                <a:gd name="T54" fmla="*/ 2147483646 w 5216"/>
                <a:gd name="T55" fmla="*/ 2147483646 h 762"/>
                <a:gd name="T56" fmla="*/ 2147483646 w 5216"/>
                <a:gd name="T57" fmla="*/ 2147483646 h 762"/>
                <a:gd name="T58" fmla="*/ 2147483646 w 5216"/>
                <a:gd name="T59" fmla="*/ 2147483646 h 762"/>
                <a:gd name="T60" fmla="*/ 2147483646 w 5216"/>
                <a:gd name="T61" fmla="*/ 2147483646 h 762"/>
                <a:gd name="T62" fmla="*/ 2147483646 w 5216"/>
                <a:gd name="T63" fmla="*/ 2147483646 h 762"/>
                <a:gd name="T64" fmla="*/ 2147483646 w 5216"/>
                <a:gd name="T65" fmla="*/ 2147483646 h 762"/>
                <a:gd name="T66" fmla="*/ 2147483646 w 5216"/>
                <a:gd name="T67" fmla="*/ 2147483646 h 762"/>
                <a:gd name="T68" fmla="*/ 2147483646 w 5216"/>
                <a:gd name="T69" fmla="*/ 2147483646 h 762"/>
                <a:gd name="T70" fmla="*/ 2147483646 w 5216"/>
                <a:gd name="T71" fmla="*/ 2147483646 h 7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154" y="66"/>
                  </a:lnTo>
                  <a:lnTo>
                    <a:pt x="314" y="86"/>
                  </a:lnTo>
                  <a:lnTo>
                    <a:pt x="480" y="112"/>
                  </a:lnTo>
                  <a:lnTo>
                    <a:pt x="652" y="140"/>
                  </a:lnTo>
                  <a:lnTo>
                    <a:pt x="830" y="174"/>
                  </a:lnTo>
                  <a:lnTo>
                    <a:pt x="1014" y="210"/>
                  </a:lnTo>
                  <a:lnTo>
                    <a:pt x="1206" y="250"/>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close/>
                </a:path>
              </a:pathLst>
            </a:custGeom>
            <a:solidFill>
              <a:schemeClr val="bg2">
                <a:alpha val="3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sp>
          <p:nvSpPr>
            <p:cNvPr id="7179" name="Freeform 22"/>
            <p:cNvSpPr>
              <a:spLocks/>
            </p:cNvSpPr>
            <p:nvPr/>
          </p:nvSpPr>
          <p:spPr bwMode="hidden">
            <a:xfrm>
              <a:off x="3804" y="4335892"/>
              <a:ext cx="8164957" cy="1099931"/>
            </a:xfrm>
            <a:custGeom>
              <a:avLst/>
              <a:gdLst>
                <a:gd name="T0" fmla="*/ 0 w 5144"/>
                <a:gd name="T1" fmla="*/ 2147483646 h 694"/>
                <a:gd name="T2" fmla="*/ 0 w 5144"/>
                <a:gd name="T3" fmla="*/ 2147483646 h 694"/>
                <a:gd name="T4" fmla="*/ 2147483646 w 5144"/>
                <a:gd name="T5" fmla="*/ 2147483646 h 694"/>
                <a:gd name="T6" fmla="*/ 2147483646 w 5144"/>
                <a:gd name="T7" fmla="*/ 2147483646 h 694"/>
                <a:gd name="T8" fmla="*/ 2147483646 w 5144"/>
                <a:gd name="T9" fmla="*/ 2147483646 h 694"/>
                <a:gd name="T10" fmla="*/ 2147483646 w 5144"/>
                <a:gd name="T11" fmla="*/ 2147483646 h 694"/>
                <a:gd name="T12" fmla="*/ 2147483646 w 5144"/>
                <a:gd name="T13" fmla="*/ 2147483646 h 694"/>
                <a:gd name="T14" fmla="*/ 2147483646 w 5144"/>
                <a:gd name="T15" fmla="*/ 2147483646 h 694"/>
                <a:gd name="T16" fmla="*/ 2147483646 w 5144"/>
                <a:gd name="T17" fmla="*/ 2147483646 h 694"/>
                <a:gd name="T18" fmla="*/ 2147483646 w 5144"/>
                <a:gd name="T19" fmla="*/ 2147483646 h 694"/>
                <a:gd name="T20" fmla="*/ 2147483646 w 5144"/>
                <a:gd name="T21" fmla="*/ 2147483646 h 694"/>
                <a:gd name="T22" fmla="*/ 2147483646 w 5144"/>
                <a:gd name="T23" fmla="*/ 2147483646 h 694"/>
                <a:gd name="T24" fmla="*/ 2147483646 w 5144"/>
                <a:gd name="T25" fmla="*/ 0 h 694"/>
                <a:gd name="T26" fmla="*/ 2147483646 w 5144"/>
                <a:gd name="T27" fmla="*/ 2147483646 h 694"/>
                <a:gd name="T28" fmla="*/ 2147483646 w 5144"/>
                <a:gd name="T29" fmla="*/ 2147483646 h 694"/>
                <a:gd name="T30" fmla="*/ 2147483646 w 5144"/>
                <a:gd name="T31" fmla="*/ 2147483646 h 694"/>
                <a:gd name="T32" fmla="*/ 2147483646 w 5144"/>
                <a:gd name="T33" fmla="*/ 2147483646 h 694"/>
                <a:gd name="T34" fmla="*/ 2147483646 w 5144"/>
                <a:gd name="T35" fmla="*/ 2147483646 h 694"/>
                <a:gd name="T36" fmla="*/ 2147483646 w 5144"/>
                <a:gd name="T37" fmla="*/ 2147483646 h 694"/>
                <a:gd name="T38" fmla="*/ 2147483646 w 5144"/>
                <a:gd name="T39" fmla="*/ 2147483646 h 694"/>
                <a:gd name="T40" fmla="*/ 2147483646 w 5144"/>
                <a:gd name="T41" fmla="*/ 2147483646 h 694"/>
                <a:gd name="T42" fmla="*/ 2147483646 w 5144"/>
                <a:gd name="T43" fmla="*/ 2147483646 h 694"/>
                <a:gd name="T44" fmla="*/ 2147483646 w 5144"/>
                <a:gd name="T45" fmla="*/ 2147483646 h 694"/>
                <a:gd name="T46" fmla="*/ 2147483646 w 5144"/>
                <a:gd name="T47" fmla="*/ 2147483646 h 694"/>
                <a:gd name="T48" fmla="*/ 2147483646 w 5144"/>
                <a:gd name="T49" fmla="*/ 2147483646 h 694"/>
                <a:gd name="T50" fmla="*/ 2147483646 w 5144"/>
                <a:gd name="T51" fmla="*/ 2147483646 h 694"/>
                <a:gd name="T52" fmla="*/ 2147483646 w 5144"/>
                <a:gd name="T53" fmla="*/ 2147483646 h 694"/>
                <a:gd name="T54" fmla="*/ 2147483646 w 5144"/>
                <a:gd name="T55" fmla="*/ 2147483646 h 694"/>
                <a:gd name="T56" fmla="*/ 2147483646 w 5144"/>
                <a:gd name="T57" fmla="*/ 2147483646 h 694"/>
                <a:gd name="T58" fmla="*/ 2147483646 w 5144"/>
                <a:gd name="T59" fmla="*/ 2147483646 h 694"/>
                <a:gd name="T60" fmla="*/ 2147483646 w 5144"/>
                <a:gd name="T61" fmla="*/ 2147483646 h 69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p:nvSpPr>
            <p:cNvPr id="7180" name="Freeform 26"/>
            <p:cNvSpPr>
              <a:spLocks/>
            </p:cNvSpPr>
            <p:nvPr/>
          </p:nvSpPr>
          <p:spPr bwMode="hidden">
            <a:xfrm>
              <a:off x="4156589" y="4315040"/>
              <a:ext cx="4940221" cy="927905"/>
            </a:xfrm>
            <a:custGeom>
              <a:avLst/>
              <a:gdLst>
                <a:gd name="T0" fmla="*/ 0 w 3112"/>
                <a:gd name="T1" fmla="*/ 2147483646 h 584"/>
                <a:gd name="T2" fmla="*/ 0 w 3112"/>
                <a:gd name="T3" fmla="*/ 2147483646 h 584"/>
                <a:gd name="T4" fmla="*/ 2147483646 w 3112"/>
                <a:gd name="T5" fmla="*/ 2147483646 h 584"/>
                <a:gd name="T6" fmla="*/ 2147483646 w 3112"/>
                <a:gd name="T7" fmla="*/ 2147483646 h 584"/>
                <a:gd name="T8" fmla="*/ 2147483646 w 3112"/>
                <a:gd name="T9" fmla="*/ 2147483646 h 584"/>
                <a:gd name="T10" fmla="*/ 2147483646 w 3112"/>
                <a:gd name="T11" fmla="*/ 2147483646 h 584"/>
                <a:gd name="T12" fmla="*/ 2147483646 w 3112"/>
                <a:gd name="T13" fmla="*/ 2147483646 h 584"/>
                <a:gd name="T14" fmla="*/ 2147483646 w 3112"/>
                <a:gd name="T15" fmla="*/ 2147483646 h 584"/>
                <a:gd name="T16" fmla="*/ 2147483646 w 3112"/>
                <a:gd name="T17" fmla="*/ 2147483646 h 584"/>
                <a:gd name="T18" fmla="*/ 2147483646 w 3112"/>
                <a:gd name="T19" fmla="*/ 2147483646 h 584"/>
                <a:gd name="T20" fmla="*/ 2147483646 w 3112"/>
                <a:gd name="T21" fmla="*/ 2147483646 h 584"/>
                <a:gd name="T22" fmla="*/ 2147483646 w 3112"/>
                <a:gd name="T23" fmla="*/ 2147483646 h 584"/>
                <a:gd name="T24" fmla="*/ 2147483646 w 3112"/>
                <a:gd name="T25" fmla="*/ 2147483646 h 584"/>
                <a:gd name="T26" fmla="*/ 2147483646 w 3112"/>
                <a:gd name="T27" fmla="*/ 2147483646 h 584"/>
                <a:gd name="T28" fmla="*/ 2147483646 w 3112"/>
                <a:gd name="T29" fmla="*/ 2147483646 h 584"/>
                <a:gd name="T30" fmla="*/ 2147483646 w 3112"/>
                <a:gd name="T31" fmla="*/ 2147483646 h 584"/>
                <a:gd name="T32" fmla="*/ 2147483646 w 3112"/>
                <a:gd name="T33" fmla="*/ 2147483646 h 584"/>
                <a:gd name="T34" fmla="*/ 2147483646 w 3112"/>
                <a:gd name="T35" fmla="*/ 2147483646 h 584"/>
                <a:gd name="T36" fmla="*/ 2147483646 w 3112"/>
                <a:gd name="T37" fmla="*/ 2147483646 h 584"/>
                <a:gd name="T38" fmla="*/ 2147483646 w 3112"/>
                <a:gd name="T39" fmla="*/ 0 h 5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400"/>
            </a:p>
          </p:txBody>
        </p:sp>
        <p:sp useBgFill="1">
          <p:nvSpPr>
            <p:cNvPr id="7181" name="Freeform 10"/>
            <p:cNvSpPr>
              <a:spLocks/>
            </p:cNvSpPr>
            <p:nvPr/>
          </p:nvSpPr>
          <p:spPr bwMode="hidden">
            <a:xfrm>
              <a:off x="-3905251" y="4294188"/>
              <a:ext cx="13027839" cy="1892300"/>
            </a:xfrm>
            <a:custGeom>
              <a:avLst/>
              <a:gdLst>
                <a:gd name="T0" fmla="*/ 2147483646 w 8196"/>
                <a:gd name="T1" fmla="*/ 2147483646 h 1192"/>
                <a:gd name="T2" fmla="*/ 2147483646 w 8196"/>
                <a:gd name="T3" fmla="*/ 2147483646 h 1192"/>
                <a:gd name="T4" fmla="*/ 2147483646 w 8196"/>
                <a:gd name="T5" fmla="*/ 2147483646 h 1192"/>
                <a:gd name="T6" fmla="*/ 2147483646 w 8196"/>
                <a:gd name="T7" fmla="*/ 2147483646 h 1192"/>
                <a:gd name="T8" fmla="*/ 2147483646 w 8196"/>
                <a:gd name="T9" fmla="*/ 2147483646 h 1192"/>
                <a:gd name="T10" fmla="*/ 2147483646 w 8196"/>
                <a:gd name="T11" fmla="*/ 2147483646 h 1192"/>
                <a:gd name="T12" fmla="*/ 2147483646 w 8196"/>
                <a:gd name="T13" fmla="*/ 2147483646 h 1192"/>
                <a:gd name="T14" fmla="*/ 2147483646 w 8196"/>
                <a:gd name="T15" fmla="*/ 2147483646 h 1192"/>
                <a:gd name="T16" fmla="*/ 2147483646 w 8196"/>
                <a:gd name="T17" fmla="*/ 2147483646 h 1192"/>
                <a:gd name="T18" fmla="*/ 2147483646 w 8196"/>
                <a:gd name="T19" fmla="*/ 2147483646 h 1192"/>
                <a:gd name="T20" fmla="*/ 2147483646 w 8196"/>
                <a:gd name="T21" fmla="*/ 2147483646 h 1192"/>
                <a:gd name="T22" fmla="*/ 2147483646 w 8196"/>
                <a:gd name="T23" fmla="*/ 2147483646 h 1192"/>
                <a:gd name="T24" fmla="*/ 2147483646 w 8196"/>
                <a:gd name="T25" fmla="*/ 2147483646 h 1192"/>
                <a:gd name="T26" fmla="*/ 2147483646 w 8196"/>
                <a:gd name="T27" fmla="*/ 2147483646 h 1192"/>
                <a:gd name="T28" fmla="*/ 2147483646 w 8196"/>
                <a:gd name="T29" fmla="*/ 2147483646 h 1192"/>
                <a:gd name="T30" fmla="*/ 2147483646 w 8196"/>
                <a:gd name="T31" fmla="*/ 2147483646 h 1192"/>
                <a:gd name="T32" fmla="*/ 2147483646 w 8196"/>
                <a:gd name="T33" fmla="*/ 2147483646 h 1192"/>
                <a:gd name="T34" fmla="*/ 2147483646 w 8196"/>
                <a:gd name="T35" fmla="*/ 2147483646 h 1192"/>
                <a:gd name="T36" fmla="*/ 2147483646 w 8196"/>
                <a:gd name="T37" fmla="*/ 2147483646 h 1192"/>
                <a:gd name="T38" fmla="*/ 2147483646 w 8196"/>
                <a:gd name="T39" fmla="*/ 2147483646 h 1192"/>
                <a:gd name="T40" fmla="*/ 2147483646 w 8196"/>
                <a:gd name="T41" fmla="*/ 2147483646 h 1192"/>
                <a:gd name="T42" fmla="*/ 2147483646 w 8196"/>
                <a:gd name="T43" fmla="*/ 2147483646 h 1192"/>
                <a:gd name="T44" fmla="*/ 2147483646 w 8196"/>
                <a:gd name="T45" fmla="*/ 0 h 1192"/>
                <a:gd name="T46" fmla="*/ 2147483646 w 8196"/>
                <a:gd name="T47" fmla="*/ 2147483646 h 1192"/>
                <a:gd name="T48" fmla="*/ 2147483646 w 8196"/>
                <a:gd name="T49" fmla="*/ 2147483646 h 1192"/>
                <a:gd name="T50" fmla="*/ 2147483646 w 8196"/>
                <a:gd name="T51" fmla="*/ 2147483646 h 1192"/>
                <a:gd name="T52" fmla="*/ 2147483646 w 8196"/>
                <a:gd name="T53" fmla="*/ 2147483646 h 1192"/>
                <a:gd name="T54" fmla="*/ 2147483646 w 8196"/>
                <a:gd name="T55" fmla="*/ 2147483646 h 1192"/>
                <a:gd name="T56" fmla="*/ 2147483646 w 8196"/>
                <a:gd name="T57" fmla="*/ 2147483646 h 1192"/>
                <a:gd name="T58" fmla="*/ 2147483646 w 8196"/>
                <a:gd name="T59" fmla="*/ 2147483646 h 1192"/>
                <a:gd name="T60" fmla="*/ 2147483646 w 8196"/>
                <a:gd name="T61" fmla="*/ 2147483646 h 1192"/>
                <a:gd name="T62" fmla="*/ 0 w 8196"/>
                <a:gd name="T63" fmla="*/ 2147483646 h 1192"/>
                <a:gd name="T64" fmla="*/ 2147483646 w 8196"/>
                <a:gd name="T65" fmla="*/ 2147483646 h 1192"/>
                <a:gd name="T66" fmla="*/ 2147483646 w 8196"/>
                <a:gd name="T67" fmla="*/ 2147483646 h 1192"/>
                <a:gd name="T68" fmla="*/ 2147483646 w 8196"/>
                <a:gd name="T69" fmla="*/ 2147483646 h 1192"/>
                <a:gd name="T70" fmla="*/ 2147483646 w 8196"/>
                <a:gd name="T71" fmla="*/ 2147483646 h 1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6" y="1186"/>
                  </a:lnTo>
                  <a:lnTo>
                    <a:pt x="8196" y="510"/>
                  </a:lnTo>
                  <a:lnTo>
                    <a:pt x="8192" y="512"/>
                  </a:ln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400"/>
            </a:p>
          </p:txBody>
        </p:sp>
      </p:grpSp>
      <p:sp>
        <p:nvSpPr>
          <p:cNvPr id="7172" name="Title Placeholder 1"/>
          <p:cNvSpPr>
            <a:spLocks noGrp="1"/>
          </p:cNvSpPr>
          <p:nvPr>
            <p:ph type="title"/>
          </p:nvPr>
        </p:nvSpPr>
        <p:spPr bwMode="auto">
          <a:xfrm>
            <a:off x="1200152" y="357718"/>
            <a:ext cx="10382249" cy="478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
        <p:nvSpPr>
          <p:cNvPr id="4" name="Date Placeholder 3"/>
          <p:cNvSpPr>
            <a:spLocks noGrp="1"/>
          </p:cNvSpPr>
          <p:nvPr>
            <p:ph type="dt" sz="half" idx="2"/>
          </p:nvPr>
        </p:nvSpPr>
        <p:spPr>
          <a:xfrm>
            <a:off x="6885518" y="6250517"/>
            <a:ext cx="5048249" cy="364067"/>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333" b="0">
                <a:solidFill>
                  <a:srgbClr val="073E87"/>
                </a:solidFill>
                <a:latin typeface="Tahoma" panose="020B0604030504040204" pitchFamily="34" charset="0"/>
                <a:ea typeface="宋体" panose="02010600030101010101" pitchFamily="2" charset="-122"/>
                <a:cs typeface="+mn-cs"/>
              </a:defRPr>
            </a:lvl1pPr>
          </a:lstStyle>
          <a:p>
            <a:pPr>
              <a:defRPr/>
            </a:pPr>
            <a:endParaRPr lang="en-US" altLang="zh-CN"/>
          </a:p>
        </p:txBody>
      </p:sp>
      <p:sp>
        <p:nvSpPr>
          <p:cNvPr id="5" name="Footer Placeholder 4"/>
          <p:cNvSpPr>
            <a:spLocks noGrp="1"/>
          </p:cNvSpPr>
          <p:nvPr>
            <p:ph type="ftr" sz="quarter" idx="3"/>
          </p:nvPr>
        </p:nvSpPr>
        <p:spPr>
          <a:xfrm>
            <a:off x="258233" y="6250517"/>
            <a:ext cx="5048251" cy="364067"/>
          </a:xfrm>
          <a:prstGeom prst="rect">
            <a:avLst/>
          </a:prstGeom>
        </p:spPr>
        <p:txBody>
          <a:bodyPr vert="horz" wrap="square" lIns="91440" tIns="45720" rIns="91440" bIns="45720" numCol="1" anchor="ctr" anchorCtr="0" compatLnSpc="1">
            <a:prstTxWarp prst="textNoShape">
              <a:avLst/>
            </a:prstTxWarp>
          </a:bodyPr>
          <a:lstStyle>
            <a:lvl1pPr eaLnBrk="1" hangingPunct="1">
              <a:defRPr sz="1333" b="0">
                <a:solidFill>
                  <a:srgbClr val="073E87"/>
                </a:solidFill>
                <a:latin typeface="Tahoma" panose="020B0604030504040204" pitchFamily="34" charset="0"/>
                <a:ea typeface="宋体" panose="02010600030101010101" pitchFamily="2" charset="-122"/>
                <a:cs typeface="+mn-cs"/>
              </a:defRPr>
            </a:lvl1pPr>
          </a:lstStyle>
          <a:p>
            <a:pPr>
              <a:defRPr/>
            </a:pPr>
            <a:endParaRPr lang="en-US" altLang="zh-CN"/>
          </a:p>
        </p:txBody>
      </p:sp>
      <p:sp>
        <p:nvSpPr>
          <p:cNvPr id="6" name="Slide Number Placeholder 5"/>
          <p:cNvSpPr>
            <a:spLocks noGrp="1"/>
          </p:cNvSpPr>
          <p:nvPr>
            <p:ph type="sldNum" sz="quarter" idx="4"/>
          </p:nvPr>
        </p:nvSpPr>
        <p:spPr>
          <a:xfrm>
            <a:off x="5321300" y="6250517"/>
            <a:ext cx="1549400" cy="364067"/>
          </a:xfrm>
          <a:prstGeom prst="rect">
            <a:avLst/>
          </a:prstGeom>
        </p:spPr>
        <p:txBody>
          <a:bodyPr vert="horz" wrap="square" lIns="91440" tIns="45720" rIns="91440" bIns="45720" numCol="1" anchor="ctr" anchorCtr="0" compatLnSpc="1">
            <a:prstTxWarp prst="textNoShape">
              <a:avLst/>
            </a:prstTxWarp>
          </a:bodyPr>
          <a:lstStyle>
            <a:lvl1pPr algn="ctr" eaLnBrk="1" hangingPunct="1">
              <a:defRPr sz="1333" b="0">
                <a:solidFill>
                  <a:srgbClr val="073E87"/>
                </a:solidFill>
                <a:latin typeface="Tahoma" panose="020B0604030504040204" pitchFamily="34" charset="0"/>
                <a:ea typeface="宋体" panose="02010600030101010101" pitchFamily="2" charset="-122"/>
                <a:cs typeface="+mn-cs"/>
              </a:defRPr>
            </a:lvl1pPr>
          </a:lstStyle>
          <a:p>
            <a:pPr>
              <a:defRPr/>
            </a:pPr>
            <a:fld id="{5DF5B028-6C96-4DC4-92EB-70D27714FDA3}" type="slidenum">
              <a:rPr lang="zh-CN" altLang="en-US"/>
              <a:pPr>
                <a:defRPr/>
              </a:pPr>
              <a:t>‹#›</a:t>
            </a:fld>
            <a:endParaRPr lang="en-US" altLang="zh-CN"/>
          </a:p>
        </p:txBody>
      </p:sp>
      <p:sp>
        <p:nvSpPr>
          <p:cNvPr id="7176" name="Text Placeholder 2"/>
          <p:cNvSpPr>
            <a:spLocks noGrp="1"/>
          </p:cNvSpPr>
          <p:nvPr>
            <p:ph type="body" idx="1"/>
          </p:nvPr>
        </p:nvSpPr>
        <p:spPr bwMode="auto">
          <a:xfrm>
            <a:off x="304801" y="1824567"/>
            <a:ext cx="7903633" cy="4301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084389813"/>
      </p:ext>
    </p:extLst>
  </p:cSld>
  <p:clrMap bg1="lt1" tx1="dk1" bg2="lt2" tx2="dk2" accent1="accent1" accent2="accent2" accent3="accent3" accent4="accent4" accent5="accent5" accent6="accent6" hlink="hlink" folHlink="folHlink"/>
  <p:sldLayoutIdLst>
    <p:sldLayoutId id="2147483742" r:id="rId1"/>
    <p:sldLayoutId id="2147483743" r:id="rId2"/>
  </p:sldLayoutIdLst>
  <p:txStyles>
    <p:titleStyle>
      <a:lvl1pPr algn="l" rtl="0" eaLnBrk="0" fontAlgn="base" hangingPunct="0">
        <a:spcBef>
          <a:spcPct val="0"/>
        </a:spcBef>
        <a:spcAft>
          <a:spcPct val="0"/>
        </a:spcAft>
        <a:defRPr sz="5333" kern="1200">
          <a:solidFill>
            <a:srgbClr val="FFFFFF"/>
          </a:solidFill>
          <a:latin typeface="+mj-lt"/>
          <a:ea typeface="黑体" panose="02010609060101010101" pitchFamily="49" charset="-122"/>
          <a:cs typeface="+mj-cs"/>
        </a:defRPr>
      </a:lvl1pPr>
      <a:lvl2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2pPr>
      <a:lvl3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3pPr>
      <a:lvl4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4pPr>
      <a:lvl5pPr algn="l" rtl="0" eaLnBrk="0" fontAlgn="base" hangingPunct="0">
        <a:spcBef>
          <a:spcPct val="0"/>
        </a:spcBef>
        <a:spcAft>
          <a:spcPct val="0"/>
        </a:spcAft>
        <a:defRPr sz="5333">
          <a:solidFill>
            <a:srgbClr val="FFFFFF"/>
          </a:solidFill>
          <a:latin typeface="Candara" panose="020E0502030303020204" pitchFamily="34" charset="0"/>
          <a:ea typeface="黑体" panose="02010609060101010101" pitchFamily="49" charset="-122"/>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64058" indent="-364058" algn="l" rtl="0" eaLnBrk="0" fontAlgn="base" hangingPunct="0">
        <a:spcBef>
          <a:spcPct val="20000"/>
        </a:spcBef>
        <a:spcAft>
          <a:spcPct val="0"/>
        </a:spcAft>
        <a:buClr>
          <a:schemeClr val="accent1"/>
        </a:buClr>
        <a:buSzPct val="100000"/>
        <a:buFont typeface="Symbol" panose="05050102010706020507" pitchFamily="18" charset="2"/>
        <a:buChar char=""/>
        <a:defRPr sz="3200" kern="1200">
          <a:solidFill>
            <a:schemeClr val="tx2"/>
          </a:solidFill>
          <a:latin typeface="+mn-lt"/>
          <a:ea typeface="+mn-ea"/>
          <a:cs typeface="+mn-cs"/>
        </a:defRPr>
      </a:lvl1pPr>
      <a:lvl2pPr marL="768331" indent="-364058" algn="l" rtl="0" eaLnBrk="0" fontAlgn="base" hangingPunct="0">
        <a:spcBef>
          <a:spcPct val="20000"/>
        </a:spcBef>
        <a:spcAft>
          <a:spcPct val="0"/>
        </a:spcAft>
        <a:buClr>
          <a:schemeClr val="accent1"/>
        </a:buClr>
        <a:buSzPct val="100000"/>
        <a:buFont typeface="Symbol" panose="05050102010706020507" pitchFamily="18" charset="2"/>
        <a:buChar char=""/>
        <a:defRPr sz="2933" kern="1200">
          <a:solidFill>
            <a:schemeClr val="tx2"/>
          </a:solidFill>
          <a:latin typeface="+mn-lt"/>
          <a:ea typeface="+mn-ea"/>
          <a:cs typeface="+mn-cs"/>
        </a:defRPr>
      </a:lvl2pPr>
      <a:lvl3pPr marL="1140855" indent="-304792"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3pPr>
      <a:lvl4pPr marL="1523962" indent="-304792" algn="l" rtl="0" eaLnBrk="0" fontAlgn="base" hangingPunct="0">
        <a:spcBef>
          <a:spcPct val="20000"/>
        </a:spcBef>
        <a:spcAft>
          <a:spcPct val="0"/>
        </a:spcAft>
        <a:buClr>
          <a:schemeClr val="accent1"/>
        </a:buClr>
        <a:buSzPct val="100000"/>
        <a:buFont typeface="Symbol" panose="05050102010706020507" pitchFamily="18" charset="2"/>
        <a:buChar char=""/>
        <a:defRPr sz="2667" kern="1200">
          <a:solidFill>
            <a:schemeClr val="tx2"/>
          </a:solidFill>
          <a:latin typeface="+mn-lt"/>
          <a:ea typeface="+mn-ea"/>
          <a:cs typeface="+mn-cs"/>
        </a:defRPr>
      </a:lvl4pPr>
      <a:lvl5pPr marL="1949402" indent="-304792" algn="l" rtl="0" eaLnBrk="0" fontAlgn="base" hangingPunct="0">
        <a:spcBef>
          <a:spcPct val="20000"/>
        </a:spcBef>
        <a:spcAft>
          <a:spcPct val="0"/>
        </a:spcAft>
        <a:buClr>
          <a:schemeClr val="accent1"/>
        </a:buClr>
        <a:buSzPct val="100000"/>
        <a:buFont typeface="Symbol" panose="05050102010706020507" pitchFamily="18" charset="2"/>
        <a:buChar char=""/>
        <a:defRPr sz="2133" kern="1200">
          <a:solidFill>
            <a:schemeClr val="tx2"/>
          </a:solidFill>
          <a:latin typeface="+mn-lt"/>
          <a:ea typeface="+mn-ea"/>
          <a:cs typeface="+mn-cs"/>
        </a:defRPr>
      </a:lvl5pPr>
      <a:lvl6pPr marL="2377381"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6pPr>
      <a:lvl7pPr marL="2804090"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7pPr>
      <a:lvl8pPr marL="3230799"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8pPr>
      <a:lvl9pPr marL="3657509" indent="-304792" algn="l" defTabSz="1219170" rtl="0" eaLnBrk="1" latinLnBrk="0" hangingPunct="1">
        <a:spcBef>
          <a:spcPts val="512"/>
        </a:spcBef>
        <a:buClr>
          <a:schemeClr val="accent1"/>
        </a:buClr>
        <a:buFont typeface="Symbol" pitchFamily="18" charset="2"/>
        <a:buChar char="*"/>
        <a:defRPr sz="1867" kern="1200">
          <a:solidFill>
            <a:schemeClr val="tx2"/>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4.jpe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2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9.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0.xml"/><Relationship Id="rId1" Type="http://schemas.openxmlformats.org/officeDocument/2006/relationships/slideLayout" Target="../slideLayouts/slideLayout6.xml"/><Relationship Id="rId4" Type="http://schemas.openxmlformats.org/officeDocument/2006/relationships/image" Target="../media/image7.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3" descr="G:\QQ截图201607142012副本.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68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2"/>
          <p:cNvSpPr txBox="1">
            <a:spLocks noChangeArrowheads="1"/>
          </p:cNvSpPr>
          <p:nvPr/>
        </p:nvSpPr>
        <p:spPr>
          <a:xfrm>
            <a:off x="6000752" y="1985433"/>
            <a:ext cx="4591049" cy="1253067"/>
          </a:xfrm>
          <a:prstGeom prst="rect">
            <a:avLst/>
          </a:prstGeom>
        </p:spPr>
        <p:txBody>
          <a:bodyPr anchor="ctr"/>
          <a:lstStyle/>
          <a:p>
            <a:pPr algn="ctr" defTabSz="1219170">
              <a:spcBef>
                <a:spcPct val="0"/>
              </a:spcBef>
              <a:defRPr/>
            </a:pPr>
            <a:r>
              <a:rPr lang="zh-CN" altLang="en-US" sz="3200" spc="800" dirty="0">
                <a:solidFill>
                  <a:prstClr val="white"/>
                </a:solidFill>
                <a:latin typeface="微软雅黑" pitchFamily="34" charset="-122"/>
                <a:ea typeface="微软雅黑" pitchFamily="34" charset="-122"/>
              </a:rPr>
              <a:t>第七章 </a:t>
            </a:r>
            <a:endParaRPr lang="en-US" altLang="zh-CN" sz="3200" spc="800" dirty="0">
              <a:solidFill>
                <a:prstClr val="white"/>
              </a:solidFill>
              <a:latin typeface="微软雅黑" pitchFamily="34" charset="-122"/>
              <a:ea typeface="微软雅黑" pitchFamily="34" charset="-122"/>
            </a:endParaRPr>
          </a:p>
          <a:p>
            <a:pPr algn="ctr" defTabSz="1219170">
              <a:spcBef>
                <a:spcPct val="0"/>
              </a:spcBef>
              <a:defRPr/>
            </a:pPr>
            <a:r>
              <a:rPr lang="zh-CN" altLang="en-US" sz="4667" spc="400" dirty="0">
                <a:solidFill>
                  <a:prstClr val="white"/>
                </a:solidFill>
                <a:latin typeface="微软雅黑" pitchFamily="34" charset="-122"/>
                <a:ea typeface="微软雅黑" pitchFamily="34" charset="-122"/>
              </a:rPr>
              <a:t>运行存储分配</a:t>
            </a:r>
            <a:endParaRPr lang="en-US" altLang="zh-CN" sz="4667" spc="800" dirty="0">
              <a:solidFill>
                <a:prstClr val="white"/>
              </a:solidFill>
              <a:latin typeface="微软雅黑" pitchFamily="34" charset="-122"/>
              <a:ea typeface="微软雅黑" pitchFamily="34" charset="-122"/>
            </a:endParaRPr>
          </a:p>
        </p:txBody>
      </p:sp>
      <p:sp>
        <p:nvSpPr>
          <p:cNvPr id="4" name="Rectangle 2"/>
          <p:cNvSpPr txBox="1">
            <a:spLocks noChangeArrowheads="1"/>
          </p:cNvSpPr>
          <p:nvPr/>
        </p:nvSpPr>
        <p:spPr>
          <a:xfrm>
            <a:off x="6477000" y="3238500"/>
            <a:ext cx="4591051" cy="1253067"/>
          </a:xfrm>
          <a:prstGeom prst="rect">
            <a:avLst/>
          </a:prstGeom>
        </p:spPr>
        <p:txBody>
          <a:bodyPr anchor="ctr"/>
          <a:lstStyle/>
          <a:p>
            <a:pPr defTabSz="1219170">
              <a:spcBef>
                <a:spcPct val="0"/>
              </a:spcBef>
              <a:defRPr/>
            </a:pPr>
            <a:r>
              <a:rPr lang="en-US" altLang="zh-CN" sz="3333" b="1" dirty="0">
                <a:solidFill>
                  <a:prstClr val="white"/>
                </a:solidFill>
                <a:latin typeface="Candara"/>
                <a:ea typeface="楷体" pitchFamily="49" charset="-122"/>
              </a:rPr>
              <a:t> </a:t>
            </a:r>
            <a:r>
              <a:rPr lang="zh-CN" altLang="en-US" sz="2667" b="1" dirty="0">
                <a:solidFill>
                  <a:prstClr val="white"/>
                </a:solidFill>
                <a:latin typeface="Candara"/>
                <a:ea typeface="楷体" pitchFamily="49" charset="-122"/>
              </a:rPr>
              <a:t>哈尔滨工业大学  陈鄞</a:t>
            </a:r>
            <a:endParaRPr lang="zh-CN" altLang="en-US" sz="2667" b="1" spc="800" dirty="0">
              <a:solidFill>
                <a:prstClr val="white"/>
              </a:solidFill>
              <a:latin typeface="微软雅黑" pitchFamily="34" charset="-122"/>
              <a:ea typeface="微软雅黑" pitchFamily="34" charset="-122"/>
            </a:endParaRPr>
          </a:p>
        </p:txBody>
      </p:sp>
      <p:sp>
        <p:nvSpPr>
          <p:cNvPr id="5" name="Rectangle 2"/>
          <p:cNvSpPr txBox="1">
            <a:spLocks noChangeArrowheads="1"/>
          </p:cNvSpPr>
          <p:nvPr/>
        </p:nvSpPr>
        <p:spPr>
          <a:xfrm>
            <a:off x="7344833" y="1312334"/>
            <a:ext cx="4191000" cy="588433"/>
          </a:xfrm>
          <a:prstGeom prst="rect">
            <a:avLst/>
          </a:prstGeom>
          <a:ln w="12700">
            <a:noFill/>
          </a:ln>
        </p:spPr>
        <p:txBody>
          <a:bodyPr anchor="ctr"/>
          <a:lstStyle/>
          <a:p>
            <a:pPr defTabSz="1219170">
              <a:spcBef>
                <a:spcPct val="0"/>
              </a:spcBef>
              <a:defRPr/>
            </a:pPr>
            <a:r>
              <a:rPr lang="zh-CN" altLang="en-US" sz="2667" spc="400" dirty="0">
                <a:solidFill>
                  <a:prstClr val="white"/>
                </a:solidFill>
                <a:latin typeface="微软雅黑" pitchFamily="34" charset="-122"/>
                <a:ea typeface="微软雅黑" pitchFamily="34" charset="-122"/>
              </a:rPr>
              <a:t>编译系统</a:t>
            </a:r>
            <a:endParaRPr lang="zh-CN" altLang="en-US" sz="1067" spc="400" dirty="0">
              <a:solidFill>
                <a:prstClr val="white"/>
              </a:solidFill>
              <a:latin typeface="微软雅黑" pitchFamily="34" charset="-122"/>
              <a:ea typeface="微软雅黑" pitchFamily="34" charset="-122"/>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Rectangle 3"/>
          <p:cNvSpPr>
            <a:spLocks noGrp="1" noChangeArrowheads="1"/>
          </p:cNvSpPr>
          <p:nvPr>
            <p:ph idx="1"/>
          </p:nvPr>
        </p:nvSpPr>
        <p:spPr>
          <a:xfrm>
            <a:off x="571500" y="1032934"/>
            <a:ext cx="11381317" cy="5564717"/>
          </a:xfrm>
        </p:spPr>
        <p:txBody>
          <a:bodyPr/>
          <a:lstStyle/>
          <a:p>
            <a:pPr marL="363530" indent="-363530">
              <a:lnSpc>
                <a:spcPts val="4000"/>
              </a:lnSpc>
              <a:buClrTx/>
              <a:buFont typeface="Wingdings" pitchFamily="2" charset="2"/>
              <a:buChar char="Ø"/>
              <a:defRPr/>
            </a:pPr>
            <a:r>
              <a:rPr lang="en-US" altLang="zh-CN" sz="3333" b="1" dirty="0">
                <a:solidFill>
                  <a:schemeClr val="tx1"/>
                </a:solidFill>
                <a:cs typeface="Times New Roman" pitchFamily="18" charset="0"/>
              </a:rPr>
              <a:t>7.1 </a:t>
            </a:r>
            <a:r>
              <a:rPr lang="zh-CN" altLang="en-US" sz="3333" b="1" dirty="0">
                <a:solidFill>
                  <a:schemeClr val="tx1"/>
                </a:solidFill>
                <a:cs typeface="Times New Roman" pitchFamily="18" charset="0"/>
              </a:rPr>
              <a:t>存储组织</a:t>
            </a:r>
          </a:p>
          <a:p>
            <a:pPr marL="363530" indent="-363530">
              <a:lnSpc>
                <a:spcPts val="4000"/>
              </a:lnSpc>
              <a:buClrTx/>
              <a:buFont typeface="Wingdings" pitchFamily="2" charset="2"/>
              <a:buChar char="Ø"/>
              <a:defRPr/>
            </a:pPr>
            <a:r>
              <a:rPr lang="en-US" altLang="zh-CN" sz="3333" b="1" dirty="0">
                <a:solidFill>
                  <a:schemeClr val="tx1"/>
                </a:solidFill>
                <a:cs typeface="Times New Roman" pitchFamily="18" charset="0"/>
              </a:rPr>
              <a:t>7.2 </a:t>
            </a:r>
            <a:r>
              <a:rPr lang="zh-CN" altLang="en-US" sz="3333" b="1" dirty="0">
                <a:solidFill>
                  <a:schemeClr val="tx1"/>
                </a:solidFill>
                <a:cs typeface="Times New Roman" pitchFamily="18" charset="0"/>
              </a:rPr>
              <a:t>静态存储分配</a:t>
            </a:r>
          </a:p>
          <a:p>
            <a:pPr marL="363530" indent="-363530">
              <a:lnSpc>
                <a:spcPts val="4000"/>
              </a:lnSpc>
              <a:buClrTx/>
              <a:buFont typeface="Wingdings" pitchFamily="2" charset="2"/>
              <a:buChar char="Ø"/>
              <a:defRPr/>
            </a:pPr>
            <a:r>
              <a:rPr lang="en-US" altLang="zh-CN" sz="3333" b="1" dirty="0">
                <a:solidFill>
                  <a:schemeClr val="tx1"/>
                </a:solidFill>
                <a:cs typeface="Times New Roman" pitchFamily="18" charset="0"/>
              </a:rPr>
              <a:t>7.3 </a:t>
            </a:r>
            <a:r>
              <a:rPr lang="zh-CN" altLang="en-US" sz="3333" b="1" dirty="0">
                <a:solidFill>
                  <a:schemeClr val="tx1"/>
                </a:solidFill>
                <a:cs typeface="Times New Roman" pitchFamily="18" charset="0"/>
              </a:rPr>
              <a:t>栈式存储分配</a:t>
            </a:r>
          </a:p>
          <a:p>
            <a:pPr marL="363530" indent="-363530">
              <a:lnSpc>
                <a:spcPts val="4000"/>
              </a:lnSpc>
              <a:buClrTx/>
              <a:buFont typeface="Wingdings" pitchFamily="2" charset="2"/>
              <a:buChar char="Ø"/>
              <a:defRPr/>
            </a:pPr>
            <a:r>
              <a:rPr lang="en-US" altLang="zh-CN" sz="3333" b="1" dirty="0">
                <a:solidFill>
                  <a:schemeClr val="tx1"/>
                </a:solidFill>
                <a:cs typeface="Times New Roman" pitchFamily="18" charset="0"/>
              </a:rPr>
              <a:t>7.4 </a:t>
            </a:r>
            <a:r>
              <a:rPr lang="zh-CN" altLang="en-US" sz="3333" b="1" dirty="0">
                <a:solidFill>
                  <a:schemeClr val="tx1"/>
                </a:solidFill>
                <a:cs typeface="Times New Roman" pitchFamily="18" charset="0"/>
              </a:rPr>
              <a:t>非局部数据的访问</a:t>
            </a:r>
          </a:p>
          <a:p>
            <a:pPr marL="363530" indent="-363530">
              <a:lnSpc>
                <a:spcPts val="4000"/>
              </a:lnSpc>
              <a:buClrTx/>
              <a:buFont typeface="Wingdings" pitchFamily="2" charset="2"/>
              <a:buChar char="Ø"/>
              <a:defRPr/>
            </a:pPr>
            <a:r>
              <a:rPr lang="en-US" altLang="zh-CN" sz="3333" b="1" dirty="0">
                <a:solidFill>
                  <a:schemeClr val="tx1"/>
                </a:solidFill>
                <a:cs typeface="Times New Roman" pitchFamily="18" charset="0"/>
              </a:rPr>
              <a:t>7.5 </a:t>
            </a:r>
            <a:r>
              <a:rPr lang="zh-CN" altLang="en-US" sz="3333" b="1" dirty="0">
                <a:solidFill>
                  <a:schemeClr val="tx1"/>
                </a:solidFill>
                <a:cs typeface="Times New Roman" pitchFamily="18" charset="0"/>
              </a:rPr>
              <a:t>参数传递</a:t>
            </a:r>
            <a:endParaRPr lang="en-US" altLang="zh-CN" sz="3333" b="1" dirty="0">
              <a:solidFill>
                <a:schemeClr val="tx1"/>
              </a:solidFill>
              <a:cs typeface="Times New Roman" pitchFamily="18" charset="0"/>
            </a:endParaRPr>
          </a:p>
          <a:p>
            <a:pPr marL="363530" indent="-363530">
              <a:lnSpc>
                <a:spcPts val="4000"/>
              </a:lnSpc>
              <a:buClrTx/>
              <a:buFont typeface="Wingdings" pitchFamily="2" charset="2"/>
              <a:buChar char="Ø"/>
              <a:defRPr/>
            </a:pPr>
            <a:r>
              <a:rPr lang="en-US" altLang="zh-CN" sz="3333" b="1" dirty="0">
                <a:solidFill>
                  <a:schemeClr val="tx1"/>
                </a:solidFill>
                <a:cs typeface="Times New Roman" pitchFamily="18" charset="0"/>
              </a:rPr>
              <a:t>7.6 </a:t>
            </a:r>
            <a:r>
              <a:rPr lang="zh-CN" altLang="en-US" sz="3333" b="1" dirty="0">
                <a:solidFill>
                  <a:schemeClr val="tx1"/>
                </a:solidFill>
                <a:cs typeface="Times New Roman" pitchFamily="18" charset="0"/>
              </a:rPr>
              <a:t>符号表</a:t>
            </a:r>
            <a:endParaRPr lang="zh-CN" altLang="en-US" sz="3067" b="1" dirty="0">
              <a:solidFill>
                <a:schemeClr val="tx1"/>
              </a:solidFill>
              <a:cs typeface="Times New Roman" pitchFamily="18" charset="0"/>
            </a:endParaRPr>
          </a:p>
        </p:txBody>
      </p:sp>
      <p:sp>
        <p:nvSpPr>
          <p:cNvPr id="27651" name="Rectangle 2"/>
          <p:cNvSpPr>
            <a:spLocks noGrp="1" noChangeArrowheads="1"/>
          </p:cNvSpPr>
          <p:nvPr>
            <p:ph type="title"/>
          </p:nvPr>
        </p:nvSpPr>
        <p:spPr>
          <a:xfrm>
            <a:off x="1007533" y="357718"/>
            <a:ext cx="10574867" cy="478367"/>
          </a:xfrm>
        </p:spPr>
        <p:txBody>
          <a:bodyPr/>
          <a:lstStyle/>
          <a:p>
            <a:pPr eaLnBrk="1" hangingPunct="1"/>
            <a:r>
              <a:rPr lang="zh-CN" altLang="en-US" sz="4000" spc="300" dirty="0">
                <a:solidFill>
                  <a:prstClr val="black"/>
                </a:solidFill>
                <a:latin typeface="微软雅黑" pitchFamily="34" charset="-122"/>
                <a:ea typeface="微软雅黑" pitchFamily="34" charset="-122"/>
                <a:cs typeface="Times New Roman" panose="02020603050405020304" pitchFamily="18" charset="0"/>
              </a:rPr>
              <a:t>第</a:t>
            </a:r>
            <a:r>
              <a:rPr lang="en-US" altLang="zh-CN" sz="4000" spc="300" dirty="0">
                <a:solidFill>
                  <a:prstClr val="black"/>
                </a:solidFill>
                <a:latin typeface="微软雅黑" pitchFamily="34" charset="-122"/>
                <a:ea typeface="微软雅黑" pitchFamily="34" charset="-122"/>
                <a:cs typeface="Times New Roman" panose="02020603050405020304" pitchFamily="18" charset="0"/>
              </a:rPr>
              <a:t>15</a:t>
            </a:r>
            <a:r>
              <a:rPr lang="zh-CN" altLang="en-US" sz="4000" spc="300" dirty="0">
                <a:solidFill>
                  <a:prstClr val="black"/>
                </a:solidFill>
                <a:latin typeface="微软雅黑" pitchFamily="34" charset="-122"/>
                <a:ea typeface="微软雅黑" pitchFamily="34" charset="-122"/>
                <a:cs typeface="Times New Roman" panose="02020603050405020304" pitchFamily="18" charset="0"/>
              </a:rPr>
              <a:t>讲（运行存储分配）要点</a:t>
            </a:r>
            <a:endPar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3781324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anim calcmode="lin" valueType="num">
                                      <p:cBhvr>
                                        <p:cTn id="7" dur="500" fill="hold"/>
                                        <p:tgtEl>
                                          <p:spTgt spid="2048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048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0483">
                                            <p:txEl>
                                              <p:pRg st="0" end="0"/>
                                            </p:txEl>
                                          </p:spTgt>
                                        </p:tgtEl>
                                      </p:cBhvr>
                                    </p:animEffect>
                                  </p:childTnLst>
                                </p:cTn>
                              </p:par>
                              <p:par>
                                <p:cTn id="10" presetID="53" presetClass="entr" presetSubtype="16" fill="hold" nodeType="withEffect">
                                  <p:stCondLst>
                                    <p:cond delay="0"/>
                                  </p:stCondLst>
                                  <p:childTnLst>
                                    <p:set>
                                      <p:cBhvr>
                                        <p:cTn id="11" dur="1" fill="hold">
                                          <p:stCondLst>
                                            <p:cond delay="0"/>
                                          </p:stCondLst>
                                        </p:cTn>
                                        <p:tgtEl>
                                          <p:spTgt spid="20483">
                                            <p:txEl>
                                              <p:pRg st="1" end="1"/>
                                            </p:txEl>
                                          </p:spTgt>
                                        </p:tgtEl>
                                        <p:attrNameLst>
                                          <p:attrName>style.visibility</p:attrName>
                                        </p:attrNameLst>
                                      </p:cBhvr>
                                      <p:to>
                                        <p:strVal val="visible"/>
                                      </p:to>
                                    </p:set>
                                    <p:anim calcmode="lin" valueType="num">
                                      <p:cBhvr>
                                        <p:cTn id="12" dur="500" fill="hold"/>
                                        <p:tgtEl>
                                          <p:spTgt spid="20483">
                                            <p:txEl>
                                              <p:pRg st="1" end="1"/>
                                            </p:txEl>
                                          </p:spTgt>
                                        </p:tgtEl>
                                        <p:attrNameLst>
                                          <p:attrName>ppt_w</p:attrName>
                                        </p:attrNameLst>
                                      </p:cBhvr>
                                      <p:tavLst>
                                        <p:tav tm="0">
                                          <p:val>
                                            <p:fltVal val="0"/>
                                          </p:val>
                                        </p:tav>
                                        <p:tav tm="100000">
                                          <p:val>
                                            <p:strVal val="#ppt_w"/>
                                          </p:val>
                                        </p:tav>
                                      </p:tavLst>
                                    </p:anim>
                                    <p:anim calcmode="lin" valueType="num">
                                      <p:cBhvr>
                                        <p:cTn id="13" dur="500" fill="hold"/>
                                        <p:tgtEl>
                                          <p:spTgt spid="20483">
                                            <p:txEl>
                                              <p:pRg st="1" end="1"/>
                                            </p:txEl>
                                          </p:spTgt>
                                        </p:tgtEl>
                                        <p:attrNameLst>
                                          <p:attrName>ppt_h</p:attrName>
                                        </p:attrNameLst>
                                      </p:cBhvr>
                                      <p:tavLst>
                                        <p:tav tm="0">
                                          <p:val>
                                            <p:fltVal val="0"/>
                                          </p:val>
                                        </p:tav>
                                        <p:tav tm="100000">
                                          <p:val>
                                            <p:strVal val="#ppt_h"/>
                                          </p:val>
                                        </p:tav>
                                      </p:tavLst>
                                    </p:anim>
                                    <p:animEffect transition="in" filter="fade">
                                      <p:cBhvr>
                                        <p:cTn id="14" dur="500"/>
                                        <p:tgtEl>
                                          <p:spTgt spid="20483">
                                            <p:txEl>
                                              <p:pRg st="1" end="1"/>
                                            </p:txEl>
                                          </p:spTgt>
                                        </p:tgtEl>
                                      </p:cBhvr>
                                    </p:animEffect>
                                  </p:childTnLst>
                                </p:cTn>
                              </p:par>
                              <p:par>
                                <p:cTn id="15" presetID="53" presetClass="entr" presetSubtype="16" fill="hold" nodeType="withEffect">
                                  <p:stCondLst>
                                    <p:cond delay="0"/>
                                  </p:stCondLst>
                                  <p:childTnLst>
                                    <p:set>
                                      <p:cBhvr>
                                        <p:cTn id="16" dur="1" fill="hold">
                                          <p:stCondLst>
                                            <p:cond delay="0"/>
                                          </p:stCondLst>
                                        </p:cTn>
                                        <p:tgtEl>
                                          <p:spTgt spid="20483">
                                            <p:txEl>
                                              <p:pRg st="2" end="2"/>
                                            </p:txEl>
                                          </p:spTgt>
                                        </p:tgtEl>
                                        <p:attrNameLst>
                                          <p:attrName>style.visibility</p:attrName>
                                        </p:attrNameLst>
                                      </p:cBhvr>
                                      <p:to>
                                        <p:strVal val="visible"/>
                                      </p:to>
                                    </p:set>
                                    <p:anim calcmode="lin" valueType="num">
                                      <p:cBhvr>
                                        <p:cTn id="17" dur="500" fill="hold"/>
                                        <p:tgtEl>
                                          <p:spTgt spid="20483">
                                            <p:txEl>
                                              <p:pRg st="2" end="2"/>
                                            </p:txEl>
                                          </p:spTgt>
                                        </p:tgtEl>
                                        <p:attrNameLst>
                                          <p:attrName>ppt_w</p:attrName>
                                        </p:attrNameLst>
                                      </p:cBhvr>
                                      <p:tavLst>
                                        <p:tav tm="0">
                                          <p:val>
                                            <p:fltVal val="0"/>
                                          </p:val>
                                        </p:tav>
                                        <p:tav tm="100000">
                                          <p:val>
                                            <p:strVal val="#ppt_w"/>
                                          </p:val>
                                        </p:tav>
                                      </p:tavLst>
                                    </p:anim>
                                    <p:anim calcmode="lin" valueType="num">
                                      <p:cBhvr>
                                        <p:cTn id="18" dur="500" fill="hold"/>
                                        <p:tgtEl>
                                          <p:spTgt spid="20483">
                                            <p:txEl>
                                              <p:pRg st="2" end="2"/>
                                            </p:txEl>
                                          </p:spTgt>
                                        </p:tgtEl>
                                        <p:attrNameLst>
                                          <p:attrName>ppt_h</p:attrName>
                                        </p:attrNameLst>
                                      </p:cBhvr>
                                      <p:tavLst>
                                        <p:tav tm="0">
                                          <p:val>
                                            <p:fltVal val="0"/>
                                          </p:val>
                                        </p:tav>
                                        <p:tav tm="100000">
                                          <p:val>
                                            <p:strVal val="#ppt_h"/>
                                          </p:val>
                                        </p:tav>
                                      </p:tavLst>
                                    </p:anim>
                                    <p:animEffect transition="in" filter="fade">
                                      <p:cBhvr>
                                        <p:cTn id="19" dur="500"/>
                                        <p:tgtEl>
                                          <p:spTgt spid="20483">
                                            <p:txEl>
                                              <p:pRg st="2" end="2"/>
                                            </p:txEl>
                                          </p:spTgt>
                                        </p:tgtEl>
                                      </p:cBhvr>
                                    </p:animEffect>
                                  </p:childTnLst>
                                </p:cTn>
                              </p:par>
                              <p:par>
                                <p:cTn id="20" presetID="53" presetClass="entr" presetSubtype="16" fill="hold" nodeType="withEffect">
                                  <p:stCondLst>
                                    <p:cond delay="0"/>
                                  </p:stCondLst>
                                  <p:childTnLst>
                                    <p:set>
                                      <p:cBhvr>
                                        <p:cTn id="21" dur="1" fill="hold">
                                          <p:stCondLst>
                                            <p:cond delay="0"/>
                                          </p:stCondLst>
                                        </p:cTn>
                                        <p:tgtEl>
                                          <p:spTgt spid="20483">
                                            <p:txEl>
                                              <p:pRg st="3" end="3"/>
                                            </p:txEl>
                                          </p:spTgt>
                                        </p:tgtEl>
                                        <p:attrNameLst>
                                          <p:attrName>style.visibility</p:attrName>
                                        </p:attrNameLst>
                                      </p:cBhvr>
                                      <p:to>
                                        <p:strVal val="visible"/>
                                      </p:to>
                                    </p:set>
                                    <p:anim calcmode="lin" valueType="num">
                                      <p:cBhvr>
                                        <p:cTn id="22" dur="500" fill="hold"/>
                                        <p:tgtEl>
                                          <p:spTgt spid="20483">
                                            <p:txEl>
                                              <p:pRg st="3" end="3"/>
                                            </p:txEl>
                                          </p:spTgt>
                                        </p:tgtEl>
                                        <p:attrNameLst>
                                          <p:attrName>ppt_w</p:attrName>
                                        </p:attrNameLst>
                                      </p:cBhvr>
                                      <p:tavLst>
                                        <p:tav tm="0">
                                          <p:val>
                                            <p:fltVal val="0"/>
                                          </p:val>
                                        </p:tav>
                                        <p:tav tm="100000">
                                          <p:val>
                                            <p:strVal val="#ppt_w"/>
                                          </p:val>
                                        </p:tav>
                                      </p:tavLst>
                                    </p:anim>
                                    <p:anim calcmode="lin" valueType="num">
                                      <p:cBhvr>
                                        <p:cTn id="23" dur="500" fill="hold"/>
                                        <p:tgtEl>
                                          <p:spTgt spid="20483">
                                            <p:txEl>
                                              <p:pRg st="3" end="3"/>
                                            </p:txEl>
                                          </p:spTgt>
                                        </p:tgtEl>
                                        <p:attrNameLst>
                                          <p:attrName>ppt_h</p:attrName>
                                        </p:attrNameLst>
                                      </p:cBhvr>
                                      <p:tavLst>
                                        <p:tav tm="0">
                                          <p:val>
                                            <p:fltVal val="0"/>
                                          </p:val>
                                        </p:tav>
                                        <p:tav tm="100000">
                                          <p:val>
                                            <p:strVal val="#ppt_h"/>
                                          </p:val>
                                        </p:tav>
                                      </p:tavLst>
                                    </p:anim>
                                    <p:animEffect transition="in" filter="fade">
                                      <p:cBhvr>
                                        <p:cTn id="24" dur="500"/>
                                        <p:tgtEl>
                                          <p:spTgt spid="20483">
                                            <p:txEl>
                                              <p:pRg st="3" end="3"/>
                                            </p:txEl>
                                          </p:spTgt>
                                        </p:tgtEl>
                                      </p:cBhvr>
                                    </p:animEffect>
                                  </p:childTnLst>
                                </p:cTn>
                              </p:par>
                              <p:par>
                                <p:cTn id="25" presetID="53" presetClass="entr" presetSubtype="16" fill="hold" nodeType="withEffect">
                                  <p:stCondLst>
                                    <p:cond delay="0"/>
                                  </p:stCondLst>
                                  <p:childTnLst>
                                    <p:set>
                                      <p:cBhvr>
                                        <p:cTn id="26" dur="1" fill="hold">
                                          <p:stCondLst>
                                            <p:cond delay="0"/>
                                          </p:stCondLst>
                                        </p:cTn>
                                        <p:tgtEl>
                                          <p:spTgt spid="20483">
                                            <p:txEl>
                                              <p:pRg st="4" end="4"/>
                                            </p:txEl>
                                          </p:spTgt>
                                        </p:tgtEl>
                                        <p:attrNameLst>
                                          <p:attrName>style.visibility</p:attrName>
                                        </p:attrNameLst>
                                      </p:cBhvr>
                                      <p:to>
                                        <p:strVal val="visible"/>
                                      </p:to>
                                    </p:set>
                                    <p:anim calcmode="lin" valueType="num">
                                      <p:cBhvr>
                                        <p:cTn id="27" dur="500" fill="hold"/>
                                        <p:tgtEl>
                                          <p:spTgt spid="20483">
                                            <p:txEl>
                                              <p:pRg st="4" end="4"/>
                                            </p:txEl>
                                          </p:spTgt>
                                        </p:tgtEl>
                                        <p:attrNameLst>
                                          <p:attrName>ppt_w</p:attrName>
                                        </p:attrNameLst>
                                      </p:cBhvr>
                                      <p:tavLst>
                                        <p:tav tm="0">
                                          <p:val>
                                            <p:fltVal val="0"/>
                                          </p:val>
                                        </p:tav>
                                        <p:tav tm="100000">
                                          <p:val>
                                            <p:strVal val="#ppt_w"/>
                                          </p:val>
                                        </p:tav>
                                      </p:tavLst>
                                    </p:anim>
                                    <p:anim calcmode="lin" valueType="num">
                                      <p:cBhvr>
                                        <p:cTn id="28" dur="500" fill="hold"/>
                                        <p:tgtEl>
                                          <p:spTgt spid="20483">
                                            <p:txEl>
                                              <p:pRg st="4" end="4"/>
                                            </p:txEl>
                                          </p:spTgt>
                                        </p:tgtEl>
                                        <p:attrNameLst>
                                          <p:attrName>ppt_h</p:attrName>
                                        </p:attrNameLst>
                                      </p:cBhvr>
                                      <p:tavLst>
                                        <p:tav tm="0">
                                          <p:val>
                                            <p:fltVal val="0"/>
                                          </p:val>
                                        </p:tav>
                                        <p:tav tm="100000">
                                          <p:val>
                                            <p:strVal val="#ppt_h"/>
                                          </p:val>
                                        </p:tav>
                                      </p:tavLst>
                                    </p:anim>
                                    <p:animEffect transition="in" filter="fade">
                                      <p:cBhvr>
                                        <p:cTn id="29" dur="500"/>
                                        <p:tgtEl>
                                          <p:spTgt spid="20483">
                                            <p:txEl>
                                              <p:pRg st="4" end="4"/>
                                            </p:txEl>
                                          </p:spTgt>
                                        </p:tgtEl>
                                      </p:cBhvr>
                                    </p:animEffect>
                                  </p:childTnLst>
                                </p:cTn>
                              </p:par>
                              <p:par>
                                <p:cTn id="30" presetID="53" presetClass="entr" presetSubtype="16" fill="hold" nodeType="withEffect">
                                  <p:stCondLst>
                                    <p:cond delay="0"/>
                                  </p:stCondLst>
                                  <p:childTnLst>
                                    <p:set>
                                      <p:cBhvr>
                                        <p:cTn id="31" dur="1" fill="hold">
                                          <p:stCondLst>
                                            <p:cond delay="0"/>
                                          </p:stCondLst>
                                        </p:cTn>
                                        <p:tgtEl>
                                          <p:spTgt spid="20483">
                                            <p:txEl>
                                              <p:pRg st="5" end="5"/>
                                            </p:txEl>
                                          </p:spTgt>
                                        </p:tgtEl>
                                        <p:attrNameLst>
                                          <p:attrName>style.visibility</p:attrName>
                                        </p:attrNameLst>
                                      </p:cBhvr>
                                      <p:to>
                                        <p:strVal val="visible"/>
                                      </p:to>
                                    </p:set>
                                    <p:anim calcmode="lin" valueType="num">
                                      <p:cBhvr>
                                        <p:cTn id="32" dur="500" fill="hold"/>
                                        <p:tgtEl>
                                          <p:spTgt spid="20483">
                                            <p:txEl>
                                              <p:pRg st="5" end="5"/>
                                            </p:txEl>
                                          </p:spTgt>
                                        </p:tgtEl>
                                        <p:attrNameLst>
                                          <p:attrName>ppt_w</p:attrName>
                                        </p:attrNameLst>
                                      </p:cBhvr>
                                      <p:tavLst>
                                        <p:tav tm="0">
                                          <p:val>
                                            <p:fltVal val="0"/>
                                          </p:val>
                                        </p:tav>
                                        <p:tav tm="100000">
                                          <p:val>
                                            <p:strVal val="#ppt_w"/>
                                          </p:val>
                                        </p:tav>
                                      </p:tavLst>
                                    </p:anim>
                                    <p:anim calcmode="lin" valueType="num">
                                      <p:cBhvr>
                                        <p:cTn id="33" dur="500" fill="hold"/>
                                        <p:tgtEl>
                                          <p:spTgt spid="20483">
                                            <p:txEl>
                                              <p:pRg st="5" end="5"/>
                                            </p:txEl>
                                          </p:spTgt>
                                        </p:tgtEl>
                                        <p:attrNameLst>
                                          <p:attrName>ppt_h</p:attrName>
                                        </p:attrNameLst>
                                      </p:cBhvr>
                                      <p:tavLst>
                                        <p:tav tm="0">
                                          <p:val>
                                            <p:fltVal val="0"/>
                                          </p:val>
                                        </p:tav>
                                        <p:tav tm="100000">
                                          <p:val>
                                            <p:strVal val="#ppt_h"/>
                                          </p:val>
                                        </p:tav>
                                      </p:tavLst>
                                    </p:anim>
                                    <p:animEffect transition="in" filter="fade">
                                      <p:cBhvr>
                                        <p:cTn id="34" dur="500"/>
                                        <p:tgtEl>
                                          <p:spTgt spid="2048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Rectangle 3"/>
          <p:cNvSpPr>
            <a:spLocks noGrp="1" noChangeArrowheads="1"/>
          </p:cNvSpPr>
          <p:nvPr>
            <p:ph idx="1"/>
          </p:nvPr>
        </p:nvSpPr>
        <p:spPr>
          <a:xfrm>
            <a:off x="571500" y="1032934"/>
            <a:ext cx="11381317" cy="5564717"/>
          </a:xfrm>
        </p:spPr>
        <p:txBody>
          <a:bodyPr/>
          <a:lstStyle/>
          <a:p>
            <a:pPr marL="363530" indent="-363530">
              <a:lnSpc>
                <a:spcPts val="4000"/>
              </a:lnSpc>
              <a:buClrTx/>
              <a:buFont typeface="Wingdings" pitchFamily="2" charset="2"/>
              <a:buChar char="Ø"/>
              <a:defRPr/>
            </a:pPr>
            <a:r>
              <a:rPr lang="zh-CN" altLang="en-US" sz="3333" b="1" dirty="0">
                <a:solidFill>
                  <a:schemeClr val="tx1"/>
                </a:solidFill>
                <a:cs typeface="Times New Roman" pitchFamily="18" charset="0"/>
              </a:rPr>
              <a:t>一个目标程序运行所需的存储空间主要包括</a:t>
            </a:r>
          </a:p>
          <a:p>
            <a:pPr marL="767802" lvl="1" indent="-363530">
              <a:lnSpc>
                <a:spcPts val="4000"/>
              </a:lnSpc>
              <a:buClrTx/>
              <a:buFont typeface="Wingdings" pitchFamily="2" charset="2"/>
              <a:buChar char="Ø"/>
              <a:defRPr/>
            </a:pPr>
            <a:r>
              <a:rPr lang="zh-CN" altLang="en-US" sz="3067" b="1" dirty="0">
                <a:solidFill>
                  <a:schemeClr val="tx1"/>
                </a:solidFill>
                <a:cs typeface="Times New Roman" pitchFamily="18" charset="0"/>
              </a:rPr>
              <a:t>代码区</a:t>
            </a:r>
          </a:p>
          <a:p>
            <a:pPr marL="767802" lvl="1" indent="-363530">
              <a:lnSpc>
                <a:spcPts val="4000"/>
              </a:lnSpc>
              <a:buClrTx/>
              <a:buFont typeface="Wingdings" pitchFamily="2" charset="2"/>
              <a:buChar char="Ø"/>
              <a:defRPr/>
            </a:pPr>
            <a:r>
              <a:rPr lang="zh-CN" altLang="en-US" sz="3067" b="1" dirty="0">
                <a:solidFill>
                  <a:schemeClr val="tx1"/>
                </a:solidFill>
                <a:cs typeface="Times New Roman" pitchFamily="18" charset="0"/>
              </a:rPr>
              <a:t>数据区</a:t>
            </a:r>
          </a:p>
        </p:txBody>
      </p:sp>
      <p:sp>
        <p:nvSpPr>
          <p:cNvPr id="27651" name="Rectangle 2"/>
          <p:cNvSpPr>
            <a:spLocks noGrp="1" noChangeArrowheads="1"/>
          </p:cNvSpPr>
          <p:nvPr>
            <p:ph type="title"/>
          </p:nvPr>
        </p:nvSpPr>
        <p:spPr>
          <a:xfrm>
            <a:off x="1007533" y="357718"/>
            <a:ext cx="10574867" cy="478367"/>
          </a:xfrm>
        </p:spPr>
        <p:txBody>
          <a:bodyPr/>
          <a:lstStyle/>
          <a:p>
            <a:pPr eaLnBrk="1" hangingPunct="1"/>
            <a:r>
              <a:rPr lang="en-US" altLang="zh-CN" sz="4000" spc="300" dirty="0">
                <a:solidFill>
                  <a:prstClr val="black"/>
                </a:solidFill>
                <a:latin typeface="微软雅黑" pitchFamily="34" charset="-122"/>
                <a:ea typeface="微软雅黑" pitchFamily="34" charset="-122"/>
                <a:cs typeface="Times New Roman" panose="02020603050405020304" pitchFamily="18" charset="0"/>
              </a:rPr>
              <a:t>7.1 </a:t>
            </a:r>
            <a:r>
              <a:rPr lang="zh-CN" altLang="en-US" sz="4000" spc="300" dirty="0">
                <a:solidFill>
                  <a:prstClr val="black"/>
                </a:solidFill>
                <a:latin typeface="微软雅黑" pitchFamily="34" charset="-122"/>
                <a:ea typeface="微软雅黑" pitchFamily="34" charset="-122"/>
                <a:cs typeface="Times New Roman" panose="02020603050405020304" pitchFamily="18" charset="0"/>
              </a:rPr>
              <a:t>存储组织</a:t>
            </a:r>
            <a:endPar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5" name="TextBox 4"/>
          <p:cNvSpPr txBox="1"/>
          <p:nvPr/>
        </p:nvSpPr>
        <p:spPr>
          <a:xfrm>
            <a:off x="6147398" y="4953847"/>
            <a:ext cx="3570247" cy="1077218"/>
          </a:xfrm>
          <a:prstGeom prst="rect">
            <a:avLst/>
          </a:prstGeom>
          <a:noFill/>
        </p:spPr>
        <p:txBody>
          <a:bodyPr wrap="square">
            <a:spAutoFit/>
          </a:bodyPr>
          <a:lstStyle/>
          <a:p>
            <a:pPr defTabSz="1219170" eaLnBrk="0" fontAlgn="base" hangingPunct="0">
              <a:spcBef>
                <a:spcPct val="0"/>
              </a:spcBef>
              <a:spcAft>
                <a:spcPct val="0"/>
              </a:spcAft>
              <a:defRPr/>
            </a:pPr>
            <a:r>
              <a:rPr lang="zh-CN" altLang="en-US" sz="3200" b="1" dirty="0">
                <a:solidFill>
                  <a:prstClr val="black"/>
                </a:solidFill>
                <a:latin typeface="微软雅黑" panose="020B0503020204020204" pitchFamily="34" charset="-122"/>
                <a:ea typeface="微软雅黑" panose="020B0503020204020204" pitchFamily="34" charset="-122"/>
              </a:rPr>
              <a:t>算法 </a:t>
            </a:r>
            <a:r>
              <a:rPr lang="en-US" altLang="zh-CN" sz="3200" b="1" dirty="0">
                <a:solidFill>
                  <a:prstClr val="black"/>
                </a:solidFill>
                <a:latin typeface="微软雅黑" panose="020B0503020204020204" pitchFamily="34" charset="-122"/>
                <a:ea typeface="微软雅黑" panose="020B0503020204020204" pitchFamily="34" charset="-122"/>
              </a:rPr>
              <a:t>+ </a:t>
            </a:r>
            <a:r>
              <a:rPr lang="zh-CN" altLang="en-US" sz="3200" b="1" dirty="0">
                <a:solidFill>
                  <a:prstClr val="black"/>
                </a:solidFill>
                <a:latin typeface="微软雅黑" panose="020B0503020204020204" pitchFamily="34" charset="-122"/>
                <a:ea typeface="微软雅黑" panose="020B0503020204020204" pitchFamily="34" charset="-122"/>
              </a:rPr>
              <a:t>数据结构 </a:t>
            </a:r>
            <a:r>
              <a:rPr lang="en-US" altLang="zh-CN" sz="3200" b="1" dirty="0">
                <a:solidFill>
                  <a:prstClr val="black"/>
                </a:solidFill>
                <a:latin typeface="微软雅黑" panose="020B0503020204020204" pitchFamily="34" charset="-122"/>
                <a:ea typeface="微软雅黑" panose="020B0503020204020204" pitchFamily="34" charset="-122"/>
              </a:rPr>
              <a:t>= </a:t>
            </a:r>
            <a:r>
              <a:rPr lang="zh-CN" altLang="en-US" sz="3200" b="1" dirty="0">
                <a:solidFill>
                  <a:prstClr val="black"/>
                </a:solidFill>
                <a:latin typeface="微软雅黑" panose="020B0503020204020204" pitchFamily="34" charset="-122"/>
                <a:ea typeface="微软雅黑" panose="020B0503020204020204" pitchFamily="34" charset="-122"/>
              </a:rPr>
              <a:t>程序</a:t>
            </a:r>
          </a:p>
        </p:txBody>
      </p:sp>
      <p:grpSp>
        <p:nvGrpSpPr>
          <p:cNvPr id="6" name="组合 5"/>
          <p:cNvGrpSpPr/>
          <p:nvPr/>
        </p:nvGrpSpPr>
        <p:grpSpPr>
          <a:xfrm>
            <a:off x="1336490" y="3358686"/>
            <a:ext cx="2180277" cy="3229388"/>
            <a:chOff x="977260" y="3738003"/>
            <a:chExt cx="1635208" cy="2422041"/>
          </a:xfrm>
        </p:grpSpPr>
        <p:sp>
          <p:nvSpPr>
            <p:cNvPr id="7" name="Text Box 17"/>
            <p:cNvSpPr txBox="1">
              <a:spLocks noChangeArrowheads="1"/>
            </p:cNvSpPr>
            <p:nvPr/>
          </p:nvSpPr>
          <p:spPr bwMode="auto">
            <a:xfrm>
              <a:off x="977260" y="5852219"/>
              <a:ext cx="1635208" cy="30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lIns="0" tIns="0" rIns="0" bIns="0">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1219170" fontAlgn="base">
                <a:spcBef>
                  <a:spcPct val="0"/>
                </a:spcBef>
                <a:spcAft>
                  <a:spcPct val="0"/>
                </a:spcAft>
                <a:buClrTx/>
                <a:buSzTx/>
                <a:buNone/>
              </a:pPr>
              <a:r>
                <a:rPr lang="en-GB" altLang="zh-CN" sz="2667" b="1" dirty="0" err="1">
                  <a:solidFill>
                    <a:prstClr val="black"/>
                  </a:solidFill>
                  <a:ea typeface="宋体" panose="02010600030101010101" pitchFamily="2" charset="-122"/>
                </a:rPr>
                <a:t>Niklaus</a:t>
              </a:r>
              <a:r>
                <a:rPr lang="en-GB" altLang="zh-CN" sz="2667" b="1" dirty="0">
                  <a:solidFill>
                    <a:prstClr val="black"/>
                  </a:solidFill>
                  <a:ea typeface="宋体" panose="02010600030101010101" pitchFamily="2" charset="-122"/>
                </a:rPr>
                <a:t> Wirth</a:t>
              </a:r>
            </a:p>
          </p:txBody>
        </p:sp>
        <p:pic>
          <p:nvPicPr>
            <p:cNvPr id="8" name="Picture 18" descr="95681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7465" y="3738003"/>
              <a:ext cx="1391222" cy="207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 name="Picture 2" descr="https://images-na.ssl-images-amazon.com/images/I/31zJeiNoggL._SX258_BO1,204,203,200_.jpg"/>
          <p:cNvPicPr>
            <a:picLocks noChangeAspect="1" noChangeArrowheads="1"/>
          </p:cNvPicPr>
          <p:nvPr/>
        </p:nvPicPr>
        <p:blipFill rotWithShape="1">
          <a:blip r:embed="rId4">
            <a:extLst>
              <a:ext uri="{28A0092B-C50C-407E-A947-70E740481C1C}">
                <a14:useLocalDpi xmlns:a14="http://schemas.microsoft.com/office/drawing/2010/main" val="0"/>
              </a:ext>
            </a:extLst>
          </a:blip>
          <a:srcRect l="17387" r="17761"/>
          <a:stretch/>
        </p:blipFill>
        <p:spPr bwMode="auto">
          <a:xfrm>
            <a:off x="3865504" y="3353574"/>
            <a:ext cx="2141416" cy="3302001"/>
          </a:xfrm>
          <a:prstGeom prst="rect">
            <a:avLst/>
          </a:prstGeom>
          <a:noFill/>
          <a:extLst>
            <a:ext uri="{909E8E84-426E-40DD-AFC4-6F175D3DCCD1}">
              <a14:hiddenFill xmlns:a14="http://schemas.microsoft.com/office/drawing/2010/main">
                <a:solidFill>
                  <a:srgbClr val="FFFFFF"/>
                </a:solidFill>
              </a14:hiddenFill>
            </a:ext>
          </a:extLst>
        </p:spPr>
      </p:pic>
      <p:grpSp>
        <p:nvGrpSpPr>
          <p:cNvPr id="12" name="组合 11">
            <a:extLst>
              <a:ext uri="{FF2B5EF4-FFF2-40B4-BE49-F238E27FC236}">
                <a16:creationId xmlns:a16="http://schemas.microsoft.com/office/drawing/2014/main" id="{A1C88205-4AD0-40DE-9593-FE518E2FB2C2}"/>
              </a:ext>
            </a:extLst>
          </p:cNvPr>
          <p:cNvGrpSpPr/>
          <p:nvPr/>
        </p:nvGrpSpPr>
        <p:grpSpPr>
          <a:xfrm>
            <a:off x="2671947" y="1988841"/>
            <a:ext cx="4000116" cy="2965007"/>
            <a:chOff x="2003961" y="1491630"/>
            <a:chExt cx="3000087" cy="2223755"/>
          </a:xfrm>
        </p:grpSpPr>
        <p:cxnSp>
          <p:nvCxnSpPr>
            <p:cNvPr id="3" name="直接连接符 2">
              <a:extLst>
                <a:ext uri="{FF2B5EF4-FFF2-40B4-BE49-F238E27FC236}">
                  <a16:creationId xmlns:a16="http://schemas.microsoft.com/office/drawing/2014/main" id="{72F29B11-B5CA-47C9-AE74-C6BF685F43A1}"/>
                </a:ext>
              </a:extLst>
            </p:cNvPr>
            <p:cNvCxnSpPr>
              <a:cxnSpLocks/>
            </p:cNvCxnSpPr>
            <p:nvPr/>
          </p:nvCxnSpPr>
          <p:spPr>
            <a:xfrm>
              <a:off x="2003961" y="1491630"/>
              <a:ext cx="3000087"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ACB47553-BA4F-4026-839D-73377605F7F6}"/>
                </a:ext>
              </a:extLst>
            </p:cNvPr>
            <p:cNvCxnSpPr/>
            <p:nvPr/>
          </p:nvCxnSpPr>
          <p:spPr>
            <a:xfrm>
              <a:off x="5004048" y="1491630"/>
              <a:ext cx="0" cy="2223755"/>
            </a:xfrm>
            <a:prstGeom prst="straightConnector1">
              <a:avLst/>
            </a:prstGeom>
            <a:ln w="2540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grpSp>
        <p:nvGrpSpPr>
          <p:cNvPr id="15" name="组合 14">
            <a:extLst>
              <a:ext uri="{FF2B5EF4-FFF2-40B4-BE49-F238E27FC236}">
                <a16:creationId xmlns:a16="http://schemas.microsoft.com/office/drawing/2014/main" id="{617C463C-4803-4F24-B860-9963227F9F4C}"/>
              </a:ext>
            </a:extLst>
          </p:cNvPr>
          <p:cNvGrpSpPr/>
          <p:nvPr/>
        </p:nvGrpSpPr>
        <p:grpSpPr>
          <a:xfrm>
            <a:off x="2671948" y="2564904"/>
            <a:ext cx="5632299" cy="2528267"/>
            <a:chOff x="779825" y="1819185"/>
            <a:chExt cx="4224224" cy="1896200"/>
          </a:xfrm>
        </p:grpSpPr>
        <p:cxnSp>
          <p:nvCxnSpPr>
            <p:cNvPr id="16" name="直接连接符 15">
              <a:extLst>
                <a:ext uri="{FF2B5EF4-FFF2-40B4-BE49-F238E27FC236}">
                  <a16:creationId xmlns:a16="http://schemas.microsoft.com/office/drawing/2014/main" id="{5ABB005D-0124-4313-A38C-E3CDB31217C5}"/>
                </a:ext>
              </a:extLst>
            </p:cNvPr>
            <p:cNvCxnSpPr>
              <a:cxnSpLocks/>
            </p:cNvCxnSpPr>
            <p:nvPr/>
          </p:nvCxnSpPr>
          <p:spPr>
            <a:xfrm>
              <a:off x="779825" y="1819185"/>
              <a:ext cx="4224224"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5C3824E4-C8C0-4E67-8D89-E5660FAA8D31}"/>
                </a:ext>
              </a:extLst>
            </p:cNvPr>
            <p:cNvCxnSpPr>
              <a:cxnSpLocks/>
            </p:cNvCxnSpPr>
            <p:nvPr/>
          </p:nvCxnSpPr>
          <p:spPr>
            <a:xfrm>
              <a:off x="5004048" y="1819185"/>
              <a:ext cx="0" cy="1896200"/>
            </a:xfrm>
            <a:prstGeom prst="straightConnector1">
              <a:avLst/>
            </a:prstGeom>
            <a:ln w="2540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24469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20483">
                                            <p:txEl>
                                              <p:pRg st="0" end="0"/>
                                            </p:txEl>
                                          </p:spTgt>
                                        </p:tgtEl>
                                        <p:attrNameLst>
                                          <p:attrName>style.visibility</p:attrName>
                                        </p:attrNameLst>
                                      </p:cBhvr>
                                      <p:to>
                                        <p:strVal val="visible"/>
                                      </p:to>
                                    </p:set>
                                    <p:anim calcmode="lin" valueType="num">
                                      <p:cBhvr>
                                        <p:cTn id="24" dur="500" fill="hold"/>
                                        <p:tgtEl>
                                          <p:spTgt spid="20483">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20483">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20483">
                                            <p:txEl>
                                              <p:pRg st="0" end="0"/>
                                            </p:txEl>
                                          </p:spTgt>
                                        </p:tgtEl>
                                      </p:cBhvr>
                                    </p:animEffect>
                                  </p:childTnLst>
                                </p:cTn>
                              </p:par>
                              <p:par>
                                <p:cTn id="27" presetID="53" presetClass="entr" presetSubtype="16" fill="hold" nodeType="withEffect">
                                  <p:stCondLst>
                                    <p:cond delay="0"/>
                                  </p:stCondLst>
                                  <p:childTnLst>
                                    <p:set>
                                      <p:cBhvr>
                                        <p:cTn id="28" dur="1" fill="hold">
                                          <p:stCondLst>
                                            <p:cond delay="0"/>
                                          </p:stCondLst>
                                        </p:cTn>
                                        <p:tgtEl>
                                          <p:spTgt spid="20483">
                                            <p:txEl>
                                              <p:pRg st="1" end="1"/>
                                            </p:txEl>
                                          </p:spTgt>
                                        </p:tgtEl>
                                        <p:attrNameLst>
                                          <p:attrName>style.visibility</p:attrName>
                                        </p:attrNameLst>
                                      </p:cBhvr>
                                      <p:to>
                                        <p:strVal val="visible"/>
                                      </p:to>
                                    </p:set>
                                    <p:anim calcmode="lin" valueType="num">
                                      <p:cBhvr>
                                        <p:cTn id="29" dur="500" fill="hold"/>
                                        <p:tgtEl>
                                          <p:spTgt spid="20483">
                                            <p:txEl>
                                              <p:pRg st="1" end="1"/>
                                            </p:txEl>
                                          </p:spTgt>
                                        </p:tgtEl>
                                        <p:attrNameLst>
                                          <p:attrName>ppt_w</p:attrName>
                                        </p:attrNameLst>
                                      </p:cBhvr>
                                      <p:tavLst>
                                        <p:tav tm="0">
                                          <p:val>
                                            <p:fltVal val="0"/>
                                          </p:val>
                                        </p:tav>
                                        <p:tav tm="100000">
                                          <p:val>
                                            <p:strVal val="#ppt_w"/>
                                          </p:val>
                                        </p:tav>
                                      </p:tavLst>
                                    </p:anim>
                                    <p:anim calcmode="lin" valueType="num">
                                      <p:cBhvr>
                                        <p:cTn id="30" dur="500" fill="hold"/>
                                        <p:tgtEl>
                                          <p:spTgt spid="20483">
                                            <p:txEl>
                                              <p:pRg st="1" end="1"/>
                                            </p:txEl>
                                          </p:spTgt>
                                        </p:tgtEl>
                                        <p:attrNameLst>
                                          <p:attrName>ppt_h</p:attrName>
                                        </p:attrNameLst>
                                      </p:cBhvr>
                                      <p:tavLst>
                                        <p:tav tm="0">
                                          <p:val>
                                            <p:fltVal val="0"/>
                                          </p:val>
                                        </p:tav>
                                        <p:tav tm="100000">
                                          <p:val>
                                            <p:strVal val="#ppt_h"/>
                                          </p:val>
                                        </p:tav>
                                      </p:tavLst>
                                    </p:anim>
                                    <p:animEffect transition="in" filter="fade">
                                      <p:cBhvr>
                                        <p:cTn id="31" dur="500"/>
                                        <p:tgtEl>
                                          <p:spTgt spid="20483">
                                            <p:txEl>
                                              <p:pRg st="1" end="1"/>
                                            </p:txEl>
                                          </p:spTgt>
                                        </p:tgtEl>
                                      </p:cBhvr>
                                    </p:animEffect>
                                  </p:childTnLst>
                                </p:cTn>
                              </p:par>
                              <p:par>
                                <p:cTn id="32" presetID="53" presetClass="entr" presetSubtype="16" fill="hold" nodeType="withEffect">
                                  <p:stCondLst>
                                    <p:cond delay="0"/>
                                  </p:stCondLst>
                                  <p:childTnLst>
                                    <p:set>
                                      <p:cBhvr>
                                        <p:cTn id="33" dur="1" fill="hold">
                                          <p:stCondLst>
                                            <p:cond delay="0"/>
                                          </p:stCondLst>
                                        </p:cTn>
                                        <p:tgtEl>
                                          <p:spTgt spid="20483">
                                            <p:txEl>
                                              <p:pRg st="2" end="2"/>
                                            </p:txEl>
                                          </p:spTgt>
                                        </p:tgtEl>
                                        <p:attrNameLst>
                                          <p:attrName>style.visibility</p:attrName>
                                        </p:attrNameLst>
                                      </p:cBhvr>
                                      <p:to>
                                        <p:strVal val="visible"/>
                                      </p:to>
                                    </p:set>
                                    <p:anim calcmode="lin" valueType="num">
                                      <p:cBhvr>
                                        <p:cTn id="34" dur="500" fill="hold"/>
                                        <p:tgtEl>
                                          <p:spTgt spid="20483">
                                            <p:txEl>
                                              <p:pRg st="2" end="2"/>
                                            </p:txEl>
                                          </p:spTgt>
                                        </p:tgtEl>
                                        <p:attrNameLst>
                                          <p:attrName>ppt_w</p:attrName>
                                        </p:attrNameLst>
                                      </p:cBhvr>
                                      <p:tavLst>
                                        <p:tav tm="0">
                                          <p:val>
                                            <p:fltVal val="0"/>
                                          </p:val>
                                        </p:tav>
                                        <p:tav tm="100000">
                                          <p:val>
                                            <p:strVal val="#ppt_w"/>
                                          </p:val>
                                        </p:tav>
                                      </p:tavLst>
                                    </p:anim>
                                    <p:anim calcmode="lin" valueType="num">
                                      <p:cBhvr>
                                        <p:cTn id="35" dur="500" fill="hold"/>
                                        <p:tgtEl>
                                          <p:spTgt spid="20483">
                                            <p:txEl>
                                              <p:pRg st="2" end="2"/>
                                            </p:txEl>
                                          </p:spTgt>
                                        </p:tgtEl>
                                        <p:attrNameLst>
                                          <p:attrName>ppt_h</p:attrName>
                                        </p:attrNameLst>
                                      </p:cBhvr>
                                      <p:tavLst>
                                        <p:tav tm="0">
                                          <p:val>
                                            <p:fltVal val="0"/>
                                          </p:val>
                                        </p:tav>
                                        <p:tav tm="100000">
                                          <p:val>
                                            <p:strVal val="#ppt_h"/>
                                          </p:val>
                                        </p:tav>
                                      </p:tavLst>
                                    </p:anim>
                                    <p:animEffect transition="in" filter="fade">
                                      <p:cBhvr>
                                        <p:cTn id="36" dur="500"/>
                                        <p:tgtEl>
                                          <p:spTgt spid="20483">
                                            <p:txEl>
                                              <p:pRg st="2" end="2"/>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nodeType="click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p:cTn id="41" dur="500" fill="hold"/>
                                        <p:tgtEl>
                                          <p:spTgt spid="12"/>
                                        </p:tgtEl>
                                        <p:attrNameLst>
                                          <p:attrName>ppt_w</p:attrName>
                                        </p:attrNameLst>
                                      </p:cBhvr>
                                      <p:tavLst>
                                        <p:tav tm="0">
                                          <p:val>
                                            <p:fltVal val="0"/>
                                          </p:val>
                                        </p:tav>
                                        <p:tav tm="100000">
                                          <p:val>
                                            <p:strVal val="#ppt_w"/>
                                          </p:val>
                                        </p:tav>
                                      </p:tavLst>
                                    </p:anim>
                                    <p:anim calcmode="lin" valueType="num">
                                      <p:cBhvr>
                                        <p:cTn id="42" dur="500" fill="hold"/>
                                        <p:tgtEl>
                                          <p:spTgt spid="12"/>
                                        </p:tgtEl>
                                        <p:attrNameLst>
                                          <p:attrName>ppt_h</p:attrName>
                                        </p:attrNameLst>
                                      </p:cBhvr>
                                      <p:tavLst>
                                        <p:tav tm="0">
                                          <p:val>
                                            <p:fltVal val="0"/>
                                          </p:val>
                                        </p:tav>
                                        <p:tav tm="100000">
                                          <p:val>
                                            <p:strVal val="#ppt_h"/>
                                          </p:val>
                                        </p:tav>
                                      </p:tavLst>
                                    </p:anim>
                                    <p:animEffect transition="in" filter="fad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15"/>
                                        </p:tgtEl>
                                        <p:attrNameLst>
                                          <p:attrName>style.visibility</p:attrName>
                                        </p:attrNameLst>
                                      </p:cBhvr>
                                      <p:to>
                                        <p:strVal val="visible"/>
                                      </p:to>
                                    </p:set>
                                    <p:anim calcmode="lin" valueType="num">
                                      <p:cBhvr>
                                        <p:cTn id="48" dur="500" fill="hold"/>
                                        <p:tgtEl>
                                          <p:spTgt spid="15"/>
                                        </p:tgtEl>
                                        <p:attrNameLst>
                                          <p:attrName>ppt_w</p:attrName>
                                        </p:attrNameLst>
                                      </p:cBhvr>
                                      <p:tavLst>
                                        <p:tav tm="0">
                                          <p:val>
                                            <p:fltVal val="0"/>
                                          </p:val>
                                        </p:tav>
                                        <p:tav tm="100000">
                                          <p:val>
                                            <p:strVal val="#ppt_w"/>
                                          </p:val>
                                        </p:tav>
                                      </p:tavLst>
                                    </p:anim>
                                    <p:anim calcmode="lin" valueType="num">
                                      <p:cBhvr>
                                        <p:cTn id="49" dur="500" fill="hold"/>
                                        <p:tgtEl>
                                          <p:spTgt spid="15"/>
                                        </p:tgtEl>
                                        <p:attrNameLst>
                                          <p:attrName>ppt_h</p:attrName>
                                        </p:attrNameLst>
                                      </p:cBhvr>
                                      <p:tavLst>
                                        <p:tav tm="0">
                                          <p:val>
                                            <p:fltVal val="0"/>
                                          </p:val>
                                        </p:tav>
                                        <p:tav tm="100000">
                                          <p:val>
                                            <p:strVal val="#ppt_h"/>
                                          </p:val>
                                        </p:tav>
                                      </p:tavLst>
                                    </p:anim>
                                    <p:animEffect transition="in" filter="fade">
                                      <p:cBhvr>
                                        <p:cTn id="5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4803" name="Rectangle 3"/>
          <p:cNvSpPr>
            <a:spLocks noGrp="1" noChangeArrowheads="1"/>
          </p:cNvSpPr>
          <p:nvPr>
            <p:ph idx="1"/>
          </p:nvPr>
        </p:nvSpPr>
        <p:spPr>
          <a:xfrm>
            <a:off x="571501" y="1128185"/>
            <a:ext cx="10953751" cy="5276849"/>
          </a:xfrm>
        </p:spPr>
        <p:txBody>
          <a:bodyPr/>
          <a:lstStyle/>
          <a:p>
            <a:pPr eaLnBrk="1" hangingPunct="1">
              <a:lnSpc>
                <a:spcPts val="5333"/>
              </a:lnSpc>
              <a:buClrTx/>
              <a:buFont typeface="Wingdings" panose="05000000000000000000" pitchFamily="2" charset="2"/>
              <a:buChar char="Ø"/>
              <a:defRPr/>
            </a:pPr>
            <a:r>
              <a:rPr lang="zh-CN" altLang="en-US" sz="3333" b="1" dirty="0">
                <a:solidFill>
                  <a:schemeClr val="tx1"/>
                </a:solidFill>
                <a:cs typeface="Times New Roman" panose="02020603050405020304" pitchFamily="18" charset="0"/>
              </a:rPr>
              <a:t>使用</a:t>
            </a:r>
            <a:r>
              <a:rPr lang="zh-CN" altLang="en-US" sz="3333" b="1" dirty="0">
                <a:solidFill>
                  <a:schemeClr val="tx2">
                    <a:lumMod val="60000"/>
                    <a:lumOff val="40000"/>
                  </a:schemeClr>
                </a:solidFill>
                <a:cs typeface="Times New Roman" panose="02020603050405020304" pitchFamily="18" charset="0"/>
              </a:rPr>
              <a:t>过程</a:t>
            </a:r>
            <a:r>
              <a:rPr lang="en-US" altLang="zh-CN" sz="3333" b="1" dirty="0">
                <a:solidFill>
                  <a:schemeClr val="tx1"/>
                </a:solidFill>
                <a:cs typeface="Times New Roman" panose="02020603050405020304" pitchFamily="18" charset="0"/>
              </a:rPr>
              <a:t>(</a:t>
            </a:r>
            <a:r>
              <a:rPr lang="zh-CN" altLang="en-US" sz="3333" b="1" dirty="0">
                <a:solidFill>
                  <a:schemeClr val="tx1"/>
                </a:solidFill>
                <a:cs typeface="Times New Roman" panose="02020603050405020304" pitchFamily="18" charset="0"/>
              </a:rPr>
              <a:t>或</a:t>
            </a:r>
            <a:r>
              <a:rPr lang="zh-CN" altLang="en-US" sz="3333" b="1" dirty="0">
                <a:solidFill>
                  <a:schemeClr val="tx2">
                    <a:lumMod val="60000"/>
                    <a:lumOff val="40000"/>
                  </a:schemeClr>
                </a:solidFill>
                <a:cs typeface="Times New Roman" panose="02020603050405020304" pitchFamily="18" charset="0"/>
              </a:rPr>
              <a:t>函数</a:t>
            </a:r>
            <a:r>
              <a:rPr lang="zh-CN" altLang="en-US" sz="3333" b="1" dirty="0">
                <a:solidFill>
                  <a:schemeClr val="tx1"/>
                </a:solidFill>
                <a:cs typeface="Times New Roman" panose="02020603050405020304" pitchFamily="18" charset="0"/>
              </a:rPr>
              <a:t>、</a:t>
            </a:r>
            <a:r>
              <a:rPr lang="zh-CN" altLang="en-US" sz="3333" b="1" dirty="0">
                <a:solidFill>
                  <a:schemeClr val="tx2">
                    <a:lumMod val="60000"/>
                    <a:lumOff val="40000"/>
                  </a:schemeClr>
                </a:solidFill>
                <a:cs typeface="Times New Roman" panose="02020603050405020304" pitchFamily="18" charset="0"/>
              </a:rPr>
              <a:t>方法</a:t>
            </a:r>
            <a:r>
              <a:rPr lang="en-US" altLang="zh-CN" sz="3333" b="1" dirty="0">
                <a:solidFill>
                  <a:schemeClr val="tx1"/>
                </a:solidFill>
                <a:cs typeface="Times New Roman" panose="02020603050405020304" pitchFamily="18" charset="0"/>
              </a:rPr>
              <a:t>)</a:t>
            </a:r>
            <a:r>
              <a:rPr lang="zh-CN" altLang="en-US" sz="3333" b="1" dirty="0">
                <a:solidFill>
                  <a:schemeClr val="tx1"/>
                </a:solidFill>
                <a:cs typeface="Times New Roman" panose="02020603050405020304" pitchFamily="18" charset="0"/>
              </a:rPr>
              <a:t>作为用户自定义动作的单元的语言，其编译器通常</a:t>
            </a:r>
            <a:r>
              <a:rPr lang="zh-CN" altLang="en-US" sz="3333" b="1" dirty="0">
                <a:solidFill>
                  <a:schemeClr val="tx2">
                    <a:lumMod val="60000"/>
                    <a:lumOff val="40000"/>
                  </a:schemeClr>
                </a:solidFill>
                <a:cs typeface="Times New Roman" panose="02020603050405020304" pitchFamily="18" charset="0"/>
              </a:rPr>
              <a:t>以过程为单位分配存储空间</a:t>
            </a:r>
            <a:endParaRPr lang="en-US" altLang="zh-CN" sz="3333" b="1" dirty="0">
              <a:solidFill>
                <a:schemeClr val="tx2">
                  <a:lumMod val="60000"/>
                  <a:lumOff val="40000"/>
                </a:schemeClr>
              </a:solidFill>
              <a:cs typeface="Times New Roman" panose="02020603050405020304" pitchFamily="18" charset="0"/>
            </a:endParaRPr>
          </a:p>
          <a:p>
            <a:pPr eaLnBrk="1" hangingPunct="1">
              <a:lnSpc>
                <a:spcPts val="5333"/>
              </a:lnSpc>
              <a:buClrTx/>
              <a:buFont typeface="Wingdings" panose="05000000000000000000" pitchFamily="2" charset="2"/>
              <a:buChar char="Ø"/>
              <a:defRPr/>
            </a:pPr>
            <a:r>
              <a:rPr lang="zh-CN" altLang="en-US" sz="3333" b="1" dirty="0">
                <a:solidFill>
                  <a:schemeClr val="tx1"/>
                </a:solidFill>
                <a:cs typeface="Times New Roman" panose="02020603050405020304" pitchFamily="18" charset="0"/>
              </a:rPr>
              <a:t>过程体的每次执行称为该过程的一个</a:t>
            </a:r>
            <a:r>
              <a:rPr lang="zh-CN" altLang="en-US" sz="3333" b="1" dirty="0">
                <a:solidFill>
                  <a:srgbClr val="FF0000"/>
                </a:solidFill>
                <a:cs typeface="Times New Roman" panose="02020603050405020304" pitchFamily="18" charset="0"/>
              </a:rPr>
              <a:t>活动</a:t>
            </a:r>
            <a:r>
              <a:rPr lang="en-US" altLang="zh-CN" sz="2667" b="1" dirty="0">
                <a:solidFill>
                  <a:schemeClr val="tx1"/>
                </a:solidFill>
                <a:cs typeface="Times New Roman" panose="02020603050405020304" pitchFamily="18" charset="0"/>
              </a:rPr>
              <a:t>(</a:t>
            </a:r>
            <a:r>
              <a:rPr lang="en-US" altLang="zh-CN" sz="2667" b="1" i="1" dirty="0">
                <a:solidFill>
                  <a:schemeClr val="tx1"/>
                </a:solidFill>
                <a:cs typeface="Times New Roman" panose="02020603050405020304" pitchFamily="18" charset="0"/>
              </a:rPr>
              <a:t>activation</a:t>
            </a:r>
            <a:r>
              <a:rPr lang="en-US" altLang="zh-CN" sz="2667" b="1" dirty="0">
                <a:solidFill>
                  <a:schemeClr val="tx1"/>
                </a:solidFill>
                <a:cs typeface="Times New Roman" panose="02020603050405020304" pitchFamily="18" charset="0"/>
              </a:rPr>
              <a:t>)</a:t>
            </a:r>
          </a:p>
          <a:p>
            <a:pPr eaLnBrk="1" hangingPunct="1">
              <a:lnSpc>
                <a:spcPts val="5333"/>
              </a:lnSpc>
              <a:buClrTx/>
              <a:buFont typeface="Wingdings" panose="05000000000000000000" pitchFamily="2" charset="2"/>
              <a:buChar char="Ø"/>
              <a:defRPr/>
            </a:pPr>
            <a:r>
              <a:rPr lang="zh-CN" altLang="en-US" sz="3333" b="1" dirty="0">
                <a:solidFill>
                  <a:schemeClr val="tx1"/>
                </a:solidFill>
                <a:cs typeface="Times New Roman" panose="02020603050405020304" pitchFamily="18" charset="0"/>
              </a:rPr>
              <a:t>过程每执行一次，就为它分配</a:t>
            </a:r>
            <a:r>
              <a:rPr lang="zh-CN" altLang="en-US" sz="3333" b="1" dirty="0">
                <a:solidFill>
                  <a:schemeClr val="tx2">
                    <a:lumMod val="60000"/>
                    <a:lumOff val="40000"/>
                  </a:schemeClr>
                </a:solidFill>
                <a:cs typeface="Times New Roman" panose="02020603050405020304" pitchFamily="18" charset="0"/>
              </a:rPr>
              <a:t>一块连续存储区</a:t>
            </a:r>
            <a:r>
              <a:rPr lang="zh-CN" altLang="en-US" sz="3333" b="1" dirty="0">
                <a:solidFill>
                  <a:schemeClr val="tx1"/>
                </a:solidFill>
                <a:cs typeface="Times New Roman" panose="02020603050405020304" pitchFamily="18" charset="0"/>
              </a:rPr>
              <a:t>，用来管理过程一次执行所需的信息，这块连续存储区称为</a:t>
            </a:r>
            <a:r>
              <a:rPr lang="zh-CN" altLang="en-US" sz="3333" b="1" dirty="0">
                <a:solidFill>
                  <a:srgbClr val="FF0000"/>
                </a:solidFill>
                <a:cs typeface="Times New Roman" panose="02020603050405020304" pitchFamily="18" charset="0"/>
              </a:rPr>
              <a:t>活动记录</a:t>
            </a:r>
            <a:r>
              <a:rPr lang="en-US" altLang="zh-CN" sz="2667" b="1" dirty="0">
                <a:solidFill>
                  <a:schemeClr val="tx1"/>
                </a:solidFill>
                <a:cs typeface="Times New Roman" panose="02020603050405020304" pitchFamily="18" charset="0"/>
              </a:rPr>
              <a:t>( </a:t>
            </a:r>
            <a:r>
              <a:rPr lang="en-US" altLang="zh-CN" sz="2667" b="1" i="1" dirty="0">
                <a:solidFill>
                  <a:schemeClr val="tx1"/>
                </a:solidFill>
                <a:cs typeface="Times New Roman" panose="02020603050405020304" pitchFamily="18" charset="0"/>
              </a:rPr>
              <a:t>activation record </a:t>
            </a:r>
            <a:r>
              <a:rPr lang="en-US" altLang="zh-CN" sz="2667" b="1" dirty="0">
                <a:solidFill>
                  <a:schemeClr val="tx1"/>
                </a:solidFill>
                <a:cs typeface="Times New Roman" panose="02020603050405020304" pitchFamily="18" charset="0"/>
              </a:rPr>
              <a:t>)</a:t>
            </a:r>
          </a:p>
        </p:txBody>
      </p:sp>
      <p:sp>
        <p:nvSpPr>
          <p:cNvPr id="31747"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活动记录</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844803">
                                            <p:txEl>
                                              <p:pRg st="0" end="0"/>
                                            </p:txEl>
                                          </p:spTgt>
                                        </p:tgtEl>
                                        <p:attrNameLst>
                                          <p:attrName>style.visibility</p:attrName>
                                        </p:attrNameLst>
                                      </p:cBhvr>
                                      <p:to>
                                        <p:strVal val="visible"/>
                                      </p:to>
                                    </p:set>
                                    <p:anim calcmode="lin" valueType="num">
                                      <p:cBhvr>
                                        <p:cTn id="7" dur="500" fill="hold"/>
                                        <p:tgtEl>
                                          <p:spTgt spid="84480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84480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84480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nodeType="clickEffect">
                                  <p:stCondLst>
                                    <p:cond delay="0"/>
                                  </p:stCondLst>
                                  <p:childTnLst>
                                    <p:set>
                                      <p:cBhvr>
                                        <p:cTn id="13" dur="1" fill="hold">
                                          <p:stCondLst>
                                            <p:cond delay="0"/>
                                          </p:stCondLst>
                                        </p:cTn>
                                        <p:tgtEl>
                                          <p:spTgt spid="844803">
                                            <p:txEl>
                                              <p:pRg st="1" end="1"/>
                                            </p:txEl>
                                          </p:spTgt>
                                        </p:tgtEl>
                                        <p:attrNameLst>
                                          <p:attrName>style.visibility</p:attrName>
                                        </p:attrNameLst>
                                      </p:cBhvr>
                                      <p:to>
                                        <p:strVal val="visible"/>
                                      </p:to>
                                    </p:set>
                                    <p:anim calcmode="lin" valueType="num">
                                      <p:cBhvr>
                                        <p:cTn id="14" dur="500" fill="hold"/>
                                        <p:tgtEl>
                                          <p:spTgt spid="844803">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844803">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844803">
                                            <p:txEl>
                                              <p:pRg st="1" end="1"/>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0" fill="hold" nodeType="clickEffect">
                                  <p:stCondLst>
                                    <p:cond delay="0"/>
                                  </p:stCondLst>
                                  <p:childTnLst>
                                    <p:set>
                                      <p:cBhvr>
                                        <p:cTn id="20" dur="1" fill="hold">
                                          <p:stCondLst>
                                            <p:cond delay="0"/>
                                          </p:stCondLst>
                                        </p:cTn>
                                        <p:tgtEl>
                                          <p:spTgt spid="844803">
                                            <p:txEl>
                                              <p:pRg st="2" end="2"/>
                                            </p:txEl>
                                          </p:spTgt>
                                        </p:tgtEl>
                                        <p:attrNameLst>
                                          <p:attrName>style.visibility</p:attrName>
                                        </p:attrNameLst>
                                      </p:cBhvr>
                                      <p:to>
                                        <p:strVal val="visible"/>
                                      </p:to>
                                    </p:set>
                                    <p:anim calcmode="lin" valueType="num">
                                      <p:cBhvr>
                                        <p:cTn id="21" dur="500" fill="hold"/>
                                        <p:tgtEl>
                                          <p:spTgt spid="844803">
                                            <p:txEl>
                                              <p:pRg st="2" end="2"/>
                                            </p:txEl>
                                          </p:spTgt>
                                        </p:tgtEl>
                                        <p:attrNameLst>
                                          <p:attrName>ppt_w</p:attrName>
                                        </p:attrNameLst>
                                      </p:cBhvr>
                                      <p:tavLst>
                                        <p:tav tm="0">
                                          <p:val>
                                            <p:fltVal val="0"/>
                                          </p:val>
                                        </p:tav>
                                        <p:tav tm="100000">
                                          <p:val>
                                            <p:strVal val="#ppt_w"/>
                                          </p:val>
                                        </p:tav>
                                      </p:tavLst>
                                    </p:anim>
                                    <p:anim calcmode="lin" valueType="num">
                                      <p:cBhvr>
                                        <p:cTn id="22" dur="500" fill="hold"/>
                                        <p:tgtEl>
                                          <p:spTgt spid="844803">
                                            <p:txEl>
                                              <p:pRg st="2" end="2"/>
                                            </p:txEl>
                                          </p:spTgt>
                                        </p:tgtEl>
                                        <p:attrNameLst>
                                          <p:attrName>ppt_h</p:attrName>
                                        </p:attrNameLst>
                                      </p:cBhvr>
                                      <p:tavLst>
                                        <p:tav tm="0">
                                          <p:val>
                                            <p:fltVal val="0"/>
                                          </p:val>
                                        </p:tav>
                                        <p:tav tm="100000">
                                          <p:val>
                                            <p:strVal val="#ppt_h"/>
                                          </p:val>
                                        </p:tav>
                                      </p:tavLst>
                                    </p:anim>
                                    <p:animEffect transition="in" filter="fade">
                                      <p:cBhvr>
                                        <p:cTn id="23" dur="500"/>
                                        <p:tgtEl>
                                          <p:spTgt spid="84480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活动记录的一般形式</a:t>
            </a:r>
          </a:p>
        </p:txBody>
      </p:sp>
      <p:grpSp>
        <p:nvGrpSpPr>
          <p:cNvPr id="33795" name="Group 3"/>
          <p:cNvGrpSpPr>
            <a:grpSpLocks/>
          </p:cNvGrpSpPr>
          <p:nvPr/>
        </p:nvGrpSpPr>
        <p:grpSpPr bwMode="auto">
          <a:xfrm>
            <a:off x="2029832" y="2397754"/>
            <a:ext cx="4591050" cy="3903130"/>
            <a:chOff x="1908" y="1357"/>
            <a:chExt cx="2076" cy="2414"/>
          </a:xfrm>
        </p:grpSpPr>
        <p:sp>
          <p:nvSpPr>
            <p:cNvPr id="33799" name="Rectangle 4"/>
            <p:cNvSpPr>
              <a:spLocks noChangeArrowheads="1"/>
            </p:cNvSpPr>
            <p:nvPr/>
          </p:nvSpPr>
          <p:spPr bwMode="auto">
            <a:xfrm>
              <a:off x="1908" y="1406"/>
              <a:ext cx="2076" cy="2341"/>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endParaRPr>
            </a:p>
          </p:txBody>
        </p:sp>
        <p:sp>
          <p:nvSpPr>
            <p:cNvPr id="33800" name="Rectangle 5"/>
            <p:cNvSpPr>
              <a:spLocks noChangeArrowheads="1"/>
            </p:cNvSpPr>
            <p:nvPr/>
          </p:nvSpPr>
          <p:spPr bwMode="auto">
            <a:xfrm>
              <a:off x="1950" y="1357"/>
              <a:ext cx="1949"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zh-CN" altLang="en-US" sz="2667" b="1"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实 参</a:t>
              </a:r>
            </a:p>
          </p:txBody>
        </p:sp>
        <p:sp>
          <p:nvSpPr>
            <p:cNvPr id="33801" name="Line 6"/>
            <p:cNvSpPr>
              <a:spLocks noChangeShapeType="1"/>
            </p:cNvSpPr>
            <p:nvPr/>
          </p:nvSpPr>
          <p:spPr bwMode="auto">
            <a:xfrm>
              <a:off x="1935" y="1744"/>
              <a:ext cx="2021" cy="0"/>
            </a:xfrm>
            <a:prstGeom prst="line">
              <a:avLst/>
            </a:prstGeom>
            <a:noFill/>
            <a:ln w="25400">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4585" name="Rectangle 7"/>
            <p:cNvSpPr>
              <a:spLocks noChangeArrowheads="1"/>
            </p:cNvSpPr>
            <p:nvPr/>
          </p:nvSpPr>
          <p:spPr bwMode="auto">
            <a:xfrm>
              <a:off x="1952" y="3366"/>
              <a:ext cx="1949" cy="405"/>
            </a:xfrm>
            <a:prstGeom prst="rect">
              <a:avLst/>
            </a:prstGeom>
            <a:noFill/>
            <a:ln>
              <a:noFill/>
            </a:ln>
          </p:spPr>
          <p:txBody>
            <a:bodyPr tIns="110400"/>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zh-CN" altLang="en-US" sz="2667" b="1" i="0" u="none" strike="noStrike" kern="0" cap="none" spc="0" normalizeH="0" baseline="0" noProof="0" dirty="0">
                  <a:ln>
                    <a:noFill/>
                  </a:ln>
                  <a:solidFill>
                    <a:srgbClr val="000000"/>
                  </a:solidFill>
                  <a:effectLst/>
                  <a:uLnTx/>
                  <a:uFillTx/>
                  <a:latin typeface="楷体" pitchFamily="49" charset="-122"/>
                  <a:ea typeface="楷体" pitchFamily="49" charset="-122"/>
                  <a:cs typeface="+mn-cs"/>
                </a:rPr>
                <a:t>临时变量</a:t>
              </a:r>
              <a:endParaRPr kumimoji="0" lang="zh-CN" altLang="en-US" sz="2667" b="1" i="0" u="none" strike="noStrike" kern="1200" cap="none" spc="0" normalizeH="0" baseline="0" noProof="0" dirty="0">
                <a:ln>
                  <a:noFill/>
                </a:ln>
                <a:solidFill>
                  <a:prstClr val="black"/>
                </a:solidFill>
                <a:effectLst/>
                <a:uLnTx/>
                <a:uFillTx/>
                <a:latin typeface="楷体" pitchFamily="49" charset="-122"/>
                <a:ea typeface="楷体" pitchFamily="49" charset="-122"/>
                <a:cs typeface="Times New Roman" pitchFamily="18" charset="0"/>
              </a:endParaRPr>
            </a:p>
          </p:txBody>
        </p:sp>
        <p:sp>
          <p:nvSpPr>
            <p:cNvPr id="33803" name="Rectangle 8"/>
            <p:cNvSpPr>
              <a:spLocks noChangeArrowheads="1"/>
            </p:cNvSpPr>
            <p:nvPr/>
          </p:nvSpPr>
          <p:spPr bwMode="auto">
            <a:xfrm>
              <a:off x="1952" y="1711"/>
              <a:ext cx="1949"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endParaRPr kumimoji="0" lang="zh-CN" altLang="en-US" sz="2667" b="1"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endParaRPr>
            </a:p>
          </p:txBody>
        </p:sp>
        <p:sp>
          <p:nvSpPr>
            <p:cNvPr id="33804" name="Line 9"/>
            <p:cNvSpPr>
              <a:spLocks noChangeShapeType="1"/>
            </p:cNvSpPr>
            <p:nvPr/>
          </p:nvSpPr>
          <p:spPr bwMode="auto">
            <a:xfrm>
              <a:off x="1909" y="2070"/>
              <a:ext cx="2034" cy="0"/>
            </a:xfrm>
            <a:prstGeom prst="line">
              <a:avLst/>
            </a:prstGeom>
            <a:noFill/>
            <a:ln w="25400">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33805" name="Line 10"/>
            <p:cNvSpPr>
              <a:spLocks noChangeShapeType="1"/>
            </p:cNvSpPr>
            <p:nvPr/>
          </p:nvSpPr>
          <p:spPr bwMode="auto">
            <a:xfrm>
              <a:off x="1922" y="3409"/>
              <a:ext cx="2034" cy="0"/>
            </a:xfrm>
            <a:prstGeom prst="line">
              <a:avLst/>
            </a:prstGeom>
            <a:noFill/>
            <a:ln w="25400">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33806" name="Rectangle 11"/>
            <p:cNvSpPr>
              <a:spLocks noChangeArrowheads="1"/>
            </p:cNvSpPr>
            <p:nvPr/>
          </p:nvSpPr>
          <p:spPr bwMode="auto">
            <a:xfrm>
              <a:off x="1964" y="2022"/>
              <a:ext cx="1950"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zh-CN" altLang="en-US" sz="2667" b="1"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控制链</a:t>
              </a:r>
            </a:p>
          </p:txBody>
        </p:sp>
        <p:sp>
          <p:nvSpPr>
            <p:cNvPr id="33807" name="Line 12"/>
            <p:cNvSpPr>
              <a:spLocks noChangeShapeType="1"/>
            </p:cNvSpPr>
            <p:nvPr/>
          </p:nvSpPr>
          <p:spPr bwMode="auto">
            <a:xfrm>
              <a:off x="1920" y="3071"/>
              <a:ext cx="2034" cy="0"/>
            </a:xfrm>
            <a:prstGeom prst="line">
              <a:avLst/>
            </a:prstGeom>
            <a:noFill/>
            <a:ln w="25400">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33808" name="Line 13"/>
            <p:cNvSpPr>
              <a:spLocks noChangeShapeType="1"/>
            </p:cNvSpPr>
            <p:nvPr/>
          </p:nvSpPr>
          <p:spPr bwMode="auto">
            <a:xfrm>
              <a:off x="1924" y="2733"/>
              <a:ext cx="2034" cy="0"/>
            </a:xfrm>
            <a:prstGeom prst="line">
              <a:avLst/>
            </a:prstGeom>
            <a:noFill/>
            <a:ln w="25400">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33809" name="Line 14"/>
            <p:cNvSpPr>
              <a:spLocks noChangeShapeType="1"/>
            </p:cNvSpPr>
            <p:nvPr/>
          </p:nvSpPr>
          <p:spPr bwMode="auto">
            <a:xfrm>
              <a:off x="1922" y="2382"/>
              <a:ext cx="2034" cy="0"/>
            </a:xfrm>
            <a:prstGeom prst="line">
              <a:avLst/>
            </a:prstGeom>
            <a:noFill/>
            <a:ln w="25400">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33810" name="Rectangle 15"/>
            <p:cNvSpPr>
              <a:spLocks noChangeArrowheads="1"/>
            </p:cNvSpPr>
            <p:nvPr/>
          </p:nvSpPr>
          <p:spPr bwMode="auto">
            <a:xfrm>
              <a:off x="1963" y="2349"/>
              <a:ext cx="1949"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zh-CN" altLang="en-US" sz="2667" b="1"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33811" name="Rectangle 16"/>
            <p:cNvSpPr>
              <a:spLocks noChangeArrowheads="1"/>
            </p:cNvSpPr>
            <p:nvPr/>
          </p:nvSpPr>
          <p:spPr bwMode="auto">
            <a:xfrm>
              <a:off x="1964" y="2703"/>
              <a:ext cx="1950"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zh-CN" altLang="en-US" sz="2667" b="1"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保存的机器状态</a:t>
              </a:r>
            </a:p>
          </p:txBody>
        </p:sp>
        <p:sp>
          <p:nvSpPr>
            <p:cNvPr id="33812" name="Rectangle 17"/>
            <p:cNvSpPr>
              <a:spLocks noChangeArrowheads="1"/>
            </p:cNvSpPr>
            <p:nvPr/>
          </p:nvSpPr>
          <p:spPr bwMode="auto">
            <a:xfrm>
              <a:off x="1952" y="3031"/>
              <a:ext cx="1949"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zh-CN" altLang="en-US" sz="2667" b="1"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局部数据</a:t>
              </a:r>
            </a:p>
          </p:txBody>
        </p:sp>
      </p:grpSp>
      <p:sp>
        <p:nvSpPr>
          <p:cNvPr id="33798" name="矩形 1"/>
          <p:cNvSpPr>
            <a:spLocks noChangeArrowheads="1"/>
          </p:cNvSpPr>
          <p:nvPr/>
        </p:nvSpPr>
        <p:spPr bwMode="auto">
          <a:xfrm>
            <a:off x="3638500" y="3001005"/>
            <a:ext cx="1213794" cy="50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zh-CN" altLang="en-US" sz="2667" b="1"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返回值</a:t>
            </a: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2" name="文本框 21">
            <a:extLst>
              <a:ext uri="{FF2B5EF4-FFF2-40B4-BE49-F238E27FC236}">
                <a16:creationId xmlns:a16="http://schemas.microsoft.com/office/drawing/2014/main" id="{98809B38-6599-41AA-860B-64EE67096DEC}"/>
              </a:ext>
            </a:extLst>
          </p:cNvPr>
          <p:cNvSpPr txBox="1"/>
          <p:nvPr/>
        </p:nvSpPr>
        <p:spPr>
          <a:xfrm>
            <a:off x="6563383" y="2512273"/>
            <a:ext cx="4056635" cy="400110"/>
          </a:xfrm>
          <a:prstGeom prst="rect">
            <a:avLst/>
          </a:prstGeom>
          <a:noFill/>
        </p:spPr>
        <p:txBody>
          <a:bodyPr wrap="square">
            <a:spAutoFit/>
          </a:bodyPr>
          <a:lstStyle/>
          <a:p>
            <a:pPr defTabSz="1219170" fontAlgn="base">
              <a:spcBef>
                <a:spcPct val="0"/>
              </a:spcBef>
              <a:spcAft>
                <a:spcPct val="0"/>
              </a:spcAft>
              <a:defRPr/>
            </a:pPr>
            <a:r>
              <a:rPr lang="zh-CN" altLang="en-US" sz="2000" b="1" dirty="0">
                <a:solidFill>
                  <a:srgbClr val="0000FF"/>
                </a:solidFill>
                <a:latin typeface="楷体" pitchFamily="49" charset="-122"/>
                <a:ea typeface="楷体" pitchFamily="49" charset="-122"/>
              </a:rPr>
              <a:t>调用过程</a:t>
            </a:r>
            <a:r>
              <a:rPr lang="zh-CN" altLang="en-US" sz="2000" b="1" dirty="0">
                <a:solidFill>
                  <a:prstClr val="black"/>
                </a:solidFill>
                <a:latin typeface="楷体" pitchFamily="49" charset="-122"/>
                <a:ea typeface="楷体" pitchFamily="49" charset="-122"/>
              </a:rPr>
              <a:t>提供给</a:t>
            </a:r>
            <a:r>
              <a:rPr lang="zh-CN" altLang="en-US" sz="2000" b="1" dirty="0">
                <a:solidFill>
                  <a:srgbClr val="0000FF"/>
                </a:solidFill>
                <a:latin typeface="楷体" pitchFamily="49" charset="-122"/>
                <a:ea typeface="楷体" pitchFamily="49" charset="-122"/>
              </a:rPr>
              <a:t>被调用过程</a:t>
            </a:r>
            <a:r>
              <a:rPr lang="zh-CN" altLang="en-US" sz="2000" b="1" dirty="0">
                <a:solidFill>
                  <a:prstClr val="black"/>
                </a:solidFill>
                <a:latin typeface="楷体" pitchFamily="49" charset="-122"/>
                <a:ea typeface="楷体" pitchFamily="49" charset="-122"/>
              </a:rPr>
              <a:t>的参数</a:t>
            </a:r>
          </a:p>
        </p:txBody>
      </p:sp>
      <p:sp>
        <p:nvSpPr>
          <p:cNvPr id="24" name="文本框 23">
            <a:extLst>
              <a:ext uri="{FF2B5EF4-FFF2-40B4-BE49-F238E27FC236}">
                <a16:creationId xmlns:a16="http://schemas.microsoft.com/office/drawing/2014/main" id="{ECD550EA-CB4F-4A9D-B1BF-DE499F8D2F7F}"/>
              </a:ext>
            </a:extLst>
          </p:cNvPr>
          <p:cNvSpPr txBox="1"/>
          <p:nvPr/>
        </p:nvSpPr>
        <p:spPr>
          <a:xfrm>
            <a:off x="6592150" y="3083605"/>
            <a:ext cx="3840609" cy="400110"/>
          </a:xfrm>
          <a:prstGeom prst="rect">
            <a:avLst/>
          </a:prstGeom>
          <a:noFill/>
        </p:spPr>
        <p:txBody>
          <a:bodyPr wrap="square">
            <a:spAutoFit/>
          </a:bodyPr>
          <a:lstStyle/>
          <a:p>
            <a:pPr defTabSz="1219170" fontAlgn="base">
              <a:spcBef>
                <a:spcPct val="0"/>
              </a:spcBef>
              <a:spcAft>
                <a:spcPct val="0"/>
              </a:spcAft>
              <a:defRPr/>
            </a:pPr>
            <a:r>
              <a:rPr lang="zh-CN" altLang="en-US" sz="2000" b="1" dirty="0">
                <a:solidFill>
                  <a:srgbClr val="0000FF"/>
                </a:solidFill>
                <a:latin typeface="楷体" pitchFamily="49" charset="-122"/>
                <a:ea typeface="楷体" pitchFamily="49" charset="-122"/>
              </a:rPr>
              <a:t>被调用过程</a:t>
            </a:r>
            <a:r>
              <a:rPr lang="zh-CN" altLang="en-US" sz="2000" b="1" dirty="0">
                <a:solidFill>
                  <a:prstClr val="black"/>
                </a:solidFill>
                <a:latin typeface="楷体" pitchFamily="49" charset="-122"/>
                <a:ea typeface="楷体" pitchFamily="49" charset="-122"/>
              </a:rPr>
              <a:t>返回给</a:t>
            </a:r>
            <a:r>
              <a:rPr lang="zh-CN" altLang="en-US" sz="2000" b="1" dirty="0">
                <a:solidFill>
                  <a:srgbClr val="0000FF"/>
                </a:solidFill>
                <a:latin typeface="楷体" pitchFamily="49" charset="-122"/>
                <a:ea typeface="楷体" pitchFamily="49" charset="-122"/>
              </a:rPr>
              <a:t>调用过程</a:t>
            </a:r>
            <a:r>
              <a:rPr lang="zh-CN" altLang="en-US" sz="2000" b="1" dirty="0">
                <a:solidFill>
                  <a:prstClr val="black"/>
                </a:solidFill>
                <a:latin typeface="楷体" pitchFamily="49" charset="-122"/>
                <a:ea typeface="楷体" pitchFamily="49" charset="-122"/>
              </a:rPr>
              <a:t>的值</a:t>
            </a:r>
            <a:endParaRPr lang="en-US" altLang="zh-CN" sz="2000" b="1" dirty="0">
              <a:solidFill>
                <a:prstClr val="black"/>
              </a:solidFill>
              <a:latin typeface="楷体" pitchFamily="49" charset="-122"/>
              <a:ea typeface="楷体" pitchFamily="49" charset="-122"/>
            </a:endParaRPr>
          </a:p>
        </p:txBody>
      </p:sp>
      <p:sp>
        <p:nvSpPr>
          <p:cNvPr id="26" name="文本框 25">
            <a:extLst>
              <a:ext uri="{FF2B5EF4-FFF2-40B4-BE49-F238E27FC236}">
                <a16:creationId xmlns:a16="http://schemas.microsoft.com/office/drawing/2014/main" id="{BA91E75B-8427-4A8D-9F1E-8E1899FD7144}"/>
              </a:ext>
            </a:extLst>
          </p:cNvPr>
          <p:cNvSpPr txBox="1"/>
          <p:nvPr/>
        </p:nvSpPr>
        <p:spPr>
          <a:xfrm>
            <a:off x="6589920" y="3621727"/>
            <a:ext cx="3773343" cy="400110"/>
          </a:xfrm>
          <a:prstGeom prst="rect">
            <a:avLst/>
          </a:prstGeom>
          <a:noFill/>
        </p:spPr>
        <p:txBody>
          <a:bodyPr wrap="square">
            <a:spAutoFit/>
          </a:bodyPr>
          <a:lstStyle/>
          <a:p>
            <a:pPr marL="0" marR="0" lvl="0" indent="0" defTabSz="121917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dirty="0">
                <a:ln>
                  <a:noFill/>
                </a:ln>
                <a:solidFill>
                  <a:prstClr val="black"/>
                </a:solidFill>
                <a:effectLst/>
                <a:uLnTx/>
                <a:uFillTx/>
                <a:latin typeface="楷体" pitchFamily="49" charset="-122"/>
                <a:ea typeface="楷体" pitchFamily="49" charset="-122"/>
                <a:cs typeface="+mn-cs"/>
              </a:rPr>
              <a:t>指向</a:t>
            </a:r>
            <a:r>
              <a:rPr kumimoji="0" lang="zh-CN" altLang="en-US" sz="2000" b="1" i="0" u="none" strike="noStrike" kern="1200" cap="none" spc="0" normalizeH="0" baseline="0" noProof="0" dirty="0">
                <a:ln>
                  <a:noFill/>
                </a:ln>
                <a:solidFill>
                  <a:srgbClr val="0000FF"/>
                </a:solidFill>
                <a:effectLst/>
                <a:uLnTx/>
                <a:uFillTx/>
                <a:latin typeface="楷体" pitchFamily="49" charset="-122"/>
                <a:ea typeface="楷体" pitchFamily="49" charset="-122"/>
                <a:cs typeface="+mn-cs"/>
              </a:rPr>
              <a:t>调用者</a:t>
            </a:r>
            <a:r>
              <a:rPr kumimoji="0" lang="zh-CN" altLang="en-US" sz="2000" b="1" i="0" u="none" strike="noStrike" kern="1200" cap="none" spc="0" normalizeH="0" baseline="0" noProof="0" dirty="0">
                <a:ln>
                  <a:noFill/>
                </a:ln>
                <a:solidFill>
                  <a:prstClr val="black"/>
                </a:solidFill>
                <a:effectLst/>
                <a:uLnTx/>
                <a:uFillTx/>
                <a:latin typeface="楷体" pitchFamily="49" charset="-122"/>
                <a:ea typeface="楷体" pitchFamily="49" charset="-122"/>
                <a:cs typeface="+mn-cs"/>
              </a:rPr>
              <a:t>的活动记录</a:t>
            </a:r>
          </a:p>
        </p:txBody>
      </p:sp>
      <p:sp>
        <p:nvSpPr>
          <p:cNvPr id="28" name="文本框 27">
            <a:extLst>
              <a:ext uri="{FF2B5EF4-FFF2-40B4-BE49-F238E27FC236}">
                <a16:creationId xmlns:a16="http://schemas.microsoft.com/office/drawing/2014/main" id="{8D4C654F-63D3-4B18-A305-D88231E747CE}"/>
              </a:ext>
            </a:extLst>
          </p:cNvPr>
          <p:cNvSpPr txBox="1"/>
          <p:nvPr/>
        </p:nvSpPr>
        <p:spPr>
          <a:xfrm>
            <a:off x="6620882" y="4100101"/>
            <a:ext cx="5571118" cy="400110"/>
          </a:xfrm>
          <a:prstGeom prst="rect">
            <a:avLst/>
          </a:prstGeom>
          <a:noFill/>
        </p:spPr>
        <p:txBody>
          <a:bodyPr wrap="square">
            <a:spAutoFit/>
          </a:bodyPr>
          <a:lstStyle/>
          <a:p>
            <a:pPr marL="0" marR="0" lvl="0" indent="0" defTabSz="121917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dirty="0">
                <a:ln>
                  <a:noFill/>
                </a:ln>
                <a:solidFill>
                  <a:prstClr val="black"/>
                </a:solidFill>
                <a:effectLst/>
                <a:uLnTx/>
                <a:uFillTx/>
                <a:latin typeface="楷体" pitchFamily="49" charset="-122"/>
                <a:ea typeface="楷体" pitchFamily="49" charset="-122"/>
                <a:cs typeface="+mn-cs"/>
              </a:rPr>
              <a:t>用来访问存放于其它活动记录中的</a:t>
            </a:r>
            <a:r>
              <a:rPr kumimoji="0" lang="zh-CN" altLang="en-US" sz="2000" b="1" i="0" u="none" strike="noStrike" kern="1200" cap="none" spc="0" normalizeH="0" baseline="0" noProof="0" dirty="0">
                <a:ln>
                  <a:noFill/>
                </a:ln>
                <a:solidFill>
                  <a:srgbClr val="0000FF"/>
                </a:solidFill>
                <a:effectLst/>
                <a:uLnTx/>
                <a:uFillTx/>
                <a:latin typeface="楷体" pitchFamily="49" charset="-122"/>
                <a:ea typeface="楷体" pitchFamily="49" charset="-122"/>
                <a:cs typeface="+mn-cs"/>
              </a:rPr>
              <a:t>非局部数据</a:t>
            </a:r>
          </a:p>
        </p:txBody>
      </p:sp>
      <p:sp>
        <p:nvSpPr>
          <p:cNvPr id="32" name="文本框 31">
            <a:extLst>
              <a:ext uri="{FF2B5EF4-FFF2-40B4-BE49-F238E27FC236}">
                <a16:creationId xmlns:a16="http://schemas.microsoft.com/office/drawing/2014/main" id="{C322ECFE-E04D-4B02-8F52-25A10B4EA2AE}"/>
              </a:ext>
            </a:extLst>
          </p:cNvPr>
          <p:cNvSpPr txBox="1"/>
          <p:nvPr/>
        </p:nvSpPr>
        <p:spPr>
          <a:xfrm>
            <a:off x="6620882" y="4699918"/>
            <a:ext cx="5119797" cy="400110"/>
          </a:xfrm>
          <a:prstGeom prst="rect">
            <a:avLst/>
          </a:prstGeom>
          <a:noFill/>
        </p:spPr>
        <p:txBody>
          <a:bodyPr wrap="square">
            <a:spAutoFit/>
          </a:bodyPr>
          <a:lstStyle/>
          <a:p>
            <a:pPr defTabSz="1219170" fontAlgn="base">
              <a:spcBef>
                <a:spcPct val="0"/>
              </a:spcBef>
              <a:spcAft>
                <a:spcPct val="0"/>
              </a:spcAft>
              <a:defRPr/>
            </a:pPr>
            <a:r>
              <a:rPr lang="zh-CN" altLang="en-US" sz="2000" b="1" dirty="0">
                <a:solidFill>
                  <a:prstClr val="black"/>
                </a:solidFill>
                <a:latin typeface="楷体" pitchFamily="49" charset="-122"/>
                <a:ea typeface="楷体" pitchFamily="49" charset="-122"/>
              </a:rPr>
              <a:t>通常包括</a:t>
            </a:r>
            <a:r>
              <a:rPr lang="zh-CN" altLang="en-US" sz="2000" b="1" dirty="0">
                <a:solidFill>
                  <a:srgbClr val="0000FF"/>
                </a:solidFill>
                <a:latin typeface="楷体" pitchFamily="49" charset="-122"/>
                <a:ea typeface="楷体" pitchFamily="49" charset="-122"/>
              </a:rPr>
              <a:t>返回地址</a:t>
            </a:r>
            <a:r>
              <a:rPr lang="zh-CN" altLang="en-US" sz="2000" b="1" dirty="0">
                <a:solidFill>
                  <a:prstClr val="black"/>
                </a:solidFill>
                <a:latin typeface="楷体" pitchFamily="49" charset="-122"/>
                <a:ea typeface="楷体" pitchFamily="49" charset="-122"/>
              </a:rPr>
              <a:t>和一些</a:t>
            </a:r>
            <a:r>
              <a:rPr lang="zh-CN" altLang="en-US" sz="2000" b="1" dirty="0">
                <a:solidFill>
                  <a:srgbClr val="0000FF"/>
                </a:solidFill>
                <a:latin typeface="楷体" pitchFamily="49" charset="-122"/>
                <a:ea typeface="楷体" pitchFamily="49" charset="-122"/>
              </a:rPr>
              <a:t>寄存器</a:t>
            </a:r>
            <a:r>
              <a:rPr lang="zh-CN" altLang="en-US" sz="2000" b="1" dirty="0">
                <a:solidFill>
                  <a:prstClr val="black"/>
                </a:solidFill>
                <a:latin typeface="楷体" pitchFamily="49" charset="-122"/>
                <a:ea typeface="楷体" pitchFamily="49" charset="-122"/>
              </a:rPr>
              <a:t>中的内容</a:t>
            </a:r>
          </a:p>
        </p:txBody>
      </p:sp>
      <p:sp>
        <p:nvSpPr>
          <p:cNvPr id="34" name="文本框 33">
            <a:extLst>
              <a:ext uri="{FF2B5EF4-FFF2-40B4-BE49-F238E27FC236}">
                <a16:creationId xmlns:a16="http://schemas.microsoft.com/office/drawing/2014/main" id="{C64D3FD7-CCD6-47E6-ACC7-70AF1D32541A}"/>
              </a:ext>
            </a:extLst>
          </p:cNvPr>
          <p:cNvSpPr txBox="1"/>
          <p:nvPr/>
        </p:nvSpPr>
        <p:spPr>
          <a:xfrm>
            <a:off x="6620882" y="5262623"/>
            <a:ext cx="2980381" cy="400110"/>
          </a:xfrm>
          <a:prstGeom prst="rect">
            <a:avLst/>
          </a:prstGeom>
          <a:noFill/>
        </p:spPr>
        <p:txBody>
          <a:bodyPr wrap="square">
            <a:spAutoFit/>
          </a:bodyPr>
          <a:lstStyle/>
          <a:p>
            <a:pPr defTabSz="1219170" fontAlgn="base">
              <a:spcBef>
                <a:spcPct val="0"/>
              </a:spcBef>
              <a:spcAft>
                <a:spcPct val="0"/>
              </a:spcAft>
              <a:defRPr/>
            </a:pPr>
            <a:r>
              <a:rPr lang="zh-CN" altLang="en-US" sz="2000" b="1" dirty="0">
                <a:solidFill>
                  <a:prstClr val="black"/>
                </a:solidFill>
                <a:latin typeface="楷体" pitchFamily="49" charset="-122"/>
                <a:ea typeface="楷体" pitchFamily="49" charset="-122"/>
              </a:rPr>
              <a:t>在该过程中声明的数据</a:t>
            </a:r>
          </a:p>
        </p:txBody>
      </p:sp>
      <p:sp>
        <p:nvSpPr>
          <p:cNvPr id="36" name="文本框 35">
            <a:extLst>
              <a:ext uri="{FF2B5EF4-FFF2-40B4-BE49-F238E27FC236}">
                <a16:creationId xmlns:a16="http://schemas.microsoft.com/office/drawing/2014/main" id="{5F39DE13-138A-49D9-80A8-ECCAC299BBB2}"/>
              </a:ext>
            </a:extLst>
          </p:cNvPr>
          <p:cNvSpPr txBox="1"/>
          <p:nvPr/>
        </p:nvSpPr>
        <p:spPr>
          <a:xfrm>
            <a:off x="6620882" y="5755998"/>
            <a:ext cx="4672781" cy="400110"/>
          </a:xfrm>
          <a:prstGeom prst="rect">
            <a:avLst/>
          </a:prstGeom>
          <a:noFill/>
        </p:spPr>
        <p:txBody>
          <a:bodyPr wrap="square">
            <a:spAutoFit/>
          </a:bodyPr>
          <a:lstStyle/>
          <a:p>
            <a:r>
              <a:rPr lang="zh-CN" altLang="en-US" sz="2000" b="1" dirty="0">
                <a:solidFill>
                  <a:prstClr val="black"/>
                </a:solidFill>
                <a:latin typeface="楷体" pitchFamily="49" charset="-122"/>
                <a:ea typeface="楷体" pitchFamily="49" charset="-122"/>
              </a:rPr>
              <a:t>比如表达式求值过程中产生的临时变量</a:t>
            </a:r>
          </a:p>
        </p:txBody>
      </p:sp>
    </p:spTree>
    <p:extLst>
      <p:ext uri="{BB962C8B-B14F-4D97-AF65-F5344CB8AC3E}">
        <p14:creationId xmlns:p14="http://schemas.microsoft.com/office/powerpoint/2010/main" val="47654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Effect transition="in" filter="fade">
                                      <p:cBhvr>
                                        <p:cTn id="9" dur="500"/>
                                        <p:tgtEl>
                                          <p:spTgt spid="2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 calcmode="lin" valueType="num">
                                      <p:cBhvr>
                                        <p:cTn id="14" dur="500" fill="hold"/>
                                        <p:tgtEl>
                                          <p:spTgt spid="24"/>
                                        </p:tgtEl>
                                        <p:attrNameLst>
                                          <p:attrName>ppt_w</p:attrName>
                                        </p:attrNameLst>
                                      </p:cBhvr>
                                      <p:tavLst>
                                        <p:tav tm="0">
                                          <p:val>
                                            <p:fltVal val="0"/>
                                          </p:val>
                                        </p:tav>
                                        <p:tav tm="100000">
                                          <p:val>
                                            <p:strVal val="#ppt_w"/>
                                          </p:val>
                                        </p:tav>
                                      </p:tavLst>
                                    </p:anim>
                                    <p:anim calcmode="lin" valueType="num">
                                      <p:cBhvr>
                                        <p:cTn id="15" dur="500" fill="hold"/>
                                        <p:tgtEl>
                                          <p:spTgt spid="24"/>
                                        </p:tgtEl>
                                        <p:attrNameLst>
                                          <p:attrName>ppt_h</p:attrName>
                                        </p:attrNameLst>
                                      </p:cBhvr>
                                      <p:tavLst>
                                        <p:tav tm="0">
                                          <p:val>
                                            <p:fltVal val="0"/>
                                          </p:val>
                                        </p:tav>
                                        <p:tav tm="100000">
                                          <p:val>
                                            <p:strVal val="#ppt_h"/>
                                          </p:val>
                                        </p:tav>
                                      </p:tavLst>
                                    </p:anim>
                                    <p:animEffect transition="in" filter="fade">
                                      <p:cBhvr>
                                        <p:cTn id="16" dur="500"/>
                                        <p:tgtEl>
                                          <p:spTgt spid="2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26"/>
                                        </p:tgtEl>
                                        <p:attrNameLst>
                                          <p:attrName>style.visibility</p:attrName>
                                        </p:attrNameLst>
                                      </p:cBhvr>
                                      <p:to>
                                        <p:strVal val="visible"/>
                                      </p:to>
                                    </p:set>
                                    <p:anim calcmode="lin" valueType="num">
                                      <p:cBhvr>
                                        <p:cTn id="21" dur="500" fill="hold"/>
                                        <p:tgtEl>
                                          <p:spTgt spid="26"/>
                                        </p:tgtEl>
                                        <p:attrNameLst>
                                          <p:attrName>ppt_w</p:attrName>
                                        </p:attrNameLst>
                                      </p:cBhvr>
                                      <p:tavLst>
                                        <p:tav tm="0">
                                          <p:val>
                                            <p:fltVal val="0"/>
                                          </p:val>
                                        </p:tav>
                                        <p:tav tm="100000">
                                          <p:val>
                                            <p:strVal val="#ppt_w"/>
                                          </p:val>
                                        </p:tav>
                                      </p:tavLst>
                                    </p:anim>
                                    <p:anim calcmode="lin" valueType="num">
                                      <p:cBhvr>
                                        <p:cTn id="22" dur="500" fill="hold"/>
                                        <p:tgtEl>
                                          <p:spTgt spid="26"/>
                                        </p:tgtEl>
                                        <p:attrNameLst>
                                          <p:attrName>ppt_h</p:attrName>
                                        </p:attrNameLst>
                                      </p:cBhvr>
                                      <p:tavLst>
                                        <p:tav tm="0">
                                          <p:val>
                                            <p:fltVal val="0"/>
                                          </p:val>
                                        </p:tav>
                                        <p:tav tm="100000">
                                          <p:val>
                                            <p:strVal val="#ppt_h"/>
                                          </p:val>
                                        </p:tav>
                                      </p:tavLst>
                                    </p:anim>
                                    <p:animEffect transition="in" filter="fade">
                                      <p:cBhvr>
                                        <p:cTn id="23" dur="500"/>
                                        <p:tgtEl>
                                          <p:spTgt spid="26"/>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28"/>
                                        </p:tgtEl>
                                        <p:attrNameLst>
                                          <p:attrName>style.visibility</p:attrName>
                                        </p:attrNameLst>
                                      </p:cBhvr>
                                      <p:to>
                                        <p:strVal val="visible"/>
                                      </p:to>
                                    </p:set>
                                    <p:anim calcmode="lin" valueType="num">
                                      <p:cBhvr>
                                        <p:cTn id="28" dur="500" fill="hold"/>
                                        <p:tgtEl>
                                          <p:spTgt spid="28"/>
                                        </p:tgtEl>
                                        <p:attrNameLst>
                                          <p:attrName>ppt_w</p:attrName>
                                        </p:attrNameLst>
                                      </p:cBhvr>
                                      <p:tavLst>
                                        <p:tav tm="0">
                                          <p:val>
                                            <p:fltVal val="0"/>
                                          </p:val>
                                        </p:tav>
                                        <p:tav tm="100000">
                                          <p:val>
                                            <p:strVal val="#ppt_w"/>
                                          </p:val>
                                        </p:tav>
                                      </p:tavLst>
                                    </p:anim>
                                    <p:anim calcmode="lin" valueType="num">
                                      <p:cBhvr>
                                        <p:cTn id="29" dur="500" fill="hold"/>
                                        <p:tgtEl>
                                          <p:spTgt spid="28"/>
                                        </p:tgtEl>
                                        <p:attrNameLst>
                                          <p:attrName>ppt_h</p:attrName>
                                        </p:attrNameLst>
                                      </p:cBhvr>
                                      <p:tavLst>
                                        <p:tav tm="0">
                                          <p:val>
                                            <p:fltVal val="0"/>
                                          </p:val>
                                        </p:tav>
                                        <p:tav tm="100000">
                                          <p:val>
                                            <p:strVal val="#ppt_h"/>
                                          </p:val>
                                        </p:tav>
                                      </p:tavLst>
                                    </p:anim>
                                    <p:animEffect transition="in" filter="fade">
                                      <p:cBhvr>
                                        <p:cTn id="30" dur="500"/>
                                        <p:tgtEl>
                                          <p:spTgt spid="28"/>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32"/>
                                        </p:tgtEl>
                                        <p:attrNameLst>
                                          <p:attrName>style.visibility</p:attrName>
                                        </p:attrNameLst>
                                      </p:cBhvr>
                                      <p:to>
                                        <p:strVal val="visible"/>
                                      </p:to>
                                    </p:set>
                                    <p:anim calcmode="lin" valueType="num">
                                      <p:cBhvr>
                                        <p:cTn id="35" dur="500" fill="hold"/>
                                        <p:tgtEl>
                                          <p:spTgt spid="32"/>
                                        </p:tgtEl>
                                        <p:attrNameLst>
                                          <p:attrName>ppt_w</p:attrName>
                                        </p:attrNameLst>
                                      </p:cBhvr>
                                      <p:tavLst>
                                        <p:tav tm="0">
                                          <p:val>
                                            <p:fltVal val="0"/>
                                          </p:val>
                                        </p:tav>
                                        <p:tav tm="100000">
                                          <p:val>
                                            <p:strVal val="#ppt_w"/>
                                          </p:val>
                                        </p:tav>
                                      </p:tavLst>
                                    </p:anim>
                                    <p:anim calcmode="lin" valueType="num">
                                      <p:cBhvr>
                                        <p:cTn id="36" dur="500" fill="hold"/>
                                        <p:tgtEl>
                                          <p:spTgt spid="32"/>
                                        </p:tgtEl>
                                        <p:attrNameLst>
                                          <p:attrName>ppt_h</p:attrName>
                                        </p:attrNameLst>
                                      </p:cBhvr>
                                      <p:tavLst>
                                        <p:tav tm="0">
                                          <p:val>
                                            <p:fltVal val="0"/>
                                          </p:val>
                                        </p:tav>
                                        <p:tav tm="100000">
                                          <p:val>
                                            <p:strVal val="#ppt_h"/>
                                          </p:val>
                                        </p:tav>
                                      </p:tavLst>
                                    </p:anim>
                                    <p:animEffect transition="in" filter="fade">
                                      <p:cBhvr>
                                        <p:cTn id="37" dur="500"/>
                                        <p:tgtEl>
                                          <p:spTgt spid="32"/>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34"/>
                                        </p:tgtEl>
                                        <p:attrNameLst>
                                          <p:attrName>style.visibility</p:attrName>
                                        </p:attrNameLst>
                                      </p:cBhvr>
                                      <p:to>
                                        <p:strVal val="visible"/>
                                      </p:to>
                                    </p:set>
                                    <p:anim calcmode="lin" valueType="num">
                                      <p:cBhvr>
                                        <p:cTn id="42" dur="500" fill="hold"/>
                                        <p:tgtEl>
                                          <p:spTgt spid="34"/>
                                        </p:tgtEl>
                                        <p:attrNameLst>
                                          <p:attrName>ppt_w</p:attrName>
                                        </p:attrNameLst>
                                      </p:cBhvr>
                                      <p:tavLst>
                                        <p:tav tm="0">
                                          <p:val>
                                            <p:fltVal val="0"/>
                                          </p:val>
                                        </p:tav>
                                        <p:tav tm="100000">
                                          <p:val>
                                            <p:strVal val="#ppt_w"/>
                                          </p:val>
                                        </p:tav>
                                      </p:tavLst>
                                    </p:anim>
                                    <p:anim calcmode="lin" valueType="num">
                                      <p:cBhvr>
                                        <p:cTn id="43" dur="500" fill="hold"/>
                                        <p:tgtEl>
                                          <p:spTgt spid="34"/>
                                        </p:tgtEl>
                                        <p:attrNameLst>
                                          <p:attrName>ppt_h</p:attrName>
                                        </p:attrNameLst>
                                      </p:cBhvr>
                                      <p:tavLst>
                                        <p:tav tm="0">
                                          <p:val>
                                            <p:fltVal val="0"/>
                                          </p:val>
                                        </p:tav>
                                        <p:tav tm="100000">
                                          <p:val>
                                            <p:strVal val="#ppt_h"/>
                                          </p:val>
                                        </p:tav>
                                      </p:tavLst>
                                    </p:anim>
                                    <p:animEffect transition="in" filter="fade">
                                      <p:cBhvr>
                                        <p:cTn id="44" dur="500"/>
                                        <p:tgtEl>
                                          <p:spTgt spid="34"/>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grpId="0" nodeType="clickEffect">
                                  <p:stCondLst>
                                    <p:cond delay="0"/>
                                  </p:stCondLst>
                                  <p:childTnLst>
                                    <p:set>
                                      <p:cBhvr>
                                        <p:cTn id="48" dur="1" fill="hold">
                                          <p:stCondLst>
                                            <p:cond delay="0"/>
                                          </p:stCondLst>
                                        </p:cTn>
                                        <p:tgtEl>
                                          <p:spTgt spid="36"/>
                                        </p:tgtEl>
                                        <p:attrNameLst>
                                          <p:attrName>style.visibility</p:attrName>
                                        </p:attrNameLst>
                                      </p:cBhvr>
                                      <p:to>
                                        <p:strVal val="visible"/>
                                      </p:to>
                                    </p:set>
                                    <p:anim calcmode="lin" valueType="num">
                                      <p:cBhvr>
                                        <p:cTn id="49" dur="500" fill="hold"/>
                                        <p:tgtEl>
                                          <p:spTgt spid="36"/>
                                        </p:tgtEl>
                                        <p:attrNameLst>
                                          <p:attrName>ppt_w</p:attrName>
                                        </p:attrNameLst>
                                      </p:cBhvr>
                                      <p:tavLst>
                                        <p:tav tm="0">
                                          <p:val>
                                            <p:fltVal val="0"/>
                                          </p:val>
                                        </p:tav>
                                        <p:tav tm="100000">
                                          <p:val>
                                            <p:strVal val="#ppt_w"/>
                                          </p:val>
                                        </p:tav>
                                      </p:tavLst>
                                    </p:anim>
                                    <p:anim calcmode="lin" valueType="num">
                                      <p:cBhvr>
                                        <p:cTn id="50" dur="500" fill="hold"/>
                                        <p:tgtEl>
                                          <p:spTgt spid="36"/>
                                        </p:tgtEl>
                                        <p:attrNameLst>
                                          <p:attrName>ppt_h</p:attrName>
                                        </p:attrNameLst>
                                      </p:cBhvr>
                                      <p:tavLst>
                                        <p:tav tm="0">
                                          <p:val>
                                            <p:fltVal val="0"/>
                                          </p:val>
                                        </p:tav>
                                        <p:tav tm="100000">
                                          <p:val>
                                            <p:strVal val="#ppt_h"/>
                                          </p:val>
                                        </p:tav>
                                      </p:tavLst>
                                    </p:anim>
                                    <p:animEffect transition="in" filter="fade">
                                      <p:cBhvr>
                                        <p:cTn id="51"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4" grpId="0"/>
      <p:bldP spid="26" grpId="0"/>
      <p:bldP spid="28" grpId="0"/>
      <p:bldP spid="32" grpId="0"/>
      <p:bldP spid="34" grpId="0"/>
      <p:bldP spid="36"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Rectangle 3"/>
          <p:cNvSpPr>
            <a:spLocks noGrp="1" noChangeArrowheads="1"/>
          </p:cNvSpPr>
          <p:nvPr>
            <p:ph idx="1"/>
          </p:nvPr>
        </p:nvSpPr>
        <p:spPr>
          <a:xfrm>
            <a:off x="571500" y="1458097"/>
            <a:ext cx="11381317" cy="5139554"/>
          </a:xfrm>
        </p:spPr>
        <p:txBody>
          <a:bodyPr/>
          <a:lstStyle/>
          <a:p>
            <a:pPr marL="363530" indent="-363530">
              <a:lnSpc>
                <a:spcPts val="4500"/>
              </a:lnSpc>
              <a:buClrTx/>
              <a:buFont typeface="Wingdings" pitchFamily="2" charset="2"/>
              <a:buChar char="Ø"/>
              <a:defRPr/>
            </a:pPr>
            <a:r>
              <a:rPr lang="zh-CN" altLang="en-US" sz="3333" b="1" dirty="0">
                <a:solidFill>
                  <a:schemeClr val="tx1"/>
                </a:solidFill>
                <a:cs typeface="Times New Roman" pitchFamily="18" charset="0"/>
              </a:rPr>
              <a:t>对于那些在</a:t>
            </a:r>
            <a:r>
              <a:rPr lang="zh-CN" altLang="en-US" sz="3333" b="1" dirty="0">
                <a:solidFill>
                  <a:schemeClr val="tx2">
                    <a:lumMod val="60000"/>
                    <a:lumOff val="40000"/>
                  </a:schemeClr>
                </a:solidFill>
                <a:cs typeface="Times New Roman" pitchFamily="18" charset="0"/>
              </a:rPr>
              <a:t>编译时刻</a:t>
            </a:r>
            <a:r>
              <a:rPr lang="zh-CN" altLang="en-US" sz="3333" b="1" dirty="0">
                <a:solidFill>
                  <a:schemeClr val="tx1"/>
                </a:solidFill>
                <a:cs typeface="Times New Roman" pitchFamily="18" charset="0"/>
              </a:rPr>
              <a:t>就可以确定大小的数据对象，可以在编译时刻就为它们分配存储空间，这样的分配策略称为</a:t>
            </a:r>
            <a:r>
              <a:rPr lang="zh-CN" altLang="en-US" sz="3333" b="1" dirty="0">
                <a:solidFill>
                  <a:srgbClr val="FF0000"/>
                </a:solidFill>
                <a:cs typeface="Times New Roman" pitchFamily="18" charset="0"/>
              </a:rPr>
              <a:t>静态存储分配</a:t>
            </a:r>
          </a:p>
          <a:p>
            <a:pPr marL="363530" indent="-363530">
              <a:lnSpc>
                <a:spcPts val="4500"/>
              </a:lnSpc>
              <a:buClrTx/>
              <a:buFont typeface="Wingdings" pitchFamily="2" charset="2"/>
              <a:buChar char="Ø"/>
              <a:defRPr/>
            </a:pPr>
            <a:r>
              <a:rPr lang="zh-CN" altLang="en-US" sz="3333" b="1" dirty="0">
                <a:solidFill>
                  <a:schemeClr val="tx1"/>
                </a:solidFill>
                <a:cs typeface="Times New Roman" pitchFamily="18" charset="0"/>
              </a:rPr>
              <a:t>反之，如果不能在编译时完全确定数据对象的大小，就要采用</a:t>
            </a:r>
            <a:r>
              <a:rPr lang="zh-CN" altLang="en-US" sz="3333" b="1" dirty="0">
                <a:solidFill>
                  <a:srgbClr val="FF0000"/>
                </a:solidFill>
                <a:cs typeface="Times New Roman" pitchFamily="18" charset="0"/>
              </a:rPr>
              <a:t>动态存储分配</a:t>
            </a:r>
            <a:r>
              <a:rPr lang="zh-CN" altLang="en-US" sz="3333" b="1" dirty="0">
                <a:solidFill>
                  <a:schemeClr val="tx1"/>
                </a:solidFill>
                <a:cs typeface="Times New Roman" pitchFamily="18" charset="0"/>
              </a:rPr>
              <a:t>的策略。即在编译时仅产生各种必要的信息，而在</a:t>
            </a:r>
            <a:r>
              <a:rPr lang="zh-CN" altLang="en-US" sz="3333" b="1" dirty="0">
                <a:solidFill>
                  <a:schemeClr val="tx2">
                    <a:lumMod val="60000"/>
                    <a:lumOff val="40000"/>
                  </a:schemeClr>
                </a:solidFill>
                <a:cs typeface="Times New Roman" pitchFamily="18" charset="0"/>
              </a:rPr>
              <a:t>运行时刻</a:t>
            </a:r>
            <a:r>
              <a:rPr lang="zh-CN" altLang="en-US" sz="3333" b="1" dirty="0">
                <a:solidFill>
                  <a:schemeClr val="tx1"/>
                </a:solidFill>
                <a:cs typeface="Times New Roman" pitchFamily="18" charset="0"/>
              </a:rPr>
              <a:t>，再动态地分配数据对象的存储空间</a:t>
            </a:r>
            <a:endParaRPr lang="en-US" altLang="zh-CN" sz="3333" b="1" dirty="0">
              <a:solidFill>
                <a:schemeClr val="tx1"/>
              </a:solidFill>
              <a:cs typeface="Times New Roman" pitchFamily="18" charset="0"/>
            </a:endParaRPr>
          </a:p>
          <a:p>
            <a:pPr marL="0" indent="0">
              <a:lnSpc>
                <a:spcPts val="4667"/>
              </a:lnSpc>
              <a:buClrTx/>
              <a:buNone/>
              <a:defRPr/>
            </a:pPr>
            <a:endParaRPr lang="zh-CN" altLang="en-US" sz="3333" b="1" dirty="0">
              <a:solidFill>
                <a:schemeClr val="tx1"/>
              </a:solidFill>
              <a:cs typeface="Times New Roman" pitchFamily="18" charset="0"/>
            </a:endParaRPr>
          </a:p>
        </p:txBody>
      </p:sp>
      <p:sp>
        <p:nvSpPr>
          <p:cNvPr id="27651"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存储分配策略</a:t>
            </a:r>
          </a:p>
        </p:txBody>
      </p:sp>
      <p:sp>
        <p:nvSpPr>
          <p:cNvPr id="4" name="Rectangle 4"/>
          <p:cNvSpPr>
            <a:spLocks noChangeArrowheads="1"/>
          </p:cNvSpPr>
          <p:nvPr/>
        </p:nvSpPr>
        <p:spPr bwMode="auto">
          <a:xfrm>
            <a:off x="1967542" y="5733257"/>
            <a:ext cx="8065063" cy="605230"/>
          </a:xfrm>
          <a:prstGeom prst="rect">
            <a:avLst/>
          </a:prstGeom>
          <a:solidFill>
            <a:schemeClr val="accent5">
              <a:lumMod val="60000"/>
              <a:lumOff val="40000"/>
            </a:schemeClr>
          </a:solidFill>
          <a:ln w="9525">
            <a:solidFill>
              <a:schemeClr val="tx1"/>
            </a:solidFill>
            <a:miter lim="800000"/>
            <a:headEnd/>
            <a:tailEnd/>
          </a:ln>
        </p:spPr>
        <p:txBody>
          <a:bodyPr wrap="square" lIns="91440" tIns="45720" rIns="91440" bIns="45720">
            <a:spAutoFit/>
          </a:bodyPr>
          <a:lstStyle/>
          <a:p>
            <a:pPr algn="ctr" defTabSz="1219170" fontAlgn="base">
              <a:spcBef>
                <a:spcPct val="0"/>
              </a:spcBef>
              <a:spcAft>
                <a:spcPct val="0"/>
              </a:spcAft>
              <a:defRPr/>
            </a:pPr>
            <a:r>
              <a:rPr lang="zh-CN" altLang="en-US" sz="3333" b="1" dirty="0">
                <a:solidFill>
                  <a:srgbClr val="0000FF"/>
                </a:solidFill>
                <a:latin typeface="楷体" pitchFamily="49" charset="-122"/>
                <a:ea typeface="楷体" pitchFamily="49" charset="-122"/>
              </a:rPr>
              <a:t>静态</a:t>
            </a:r>
            <a:r>
              <a:rPr lang="zh-CN" altLang="en-US" sz="3333" b="1" dirty="0">
                <a:solidFill>
                  <a:prstClr val="black"/>
                </a:solidFill>
                <a:latin typeface="楷体" pitchFamily="49" charset="-122"/>
                <a:ea typeface="楷体" pitchFamily="49" charset="-122"/>
              </a:rPr>
              <a:t>和</a:t>
            </a:r>
            <a:r>
              <a:rPr lang="zh-CN" altLang="en-US" sz="3333" b="1" dirty="0">
                <a:solidFill>
                  <a:srgbClr val="0000FF"/>
                </a:solidFill>
                <a:latin typeface="楷体" pitchFamily="49" charset="-122"/>
                <a:ea typeface="楷体" pitchFamily="49" charset="-122"/>
              </a:rPr>
              <a:t>动态</a:t>
            </a:r>
            <a:r>
              <a:rPr lang="zh-CN" altLang="en-US" sz="3333" b="1" dirty="0">
                <a:solidFill>
                  <a:prstClr val="black"/>
                </a:solidFill>
                <a:latin typeface="楷体" pitchFamily="49" charset="-122"/>
                <a:ea typeface="楷体" pitchFamily="49" charset="-122"/>
              </a:rPr>
              <a:t>分别对应</a:t>
            </a:r>
            <a:r>
              <a:rPr lang="zh-CN" altLang="en-US" sz="3333" b="1" dirty="0">
                <a:solidFill>
                  <a:srgbClr val="0000FF"/>
                </a:solidFill>
                <a:latin typeface="楷体" pitchFamily="49" charset="-122"/>
                <a:ea typeface="楷体" pitchFamily="49" charset="-122"/>
              </a:rPr>
              <a:t>编译时刻</a:t>
            </a:r>
            <a:r>
              <a:rPr lang="zh-CN" altLang="en-US" sz="3333" b="1" dirty="0">
                <a:solidFill>
                  <a:prstClr val="black"/>
                </a:solidFill>
                <a:latin typeface="楷体" pitchFamily="49" charset="-122"/>
                <a:ea typeface="楷体" pitchFamily="49" charset="-122"/>
              </a:rPr>
              <a:t>和</a:t>
            </a:r>
            <a:r>
              <a:rPr lang="zh-CN" altLang="en-US" sz="3333" b="1" dirty="0">
                <a:solidFill>
                  <a:srgbClr val="0000FF"/>
                </a:solidFill>
                <a:latin typeface="楷体" pitchFamily="49" charset="-122"/>
                <a:ea typeface="楷体" pitchFamily="49" charset="-122"/>
              </a:rPr>
              <a:t>运行时刻</a:t>
            </a:r>
            <a:endParaRPr lang="zh-CN" altLang="en-US" sz="3333" b="1" dirty="0">
              <a:solidFill>
                <a:srgbClr val="5EAEFF"/>
              </a:solidFill>
              <a:latin typeface="楷体" pitchFamily="49" charset="-122"/>
              <a:ea typeface="楷体"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anim calcmode="lin" valueType="num">
                                      <p:cBhvr>
                                        <p:cTn id="7" dur="500" fill="hold"/>
                                        <p:tgtEl>
                                          <p:spTgt spid="2048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048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0483">
                                            <p:txEl>
                                              <p:pRg st="0" end="0"/>
                                            </p:txEl>
                                          </p:spTgt>
                                        </p:tgtEl>
                                      </p:cBhvr>
                                    </p:animEffect>
                                  </p:childTnLst>
                                </p:cTn>
                              </p:par>
                              <p:par>
                                <p:cTn id="10" presetID="53" presetClass="entr" presetSubtype="16" fill="hold" nodeType="withEffect">
                                  <p:stCondLst>
                                    <p:cond delay="0"/>
                                  </p:stCondLst>
                                  <p:childTnLst>
                                    <p:set>
                                      <p:cBhvr>
                                        <p:cTn id="11" dur="1" fill="hold">
                                          <p:stCondLst>
                                            <p:cond delay="0"/>
                                          </p:stCondLst>
                                        </p:cTn>
                                        <p:tgtEl>
                                          <p:spTgt spid="20483">
                                            <p:txEl>
                                              <p:pRg st="1" end="1"/>
                                            </p:txEl>
                                          </p:spTgt>
                                        </p:tgtEl>
                                        <p:attrNameLst>
                                          <p:attrName>style.visibility</p:attrName>
                                        </p:attrNameLst>
                                      </p:cBhvr>
                                      <p:to>
                                        <p:strVal val="visible"/>
                                      </p:to>
                                    </p:set>
                                    <p:anim calcmode="lin" valueType="num">
                                      <p:cBhvr>
                                        <p:cTn id="12" dur="500" fill="hold"/>
                                        <p:tgtEl>
                                          <p:spTgt spid="20483">
                                            <p:txEl>
                                              <p:pRg st="1" end="1"/>
                                            </p:txEl>
                                          </p:spTgt>
                                        </p:tgtEl>
                                        <p:attrNameLst>
                                          <p:attrName>ppt_w</p:attrName>
                                        </p:attrNameLst>
                                      </p:cBhvr>
                                      <p:tavLst>
                                        <p:tav tm="0">
                                          <p:val>
                                            <p:fltVal val="0"/>
                                          </p:val>
                                        </p:tav>
                                        <p:tav tm="100000">
                                          <p:val>
                                            <p:strVal val="#ppt_w"/>
                                          </p:val>
                                        </p:tav>
                                      </p:tavLst>
                                    </p:anim>
                                    <p:anim calcmode="lin" valueType="num">
                                      <p:cBhvr>
                                        <p:cTn id="13" dur="500" fill="hold"/>
                                        <p:tgtEl>
                                          <p:spTgt spid="20483">
                                            <p:txEl>
                                              <p:pRg st="1" end="1"/>
                                            </p:txEl>
                                          </p:spTgt>
                                        </p:tgtEl>
                                        <p:attrNameLst>
                                          <p:attrName>ppt_h</p:attrName>
                                        </p:attrNameLst>
                                      </p:cBhvr>
                                      <p:tavLst>
                                        <p:tav tm="0">
                                          <p:val>
                                            <p:fltVal val="0"/>
                                          </p:val>
                                        </p:tav>
                                        <p:tav tm="100000">
                                          <p:val>
                                            <p:strVal val="#ppt_h"/>
                                          </p:val>
                                        </p:tav>
                                      </p:tavLst>
                                    </p:anim>
                                    <p:animEffect transition="in" filter="fade">
                                      <p:cBhvr>
                                        <p:cTn id="14" dur="500"/>
                                        <p:tgtEl>
                                          <p:spTgt spid="20483">
                                            <p:txEl>
                                              <p:pRg st="1" end="1"/>
                                            </p:txEl>
                                          </p:spTgt>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内容占位符 1"/>
          <p:cNvSpPr>
            <a:spLocks noGrp="1"/>
          </p:cNvSpPr>
          <p:nvPr>
            <p:ph idx="1"/>
          </p:nvPr>
        </p:nvSpPr>
        <p:spPr>
          <a:xfrm>
            <a:off x="612323" y="1278466"/>
            <a:ext cx="10710333" cy="4301067"/>
          </a:xfrm>
        </p:spPr>
        <p:txBody>
          <a:bodyPr/>
          <a:lstStyle/>
          <a:p>
            <a:pPr>
              <a:lnSpc>
                <a:spcPts val="4500"/>
              </a:lnSpc>
              <a:buClrTx/>
              <a:buFont typeface="Wingdings" panose="05000000000000000000" pitchFamily="2" charset="2"/>
              <a:buChar char="Ø"/>
            </a:pPr>
            <a:r>
              <a:rPr lang="zh-CN" altLang="en-US" sz="3733" b="1" dirty="0">
                <a:solidFill>
                  <a:schemeClr val="tx1"/>
                </a:solidFill>
                <a:latin typeface="楷体" panose="02010609060101010101" pitchFamily="49" charset="-122"/>
                <a:ea typeface="楷体" panose="02010609060101010101" pitchFamily="49" charset="-122"/>
              </a:rPr>
              <a:t>适合静态存储分配的语言必须满足以下条件</a:t>
            </a:r>
            <a:endParaRPr lang="en-US" altLang="zh-CN" sz="3733" b="1" dirty="0">
              <a:solidFill>
                <a:schemeClr val="tx1"/>
              </a:solidFill>
              <a:latin typeface="楷体" panose="02010609060101010101" pitchFamily="49" charset="-122"/>
              <a:ea typeface="楷体" panose="02010609060101010101" pitchFamily="49" charset="-122"/>
            </a:endParaRPr>
          </a:p>
          <a:p>
            <a:pPr lvl="1">
              <a:lnSpc>
                <a:spcPts val="4000"/>
              </a:lnSpc>
              <a:buClr>
                <a:schemeClr val="tx1"/>
              </a:buClr>
              <a:buFont typeface="Wingdings" panose="05000000000000000000" pitchFamily="2" charset="2"/>
              <a:buChar char="Ø"/>
            </a:pPr>
            <a:r>
              <a:rPr lang="zh-CN" altLang="en-US" sz="3333" b="1" dirty="0">
                <a:solidFill>
                  <a:schemeClr val="tx2">
                    <a:lumMod val="60000"/>
                    <a:lumOff val="40000"/>
                  </a:schemeClr>
                </a:solidFill>
                <a:latin typeface="楷体" panose="02010609060101010101" pitchFamily="49" charset="-122"/>
                <a:ea typeface="楷体" panose="02010609060101010101" pitchFamily="49" charset="-122"/>
              </a:rPr>
              <a:t>数组上下界</a:t>
            </a:r>
            <a:r>
              <a:rPr lang="zh-CN" altLang="en-US" sz="3333" b="1" dirty="0">
                <a:solidFill>
                  <a:schemeClr val="tx1"/>
                </a:solidFill>
                <a:latin typeface="楷体" panose="02010609060101010101" pitchFamily="49" charset="-122"/>
                <a:ea typeface="楷体" panose="02010609060101010101" pitchFamily="49" charset="-122"/>
              </a:rPr>
              <a:t>必须是</a:t>
            </a:r>
            <a:r>
              <a:rPr lang="zh-CN" altLang="en-US" sz="3333" b="1" dirty="0">
                <a:solidFill>
                  <a:schemeClr val="tx2">
                    <a:lumMod val="60000"/>
                    <a:lumOff val="40000"/>
                  </a:schemeClr>
                </a:solidFill>
                <a:latin typeface="楷体" panose="02010609060101010101" pitchFamily="49" charset="-122"/>
                <a:ea typeface="楷体" panose="02010609060101010101" pitchFamily="49" charset="-122"/>
              </a:rPr>
              <a:t>常数</a:t>
            </a:r>
            <a:endParaRPr lang="en-US" altLang="zh-CN" sz="3333" b="1" dirty="0">
              <a:solidFill>
                <a:schemeClr val="tx2">
                  <a:lumMod val="60000"/>
                  <a:lumOff val="40000"/>
                </a:schemeClr>
              </a:solidFill>
              <a:latin typeface="楷体" panose="02010609060101010101" pitchFamily="49" charset="-122"/>
              <a:ea typeface="楷体" panose="02010609060101010101" pitchFamily="49" charset="-122"/>
            </a:endParaRPr>
          </a:p>
          <a:p>
            <a:pPr lvl="1">
              <a:lnSpc>
                <a:spcPts val="4000"/>
              </a:lnSpc>
              <a:buClr>
                <a:schemeClr val="tx1"/>
              </a:buClr>
              <a:buFont typeface="Wingdings" panose="05000000000000000000" pitchFamily="2" charset="2"/>
              <a:buChar char="Ø"/>
            </a:pPr>
            <a:r>
              <a:rPr lang="zh-CN" altLang="en-US" sz="3333" b="1" dirty="0">
                <a:solidFill>
                  <a:schemeClr val="tx2">
                    <a:lumMod val="60000"/>
                    <a:lumOff val="40000"/>
                  </a:schemeClr>
                </a:solidFill>
                <a:latin typeface="楷体" panose="02010609060101010101" pitchFamily="49" charset="-122"/>
                <a:ea typeface="楷体" panose="02010609060101010101" pitchFamily="49" charset="-122"/>
              </a:rPr>
              <a:t>不允许</a:t>
            </a:r>
            <a:r>
              <a:rPr lang="zh-CN" altLang="en-US" sz="3333" b="1" dirty="0">
                <a:solidFill>
                  <a:schemeClr val="tx1"/>
                </a:solidFill>
                <a:latin typeface="楷体" panose="02010609060101010101" pitchFamily="49" charset="-122"/>
                <a:ea typeface="楷体" panose="02010609060101010101" pitchFamily="49" charset="-122"/>
              </a:rPr>
              <a:t>过程的</a:t>
            </a:r>
            <a:r>
              <a:rPr lang="zh-CN" altLang="en-US" sz="3333" b="1" dirty="0">
                <a:solidFill>
                  <a:schemeClr val="tx2">
                    <a:lumMod val="60000"/>
                    <a:lumOff val="40000"/>
                  </a:schemeClr>
                </a:solidFill>
                <a:latin typeface="楷体" panose="02010609060101010101" pitchFamily="49" charset="-122"/>
                <a:ea typeface="楷体" panose="02010609060101010101" pitchFamily="49" charset="-122"/>
              </a:rPr>
              <a:t>递归</a:t>
            </a:r>
            <a:r>
              <a:rPr lang="zh-CN" altLang="en-US" sz="3333" b="1" dirty="0">
                <a:solidFill>
                  <a:schemeClr val="tx1"/>
                </a:solidFill>
                <a:latin typeface="楷体" panose="02010609060101010101" pitchFamily="49" charset="-122"/>
                <a:ea typeface="楷体" panose="02010609060101010101" pitchFamily="49" charset="-122"/>
              </a:rPr>
              <a:t>调用</a:t>
            </a:r>
            <a:endParaRPr lang="en-US" altLang="zh-CN" sz="3333" b="1" dirty="0">
              <a:solidFill>
                <a:schemeClr val="tx1"/>
              </a:solidFill>
              <a:latin typeface="楷体" panose="02010609060101010101" pitchFamily="49" charset="-122"/>
              <a:ea typeface="楷体" panose="02010609060101010101" pitchFamily="49" charset="-122"/>
            </a:endParaRPr>
          </a:p>
          <a:p>
            <a:pPr lvl="1">
              <a:lnSpc>
                <a:spcPts val="4000"/>
              </a:lnSpc>
              <a:buClr>
                <a:schemeClr val="tx1"/>
              </a:buClr>
              <a:buFont typeface="Wingdings" panose="05000000000000000000" pitchFamily="2" charset="2"/>
              <a:buChar char="Ø"/>
            </a:pPr>
            <a:r>
              <a:rPr lang="zh-CN" altLang="en-US" sz="3333" b="1" dirty="0">
                <a:solidFill>
                  <a:schemeClr val="tx2">
                    <a:lumMod val="60000"/>
                    <a:lumOff val="40000"/>
                  </a:schemeClr>
                </a:solidFill>
                <a:latin typeface="楷体" panose="02010609060101010101" pitchFamily="49" charset="-122"/>
                <a:ea typeface="楷体" panose="02010609060101010101" pitchFamily="49" charset="-122"/>
              </a:rPr>
              <a:t>不允许</a:t>
            </a:r>
            <a:r>
              <a:rPr lang="zh-CN" altLang="en-US" sz="3333" b="1" dirty="0">
                <a:solidFill>
                  <a:schemeClr val="tx1"/>
                </a:solidFill>
                <a:latin typeface="楷体" panose="02010609060101010101" pitchFamily="49" charset="-122"/>
                <a:ea typeface="楷体" panose="02010609060101010101" pitchFamily="49" charset="-122"/>
              </a:rPr>
              <a:t>用户</a:t>
            </a:r>
            <a:r>
              <a:rPr lang="zh-CN" altLang="en-US" sz="3333" b="1" dirty="0">
                <a:solidFill>
                  <a:schemeClr val="tx2">
                    <a:lumMod val="60000"/>
                    <a:lumOff val="40000"/>
                  </a:schemeClr>
                </a:solidFill>
                <a:latin typeface="楷体" panose="02010609060101010101" pitchFamily="49" charset="-122"/>
                <a:ea typeface="楷体" panose="02010609060101010101" pitchFamily="49" charset="-122"/>
              </a:rPr>
              <a:t>动态建立</a:t>
            </a:r>
            <a:r>
              <a:rPr lang="zh-CN" altLang="en-US" sz="3333" b="1" dirty="0">
                <a:solidFill>
                  <a:schemeClr val="tx1"/>
                </a:solidFill>
                <a:latin typeface="楷体" panose="02010609060101010101" pitchFamily="49" charset="-122"/>
                <a:ea typeface="楷体" panose="02010609060101010101" pitchFamily="49" charset="-122"/>
              </a:rPr>
              <a:t>数据实体</a:t>
            </a:r>
            <a:endParaRPr lang="en-US" altLang="zh-CN" sz="3333" b="1" dirty="0">
              <a:solidFill>
                <a:schemeClr val="tx1"/>
              </a:solidFill>
              <a:latin typeface="楷体" panose="02010609060101010101" pitchFamily="49" charset="-122"/>
              <a:ea typeface="楷体" panose="02010609060101010101" pitchFamily="49" charset="-122"/>
            </a:endParaRPr>
          </a:p>
          <a:p>
            <a:pPr>
              <a:lnSpc>
                <a:spcPts val="4500"/>
              </a:lnSpc>
              <a:buClrTx/>
              <a:buFont typeface="Wingdings" panose="05000000000000000000" pitchFamily="2" charset="2"/>
              <a:buChar char="Ø"/>
            </a:pPr>
            <a:r>
              <a:rPr lang="zh-CN" altLang="en-US" sz="3733" b="1" dirty="0">
                <a:solidFill>
                  <a:schemeClr val="tx1"/>
                </a:solidFill>
                <a:latin typeface="楷体" panose="02010609060101010101" pitchFamily="49" charset="-122"/>
                <a:ea typeface="楷体" panose="02010609060101010101" pitchFamily="49" charset="-122"/>
              </a:rPr>
              <a:t>满足这些条件的语言有</a:t>
            </a:r>
            <a:r>
              <a:rPr lang="en-US" altLang="zh-CN" sz="3733" b="1" dirty="0">
                <a:solidFill>
                  <a:schemeClr val="tx1"/>
                </a:solidFill>
                <a:ea typeface="楷体" panose="02010609060101010101" pitchFamily="49" charset="-122"/>
                <a:cs typeface="Times New Roman" panose="02020603050405020304" pitchFamily="18" charset="0"/>
              </a:rPr>
              <a:t>BASIC</a:t>
            </a:r>
            <a:r>
              <a:rPr lang="zh-CN" altLang="en-US" sz="3733" b="1" dirty="0">
                <a:solidFill>
                  <a:schemeClr val="tx1"/>
                </a:solidFill>
                <a:latin typeface="楷体" panose="02010609060101010101" pitchFamily="49" charset="-122"/>
                <a:ea typeface="楷体" panose="02010609060101010101" pitchFamily="49" charset="-122"/>
              </a:rPr>
              <a:t>和</a:t>
            </a:r>
            <a:r>
              <a:rPr lang="en-US" altLang="zh-CN" sz="3733" b="1" dirty="0">
                <a:solidFill>
                  <a:schemeClr val="tx1"/>
                </a:solidFill>
                <a:ea typeface="楷体" panose="02010609060101010101" pitchFamily="49" charset="-122"/>
              </a:rPr>
              <a:t>FORTRAN</a:t>
            </a:r>
            <a:r>
              <a:rPr lang="zh-CN" altLang="en-US" sz="3733" b="1" dirty="0">
                <a:solidFill>
                  <a:schemeClr val="tx1"/>
                </a:solidFill>
                <a:latin typeface="楷体" panose="02010609060101010101" pitchFamily="49" charset="-122"/>
                <a:ea typeface="楷体" panose="02010609060101010101" pitchFamily="49" charset="-122"/>
              </a:rPr>
              <a:t>等</a:t>
            </a:r>
            <a:endParaRPr lang="en-US" altLang="zh-CN" sz="3733" b="1" dirty="0">
              <a:solidFill>
                <a:schemeClr val="tx1"/>
              </a:solidFill>
              <a:latin typeface="楷体" panose="02010609060101010101" pitchFamily="49" charset="-122"/>
              <a:ea typeface="楷体" panose="02010609060101010101" pitchFamily="49" charset="-122"/>
            </a:endParaRPr>
          </a:p>
          <a:p>
            <a:pPr>
              <a:lnSpc>
                <a:spcPts val="4500"/>
              </a:lnSpc>
              <a:buClrTx/>
              <a:buFont typeface="Wingdings" panose="05000000000000000000" pitchFamily="2" charset="2"/>
              <a:buChar char="Ø"/>
            </a:pPr>
            <a:r>
              <a:rPr lang="zh-CN" altLang="en-US" sz="3733" b="1" dirty="0">
                <a:solidFill>
                  <a:schemeClr val="tx1"/>
                </a:solidFill>
                <a:latin typeface="楷体" panose="02010609060101010101" pitchFamily="49" charset="-122"/>
                <a:ea typeface="楷体" panose="02010609060101010101" pitchFamily="49" charset="-122"/>
              </a:rPr>
              <a:t>分配策略</a:t>
            </a:r>
          </a:p>
          <a:p>
            <a:pPr lvl="1">
              <a:lnSpc>
                <a:spcPts val="4000"/>
              </a:lnSpc>
              <a:buClrTx/>
              <a:buFont typeface="Wingdings" panose="05000000000000000000" pitchFamily="2" charset="2"/>
              <a:buChar char="Ø"/>
            </a:pPr>
            <a:r>
              <a:rPr lang="zh-CN" altLang="en-US" sz="3466" b="1" dirty="0">
                <a:solidFill>
                  <a:schemeClr val="tx1"/>
                </a:solidFill>
                <a:latin typeface="楷体" panose="02010609060101010101" pitchFamily="49" charset="-122"/>
                <a:ea typeface="楷体" panose="02010609060101010101" pitchFamily="49" charset="-122"/>
              </a:rPr>
              <a:t>顺序分配法</a:t>
            </a:r>
          </a:p>
          <a:p>
            <a:pPr lvl="1">
              <a:lnSpc>
                <a:spcPts val="4000"/>
              </a:lnSpc>
              <a:buClrTx/>
              <a:buFont typeface="Wingdings" panose="05000000000000000000" pitchFamily="2" charset="2"/>
              <a:buChar char="Ø"/>
            </a:pPr>
            <a:r>
              <a:rPr lang="zh-CN" altLang="en-US" sz="3466" b="1" dirty="0">
                <a:solidFill>
                  <a:schemeClr val="tx1"/>
                </a:solidFill>
                <a:latin typeface="楷体" panose="02010609060101010101" pitchFamily="49" charset="-122"/>
                <a:ea typeface="楷体" panose="02010609060101010101" pitchFamily="49" charset="-122"/>
              </a:rPr>
              <a:t>层次分配法</a:t>
            </a:r>
          </a:p>
          <a:p>
            <a:pPr>
              <a:lnSpc>
                <a:spcPts val="4000"/>
              </a:lnSpc>
              <a:buClrTx/>
              <a:buFont typeface="Wingdings" panose="05000000000000000000" pitchFamily="2" charset="2"/>
              <a:buChar char="Ø"/>
            </a:pPr>
            <a:endParaRPr lang="en-US" altLang="zh-CN" sz="3733" b="1" dirty="0">
              <a:solidFill>
                <a:schemeClr val="tx1"/>
              </a:solidFill>
              <a:latin typeface="楷体" panose="02010609060101010101" pitchFamily="49" charset="-122"/>
              <a:ea typeface="楷体" panose="02010609060101010101" pitchFamily="49" charset="-122"/>
            </a:endParaRPr>
          </a:p>
          <a:p>
            <a:pPr>
              <a:lnSpc>
                <a:spcPts val="5333"/>
              </a:lnSpc>
              <a:buClrTx/>
              <a:buFont typeface="Wingdings" panose="05000000000000000000" pitchFamily="2" charset="2"/>
              <a:buChar char="Ø"/>
            </a:pPr>
            <a:endParaRPr lang="en-US" altLang="zh-CN" sz="3333" b="1" dirty="0">
              <a:solidFill>
                <a:schemeClr val="tx1"/>
              </a:solidFill>
              <a:latin typeface="楷体" panose="02010609060101010101" pitchFamily="49" charset="-122"/>
              <a:ea typeface="楷体" panose="02010609060101010101" pitchFamily="49" charset="-122"/>
            </a:endParaRPr>
          </a:p>
        </p:txBody>
      </p:sp>
      <p:sp>
        <p:nvSpPr>
          <p:cNvPr id="39939" name="标题 2"/>
          <p:cNvSpPr>
            <a:spLocks noGrp="1"/>
          </p:cNvSpPr>
          <p:nvPr>
            <p:ph type="title"/>
          </p:nvPr>
        </p:nvSpPr>
        <p:spPr>
          <a:xfrm>
            <a:off x="1007533" y="357718"/>
            <a:ext cx="10574867" cy="478367"/>
          </a:xfrm>
        </p:spPr>
        <p:txBody>
          <a:bodyPr/>
          <a:lstStyle/>
          <a:p>
            <a:r>
              <a:rPr lang="zh-CN" altLang="en-US" sz="4000" dirty="0">
                <a:solidFill>
                  <a:schemeClr val="tx1"/>
                </a:solidFill>
                <a:latin typeface="微软雅黑" panose="020B0503020204020204" pitchFamily="34" charset="-122"/>
                <a:ea typeface="微软雅黑" panose="020B0503020204020204" pitchFamily="34" charset="-122"/>
                <a:cs typeface="楷体_GB2312" pitchFamily="49" charset="-122"/>
              </a:rPr>
              <a:t>静态存储分配</a:t>
            </a:r>
            <a:endParaRPr lang="zh-CN" altLang="en-US" sz="4000" dirty="0">
              <a:solidFill>
                <a:srgbClr val="FF0000"/>
              </a:solidFill>
              <a:latin typeface="微软雅黑" panose="020B0503020204020204" pitchFamily="34" charset="-122"/>
              <a:ea typeface="微软雅黑" panose="020B0503020204020204" pitchFamily="34" charset="-122"/>
              <a:cs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18434">
                                            <p:txEl>
                                              <p:pRg st="0" end="0"/>
                                            </p:txEl>
                                          </p:spTgt>
                                        </p:tgtEl>
                                        <p:attrNameLst>
                                          <p:attrName>style.visibility</p:attrName>
                                        </p:attrNameLst>
                                      </p:cBhvr>
                                      <p:to>
                                        <p:strVal val="visible"/>
                                      </p:to>
                                    </p:set>
                                    <p:anim calcmode="lin" valueType="num">
                                      <p:cBhvr>
                                        <p:cTn id="7" dur="500" fill="hold"/>
                                        <p:tgtEl>
                                          <p:spTgt spid="18434">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8434">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18434">
                                            <p:txEl>
                                              <p:pRg st="0" end="0"/>
                                            </p:txEl>
                                          </p:spTgt>
                                        </p:tgtEl>
                                      </p:cBhvr>
                                    </p:animEffect>
                                  </p:childTnLst>
                                </p:cTn>
                              </p:par>
                              <p:par>
                                <p:cTn id="10" presetID="53" presetClass="entr" presetSubtype="16" fill="hold" nodeType="withEffect">
                                  <p:stCondLst>
                                    <p:cond delay="0"/>
                                  </p:stCondLst>
                                  <p:childTnLst>
                                    <p:set>
                                      <p:cBhvr>
                                        <p:cTn id="11" dur="1" fill="hold">
                                          <p:stCondLst>
                                            <p:cond delay="0"/>
                                          </p:stCondLst>
                                        </p:cTn>
                                        <p:tgtEl>
                                          <p:spTgt spid="18434">
                                            <p:txEl>
                                              <p:pRg st="1" end="1"/>
                                            </p:txEl>
                                          </p:spTgt>
                                        </p:tgtEl>
                                        <p:attrNameLst>
                                          <p:attrName>style.visibility</p:attrName>
                                        </p:attrNameLst>
                                      </p:cBhvr>
                                      <p:to>
                                        <p:strVal val="visible"/>
                                      </p:to>
                                    </p:set>
                                    <p:anim calcmode="lin" valueType="num">
                                      <p:cBhvr>
                                        <p:cTn id="12" dur="500" fill="hold"/>
                                        <p:tgtEl>
                                          <p:spTgt spid="18434">
                                            <p:txEl>
                                              <p:pRg st="1" end="1"/>
                                            </p:txEl>
                                          </p:spTgt>
                                        </p:tgtEl>
                                        <p:attrNameLst>
                                          <p:attrName>ppt_w</p:attrName>
                                        </p:attrNameLst>
                                      </p:cBhvr>
                                      <p:tavLst>
                                        <p:tav tm="0">
                                          <p:val>
                                            <p:fltVal val="0"/>
                                          </p:val>
                                        </p:tav>
                                        <p:tav tm="100000">
                                          <p:val>
                                            <p:strVal val="#ppt_w"/>
                                          </p:val>
                                        </p:tav>
                                      </p:tavLst>
                                    </p:anim>
                                    <p:anim calcmode="lin" valueType="num">
                                      <p:cBhvr>
                                        <p:cTn id="13" dur="500" fill="hold"/>
                                        <p:tgtEl>
                                          <p:spTgt spid="18434">
                                            <p:txEl>
                                              <p:pRg st="1" end="1"/>
                                            </p:txEl>
                                          </p:spTgt>
                                        </p:tgtEl>
                                        <p:attrNameLst>
                                          <p:attrName>ppt_h</p:attrName>
                                        </p:attrNameLst>
                                      </p:cBhvr>
                                      <p:tavLst>
                                        <p:tav tm="0">
                                          <p:val>
                                            <p:fltVal val="0"/>
                                          </p:val>
                                        </p:tav>
                                        <p:tav tm="100000">
                                          <p:val>
                                            <p:strVal val="#ppt_h"/>
                                          </p:val>
                                        </p:tav>
                                      </p:tavLst>
                                    </p:anim>
                                    <p:animEffect transition="in" filter="fade">
                                      <p:cBhvr>
                                        <p:cTn id="14" dur="500"/>
                                        <p:tgtEl>
                                          <p:spTgt spid="18434">
                                            <p:txEl>
                                              <p:pRg st="1" end="1"/>
                                            </p:txEl>
                                          </p:spTgt>
                                        </p:tgtEl>
                                      </p:cBhvr>
                                    </p:animEffect>
                                  </p:childTnLst>
                                </p:cTn>
                              </p:par>
                              <p:par>
                                <p:cTn id="15" presetID="53" presetClass="entr" presetSubtype="16" fill="hold" nodeType="withEffect">
                                  <p:stCondLst>
                                    <p:cond delay="0"/>
                                  </p:stCondLst>
                                  <p:childTnLst>
                                    <p:set>
                                      <p:cBhvr>
                                        <p:cTn id="16" dur="1" fill="hold">
                                          <p:stCondLst>
                                            <p:cond delay="0"/>
                                          </p:stCondLst>
                                        </p:cTn>
                                        <p:tgtEl>
                                          <p:spTgt spid="18434">
                                            <p:txEl>
                                              <p:pRg st="2" end="2"/>
                                            </p:txEl>
                                          </p:spTgt>
                                        </p:tgtEl>
                                        <p:attrNameLst>
                                          <p:attrName>style.visibility</p:attrName>
                                        </p:attrNameLst>
                                      </p:cBhvr>
                                      <p:to>
                                        <p:strVal val="visible"/>
                                      </p:to>
                                    </p:set>
                                    <p:anim calcmode="lin" valueType="num">
                                      <p:cBhvr>
                                        <p:cTn id="17" dur="500" fill="hold"/>
                                        <p:tgtEl>
                                          <p:spTgt spid="18434">
                                            <p:txEl>
                                              <p:pRg st="2" end="2"/>
                                            </p:txEl>
                                          </p:spTgt>
                                        </p:tgtEl>
                                        <p:attrNameLst>
                                          <p:attrName>ppt_w</p:attrName>
                                        </p:attrNameLst>
                                      </p:cBhvr>
                                      <p:tavLst>
                                        <p:tav tm="0">
                                          <p:val>
                                            <p:fltVal val="0"/>
                                          </p:val>
                                        </p:tav>
                                        <p:tav tm="100000">
                                          <p:val>
                                            <p:strVal val="#ppt_w"/>
                                          </p:val>
                                        </p:tav>
                                      </p:tavLst>
                                    </p:anim>
                                    <p:anim calcmode="lin" valueType="num">
                                      <p:cBhvr>
                                        <p:cTn id="18" dur="500" fill="hold"/>
                                        <p:tgtEl>
                                          <p:spTgt spid="18434">
                                            <p:txEl>
                                              <p:pRg st="2" end="2"/>
                                            </p:txEl>
                                          </p:spTgt>
                                        </p:tgtEl>
                                        <p:attrNameLst>
                                          <p:attrName>ppt_h</p:attrName>
                                        </p:attrNameLst>
                                      </p:cBhvr>
                                      <p:tavLst>
                                        <p:tav tm="0">
                                          <p:val>
                                            <p:fltVal val="0"/>
                                          </p:val>
                                        </p:tav>
                                        <p:tav tm="100000">
                                          <p:val>
                                            <p:strVal val="#ppt_h"/>
                                          </p:val>
                                        </p:tav>
                                      </p:tavLst>
                                    </p:anim>
                                    <p:animEffect transition="in" filter="fade">
                                      <p:cBhvr>
                                        <p:cTn id="19" dur="500"/>
                                        <p:tgtEl>
                                          <p:spTgt spid="18434">
                                            <p:txEl>
                                              <p:pRg st="2" end="2"/>
                                            </p:txEl>
                                          </p:spTgt>
                                        </p:tgtEl>
                                      </p:cBhvr>
                                    </p:animEffect>
                                  </p:childTnLst>
                                </p:cTn>
                              </p:par>
                              <p:par>
                                <p:cTn id="20" presetID="53" presetClass="entr" presetSubtype="16" fill="hold" nodeType="withEffect">
                                  <p:stCondLst>
                                    <p:cond delay="0"/>
                                  </p:stCondLst>
                                  <p:childTnLst>
                                    <p:set>
                                      <p:cBhvr>
                                        <p:cTn id="21" dur="1" fill="hold">
                                          <p:stCondLst>
                                            <p:cond delay="0"/>
                                          </p:stCondLst>
                                        </p:cTn>
                                        <p:tgtEl>
                                          <p:spTgt spid="18434">
                                            <p:txEl>
                                              <p:pRg st="3" end="3"/>
                                            </p:txEl>
                                          </p:spTgt>
                                        </p:tgtEl>
                                        <p:attrNameLst>
                                          <p:attrName>style.visibility</p:attrName>
                                        </p:attrNameLst>
                                      </p:cBhvr>
                                      <p:to>
                                        <p:strVal val="visible"/>
                                      </p:to>
                                    </p:set>
                                    <p:anim calcmode="lin" valueType="num">
                                      <p:cBhvr>
                                        <p:cTn id="22" dur="500" fill="hold"/>
                                        <p:tgtEl>
                                          <p:spTgt spid="18434">
                                            <p:txEl>
                                              <p:pRg st="3" end="3"/>
                                            </p:txEl>
                                          </p:spTgt>
                                        </p:tgtEl>
                                        <p:attrNameLst>
                                          <p:attrName>ppt_w</p:attrName>
                                        </p:attrNameLst>
                                      </p:cBhvr>
                                      <p:tavLst>
                                        <p:tav tm="0">
                                          <p:val>
                                            <p:fltVal val="0"/>
                                          </p:val>
                                        </p:tav>
                                        <p:tav tm="100000">
                                          <p:val>
                                            <p:strVal val="#ppt_w"/>
                                          </p:val>
                                        </p:tav>
                                      </p:tavLst>
                                    </p:anim>
                                    <p:anim calcmode="lin" valueType="num">
                                      <p:cBhvr>
                                        <p:cTn id="23" dur="500" fill="hold"/>
                                        <p:tgtEl>
                                          <p:spTgt spid="18434">
                                            <p:txEl>
                                              <p:pRg st="3" end="3"/>
                                            </p:txEl>
                                          </p:spTgt>
                                        </p:tgtEl>
                                        <p:attrNameLst>
                                          <p:attrName>ppt_h</p:attrName>
                                        </p:attrNameLst>
                                      </p:cBhvr>
                                      <p:tavLst>
                                        <p:tav tm="0">
                                          <p:val>
                                            <p:fltVal val="0"/>
                                          </p:val>
                                        </p:tav>
                                        <p:tav tm="100000">
                                          <p:val>
                                            <p:strVal val="#ppt_h"/>
                                          </p:val>
                                        </p:tav>
                                      </p:tavLst>
                                    </p:anim>
                                    <p:animEffect transition="in" filter="fade">
                                      <p:cBhvr>
                                        <p:cTn id="24" dur="500"/>
                                        <p:tgtEl>
                                          <p:spTgt spid="18434">
                                            <p:txEl>
                                              <p:pRg st="3" end="3"/>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18434">
                                            <p:txEl>
                                              <p:pRg st="4" end="4"/>
                                            </p:txEl>
                                          </p:spTgt>
                                        </p:tgtEl>
                                        <p:attrNameLst>
                                          <p:attrName>style.visibility</p:attrName>
                                        </p:attrNameLst>
                                      </p:cBhvr>
                                      <p:to>
                                        <p:strVal val="visible"/>
                                      </p:to>
                                    </p:set>
                                    <p:anim calcmode="lin" valueType="num">
                                      <p:cBhvr>
                                        <p:cTn id="29" dur="500" fill="hold"/>
                                        <p:tgtEl>
                                          <p:spTgt spid="18434">
                                            <p:txEl>
                                              <p:pRg st="4" end="4"/>
                                            </p:txEl>
                                          </p:spTgt>
                                        </p:tgtEl>
                                        <p:attrNameLst>
                                          <p:attrName>ppt_w</p:attrName>
                                        </p:attrNameLst>
                                      </p:cBhvr>
                                      <p:tavLst>
                                        <p:tav tm="0">
                                          <p:val>
                                            <p:fltVal val="0"/>
                                          </p:val>
                                        </p:tav>
                                        <p:tav tm="100000">
                                          <p:val>
                                            <p:strVal val="#ppt_w"/>
                                          </p:val>
                                        </p:tav>
                                      </p:tavLst>
                                    </p:anim>
                                    <p:anim calcmode="lin" valueType="num">
                                      <p:cBhvr>
                                        <p:cTn id="30" dur="500" fill="hold"/>
                                        <p:tgtEl>
                                          <p:spTgt spid="18434">
                                            <p:txEl>
                                              <p:pRg st="4" end="4"/>
                                            </p:txEl>
                                          </p:spTgt>
                                        </p:tgtEl>
                                        <p:attrNameLst>
                                          <p:attrName>ppt_h</p:attrName>
                                        </p:attrNameLst>
                                      </p:cBhvr>
                                      <p:tavLst>
                                        <p:tav tm="0">
                                          <p:val>
                                            <p:fltVal val="0"/>
                                          </p:val>
                                        </p:tav>
                                        <p:tav tm="100000">
                                          <p:val>
                                            <p:strVal val="#ppt_h"/>
                                          </p:val>
                                        </p:tav>
                                      </p:tavLst>
                                    </p:anim>
                                    <p:animEffect transition="in" filter="fade">
                                      <p:cBhvr>
                                        <p:cTn id="31" dur="500"/>
                                        <p:tgtEl>
                                          <p:spTgt spid="18434">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nodeType="clickEffect">
                                  <p:stCondLst>
                                    <p:cond delay="0"/>
                                  </p:stCondLst>
                                  <p:childTnLst>
                                    <p:set>
                                      <p:cBhvr>
                                        <p:cTn id="35" dur="1" fill="hold">
                                          <p:stCondLst>
                                            <p:cond delay="0"/>
                                          </p:stCondLst>
                                        </p:cTn>
                                        <p:tgtEl>
                                          <p:spTgt spid="18434">
                                            <p:txEl>
                                              <p:pRg st="5" end="5"/>
                                            </p:txEl>
                                          </p:spTgt>
                                        </p:tgtEl>
                                        <p:attrNameLst>
                                          <p:attrName>style.visibility</p:attrName>
                                        </p:attrNameLst>
                                      </p:cBhvr>
                                      <p:to>
                                        <p:strVal val="visible"/>
                                      </p:to>
                                    </p:set>
                                    <p:anim calcmode="lin" valueType="num">
                                      <p:cBhvr>
                                        <p:cTn id="36" dur="500" fill="hold"/>
                                        <p:tgtEl>
                                          <p:spTgt spid="18434">
                                            <p:txEl>
                                              <p:pRg st="5" end="5"/>
                                            </p:txEl>
                                          </p:spTgt>
                                        </p:tgtEl>
                                        <p:attrNameLst>
                                          <p:attrName>ppt_w</p:attrName>
                                        </p:attrNameLst>
                                      </p:cBhvr>
                                      <p:tavLst>
                                        <p:tav tm="0">
                                          <p:val>
                                            <p:fltVal val="0"/>
                                          </p:val>
                                        </p:tav>
                                        <p:tav tm="100000">
                                          <p:val>
                                            <p:strVal val="#ppt_w"/>
                                          </p:val>
                                        </p:tav>
                                      </p:tavLst>
                                    </p:anim>
                                    <p:anim calcmode="lin" valueType="num">
                                      <p:cBhvr>
                                        <p:cTn id="37" dur="500" fill="hold"/>
                                        <p:tgtEl>
                                          <p:spTgt spid="18434">
                                            <p:txEl>
                                              <p:pRg st="5" end="5"/>
                                            </p:txEl>
                                          </p:spTgt>
                                        </p:tgtEl>
                                        <p:attrNameLst>
                                          <p:attrName>ppt_h</p:attrName>
                                        </p:attrNameLst>
                                      </p:cBhvr>
                                      <p:tavLst>
                                        <p:tav tm="0">
                                          <p:val>
                                            <p:fltVal val="0"/>
                                          </p:val>
                                        </p:tav>
                                        <p:tav tm="100000">
                                          <p:val>
                                            <p:strVal val="#ppt_h"/>
                                          </p:val>
                                        </p:tav>
                                      </p:tavLst>
                                    </p:anim>
                                    <p:animEffect transition="in" filter="fade">
                                      <p:cBhvr>
                                        <p:cTn id="38" dur="500"/>
                                        <p:tgtEl>
                                          <p:spTgt spid="18434">
                                            <p:txEl>
                                              <p:pRg st="5" end="5"/>
                                            </p:txEl>
                                          </p:spTgt>
                                        </p:tgtEl>
                                      </p:cBhvr>
                                    </p:animEffect>
                                  </p:childTnLst>
                                </p:cTn>
                              </p:par>
                              <p:par>
                                <p:cTn id="39" presetID="53" presetClass="entr" presetSubtype="16" fill="hold" nodeType="withEffect">
                                  <p:stCondLst>
                                    <p:cond delay="0"/>
                                  </p:stCondLst>
                                  <p:childTnLst>
                                    <p:set>
                                      <p:cBhvr>
                                        <p:cTn id="40" dur="1" fill="hold">
                                          <p:stCondLst>
                                            <p:cond delay="0"/>
                                          </p:stCondLst>
                                        </p:cTn>
                                        <p:tgtEl>
                                          <p:spTgt spid="18434">
                                            <p:txEl>
                                              <p:pRg st="6" end="6"/>
                                            </p:txEl>
                                          </p:spTgt>
                                        </p:tgtEl>
                                        <p:attrNameLst>
                                          <p:attrName>style.visibility</p:attrName>
                                        </p:attrNameLst>
                                      </p:cBhvr>
                                      <p:to>
                                        <p:strVal val="visible"/>
                                      </p:to>
                                    </p:set>
                                    <p:anim calcmode="lin" valueType="num">
                                      <p:cBhvr>
                                        <p:cTn id="41" dur="500" fill="hold"/>
                                        <p:tgtEl>
                                          <p:spTgt spid="18434">
                                            <p:txEl>
                                              <p:pRg st="6" end="6"/>
                                            </p:txEl>
                                          </p:spTgt>
                                        </p:tgtEl>
                                        <p:attrNameLst>
                                          <p:attrName>ppt_w</p:attrName>
                                        </p:attrNameLst>
                                      </p:cBhvr>
                                      <p:tavLst>
                                        <p:tav tm="0">
                                          <p:val>
                                            <p:fltVal val="0"/>
                                          </p:val>
                                        </p:tav>
                                        <p:tav tm="100000">
                                          <p:val>
                                            <p:strVal val="#ppt_w"/>
                                          </p:val>
                                        </p:tav>
                                      </p:tavLst>
                                    </p:anim>
                                    <p:anim calcmode="lin" valueType="num">
                                      <p:cBhvr>
                                        <p:cTn id="42" dur="500" fill="hold"/>
                                        <p:tgtEl>
                                          <p:spTgt spid="18434">
                                            <p:txEl>
                                              <p:pRg st="6" end="6"/>
                                            </p:txEl>
                                          </p:spTgt>
                                        </p:tgtEl>
                                        <p:attrNameLst>
                                          <p:attrName>ppt_h</p:attrName>
                                        </p:attrNameLst>
                                      </p:cBhvr>
                                      <p:tavLst>
                                        <p:tav tm="0">
                                          <p:val>
                                            <p:fltVal val="0"/>
                                          </p:val>
                                        </p:tav>
                                        <p:tav tm="100000">
                                          <p:val>
                                            <p:strVal val="#ppt_h"/>
                                          </p:val>
                                        </p:tav>
                                      </p:tavLst>
                                    </p:anim>
                                    <p:animEffect transition="in" filter="fade">
                                      <p:cBhvr>
                                        <p:cTn id="43" dur="500"/>
                                        <p:tgtEl>
                                          <p:spTgt spid="18434">
                                            <p:txEl>
                                              <p:pRg st="6" end="6"/>
                                            </p:txEl>
                                          </p:spTgt>
                                        </p:tgtEl>
                                      </p:cBhvr>
                                    </p:animEffect>
                                  </p:childTnLst>
                                </p:cTn>
                              </p:par>
                              <p:par>
                                <p:cTn id="44" presetID="53" presetClass="entr" presetSubtype="16" fill="hold" nodeType="withEffect">
                                  <p:stCondLst>
                                    <p:cond delay="0"/>
                                  </p:stCondLst>
                                  <p:childTnLst>
                                    <p:set>
                                      <p:cBhvr>
                                        <p:cTn id="45" dur="1" fill="hold">
                                          <p:stCondLst>
                                            <p:cond delay="0"/>
                                          </p:stCondLst>
                                        </p:cTn>
                                        <p:tgtEl>
                                          <p:spTgt spid="18434">
                                            <p:txEl>
                                              <p:pRg st="7" end="7"/>
                                            </p:txEl>
                                          </p:spTgt>
                                        </p:tgtEl>
                                        <p:attrNameLst>
                                          <p:attrName>style.visibility</p:attrName>
                                        </p:attrNameLst>
                                      </p:cBhvr>
                                      <p:to>
                                        <p:strVal val="visible"/>
                                      </p:to>
                                    </p:set>
                                    <p:anim calcmode="lin" valueType="num">
                                      <p:cBhvr>
                                        <p:cTn id="46" dur="500" fill="hold"/>
                                        <p:tgtEl>
                                          <p:spTgt spid="18434">
                                            <p:txEl>
                                              <p:pRg st="7" end="7"/>
                                            </p:txEl>
                                          </p:spTgt>
                                        </p:tgtEl>
                                        <p:attrNameLst>
                                          <p:attrName>ppt_w</p:attrName>
                                        </p:attrNameLst>
                                      </p:cBhvr>
                                      <p:tavLst>
                                        <p:tav tm="0">
                                          <p:val>
                                            <p:fltVal val="0"/>
                                          </p:val>
                                        </p:tav>
                                        <p:tav tm="100000">
                                          <p:val>
                                            <p:strVal val="#ppt_w"/>
                                          </p:val>
                                        </p:tav>
                                      </p:tavLst>
                                    </p:anim>
                                    <p:anim calcmode="lin" valueType="num">
                                      <p:cBhvr>
                                        <p:cTn id="47" dur="500" fill="hold"/>
                                        <p:tgtEl>
                                          <p:spTgt spid="18434">
                                            <p:txEl>
                                              <p:pRg st="7" end="7"/>
                                            </p:txEl>
                                          </p:spTgt>
                                        </p:tgtEl>
                                        <p:attrNameLst>
                                          <p:attrName>ppt_h</p:attrName>
                                        </p:attrNameLst>
                                      </p:cBhvr>
                                      <p:tavLst>
                                        <p:tav tm="0">
                                          <p:val>
                                            <p:fltVal val="0"/>
                                          </p:val>
                                        </p:tav>
                                        <p:tav tm="100000">
                                          <p:val>
                                            <p:strVal val="#ppt_h"/>
                                          </p:val>
                                        </p:tav>
                                      </p:tavLst>
                                    </p:anim>
                                    <p:animEffect transition="in" filter="fade">
                                      <p:cBhvr>
                                        <p:cTn id="48" dur="500"/>
                                        <p:tgtEl>
                                          <p:spTgt spid="1843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Rectangle 3"/>
          <p:cNvSpPr>
            <a:spLocks noGrp="1" noChangeArrowheads="1"/>
          </p:cNvSpPr>
          <p:nvPr>
            <p:ph idx="1"/>
          </p:nvPr>
        </p:nvSpPr>
        <p:spPr>
          <a:xfrm>
            <a:off x="604307" y="1207725"/>
            <a:ext cx="11381317" cy="5139554"/>
          </a:xfrm>
        </p:spPr>
        <p:txBody>
          <a:bodyPr/>
          <a:lstStyle/>
          <a:p>
            <a:pPr marL="363530" indent="-363530">
              <a:lnSpc>
                <a:spcPts val="4500"/>
              </a:lnSpc>
              <a:buClrTx/>
              <a:buFont typeface="Wingdings" pitchFamily="2" charset="2"/>
              <a:buChar char="Ø"/>
              <a:defRPr/>
            </a:pPr>
            <a:r>
              <a:rPr lang="zh-CN" altLang="en-US" sz="3600" b="1" dirty="0">
                <a:solidFill>
                  <a:schemeClr val="tx1"/>
                </a:solidFill>
                <a:cs typeface="Times New Roman" pitchFamily="18" charset="0"/>
              </a:rPr>
              <a:t>分配策略</a:t>
            </a:r>
            <a:endParaRPr lang="en-US" altLang="zh-CN" sz="3600" b="1" dirty="0">
              <a:solidFill>
                <a:schemeClr val="tx1"/>
              </a:solidFill>
              <a:cs typeface="Times New Roman" pitchFamily="18" charset="0"/>
            </a:endParaRPr>
          </a:p>
          <a:p>
            <a:pPr lvl="1">
              <a:lnSpc>
                <a:spcPts val="4500"/>
              </a:lnSpc>
              <a:buClrTx/>
              <a:buFont typeface="Wingdings" panose="05000000000000000000" pitchFamily="2" charset="2"/>
              <a:buChar char="Ø"/>
              <a:defRPr/>
            </a:pPr>
            <a:r>
              <a:rPr lang="zh-CN" altLang="en-US" sz="3333" b="1" dirty="0">
                <a:solidFill>
                  <a:schemeClr val="tx1"/>
                </a:solidFill>
                <a:latin typeface="楷体" panose="02010609060101010101" pitchFamily="49" charset="-122"/>
                <a:ea typeface="楷体" panose="02010609060101010101" pitchFamily="49" charset="-122"/>
              </a:rPr>
              <a:t>栈式存储分配</a:t>
            </a:r>
            <a:endParaRPr lang="en-US" altLang="zh-CN" sz="3333" b="1" dirty="0">
              <a:solidFill>
                <a:schemeClr val="tx1"/>
              </a:solidFill>
              <a:latin typeface="楷体" panose="02010609060101010101" pitchFamily="49" charset="-122"/>
              <a:ea typeface="楷体" panose="02010609060101010101" pitchFamily="49" charset="-122"/>
            </a:endParaRPr>
          </a:p>
          <a:p>
            <a:pPr lvl="2">
              <a:lnSpc>
                <a:spcPts val="4667"/>
              </a:lnSpc>
              <a:buClrTx/>
              <a:buFont typeface="Wingdings" pitchFamily="2" charset="2"/>
              <a:buChar char="Ø"/>
              <a:defRPr/>
            </a:pPr>
            <a:r>
              <a:rPr lang="zh-CN" altLang="en-US" sz="2800" b="1" dirty="0">
                <a:solidFill>
                  <a:schemeClr val="tx1"/>
                </a:solidFill>
                <a:cs typeface="Times New Roman" pitchFamily="18" charset="0"/>
              </a:rPr>
              <a:t>当一个过程被</a:t>
            </a:r>
            <a:r>
              <a:rPr lang="zh-CN" altLang="en-US" sz="2800" b="1" dirty="0">
                <a:solidFill>
                  <a:schemeClr val="tx2">
                    <a:lumMod val="60000"/>
                    <a:lumOff val="40000"/>
                  </a:schemeClr>
                </a:solidFill>
                <a:cs typeface="Times New Roman" pitchFamily="18" charset="0"/>
              </a:rPr>
              <a:t>调用</a:t>
            </a:r>
            <a:r>
              <a:rPr lang="zh-CN" altLang="en-US" sz="2800" b="1" dirty="0">
                <a:solidFill>
                  <a:schemeClr val="tx1"/>
                </a:solidFill>
                <a:cs typeface="Times New Roman" pitchFamily="18" charset="0"/>
              </a:rPr>
              <a:t>时，该过程的活动记录被</a:t>
            </a:r>
            <a:r>
              <a:rPr lang="zh-CN" altLang="en-US" sz="2800" b="1" dirty="0">
                <a:solidFill>
                  <a:schemeClr val="tx2">
                    <a:lumMod val="60000"/>
                    <a:lumOff val="40000"/>
                  </a:schemeClr>
                </a:solidFill>
                <a:cs typeface="Times New Roman" pitchFamily="18" charset="0"/>
              </a:rPr>
              <a:t>压入</a:t>
            </a:r>
            <a:r>
              <a:rPr lang="zh-CN" altLang="en-US" sz="2800" b="1" dirty="0">
                <a:solidFill>
                  <a:schemeClr val="tx1"/>
                </a:solidFill>
                <a:cs typeface="Times New Roman" pitchFamily="18" charset="0"/>
              </a:rPr>
              <a:t>栈；当过程</a:t>
            </a:r>
            <a:r>
              <a:rPr lang="zh-CN" altLang="en-US" sz="2800" b="1" dirty="0">
                <a:solidFill>
                  <a:schemeClr val="tx2">
                    <a:lumMod val="60000"/>
                    <a:lumOff val="40000"/>
                  </a:schemeClr>
                </a:solidFill>
                <a:cs typeface="Times New Roman" pitchFamily="18" charset="0"/>
              </a:rPr>
              <a:t>结束</a:t>
            </a:r>
            <a:r>
              <a:rPr lang="zh-CN" altLang="en-US" sz="2800" b="1" dirty="0">
                <a:solidFill>
                  <a:schemeClr val="tx1"/>
                </a:solidFill>
                <a:cs typeface="Times New Roman" pitchFamily="18" charset="0"/>
              </a:rPr>
              <a:t>时，该活动记录被</a:t>
            </a:r>
            <a:r>
              <a:rPr lang="zh-CN" altLang="en-US" sz="2800" b="1" dirty="0">
                <a:solidFill>
                  <a:schemeClr val="tx2">
                    <a:lumMod val="60000"/>
                    <a:lumOff val="40000"/>
                  </a:schemeClr>
                </a:solidFill>
                <a:cs typeface="Times New Roman" pitchFamily="18" charset="0"/>
              </a:rPr>
              <a:t>弹出</a:t>
            </a:r>
            <a:r>
              <a:rPr lang="zh-CN" altLang="en-US" sz="2800" b="1" dirty="0">
                <a:solidFill>
                  <a:schemeClr val="tx1"/>
                </a:solidFill>
                <a:cs typeface="Times New Roman" pitchFamily="18" charset="0"/>
              </a:rPr>
              <a:t>栈</a:t>
            </a:r>
            <a:endParaRPr lang="en-US" altLang="zh-CN" sz="2800" b="1" dirty="0">
              <a:solidFill>
                <a:schemeClr val="tx1"/>
              </a:solidFill>
              <a:cs typeface="Times New Roman" pitchFamily="18" charset="0"/>
            </a:endParaRPr>
          </a:p>
          <a:p>
            <a:pPr lvl="2">
              <a:lnSpc>
                <a:spcPts val="4667"/>
              </a:lnSpc>
              <a:buClrTx/>
              <a:buFont typeface="Wingdings" pitchFamily="2" charset="2"/>
              <a:buChar char="Ø"/>
              <a:defRPr/>
            </a:pPr>
            <a:r>
              <a:rPr lang="zh-CN" altLang="en-US" sz="2800" b="1" dirty="0">
                <a:solidFill>
                  <a:schemeClr val="tx1"/>
                </a:solidFill>
                <a:cs typeface="Times New Roman" pitchFamily="18" charset="0"/>
              </a:rPr>
              <a:t>这种安排允许</a:t>
            </a:r>
            <a:r>
              <a:rPr lang="zh-CN" altLang="en-US" sz="2800" b="1" dirty="0">
                <a:solidFill>
                  <a:schemeClr val="tx2">
                    <a:lumMod val="60000"/>
                    <a:lumOff val="40000"/>
                  </a:schemeClr>
                </a:solidFill>
                <a:cs typeface="Times New Roman" pitchFamily="18" charset="0"/>
              </a:rPr>
              <a:t>活跃时段不交叠</a:t>
            </a:r>
            <a:r>
              <a:rPr lang="zh-CN" altLang="en-US" sz="2800" b="1" dirty="0">
                <a:solidFill>
                  <a:schemeClr val="tx1"/>
                </a:solidFill>
                <a:cs typeface="Times New Roman" pitchFamily="18" charset="0"/>
              </a:rPr>
              <a:t>的多个过程调用之间</a:t>
            </a:r>
            <a:r>
              <a:rPr lang="zh-CN" altLang="en-US" sz="2800" b="1" dirty="0">
                <a:solidFill>
                  <a:schemeClr val="tx2">
                    <a:lumMod val="60000"/>
                    <a:lumOff val="40000"/>
                  </a:schemeClr>
                </a:solidFill>
                <a:cs typeface="Times New Roman" pitchFamily="18" charset="0"/>
              </a:rPr>
              <a:t>共享空间</a:t>
            </a:r>
            <a:endParaRPr lang="zh-CN" altLang="en-US" sz="2800" b="1" dirty="0">
              <a:solidFill>
                <a:schemeClr val="tx1"/>
              </a:solidFill>
              <a:latin typeface="楷体" panose="02010609060101010101" pitchFamily="49" charset="-122"/>
              <a:ea typeface="楷体" panose="02010609060101010101" pitchFamily="49" charset="-122"/>
            </a:endParaRPr>
          </a:p>
          <a:p>
            <a:pPr lvl="1">
              <a:lnSpc>
                <a:spcPts val="4500"/>
              </a:lnSpc>
              <a:buClrTx/>
              <a:buFont typeface="Wingdings" panose="05000000000000000000" pitchFamily="2" charset="2"/>
              <a:buChar char="Ø"/>
              <a:defRPr/>
            </a:pPr>
            <a:r>
              <a:rPr lang="zh-CN" altLang="en-US" sz="3333" b="1" dirty="0">
                <a:solidFill>
                  <a:schemeClr val="tx1"/>
                </a:solidFill>
                <a:latin typeface="楷体" panose="02010609060101010101" pitchFamily="49" charset="-122"/>
                <a:ea typeface="楷体" panose="02010609060101010101" pitchFamily="49" charset="-122"/>
              </a:rPr>
              <a:t>堆式存储分配</a:t>
            </a:r>
            <a:endParaRPr lang="en-US" altLang="zh-CN" sz="3333" b="1" dirty="0">
              <a:solidFill>
                <a:schemeClr val="tx1"/>
              </a:solidFill>
              <a:latin typeface="楷体" panose="02010609060101010101" pitchFamily="49" charset="-122"/>
              <a:ea typeface="楷体" panose="02010609060101010101" pitchFamily="49" charset="-122"/>
            </a:endParaRPr>
          </a:p>
          <a:p>
            <a:pPr marL="0" indent="0">
              <a:lnSpc>
                <a:spcPts val="4667"/>
              </a:lnSpc>
              <a:buClrTx/>
              <a:buNone/>
              <a:defRPr/>
            </a:pPr>
            <a:endParaRPr lang="zh-CN" altLang="en-US" sz="3333" b="1" dirty="0">
              <a:solidFill>
                <a:schemeClr val="tx1"/>
              </a:solidFill>
              <a:cs typeface="Times New Roman" pitchFamily="18" charset="0"/>
            </a:endParaRPr>
          </a:p>
        </p:txBody>
      </p:sp>
      <p:sp>
        <p:nvSpPr>
          <p:cNvPr id="27651"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动态存储分配</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anim calcmode="lin" valueType="num">
                                      <p:cBhvr>
                                        <p:cTn id="7" dur="500" fill="hold"/>
                                        <p:tgtEl>
                                          <p:spTgt spid="2048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048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0483">
                                            <p:txEl>
                                              <p:pRg st="0" end="0"/>
                                            </p:txEl>
                                          </p:spTgt>
                                        </p:tgtEl>
                                      </p:cBhvr>
                                    </p:animEffect>
                                  </p:childTnLst>
                                </p:cTn>
                              </p:par>
                              <p:par>
                                <p:cTn id="10" presetID="53" presetClass="entr" presetSubtype="16" fill="hold" nodeType="withEffect">
                                  <p:stCondLst>
                                    <p:cond delay="0"/>
                                  </p:stCondLst>
                                  <p:childTnLst>
                                    <p:set>
                                      <p:cBhvr>
                                        <p:cTn id="11" dur="1" fill="hold">
                                          <p:stCondLst>
                                            <p:cond delay="0"/>
                                          </p:stCondLst>
                                        </p:cTn>
                                        <p:tgtEl>
                                          <p:spTgt spid="20483">
                                            <p:txEl>
                                              <p:pRg st="1" end="1"/>
                                            </p:txEl>
                                          </p:spTgt>
                                        </p:tgtEl>
                                        <p:attrNameLst>
                                          <p:attrName>style.visibility</p:attrName>
                                        </p:attrNameLst>
                                      </p:cBhvr>
                                      <p:to>
                                        <p:strVal val="visible"/>
                                      </p:to>
                                    </p:set>
                                    <p:anim calcmode="lin" valueType="num">
                                      <p:cBhvr>
                                        <p:cTn id="12" dur="500" fill="hold"/>
                                        <p:tgtEl>
                                          <p:spTgt spid="20483">
                                            <p:txEl>
                                              <p:pRg st="1" end="1"/>
                                            </p:txEl>
                                          </p:spTgt>
                                        </p:tgtEl>
                                        <p:attrNameLst>
                                          <p:attrName>ppt_w</p:attrName>
                                        </p:attrNameLst>
                                      </p:cBhvr>
                                      <p:tavLst>
                                        <p:tav tm="0">
                                          <p:val>
                                            <p:fltVal val="0"/>
                                          </p:val>
                                        </p:tav>
                                        <p:tav tm="100000">
                                          <p:val>
                                            <p:strVal val="#ppt_w"/>
                                          </p:val>
                                        </p:tav>
                                      </p:tavLst>
                                    </p:anim>
                                    <p:anim calcmode="lin" valueType="num">
                                      <p:cBhvr>
                                        <p:cTn id="13" dur="500" fill="hold"/>
                                        <p:tgtEl>
                                          <p:spTgt spid="20483">
                                            <p:txEl>
                                              <p:pRg st="1" end="1"/>
                                            </p:txEl>
                                          </p:spTgt>
                                        </p:tgtEl>
                                        <p:attrNameLst>
                                          <p:attrName>ppt_h</p:attrName>
                                        </p:attrNameLst>
                                      </p:cBhvr>
                                      <p:tavLst>
                                        <p:tav tm="0">
                                          <p:val>
                                            <p:fltVal val="0"/>
                                          </p:val>
                                        </p:tav>
                                        <p:tav tm="100000">
                                          <p:val>
                                            <p:strVal val="#ppt_h"/>
                                          </p:val>
                                        </p:tav>
                                      </p:tavLst>
                                    </p:anim>
                                    <p:animEffect transition="in" filter="fade">
                                      <p:cBhvr>
                                        <p:cTn id="14" dur="500"/>
                                        <p:tgtEl>
                                          <p:spTgt spid="20483">
                                            <p:txEl>
                                              <p:pRg st="1" end="1"/>
                                            </p:txEl>
                                          </p:spTgt>
                                        </p:tgtEl>
                                      </p:cBhvr>
                                    </p:animEffect>
                                  </p:childTnLst>
                                </p:cTn>
                              </p:par>
                              <p:par>
                                <p:cTn id="15" presetID="53" presetClass="entr" presetSubtype="16" fill="hold" nodeType="withEffect">
                                  <p:stCondLst>
                                    <p:cond delay="0"/>
                                  </p:stCondLst>
                                  <p:childTnLst>
                                    <p:set>
                                      <p:cBhvr>
                                        <p:cTn id="16" dur="1" fill="hold">
                                          <p:stCondLst>
                                            <p:cond delay="0"/>
                                          </p:stCondLst>
                                        </p:cTn>
                                        <p:tgtEl>
                                          <p:spTgt spid="20483">
                                            <p:txEl>
                                              <p:pRg st="4" end="4"/>
                                            </p:txEl>
                                          </p:spTgt>
                                        </p:tgtEl>
                                        <p:attrNameLst>
                                          <p:attrName>style.visibility</p:attrName>
                                        </p:attrNameLst>
                                      </p:cBhvr>
                                      <p:to>
                                        <p:strVal val="visible"/>
                                      </p:to>
                                    </p:set>
                                    <p:anim calcmode="lin" valueType="num">
                                      <p:cBhvr>
                                        <p:cTn id="17" dur="500" fill="hold"/>
                                        <p:tgtEl>
                                          <p:spTgt spid="20483">
                                            <p:txEl>
                                              <p:pRg st="4" end="4"/>
                                            </p:txEl>
                                          </p:spTgt>
                                        </p:tgtEl>
                                        <p:attrNameLst>
                                          <p:attrName>ppt_w</p:attrName>
                                        </p:attrNameLst>
                                      </p:cBhvr>
                                      <p:tavLst>
                                        <p:tav tm="0">
                                          <p:val>
                                            <p:fltVal val="0"/>
                                          </p:val>
                                        </p:tav>
                                        <p:tav tm="100000">
                                          <p:val>
                                            <p:strVal val="#ppt_w"/>
                                          </p:val>
                                        </p:tav>
                                      </p:tavLst>
                                    </p:anim>
                                    <p:anim calcmode="lin" valueType="num">
                                      <p:cBhvr>
                                        <p:cTn id="18" dur="500" fill="hold"/>
                                        <p:tgtEl>
                                          <p:spTgt spid="20483">
                                            <p:txEl>
                                              <p:pRg st="4" end="4"/>
                                            </p:txEl>
                                          </p:spTgt>
                                        </p:tgtEl>
                                        <p:attrNameLst>
                                          <p:attrName>ppt_h</p:attrName>
                                        </p:attrNameLst>
                                      </p:cBhvr>
                                      <p:tavLst>
                                        <p:tav tm="0">
                                          <p:val>
                                            <p:fltVal val="0"/>
                                          </p:val>
                                        </p:tav>
                                        <p:tav tm="100000">
                                          <p:val>
                                            <p:strVal val="#ppt_h"/>
                                          </p:val>
                                        </p:tav>
                                      </p:tavLst>
                                    </p:anim>
                                    <p:animEffect transition="in" filter="fade">
                                      <p:cBhvr>
                                        <p:cTn id="19" dur="500"/>
                                        <p:tgtEl>
                                          <p:spTgt spid="2048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20483">
                                            <p:txEl>
                                              <p:pRg st="2" end="2"/>
                                            </p:txEl>
                                          </p:spTgt>
                                        </p:tgtEl>
                                        <p:attrNameLst>
                                          <p:attrName>style.visibility</p:attrName>
                                        </p:attrNameLst>
                                      </p:cBhvr>
                                      <p:to>
                                        <p:strVal val="visible"/>
                                      </p:to>
                                    </p:set>
                                    <p:anim calcmode="lin" valueType="num">
                                      <p:cBhvr>
                                        <p:cTn id="24" dur="500" fill="hold"/>
                                        <p:tgtEl>
                                          <p:spTgt spid="20483">
                                            <p:txEl>
                                              <p:pRg st="2" end="2"/>
                                            </p:txEl>
                                          </p:spTgt>
                                        </p:tgtEl>
                                        <p:attrNameLst>
                                          <p:attrName>ppt_w</p:attrName>
                                        </p:attrNameLst>
                                      </p:cBhvr>
                                      <p:tavLst>
                                        <p:tav tm="0">
                                          <p:val>
                                            <p:fltVal val="0"/>
                                          </p:val>
                                        </p:tav>
                                        <p:tav tm="100000">
                                          <p:val>
                                            <p:strVal val="#ppt_w"/>
                                          </p:val>
                                        </p:tav>
                                      </p:tavLst>
                                    </p:anim>
                                    <p:anim calcmode="lin" valueType="num">
                                      <p:cBhvr>
                                        <p:cTn id="25" dur="500" fill="hold"/>
                                        <p:tgtEl>
                                          <p:spTgt spid="20483">
                                            <p:txEl>
                                              <p:pRg st="2" end="2"/>
                                            </p:txEl>
                                          </p:spTgt>
                                        </p:tgtEl>
                                        <p:attrNameLst>
                                          <p:attrName>ppt_h</p:attrName>
                                        </p:attrNameLst>
                                      </p:cBhvr>
                                      <p:tavLst>
                                        <p:tav tm="0">
                                          <p:val>
                                            <p:fltVal val="0"/>
                                          </p:val>
                                        </p:tav>
                                        <p:tav tm="100000">
                                          <p:val>
                                            <p:strVal val="#ppt_h"/>
                                          </p:val>
                                        </p:tav>
                                      </p:tavLst>
                                    </p:anim>
                                    <p:animEffect transition="in" filter="fade">
                                      <p:cBhvr>
                                        <p:cTn id="26" dur="500"/>
                                        <p:tgtEl>
                                          <p:spTgt spid="20483">
                                            <p:txEl>
                                              <p:pRg st="2" end="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20483">
                                            <p:txEl>
                                              <p:pRg st="3" end="3"/>
                                            </p:txEl>
                                          </p:spTgt>
                                        </p:tgtEl>
                                        <p:attrNameLst>
                                          <p:attrName>style.visibility</p:attrName>
                                        </p:attrNameLst>
                                      </p:cBhvr>
                                      <p:to>
                                        <p:strVal val="visible"/>
                                      </p:to>
                                    </p:set>
                                    <p:anim calcmode="lin" valueType="num">
                                      <p:cBhvr>
                                        <p:cTn id="31" dur="500" fill="hold"/>
                                        <p:tgtEl>
                                          <p:spTgt spid="20483">
                                            <p:txEl>
                                              <p:pRg st="3" end="3"/>
                                            </p:txEl>
                                          </p:spTgt>
                                        </p:tgtEl>
                                        <p:attrNameLst>
                                          <p:attrName>ppt_w</p:attrName>
                                        </p:attrNameLst>
                                      </p:cBhvr>
                                      <p:tavLst>
                                        <p:tav tm="0">
                                          <p:val>
                                            <p:fltVal val="0"/>
                                          </p:val>
                                        </p:tav>
                                        <p:tav tm="100000">
                                          <p:val>
                                            <p:strVal val="#ppt_w"/>
                                          </p:val>
                                        </p:tav>
                                      </p:tavLst>
                                    </p:anim>
                                    <p:anim calcmode="lin" valueType="num">
                                      <p:cBhvr>
                                        <p:cTn id="32" dur="500" fill="hold"/>
                                        <p:tgtEl>
                                          <p:spTgt spid="20483">
                                            <p:txEl>
                                              <p:pRg st="3" end="3"/>
                                            </p:txEl>
                                          </p:spTgt>
                                        </p:tgtEl>
                                        <p:attrNameLst>
                                          <p:attrName>ppt_h</p:attrName>
                                        </p:attrNameLst>
                                      </p:cBhvr>
                                      <p:tavLst>
                                        <p:tav tm="0">
                                          <p:val>
                                            <p:fltVal val="0"/>
                                          </p:val>
                                        </p:tav>
                                        <p:tav tm="100000">
                                          <p:val>
                                            <p:strVal val="#ppt_h"/>
                                          </p:val>
                                        </p:tav>
                                      </p:tavLst>
                                    </p:anim>
                                    <p:animEffect transition="in" filter="fade">
                                      <p:cBhvr>
                                        <p:cTn id="33" dur="500"/>
                                        <p:tgtEl>
                                          <p:spTgt spid="2048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运行时内存的划分</a:t>
            </a:r>
          </a:p>
        </p:txBody>
      </p:sp>
      <p:grpSp>
        <p:nvGrpSpPr>
          <p:cNvPr id="29699" name="Group 3"/>
          <p:cNvGrpSpPr>
            <a:grpSpLocks/>
          </p:cNvGrpSpPr>
          <p:nvPr/>
        </p:nvGrpSpPr>
        <p:grpSpPr bwMode="auto">
          <a:xfrm>
            <a:off x="4512734" y="1714501"/>
            <a:ext cx="3268133" cy="3765551"/>
            <a:chOff x="1952" y="1344"/>
            <a:chExt cx="2059" cy="2372"/>
          </a:xfrm>
        </p:grpSpPr>
        <p:sp>
          <p:nvSpPr>
            <p:cNvPr id="29703" name="Rectangle 4"/>
            <p:cNvSpPr>
              <a:spLocks noChangeArrowheads="1"/>
            </p:cNvSpPr>
            <p:nvPr/>
          </p:nvSpPr>
          <p:spPr bwMode="auto">
            <a:xfrm>
              <a:off x="1964" y="1344"/>
              <a:ext cx="2045" cy="2372"/>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0"/>
                </a:spcBef>
                <a:spcAft>
                  <a:spcPct val="0"/>
                </a:spcAft>
              </a:pPr>
              <a:endParaRPr lang="zh-CN" altLang="en-US" sz="2400" b="0">
                <a:solidFill>
                  <a:prstClr val="black"/>
                </a:solidFill>
                <a:ea typeface="楷体" panose="02010609060101010101" pitchFamily="49" charset="-122"/>
                <a:cs typeface="Times New Roman" panose="02020603050405020304" pitchFamily="18" charset="0"/>
              </a:endParaRPr>
            </a:p>
          </p:txBody>
        </p:sp>
        <p:sp>
          <p:nvSpPr>
            <p:cNvPr id="29704" name="Rectangle 5"/>
            <p:cNvSpPr>
              <a:spLocks noChangeArrowheads="1"/>
            </p:cNvSpPr>
            <p:nvPr/>
          </p:nvSpPr>
          <p:spPr bwMode="auto">
            <a:xfrm>
              <a:off x="2006" y="1389"/>
              <a:ext cx="1948"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静态代码区</a:t>
              </a:r>
            </a:p>
          </p:txBody>
        </p:sp>
        <p:sp>
          <p:nvSpPr>
            <p:cNvPr id="29705" name="Line 6"/>
            <p:cNvSpPr>
              <a:spLocks noChangeShapeType="1"/>
            </p:cNvSpPr>
            <p:nvPr/>
          </p:nvSpPr>
          <p:spPr bwMode="auto">
            <a:xfrm>
              <a:off x="1977" y="1780"/>
              <a:ext cx="201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9706" name="Rectangle 7"/>
            <p:cNvSpPr>
              <a:spLocks noChangeArrowheads="1"/>
            </p:cNvSpPr>
            <p:nvPr/>
          </p:nvSpPr>
          <p:spPr bwMode="auto">
            <a:xfrm>
              <a:off x="2008" y="1808"/>
              <a:ext cx="1948" cy="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静态数据区</a:t>
              </a:r>
            </a:p>
          </p:txBody>
        </p:sp>
        <p:sp>
          <p:nvSpPr>
            <p:cNvPr id="29707" name="Line 8"/>
            <p:cNvSpPr>
              <a:spLocks noChangeShapeType="1"/>
            </p:cNvSpPr>
            <p:nvPr/>
          </p:nvSpPr>
          <p:spPr bwMode="auto">
            <a:xfrm>
              <a:off x="1952" y="2216"/>
              <a:ext cx="203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9708" name="Rectangle 9"/>
            <p:cNvSpPr>
              <a:spLocks noChangeArrowheads="1"/>
            </p:cNvSpPr>
            <p:nvPr/>
          </p:nvSpPr>
          <p:spPr bwMode="auto">
            <a:xfrm>
              <a:off x="2021" y="2229"/>
              <a:ext cx="1948"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栈</a:t>
              </a:r>
              <a:r>
                <a:rPr lang="en-US" altLang="zh-CN" sz="2000">
                  <a:solidFill>
                    <a:srgbClr val="000000"/>
                  </a:solidFill>
                  <a:ea typeface="楷体" panose="02010609060101010101" pitchFamily="49" charset="-122"/>
                  <a:cs typeface="Times New Roman" panose="02020603050405020304" pitchFamily="18" charset="0"/>
                </a:rPr>
                <a:t>(</a:t>
              </a:r>
              <a:r>
                <a:rPr lang="en-US" altLang="zh-CN" sz="2000" i="1">
                  <a:solidFill>
                    <a:srgbClr val="000000"/>
                  </a:solidFill>
                  <a:ea typeface="楷体" panose="02010609060101010101" pitchFamily="49" charset="-122"/>
                  <a:cs typeface="Times New Roman" panose="02020603050405020304" pitchFamily="18" charset="0"/>
                </a:rPr>
                <a:t>Stack</a:t>
              </a:r>
              <a:r>
                <a:rPr lang="en-US" altLang="zh-CN" sz="2000">
                  <a:solidFill>
                    <a:srgbClr val="000000"/>
                  </a:solidFill>
                  <a:ea typeface="楷体" panose="02010609060101010101" pitchFamily="49" charset="-122"/>
                  <a:cs typeface="Times New Roman" panose="02020603050405020304" pitchFamily="18" charset="0"/>
                </a:rPr>
                <a:t>)</a:t>
              </a:r>
              <a:r>
                <a:rPr lang="zh-CN" altLang="en-US" sz="2667">
                  <a:solidFill>
                    <a:prstClr val="black"/>
                  </a:solidFill>
                  <a:ea typeface="楷体" panose="02010609060101010101" pitchFamily="49" charset="-122"/>
                  <a:cs typeface="Times New Roman" panose="02020603050405020304" pitchFamily="18" charset="0"/>
                </a:rPr>
                <a:t>区</a:t>
              </a:r>
              <a:endParaRPr lang="zh-CN" altLang="en-US" sz="2000">
                <a:solidFill>
                  <a:prstClr val="black"/>
                </a:solidFill>
                <a:ea typeface="楷体" panose="02010609060101010101" pitchFamily="49" charset="-122"/>
                <a:cs typeface="Times New Roman" panose="02020603050405020304" pitchFamily="18" charset="0"/>
              </a:endParaRPr>
            </a:p>
          </p:txBody>
        </p:sp>
        <p:sp>
          <p:nvSpPr>
            <p:cNvPr id="29709" name="Line 10"/>
            <p:cNvSpPr>
              <a:spLocks noChangeShapeType="1"/>
            </p:cNvSpPr>
            <p:nvPr/>
          </p:nvSpPr>
          <p:spPr bwMode="auto">
            <a:xfrm flipV="1">
              <a:off x="2284" y="3305"/>
              <a:ext cx="172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9710" name="Line 11"/>
            <p:cNvSpPr>
              <a:spLocks noChangeShapeType="1"/>
            </p:cNvSpPr>
            <p:nvPr/>
          </p:nvSpPr>
          <p:spPr bwMode="auto">
            <a:xfrm flipV="1">
              <a:off x="2284" y="2639"/>
              <a:ext cx="1727" cy="1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9711" name="Rectangle 12"/>
            <p:cNvSpPr>
              <a:spLocks noChangeArrowheads="1"/>
            </p:cNvSpPr>
            <p:nvPr/>
          </p:nvSpPr>
          <p:spPr bwMode="auto">
            <a:xfrm>
              <a:off x="2021" y="2654"/>
              <a:ext cx="1948"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zh-CN" altLang="en-US" sz="2400" b="0">
                <a:solidFill>
                  <a:prstClr val="black"/>
                </a:solidFill>
                <a:ea typeface="楷体" panose="02010609060101010101" pitchFamily="49" charset="-122"/>
                <a:cs typeface="Times New Roman" panose="02020603050405020304" pitchFamily="18" charset="0"/>
              </a:endParaRPr>
            </a:p>
          </p:txBody>
        </p:sp>
        <p:sp>
          <p:nvSpPr>
            <p:cNvPr id="29712" name="Rectangle 13"/>
            <p:cNvSpPr>
              <a:spLocks noChangeArrowheads="1"/>
            </p:cNvSpPr>
            <p:nvPr/>
          </p:nvSpPr>
          <p:spPr bwMode="auto">
            <a:xfrm>
              <a:off x="1995" y="3332"/>
              <a:ext cx="1948"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2667">
                  <a:solidFill>
                    <a:srgbClr val="000000"/>
                  </a:solidFill>
                  <a:ea typeface="楷体" panose="02010609060101010101" pitchFamily="49" charset="-122"/>
                  <a:cs typeface="Times New Roman" panose="02020603050405020304" pitchFamily="18" charset="0"/>
                </a:rPr>
                <a:t>堆</a:t>
              </a:r>
              <a:r>
                <a:rPr lang="en-US" altLang="zh-CN" sz="2667">
                  <a:solidFill>
                    <a:srgbClr val="000000"/>
                  </a:solidFill>
                  <a:ea typeface="楷体" panose="02010609060101010101" pitchFamily="49" charset="-122"/>
                  <a:cs typeface="Times New Roman" panose="02020603050405020304" pitchFamily="18" charset="0"/>
                </a:rPr>
                <a:t> </a:t>
              </a:r>
              <a:r>
                <a:rPr lang="en-US" altLang="zh-CN" sz="2000">
                  <a:solidFill>
                    <a:srgbClr val="000000"/>
                  </a:solidFill>
                  <a:ea typeface="楷体" panose="02010609060101010101" pitchFamily="49" charset="-122"/>
                  <a:cs typeface="Times New Roman" panose="02020603050405020304" pitchFamily="18" charset="0"/>
                </a:rPr>
                <a:t>(</a:t>
              </a:r>
              <a:r>
                <a:rPr lang="en-US" altLang="zh-CN" sz="2000" i="1">
                  <a:solidFill>
                    <a:prstClr val="black"/>
                  </a:solidFill>
                  <a:ea typeface="楷体" panose="02010609060101010101" pitchFamily="49" charset="-122"/>
                  <a:cs typeface="Times New Roman" panose="02020603050405020304" pitchFamily="18" charset="0"/>
                </a:rPr>
                <a:t>Heap</a:t>
              </a:r>
              <a:r>
                <a:rPr lang="en-US" altLang="zh-CN" sz="2000">
                  <a:solidFill>
                    <a:srgbClr val="000000"/>
                  </a:solidFill>
                  <a:ea typeface="楷体" panose="02010609060101010101" pitchFamily="49" charset="-122"/>
                  <a:cs typeface="Times New Roman" panose="02020603050405020304" pitchFamily="18" charset="0"/>
                </a:rPr>
                <a:t>)</a:t>
              </a:r>
              <a:r>
                <a:rPr lang="zh-CN" altLang="en-US" sz="2667">
                  <a:solidFill>
                    <a:srgbClr val="000000"/>
                  </a:solidFill>
                  <a:ea typeface="楷体" panose="02010609060101010101" pitchFamily="49" charset="-122"/>
                  <a:cs typeface="Times New Roman" panose="02020603050405020304" pitchFamily="18" charset="0"/>
                </a:rPr>
                <a:t>区</a:t>
              </a:r>
              <a:endParaRPr lang="zh-CN" altLang="en-US" sz="2000">
                <a:solidFill>
                  <a:srgbClr val="000000"/>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2000">
                <a:solidFill>
                  <a:prstClr val="black"/>
                </a:solidFill>
                <a:ea typeface="楷体" panose="02010609060101010101" pitchFamily="49" charset="-122"/>
                <a:cs typeface="Times New Roman" panose="02020603050405020304" pitchFamily="18" charset="0"/>
              </a:endParaRPr>
            </a:p>
          </p:txBody>
        </p:sp>
        <p:sp>
          <p:nvSpPr>
            <p:cNvPr id="29713" name="Line 14"/>
            <p:cNvSpPr>
              <a:spLocks noChangeShapeType="1"/>
            </p:cNvSpPr>
            <p:nvPr/>
          </p:nvSpPr>
          <p:spPr bwMode="auto">
            <a:xfrm>
              <a:off x="2954" y="2651"/>
              <a:ext cx="0" cy="267"/>
            </a:xfrm>
            <a:prstGeom prst="line">
              <a:avLst/>
            </a:prstGeom>
            <a:noFill/>
            <a:ln w="254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9714" name="Line 15"/>
            <p:cNvSpPr>
              <a:spLocks noChangeShapeType="1"/>
            </p:cNvSpPr>
            <p:nvPr/>
          </p:nvSpPr>
          <p:spPr bwMode="auto">
            <a:xfrm flipV="1">
              <a:off x="2968" y="3027"/>
              <a:ext cx="0" cy="266"/>
            </a:xfrm>
            <a:prstGeom prst="line">
              <a:avLst/>
            </a:prstGeom>
            <a:noFill/>
            <a:ln w="254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29700" name="Rectangle 18"/>
          <p:cNvSpPr>
            <a:spLocks noChangeArrowheads="1"/>
          </p:cNvSpPr>
          <p:nvPr/>
        </p:nvSpPr>
        <p:spPr bwMode="auto">
          <a:xfrm>
            <a:off x="4375152" y="3003551"/>
            <a:ext cx="654049" cy="2607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40" tIns="45720" rIns="91440" bIns="4572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r" defTabSz="1219170" fontAlgn="base">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动</a:t>
            </a:r>
            <a:endParaRPr lang="en-US" altLang="zh-CN" sz="2667">
              <a:solidFill>
                <a:prstClr val="black"/>
              </a:solidFill>
              <a:ea typeface="楷体" panose="02010609060101010101" pitchFamily="49" charset="-122"/>
              <a:cs typeface="Times New Roman" panose="02020603050405020304" pitchFamily="18" charset="0"/>
            </a:endParaRPr>
          </a:p>
          <a:p>
            <a:pPr algn="r" defTabSz="1219170" fontAlgn="base">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态</a:t>
            </a:r>
            <a:endParaRPr lang="en-US" altLang="zh-CN" sz="2667">
              <a:solidFill>
                <a:prstClr val="black"/>
              </a:solidFill>
              <a:ea typeface="楷体" panose="02010609060101010101" pitchFamily="49" charset="-122"/>
              <a:cs typeface="Times New Roman" panose="02020603050405020304" pitchFamily="18" charset="0"/>
            </a:endParaRPr>
          </a:p>
          <a:p>
            <a:pPr algn="r" defTabSz="1219170" fontAlgn="base">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数</a:t>
            </a:r>
            <a:endParaRPr lang="en-US" altLang="zh-CN" sz="2667">
              <a:solidFill>
                <a:prstClr val="black"/>
              </a:solidFill>
              <a:ea typeface="楷体" panose="02010609060101010101" pitchFamily="49" charset="-122"/>
              <a:cs typeface="Times New Roman" panose="02020603050405020304" pitchFamily="18" charset="0"/>
            </a:endParaRPr>
          </a:p>
          <a:p>
            <a:pPr algn="r" defTabSz="1219170" fontAlgn="base">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据</a:t>
            </a:r>
            <a:endParaRPr lang="en-US" altLang="zh-CN" sz="2667">
              <a:solidFill>
                <a:prstClr val="black"/>
              </a:solidFill>
              <a:ea typeface="楷体" panose="02010609060101010101" pitchFamily="49" charset="-122"/>
              <a:cs typeface="Times New Roman" panose="02020603050405020304" pitchFamily="18" charset="0"/>
            </a:endParaRPr>
          </a:p>
          <a:p>
            <a:pPr algn="r" defTabSz="1219170" fontAlgn="base">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区</a:t>
            </a:r>
            <a:endParaRPr lang="en-US" altLang="zh-CN" sz="2667">
              <a:solidFill>
                <a:prstClr val="black"/>
              </a:solidFill>
              <a:ea typeface="楷体" panose="02010609060101010101" pitchFamily="49" charset="-122"/>
              <a:cs typeface="Times New Roman" panose="02020603050405020304" pitchFamily="18" charset="0"/>
            </a:endParaRPr>
          </a:p>
          <a:p>
            <a:pPr algn="r" defTabSz="1219170" fontAlgn="base">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域</a:t>
            </a:r>
          </a:p>
        </p:txBody>
      </p:sp>
      <p:sp>
        <p:nvSpPr>
          <p:cNvPr id="29701" name="Rectangle 9"/>
          <p:cNvSpPr>
            <a:spLocks noChangeArrowheads="1"/>
          </p:cNvSpPr>
          <p:nvPr/>
        </p:nvSpPr>
        <p:spPr bwMode="auto">
          <a:xfrm>
            <a:off x="4572000" y="4008967"/>
            <a:ext cx="3092451"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8280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667">
                <a:solidFill>
                  <a:prstClr val="black"/>
                </a:solidFill>
                <a:ea typeface="楷体" panose="02010609060101010101" pitchFamily="49" charset="-122"/>
                <a:cs typeface="Times New Roman" panose="02020603050405020304" pitchFamily="18" charset="0"/>
              </a:rPr>
              <a:t>空闲内存</a:t>
            </a:r>
          </a:p>
        </p:txBody>
      </p:sp>
      <p:sp>
        <p:nvSpPr>
          <p:cNvPr id="29702" name="Line 11"/>
          <p:cNvSpPr>
            <a:spLocks noChangeShapeType="1"/>
          </p:cNvSpPr>
          <p:nvPr/>
        </p:nvSpPr>
        <p:spPr bwMode="auto">
          <a:xfrm>
            <a:off x="5039784" y="3081867"/>
            <a:ext cx="0" cy="23643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 name="Rectangle 4">
            <a:extLst>
              <a:ext uri="{FF2B5EF4-FFF2-40B4-BE49-F238E27FC236}">
                <a16:creationId xmlns:a16="http://schemas.microsoft.com/office/drawing/2014/main" id="{AF798404-D413-4F88-B15E-B812CEDFE8E4}"/>
              </a:ext>
            </a:extLst>
          </p:cNvPr>
          <p:cNvSpPr>
            <a:spLocks noChangeArrowheads="1"/>
          </p:cNvSpPr>
          <p:nvPr/>
        </p:nvSpPr>
        <p:spPr bwMode="auto">
          <a:xfrm>
            <a:off x="2113009" y="5628218"/>
            <a:ext cx="8835078" cy="1118127"/>
          </a:xfrm>
          <a:prstGeom prst="rect">
            <a:avLst/>
          </a:prstGeom>
          <a:solidFill>
            <a:schemeClr val="accent5">
              <a:lumMod val="60000"/>
              <a:lumOff val="40000"/>
            </a:schemeClr>
          </a:solidFill>
          <a:ln w="9525">
            <a:solidFill>
              <a:schemeClr val="tx1"/>
            </a:solidFill>
            <a:miter lim="800000"/>
            <a:headEnd/>
            <a:tailEnd/>
          </a:ln>
        </p:spPr>
        <p:txBody>
          <a:bodyPr wrap="square" lIns="91440" tIns="45720" rIns="91440" bIns="45720">
            <a:spAutoFit/>
          </a:bodyPr>
          <a:lstStyle/>
          <a:p>
            <a:pPr defTabSz="1219170" fontAlgn="base">
              <a:spcBef>
                <a:spcPct val="0"/>
              </a:spcBef>
              <a:spcAft>
                <a:spcPct val="0"/>
              </a:spcAft>
              <a:defRPr/>
            </a:pPr>
            <a:r>
              <a:rPr lang="zh-CN" altLang="en-US" sz="3333" b="1" dirty="0">
                <a:latin typeface="楷体" pitchFamily="49" charset="-122"/>
                <a:ea typeface="楷体" pitchFamily="49" charset="-122"/>
              </a:rPr>
              <a:t>要尽可能多的将数据对象进行</a:t>
            </a:r>
            <a:r>
              <a:rPr lang="zh-CN" altLang="en-US" sz="3333" b="1" dirty="0">
                <a:solidFill>
                  <a:schemeClr val="tx2">
                    <a:lumMod val="60000"/>
                    <a:lumOff val="40000"/>
                  </a:schemeClr>
                </a:solidFill>
                <a:latin typeface="楷体" pitchFamily="49" charset="-122"/>
                <a:ea typeface="楷体" pitchFamily="49" charset="-122"/>
              </a:rPr>
              <a:t>静态分配</a:t>
            </a:r>
            <a:r>
              <a:rPr lang="zh-CN" altLang="en-US" sz="3333" b="1" dirty="0">
                <a:latin typeface="楷体" pitchFamily="49" charset="-122"/>
                <a:ea typeface="楷体" pitchFamily="49" charset="-122"/>
              </a:rPr>
              <a:t>，因为这些对象的</a:t>
            </a:r>
            <a:r>
              <a:rPr lang="zh-CN" altLang="en-US" sz="3333" b="1" dirty="0">
                <a:solidFill>
                  <a:schemeClr val="tx2">
                    <a:lumMod val="60000"/>
                    <a:lumOff val="40000"/>
                  </a:schemeClr>
                </a:solidFill>
                <a:latin typeface="楷体" pitchFamily="49" charset="-122"/>
                <a:ea typeface="楷体" pitchFamily="49" charset="-122"/>
              </a:rPr>
              <a:t>地址</a:t>
            </a:r>
            <a:r>
              <a:rPr lang="zh-CN" altLang="en-US" sz="3333" b="1" dirty="0">
                <a:latin typeface="楷体" pitchFamily="49" charset="-122"/>
                <a:ea typeface="楷体" pitchFamily="49" charset="-122"/>
              </a:rPr>
              <a:t>可以被编译到</a:t>
            </a:r>
            <a:r>
              <a:rPr lang="zh-CN" altLang="en-US" sz="3333" b="1" dirty="0">
                <a:solidFill>
                  <a:schemeClr val="tx2">
                    <a:lumMod val="60000"/>
                    <a:lumOff val="40000"/>
                  </a:schemeClr>
                </a:solidFill>
                <a:latin typeface="楷体" pitchFamily="49" charset="-122"/>
                <a:ea typeface="楷体" pitchFamily="49" charset="-122"/>
              </a:rPr>
              <a:t>目标代码</a:t>
            </a:r>
            <a:r>
              <a:rPr lang="zh-CN" altLang="en-US" sz="3333" b="1" dirty="0">
                <a:latin typeface="楷体" pitchFamily="49" charset="-122"/>
                <a:ea typeface="楷体" pitchFamily="49" charset="-122"/>
              </a:rPr>
              <a:t>中</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Effect transition="in" filter="fade">
                                      <p:cBhvr>
                                        <p:cTn id="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0" y="0"/>
            <a:ext cx="12192000" cy="20002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68580" rIns="137160" bIns="68580" anchor="ctr"/>
          <a:lstStyle/>
          <a:p>
            <a:pPr algn="ctr" defTabSz="1219170" eaLnBrk="0" hangingPunct="0">
              <a:defRPr/>
            </a:pPr>
            <a:endParaRPr lang="zh-CN" altLang="en-US" sz="2133" dirty="0">
              <a:solidFill>
                <a:prstClr val="black">
                  <a:lumMod val="85000"/>
                  <a:lumOff val="15000"/>
                </a:prstClr>
              </a:solidFill>
              <a:latin typeface="Candara"/>
              <a:ea typeface="华文楷体" panose="02010600040101010101" pitchFamily="2" charset="-122"/>
            </a:endParaRPr>
          </a:p>
        </p:txBody>
      </p:sp>
      <p:sp>
        <p:nvSpPr>
          <p:cNvPr id="8" name="矩形 7"/>
          <p:cNvSpPr/>
          <p:nvPr/>
        </p:nvSpPr>
        <p:spPr>
          <a:xfrm>
            <a:off x="6000752" y="1809751"/>
            <a:ext cx="5810249" cy="4102213"/>
          </a:xfrm>
          <a:prstGeom prst="rect">
            <a:avLst/>
          </a:prstGeom>
          <a:ln w="12700">
            <a:noFill/>
          </a:ln>
        </p:spPr>
        <p:txBody>
          <a:bodyPr lIns="91440" tIns="45720" rIns="91440" bIns="45720">
            <a:spAutoFit/>
          </a:bodyPr>
          <a:lstStyle/>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7.1 </a:t>
            </a:r>
            <a:r>
              <a:rPr lang="zh-CN" altLang="en-US" sz="3333" dirty="0">
                <a:solidFill>
                  <a:prstClr val="white">
                    <a:lumMod val="50000"/>
                  </a:prstClr>
                </a:solidFill>
                <a:latin typeface="微软雅黑" pitchFamily="34" charset="-122"/>
                <a:ea typeface="微软雅黑" pitchFamily="34" charset="-122"/>
                <a:cs typeface="楷体_GB2312"/>
              </a:rPr>
              <a:t>存储组织</a:t>
            </a: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7.2 </a:t>
            </a:r>
            <a:r>
              <a:rPr lang="zh-CN" altLang="en-US" sz="3333" dirty="0">
                <a:solidFill>
                  <a:prstClr val="white">
                    <a:lumMod val="50000"/>
                  </a:prstClr>
                </a:solidFill>
                <a:latin typeface="微软雅黑" pitchFamily="34" charset="-122"/>
                <a:ea typeface="微软雅黑" pitchFamily="34" charset="-122"/>
                <a:cs typeface="楷体_GB2312"/>
              </a:rPr>
              <a:t>静态存储分配</a:t>
            </a:r>
          </a:p>
          <a:p>
            <a:pPr defTabSz="1219170" eaLnBrk="0" fontAlgn="base" hangingPunct="0">
              <a:lnSpc>
                <a:spcPts val="5333"/>
              </a:lnSpc>
              <a:spcBef>
                <a:spcPct val="0"/>
              </a:spcBef>
              <a:spcAft>
                <a:spcPct val="0"/>
              </a:spcAft>
              <a:defRPr/>
            </a:pPr>
            <a:r>
              <a:rPr lang="en-US" altLang="zh-CN" sz="3333" dirty="0">
                <a:solidFill>
                  <a:srgbClr val="073E87">
                    <a:lumMod val="60000"/>
                    <a:lumOff val="40000"/>
                  </a:srgbClr>
                </a:solidFill>
                <a:latin typeface="微软雅黑" pitchFamily="34" charset="-122"/>
                <a:ea typeface="微软雅黑" pitchFamily="34" charset="-122"/>
                <a:cs typeface="楷体_GB2312"/>
              </a:rPr>
              <a:t>7.3 </a:t>
            </a:r>
            <a:r>
              <a:rPr lang="zh-CN" altLang="en-US" sz="3333" dirty="0">
                <a:solidFill>
                  <a:srgbClr val="073E87">
                    <a:lumMod val="60000"/>
                    <a:lumOff val="40000"/>
                  </a:srgbClr>
                </a:solidFill>
                <a:latin typeface="微软雅黑" pitchFamily="34" charset="-122"/>
                <a:ea typeface="微软雅黑" pitchFamily="34" charset="-122"/>
                <a:cs typeface="楷体_GB2312"/>
              </a:rPr>
              <a:t>栈式存储分配</a:t>
            </a: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7.4 </a:t>
            </a:r>
            <a:r>
              <a:rPr lang="zh-CN" altLang="en-US" sz="3333" dirty="0">
                <a:solidFill>
                  <a:prstClr val="white">
                    <a:lumMod val="50000"/>
                  </a:prstClr>
                </a:solidFill>
                <a:latin typeface="微软雅黑" pitchFamily="34" charset="-122"/>
                <a:ea typeface="微软雅黑" pitchFamily="34" charset="-122"/>
                <a:cs typeface="楷体_GB2312"/>
              </a:rPr>
              <a:t>非局部数据的访问</a:t>
            </a: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7.5 </a:t>
            </a:r>
            <a:r>
              <a:rPr lang="zh-CN" altLang="en-US" sz="3333" dirty="0">
                <a:solidFill>
                  <a:prstClr val="white">
                    <a:lumMod val="50000"/>
                  </a:prstClr>
                </a:solidFill>
                <a:latin typeface="微软雅黑" pitchFamily="34" charset="-122"/>
                <a:ea typeface="微软雅黑" pitchFamily="34" charset="-122"/>
                <a:cs typeface="楷体_GB2312"/>
              </a:rPr>
              <a:t>参数传递</a:t>
            </a:r>
            <a:endParaRPr lang="en-US" altLang="zh-CN" sz="3333" dirty="0">
              <a:solidFill>
                <a:prstClr val="white">
                  <a:lumMod val="50000"/>
                </a:prstClr>
              </a:solidFill>
              <a:latin typeface="微软雅黑" pitchFamily="34" charset="-122"/>
              <a:ea typeface="微软雅黑" pitchFamily="34" charset="-122"/>
              <a:cs typeface="楷体_GB2312"/>
            </a:endParaRP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7.6 </a:t>
            </a:r>
            <a:r>
              <a:rPr lang="zh-CN" altLang="en-US" sz="3333" dirty="0">
                <a:solidFill>
                  <a:prstClr val="white">
                    <a:lumMod val="50000"/>
                  </a:prstClr>
                </a:solidFill>
                <a:latin typeface="微软雅黑" pitchFamily="34" charset="-122"/>
                <a:ea typeface="微软雅黑" pitchFamily="34" charset="-122"/>
                <a:cs typeface="楷体_GB2312"/>
              </a:rPr>
              <a:t>符号表</a:t>
            </a:r>
          </a:p>
        </p:txBody>
      </p:sp>
      <p:pic>
        <p:nvPicPr>
          <p:cNvPr id="54276" name="Picture 7" descr="E:\工大编译\ppt\制作\0330e9c554c768200000158fc50d53d.jpg"/>
          <p:cNvPicPr>
            <a:picLocks noChangeAspect="1" noChangeArrowheads="1"/>
          </p:cNvPicPr>
          <p:nvPr/>
        </p:nvPicPr>
        <p:blipFill>
          <a:blip r:embed="rId3">
            <a:extLst>
              <a:ext uri="{28A0092B-C50C-407E-A947-70E740481C1C}">
                <a14:useLocalDpi xmlns:a14="http://schemas.microsoft.com/office/drawing/2010/main" val="0"/>
              </a:ext>
            </a:extLst>
          </a:blip>
          <a:srcRect l="15538" r="21837"/>
          <a:stretch>
            <a:fillRect/>
          </a:stretch>
        </p:blipFill>
        <p:spPr bwMode="auto">
          <a:xfrm>
            <a:off x="-8466" y="0"/>
            <a:ext cx="57277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矩形 15"/>
          <p:cNvSpPr/>
          <p:nvPr/>
        </p:nvSpPr>
        <p:spPr>
          <a:xfrm>
            <a:off x="5524501" y="476251"/>
            <a:ext cx="2571751" cy="1047749"/>
          </a:xfrm>
          <a:prstGeom prst="rect">
            <a:avLst/>
          </a:prstGeom>
          <a:solidFill>
            <a:schemeClr val="accent2">
              <a:lumMod val="60000"/>
              <a:lumOff val="40000"/>
            </a:schemeClr>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37160" tIns="68580" rIns="137160" bIns="68580" anchor="ctr"/>
          <a:lstStyle/>
          <a:p>
            <a:pPr algn="ctr" defTabSz="1219170" eaLnBrk="0" hangingPunct="0">
              <a:defRPr/>
            </a:pPr>
            <a:r>
              <a:rPr lang="zh-CN" altLang="en-US" sz="5333" b="1" spc="800" dirty="0">
                <a:solidFill>
                  <a:prstClr val="white"/>
                </a:solidFill>
                <a:latin typeface="微软雅黑" pitchFamily="34" charset="-122"/>
                <a:ea typeface="微软雅黑" pitchFamily="34" charset="-122"/>
              </a:rPr>
              <a:t>提纲</a:t>
            </a:r>
            <a:endParaRPr lang="zh-CN" altLang="en-US" sz="2133" dirty="0">
              <a:solidFill>
                <a:prstClr val="black">
                  <a:lumMod val="85000"/>
                  <a:lumOff val="15000"/>
                </a:prstClr>
              </a:solidFill>
              <a:latin typeface="Candara"/>
              <a:ea typeface="华文楷体" panose="02010600040101010101" pitchFamily="2" charset="-122"/>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7" name="Rectangle 3"/>
          <p:cNvSpPr>
            <a:spLocks noGrp="1" noChangeArrowheads="1"/>
          </p:cNvSpPr>
          <p:nvPr>
            <p:ph idx="1"/>
          </p:nvPr>
        </p:nvSpPr>
        <p:spPr>
          <a:xfrm>
            <a:off x="571500" y="952500"/>
            <a:ext cx="11093451" cy="5469467"/>
          </a:xfrm>
        </p:spPr>
        <p:txBody>
          <a:bodyPr/>
          <a:lstStyle/>
          <a:p>
            <a:pPr>
              <a:lnSpc>
                <a:spcPts val="4667"/>
              </a:lnSpc>
              <a:buClrTx/>
              <a:buFont typeface="Wingdings" pitchFamily="2" charset="2"/>
              <a:buChar char="Ø"/>
              <a:defRPr/>
            </a:pPr>
            <a:r>
              <a:rPr lang="zh-CN" altLang="en-US" sz="3333" b="1" dirty="0">
                <a:solidFill>
                  <a:schemeClr val="tx1"/>
                </a:solidFill>
                <a:cs typeface="Times New Roman" pitchFamily="18" charset="0"/>
              </a:rPr>
              <a:t>用来描述程序</a:t>
            </a:r>
            <a:r>
              <a:rPr lang="zh-CN" altLang="en-US" sz="3333" b="1" dirty="0">
                <a:solidFill>
                  <a:schemeClr val="tx2">
                    <a:lumMod val="60000"/>
                    <a:lumOff val="40000"/>
                  </a:schemeClr>
                </a:solidFill>
                <a:cs typeface="Times New Roman" pitchFamily="18" charset="0"/>
              </a:rPr>
              <a:t>运行</a:t>
            </a:r>
            <a:r>
              <a:rPr lang="zh-CN" altLang="en-US" sz="3333" b="1" dirty="0">
                <a:solidFill>
                  <a:schemeClr val="tx1"/>
                </a:solidFill>
                <a:cs typeface="Times New Roman" pitchFamily="18" charset="0"/>
              </a:rPr>
              <a:t>期间</a:t>
            </a:r>
            <a:r>
              <a:rPr lang="zh-CN" altLang="en-US" sz="3333" b="1" dirty="0">
                <a:solidFill>
                  <a:schemeClr val="tx2">
                    <a:lumMod val="60000"/>
                    <a:lumOff val="40000"/>
                  </a:schemeClr>
                </a:solidFill>
                <a:cs typeface="Times New Roman" pitchFamily="18" charset="0"/>
              </a:rPr>
              <a:t>控制</a:t>
            </a:r>
            <a:r>
              <a:rPr lang="zh-CN" altLang="en-US" sz="3333" b="1" dirty="0">
                <a:solidFill>
                  <a:schemeClr val="tx1"/>
                </a:solidFill>
                <a:cs typeface="Times New Roman" pitchFamily="18" charset="0"/>
              </a:rPr>
              <a:t>进入和离开各个活动的情况的树称为</a:t>
            </a:r>
            <a:r>
              <a:rPr lang="zh-CN" altLang="en-US" sz="3333" b="1" dirty="0">
                <a:solidFill>
                  <a:srgbClr val="FF0000"/>
                </a:solidFill>
                <a:cs typeface="Times New Roman" pitchFamily="18" charset="0"/>
              </a:rPr>
              <a:t>活动树</a:t>
            </a:r>
            <a:endParaRPr lang="en-US" altLang="zh-CN" sz="3333" b="1" i="1" dirty="0">
              <a:solidFill>
                <a:srgbClr val="FF0000"/>
              </a:solidFill>
              <a:cs typeface="Times New Roman" pitchFamily="18" charset="0"/>
            </a:endParaRPr>
          </a:p>
          <a:p>
            <a:pPr>
              <a:lnSpc>
                <a:spcPts val="4667"/>
              </a:lnSpc>
              <a:buClrTx/>
              <a:buFont typeface="Wingdings" pitchFamily="2" charset="2"/>
              <a:buChar char="Ø"/>
              <a:defRPr/>
            </a:pPr>
            <a:r>
              <a:rPr lang="zh-CN" altLang="en-US" sz="3333" b="1" dirty="0">
                <a:solidFill>
                  <a:schemeClr val="tx1"/>
                </a:solidFill>
                <a:cs typeface="Times New Roman" pitchFamily="18" charset="0"/>
              </a:rPr>
              <a:t>树中的每个</a:t>
            </a:r>
            <a:r>
              <a:rPr lang="zh-CN" altLang="en-US" sz="3333" b="1" dirty="0">
                <a:solidFill>
                  <a:schemeClr val="tx2">
                    <a:lumMod val="60000"/>
                    <a:lumOff val="40000"/>
                  </a:schemeClr>
                </a:solidFill>
                <a:cs typeface="Times New Roman" pitchFamily="18" charset="0"/>
              </a:rPr>
              <a:t>结点</a:t>
            </a:r>
            <a:r>
              <a:rPr lang="zh-CN" altLang="en-US" sz="3333" b="1" dirty="0">
                <a:solidFill>
                  <a:schemeClr val="tx1"/>
                </a:solidFill>
                <a:cs typeface="Times New Roman" pitchFamily="18" charset="0"/>
              </a:rPr>
              <a:t>对应于一个</a:t>
            </a:r>
            <a:r>
              <a:rPr lang="zh-CN" altLang="en-US" sz="3333" b="1" dirty="0">
                <a:solidFill>
                  <a:schemeClr val="tx2">
                    <a:lumMod val="60000"/>
                    <a:lumOff val="40000"/>
                  </a:schemeClr>
                </a:solidFill>
                <a:cs typeface="Times New Roman" pitchFamily="18" charset="0"/>
              </a:rPr>
              <a:t>活动</a:t>
            </a:r>
            <a:r>
              <a:rPr lang="zh-CN" altLang="en-US" sz="3333" b="1" dirty="0">
                <a:solidFill>
                  <a:schemeClr val="tx1"/>
                </a:solidFill>
                <a:cs typeface="Times New Roman" pitchFamily="18" charset="0"/>
              </a:rPr>
              <a:t>。</a:t>
            </a:r>
            <a:r>
              <a:rPr lang="zh-CN" altLang="en-US" sz="3333" b="1" dirty="0">
                <a:solidFill>
                  <a:schemeClr val="tx2">
                    <a:lumMod val="60000"/>
                    <a:lumOff val="40000"/>
                  </a:schemeClr>
                </a:solidFill>
                <a:cs typeface="Times New Roman" pitchFamily="18" charset="0"/>
              </a:rPr>
              <a:t>根结点</a:t>
            </a:r>
            <a:r>
              <a:rPr lang="zh-CN" altLang="en-US" sz="3333" b="1" dirty="0">
                <a:solidFill>
                  <a:schemeClr val="tx1"/>
                </a:solidFill>
                <a:cs typeface="Times New Roman" pitchFamily="18" charset="0"/>
              </a:rPr>
              <a:t>是启动程序执行的</a:t>
            </a:r>
            <a:r>
              <a:rPr lang="en-US" altLang="zh-CN" sz="3333" b="1" i="1" dirty="0">
                <a:solidFill>
                  <a:schemeClr val="tx2">
                    <a:lumMod val="60000"/>
                    <a:lumOff val="40000"/>
                  </a:schemeClr>
                </a:solidFill>
                <a:cs typeface="Times New Roman" pitchFamily="18" charset="0"/>
              </a:rPr>
              <a:t>main</a:t>
            </a:r>
            <a:r>
              <a:rPr lang="zh-CN" altLang="en-US" sz="3333" b="1" dirty="0">
                <a:solidFill>
                  <a:schemeClr val="tx2">
                    <a:lumMod val="60000"/>
                    <a:lumOff val="40000"/>
                  </a:schemeClr>
                </a:solidFill>
                <a:cs typeface="Times New Roman" pitchFamily="18" charset="0"/>
              </a:rPr>
              <a:t>过程的活动</a:t>
            </a:r>
            <a:endParaRPr lang="en-US" altLang="zh-CN" sz="3333" b="1" dirty="0">
              <a:solidFill>
                <a:schemeClr val="tx2">
                  <a:lumMod val="60000"/>
                  <a:lumOff val="40000"/>
                </a:schemeClr>
              </a:solidFill>
              <a:cs typeface="Times New Roman" pitchFamily="18" charset="0"/>
            </a:endParaRPr>
          </a:p>
          <a:p>
            <a:pPr>
              <a:lnSpc>
                <a:spcPts val="4667"/>
              </a:lnSpc>
              <a:buClrTx/>
              <a:buFont typeface="Wingdings" pitchFamily="2" charset="2"/>
              <a:buChar char="Ø"/>
              <a:defRPr/>
            </a:pPr>
            <a:r>
              <a:rPr lang="zh-CN" altLang="en-US" sz="3333" b="1" dirty="0">
                <a:solidFill>
                  <a:schemeClr val="tx1"/>
                </a:solidFill>
                <a:cs typeface="Times New Roman" pitchFamily="18" charset="0"/>
              </a:rPr>
              <a:t>在表示过程</a:t>
            </a:r>
            <a:r>
              <a:rPr lang="en-US" altLang="zh-CN" sz="3333" b="1" i="1" dirty="0">
                <a:solidFill>
                  <a:schemeClr val="tx1"/>
                </a:solidFill>
                <a:cs typeface="Times New Roman" pitchFamily="18" charset="0"/>
              </a:rPr>
              <a:t>p</a:t>
            </a:r>
            <a:r>
              <a:rPr lang="zh-CN" altLang="en-US" sz="3333" b="1" dirty="0">
                <a:solidFill>
                  <a:schemeClr val="tx1"/>
                </a:solidFill>
                <a:cs typeface="Times New Roman" pitchFamily="18" charset="0"/>
              </a:rPr>
              <a:t>的某个活动的结点上，其</a:t>
            </a:r>
            <a:r>
              <a:rPr lang="zh-CN" altLang="en-US" sz="3333" b="1" dirty="0">
                <a:solidFill>
                  <a:schemeClr val="tx2">
                    <a:lumMod val="60000"/>
                    <a:lumOff val="40000"/>
                  </a:schemeClr>
                </a:solidFill>
                <a:cs typeface="Times New Roman" pitchFamily="18" charset="0"/>
              </a:rPr>
              <a:t>子结点</a:t>
            </a:r>
            <a:r>
              <a:rPr lang="zh-CN" altLang="en-US" sz="3333" b="1" dirty="0">
                <a:solidFill>
                  <a:schemeClr val="tx1"/>
                </a:solidFill>
                <a:cs typeface="Times New Roman" pitchFamily="18" charset="0"/>
              </a:rPr>
              <a:t>对应于被</a:t>
            </a:r>
            <a:r>
              <a:rPr lang="en-US" altLang="zh-CN" sz="3333" b="1" i="1" dirty="0">
                <a:solidFill>
                  <a:schemeClr val="tx1"/>
                </a:solidFill>
                <a:cs typeface="Times New Roman" pitchFamily="18" charset="0"/>
              </a:rPr>
              <a:t>p</a:t>
            </a:r>
            <a:r>
              <a:rPr lang="zh-CN" altLang="en-US" sz="3333" b="1" dirty="0">
                <a:solidFill>
                  <a:schemeClr val="tx1"/>
                </a:solidFill>
                <a:cs typeface="Times New Roman" pitchFamily="18" charset="0"/>
              </a:rPr>
              <a:t>的这次活动</a:t>
            </a:r>
            <a:r>
              <a:rPr lang="zh-CN" altLang="en-US" sz="3333" b="1" dirty="0">
                <a:solidFill>
                  <a:schemeClr val="tx2">
                    <a:lumMod val="60000"/>
                    <a:lumOff val="40000"/>
                  </a:schemeClr>
                </a:solidFill>
                <a:cs typeface="Times New Roman" pitchFamily="18" charset="0"/>
              </a:rPr>
              <a:t>调用</a:t>
            </a:r>
            <a:r>
              <a:rPr lang="zh-CN" altLang="en-US" sz="3333" b="1" dirty="0">
                <a:solidFill>
                  <a:schemeClr val="tx1"/>
                </a:solidFill>
                <a:cs typeface="Times New Roman" pitchFamily="18" charset="0"/>
              </a:rPr>
              <a:t>的各个过程的活动。按照这些</a:t>
            </a:r>
            <a:r>
              <a:rPr lang="zh-CN" altLang="en-US" sz="3333" b="1" dirty="0">
                <a:solidFill>
                  <a:schemeClr val="tx2">
                    <a:lumMod val="60000"/>
                    <a:lumOff val="40000"/>
                  </a:schemeClr>
                </a:solidFill>
                <a:cs typeface="Times New Roman" pitchFamily="18" charset="0"/>
              </a:rPr>
              <a:t>活动被调用的顺序</a:t>
            </a:r>
            <a:r>
              <a:rPr lang="zh-CN" altLang="en-US" sz="3333" b="1" dirty="0">
                <a:solidFill>
                  <a:schemeClr val="tx1"/>
                </a:solidFill>
                <a:cs typeface="Times New Roman" pitchFamily="18" charset="0"/>
              </a:rPr>
              <a:t>，自左向右地显示它们。一个子结点必须在其</a:t>
            </a:r>
            <a:r>
              <a:rPr lang="zh-CN" altLang="en-US" sz="3333" b="1" dirty="0">
                <a:solidFill>
                  <a:schemeClr val="tx2">
                    <a:lumMod val="60000"/>
                    <a:lumOff val="40000"/>
                  </a:schemeClr>
                </a:solidFill>
                <a:cs typeface="Times New Roman" pitchFamily="18" charset="0"/>
              </a:rPr>
              <a:t>右兄弟</a:t>
            </a:r>
            <a:r>
              <a:rPr lang="zh-CN" altLang="en-US" sz="3333" b="1" dirty="0">
                <a:solidFill>
                  <a:schemeClr val="tx1"/>
                </a:solidFill>
                <a:cs typeface="Times New Roman" pitchFamily="18" charset="0"/>
              </a:rPr>
              <a:t>结点的活动</a:t>
            </a:r>
            <a:r>
              <a:rPr lang="zh-CN" altLang="en-US" sz="3333" b="1" dirty="0">
                <a:solidFill>
                  <a:schemeClr val="tx2">
                    <a:lumMod val="60000"/>
                    <a:lumOff val="40000"/>
                  </a:schemeClr>
                </a:solidFill>
                <a:cs typeface="Times New Roman" pitchFamily="18" charset="0"/>
              </a:rPr>
              <a:t>开始</a:t>
            </a:r>
            <a:r>
              <a:rPr lang="zh-CN" altLang="en-US" sz="3333" b="1" dirty="0">
                <a:solidFill>
                  <a:schemeClr val="tx1"/>
                </a:solidFill>
                <a:cs typeface="Times New Roman" pitchFamily="18" charset="0"/>
              </a:rPr>
              <a:t>之前</a:t>
            </a:r>
            <a:r>
              <a:rPr lang="zh-CN" altLang="en-US" sz="3333" b="1" dirty="0">
                <a:solidFill>
                  <a:schemeClr val="tx2">
                    <a:lumMod val="60000"/>
                    <a:lumOff val="40000"/>
                  </a:schemeClr>
                </a:solidFill>
                <a:cs typeface="Times New Roman" pitchFamily="18" charset="0"/>
              </a:rPr>
              <a:t>结束</a:t>
            </a:r>
            <a:endParaRPr lang="en-US" altLang="zh-CN" sz="3333" b="1" dirty="0">
              <a:solidFill>
                <a:schemeClr val="tx2">
                  <a:lumMod val="60000"/>
                  <a:lumOff val="40000"/>
                </a:schemeClr>
              </a:solidFill>
              <a:ea typeface="楷体_GB2312" pitchFamily="49" charset="-122"/>
              <a:cs typeface="Times New Roman" pitchFamily="18" charset="0"/>
            </a:endParaRPr>
          </a:p>
        </p:txBody>
      </p:sp>
      <p:sp>
        <p:nvSpPr>
          <p:cNvPr id="58371"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活动树</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651267">
                                            <p:txEl>
                                              <p:pRg st="1" end="1"/>
                                            </p:txEl>
                                          </p:spTgt>
                                        </p:tgtEl>
                                        <p:attrNameLst>
                                          <p:attrName>style.visibility</p:attrName>
                                        </p:attrNameLst>
                                      </p:cBhvr>
                                      <p:to>
                                        <p:strVal val="visible"/>
                                      </p:to>
                                    </p:set>
                                    <p:anim calcmode="lin" valueType="num">
                                      <p:cBhvr>
                                        <p:cTn id="7" dur="500" fill="hold"/>
                                        <p:tgtEl>
                                          <p:spTgt spid="651267">
                                            <p:txEl>
                                              <p:pRg st="1" end="1"/>
                                            </p:txEl>
                                          </p:spTgt>
                                        </p:tgtEl>
                                        <p:attrNameLst>
                                          <p:attrName>ppt_w</p:attrName>
                                        </p:attrNameLst>
                                      </p:cBhvr>
                                      <p:tavLst>
                                        <p:tav tm="0">
                                          <p:val>
                                            <p:fltVal val="0"/>
                                          </p:val>
                                        </p:tav>
                                        <p:tav tm="100000">
                                          <p:val>
                                            <p:strVal val="#ppt_w"/>
                                          </p:val>
                                        </p:tav>
                                      </p:tavLst>
                                    </p:anim>
                                    <p:anim calcmode="lin" valueType="num">
                                      <p:cBhvr>
                                        <p:cTn id="8" dur="500" fill="hold"/>
                                        <p:tgtEl>
                                          <p:spTgt spid="651267">
                                            <p:txEl>
                                              <p:pRg st="1" end="1"/>
                                            </p:txEl>
                                          </p:spTgt>
                                        </p:tgtEl>
                                        <p:attrNameLst>
                                          <p:attrName>ppt_h</p:attrName>
                                        </p:attrNameLst>
                                      </p:cBhvr>
                                      <p:tavLst>
                                        <p:tav tm="0">
                                          <p:val>
                                            <p:fltVal val="0"/>
                                          </p:val>
                                        </p:tav>
                                        <p:tav tm="100000">
                                          <p:val>
                                            <p:strVal val="#ppt_h"/>
                                          </p:val>
                                        </p:tav>
                                      </p:tavLst>
                                    </p:anim>
                                    <p:animEffect transition="in" filter="fade">
                                      <p:cBhvr>
                                        <p:cTn id="9" dur="500"/>
                                        <p:tgtEl>
                                          <p:spTgt spid="651267">
                                            <p:txEl>
                                              <p:pRg st="1" end="1"/>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nodeType="clickEffect">
                                  <p:stCondLst>
                                    <p:cond delay="0"/>
                                  </p:stCondLst>
                                  <p:childTnLst>
                                    <p:set>
                                      <p:cBhvr>
                                        <p:cTn id="13" dur="1" fill="hold">
                                          <p:stCondLst>
                                            <p:cond delay="0"/>
                                          </p:stCondLst>
                                        </p:cTn>
                                        <p:tgtEl>
                                          <p:spTgt spid="651267">
                                            <p:txEl>
                                              <p:pRg st="2" end="2"/>
                                            </p:txEl>
                                          </p:spTgt>
                                        </p:tgtEl>
                                        <p:attrNameLst>
                                          <p:attrName>style.visibility</p:attrName>
                                        </p:attrNameLst>
                                      </p:cBhvr>
                                      <p:to>
                                        <p:strVal val="visible"/>
                                      </p:to>
                                    </p:set>
                                    <p:anim calcmode="lin" valueType="num">
                                      <p:cBhvr>
                                        <p:cTn id="14" dur="500" fill="hold"/>
                                        <p:tgtEl>
                                          <p:spTgt spid="651267">
                                            <p:txEl>
                                              <p:pRg st="2" end="2"/>
                                            </p:txEl>
                                          </p:spTgt>
                                        </p:tgtEl>
                                        <p:attrNameLst>
                                          <p:attrName>ppt_w</p:attrName>
                                        </p:attrNameLst>
                                      </p:cBhvr>
                                      <p:tavLst>
                                        <p:tav tm="0">
                                          <p:val>
                                            <p:fltVal val="0"/>
                                          </p:val>
                                        </p:tav>
                                        <p:tav tm="100000">
                                          <p:val>
                                            <p:strVal val="#ppt_w"/>
                                          </p:val>
                                        </p:tav>
                                      </p:tavLst>
                                    </p:anim>
                                    <p:anim calcmode="lin" valueType="num">
                                      <p:cBhvr>
                                        <p:cTn id="15" dur="500" fill="hold"/>
                                        <p:tgtEl>
                                          <p:spTgt spid="651267">
                                            <p:txEl>
                                              <p:pRg st="2" end="2"/>
                                            </p:txEl>
                                          </p:spTgt>
                                        </p:tgtEl>
                                        <p:attrNameLst>
                                          <p:attrName>ppt_h</p:attrName>
                                        </p:attrNameLst>
                                      </p:cBhvr>
                                      <p:tavLst>
                                        <p:tav tm="0">
                                          <p:val>
                                            <p:fltVal val="0"/>
                                          </p:val>
                                        </p:tav>
                                        <p:tav tm="100000">
                                          <p:val>
                                            <p:strVal val="#ppt_h"/>
                                          </p:val>
                                        </p:tav>
                                      </p:tavLst>
                                    </p:anim>
                                    <p:animEffect transition="in" filter="fade">
                                      <p:cBhvr>
                                        <p:cTn id="16" dur="500"/>
                                        <p:tgtEl>
                                          <p:spTgt spid="65126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例：一个快速排序程序的概要</a:t>
            </a:r>
          </a:p>
        </p:txBody>
      </p:sp>
      <p:grpSp>
        <p:nvGrpSpPr>
          <p:cNvPr id="3" name="组合 4"/>
          <p:cNvGrpSpPr>
            <a:grpSpLocks/>
          </p:cNvGrpSpPr>
          <p:nvPr/>
        </p:nvGrpSpPr>
        <p:grpSpPr bwMode="auto">
          <a:xfrm>
            <a:off x="4387851" y="2647952"/>
            <a:ext cx="7372349" cy="4109335"/>
            <a:chOff x="3746500" y="1985963"/>
            <a:chExt cx="5529263" cy="3081449"/>
          </a:xfrm>
        </p:grpSpPr>
        <p:sp>
          <p:nvSpPr>
            <p:cNvPr id="60422" name="Text Box 7"/>
            <p:cNvSpPr txBox="1">
              <a:spLocks noChangeArrowheads="1"/>
            </p:cNvSpPr>
            <p:nvPr/>
          </p:nvSpPr>
          <p:spPr bwMode="auto">
            <a:xfrm>
              <a:off x="4100513" y="3922713"/>
              <a:ext cx="4503737" cy="3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50000"/>
                </a:spcBef>
                <a:spcAft>
                  <a:spcPct val="0"/>
                </a:spcAft>
              </a:pPr>
              <a:r>
                <a:rPr kumimoji="1" lang="en-US" altLang="zh-CN" sz="2400" i="1">
                  <a:solidFill>
                    <a:srgbClr val="000000"/>
                  </a:solidFill>
                  <a:ea typeface="楷体" panose="02010609060101010101" pitchFamily="49" charset="-122"/>
                  <a:cs typeface="Times New Roman" panose="02020603050405020304" pitchFamily="18" charset="0"/>
                </a:rPr>
                <a:t>p</a:t>
              </a:r>
              <a:r>
                <a:rPr kumimoji="1" lang="en-US" altLang="zh-CN" sz="2400">
                  <a:solidFill>
                    <a:srgbClr val="000000"/>
                  </a:solidFill>
                  <a:ea typeface="楷体" panose="02010609060101010101" pitchFamily="49" charset="-122"/>
                  <a:cs typeface="Times New Roman" panose="02020603050405020304" pitchFamily="18" charset="0"/>
                </a:rPr>
                <a:t>(1,3)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(1,0)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(2,3)</a:t>
              </a:r>
              <a:r>
                <a:rPr kumimoji="1" lang="en-US" altLang="zh-CN" sz="2400" i="1">
                  <a:solidFill>
                    <a:srgbClr val="000000"/>
                  </a:solidFill>
                  <a:ea typeface="楷体" panose="02010609060101010101" pitchFamily="49" charset="-122"/>
                  <a:cs typeface="Times New Roman" panose="02020603050405020304" pitchFamily="18" charset="0"/>
                </a:rPr>
                <a:t>   p</a:t>
              </a:r>
              <a:r>
                <a:rPr kumimoji="1" lang="en-US" altLang="zh-CN" sz="2400">
                  <a:solidFill>
                    <a:srgbClr val="000000"/>
                  </a:solidFill>
                  <a:ea typeface="楷体" panose="02010609060101010101" pitchFamily="49" charset="-122"/>
                  <a:cs typeface="Times New Roman" panose="02020603050405020304" pitchFamily="18" charset="0"/>
                </a:rPr>
                <a:t>(5,9)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(5,5)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(7,9)           </a:t>
              </a:r>
              <a:endParaRPr kumimoji="1" lang="zh-CN" altLang="en-US" sz="2400">
                <a:solidFill>
                  <a:srgbClr val="000000"/>
                </a:solidFill>
                <a:ea typeface="楷体" panose="02010609060101010101" pitchFamily="49" charset="-122"/>
                <a:cs typeface="Times New Roman" panose="02020603050405020304" pitchFamily="18" charset="0"/>
              </a:endParaRPr>
            </a:p>
          </p:txBody>
        </p:sp>
        <p:sp>
          <p:nvSpPr>
            <p:cNvPr id="60423" name="Text Box 5"/>
            <p:cNvSpPr txBox="1">
              <a:spLocks noChangeArrowheads="1"/>
            </p:cNvSpPr>
            <p:nvPr/>
          </p:nvSpPr>
          <p:spPr bwMode="auto">
            <a:xfrm>
              <a:off x="5375369" y="1985963"/>
              <a:ext cx="685795" cy="3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50000"/>
                </a:spcBef>
                <a:spcAft>
                  <a:spcPct val="0"/>
                </a:spcAft>
              </a:pPr>
              <a:r>
                <a:rPr kumimoji="1" lang="en-US" altLang="zh-CN" sz="2400" i="1">
                  <a:solidFill>
                    <a:srgbClr val="000000"/>
                  </a:solidFill>
                  <a:ea typeface="楷体" panose="02010609060101010101" pitchFamily="49" charset="-122"/>
                  <a:cs typeface="Times New Roman" panose="02020603050405020304" pitchFamily="18" charset="0"/>
                </a:rPr>
                <a:t>m</a:t>
              </a:r>
              <a:endParaRPr kumimoji="1" lang="zh-CN" altLang="en-US" sz="2400" i="1">
                <a:solidFill>
                  <a:srgbClr val="000000"/>
                </a:solidFill>
                <a:ea typeface="楷体" panose="02010609060101010101" pitchFamily="49" charset="-122"/>
                <a:cs typeface="Times New Roman" panose="02020603050405020304" pitchFamily="18" charset="0"/>
              </a:endParaRPr>
            </a:p>
          </p:txBody>
        </p:sp>
        <p:sp>
          <p:nvSpPr>
            <p:cNvPr id="60424" name="Text Box 7"/>
            <p:cNvSpPr txBox="1">
              <a:spLocks noChangeArrowheads="1"/>
            </p:cNvSpPr>
            <p:nvPr/>
          </p:nvSpPr>
          <p:spPr bwMode="auto">
            <a:xfrm>
              <a:off x="5632532" y="2446820"/>
              <a:ext cx="885819" cy="3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50000"/>
                </a:spcBef>
                <a:spcAft>
                  <a:spcPct val="0"/>
                </a:spcAft>
              </a:pP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(1,9)</a:t>
              </a:r>
              <a:endParaRPr kumimoji="1" lang="zh-CN" altLang="en-US" sz="2400">
                <a:solidFill>
                  <a:srgbClr val="000000"/>
                </a:solidFill>
                <a:ea typeface="楷体" panose="02010609060101010101" pitchFamily="49" charset="-122"/>
                <a:cs typeface="Times New Roman" panose="02020603050405020304" pitchFamily="18" charset="0"/>
              </a:endParaRPr>
            </a:p>
          </p:txBody>
        </p:sp>
        <p:sp>
          <p:nvSpPr>
            <p:cNvPr id="60425" name="Line 11"/>
            <p:cNvSpPr>
              <a:spLocks noChangeShapeType="1"/>
            </p:cNvSpPr>
            <p:nvPr/>
          </p:nvSpPr>
          <p:spPr bwMode="auto">
            <a:xfrm flipH="1">
              <a:off x="4989601" y="2290792"/>
              <a:ext cx="553179" cy="22805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26" name="Line 12"/>
            <p:cNvSpPr>
              <a:spLocks noChangeShapeType="1"/>
            </p:cNvSpPr>
            <p:nvPr/>
          </p:nvSpPr>
          <p:spPr bwMode="auto">
            <a:xfrm flipH="1">
              <a:off x="4211192" y="2828493"/>
              <a:ext cx="1716135" cy="39192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27" name="Line 13"/>
            <p:cNvSpPr>
              <a:spLocks noChangeShapeType="1"/>
            </p:cNvSpPr>
            <p:nvPr/>
          </p:nvSpPr>
          <p:spPr bwMode="auto">
            <a:xfrm>
              <a:off x="5927327" y="2839981"/>
              <a:ext cx="972768" cy="38043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28" name="Line 14"/>
            <p:cNvSpPr>
              <a:spLocks noChangeShapeType="1"/>
            </p:cNvSpPr>
            <p:nvPr/>
          </p:nvSpPr>
          <p:spPr bwMode="auto">
            <a:xfrm>
              <a:off x="5542780" y="2290788"/>
              <a:ext cx="446948" cy="22805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29" name="Line 15"/>
            <p:cNvSpPr>
              <a:spLocks noChangeShapeType="1"/>
            </p:cNvSpPr>
            <p:nvPr/>
          </p:nvSpPr>
          <p:spPr bwMode="auto">
            <a:xfrm flipH="1">
              <a:off x="5418225" y="2834191"/>
              <a:ext cx="509102" cy="3621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0" name="Line 16"/>
            <p:cNvSpPr>
              <a:spLocks noChangeShapeType="1"/>
            </p:cNvSpPr>
            <p:nvPr/>
          </p:nvSpPr>
          <p:spPr bwMode="auto">
            <a:xfrm>
              <a:off x="5185594" y="3577561"/>
              <a:ext cx="1" cy="42898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1" name="Text Box 5"/>
            <p:cNvSpPr txBox="1">
              <a:spLocks noChangeArrowheads="1"/>
            </p:cNvSpPr>
            <p:nvPr/>
          </p:nvSpPr>
          <p:spPr bwMode="auto">
            <a:xfrm>
              <a:off x="4732432" y="2435334"/>
              <a:ext cx="685795" cy="3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50000"/>
                </a:spcBef>
                <a:spcAft>
                  <a:spcPct val="0"/>
                </a:spcAft>
              </a:pPr>
              <a:r>
                <a:rPr kumimoji="1" lang="en-US" altLang="zh-CN" sz="2400" i="1">
                  <a:solidFill>
                    <a:srgbClr val="000000"/>
                  </a:solidFill>
                  <a:ea typeface="楷体" panose="02010609060101010101" pitchFamily="49" charset="-122"/>
                  <a:cs typeface="Times New Roman" panose="02020603050405020304" pitchFamily="18" charset="0"/>
                </a:rPr>
                <a:t>r</a:t>
              </a:r>
              <a:endParaRPr kumimoji="1" lang="zh-CN" altLang="en-US" sz="2400" i="1">
                <a:solidFill>
                  <a:srgbClr val="000000"/>
                </a:solidFill>
                <a:ea typeface="楷体" panose="02010609060101010101" pitchFamily="49" charset="-122"/>
                <a:cs typeface="Times New Roman" panose="02020603050405020304" pitchFamily="18" charset="0"/>
              </a:endParaRPr>
            </a:p>
          </p:txBody>
        </p:sp>
        <p:sp>
          <p:nvSpPr>
            <p:cNvPr id="60432" name="Text Box 7"/>
            <p:cNvSpPr txBox="1">
              <a:spLocks noChangeArrowheads="1"/>
            </p:cNvSpPr>
            <p:nvPr/>
          </p:nvSpPr>
          <p:spPr bwMode="auto">
            <a:xfrm>
              <a:off x="3746500" y="3173339"/>
              <a:ext cx="4929188" cy="3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50000"/>
                </a:spcBef>
                <a:spcAft>
                  <a:spcPct val="0"/>
                </a:spcAft>
              </a:pPr>
              <a:r>
                <a:rPr kumimoji="1" lang="en-US" altLang="zh-CN" sz="2400" i="1">
                  <a:solidFill>
                    <a:srgbClr val="000000"/>
                  </a:solidFill>
                  <a:ea typeface="楷体" panose="02010609060101010101" pitchFamily="49" charset="-122"/>
                  <a:cs typeface="Times New Roman" panose="02020603050405020304" pitchFamily="18" charset="0"/>
                </a:rPr>
                <a:t>p</a:t>
              </a:r>
              <a:r>
                <a:rPr kumimoji="1" lang="en-US" altLang="zh-CN" sz="2400">
                  <a:solidFill>
                    <a:srgbClr val="000000"/>
                  </a:solidFill>
                  <a:ea typeface="楷体" panose="02010609060101010101" pitchFamily="49" charset="-122"/>
                  <a:cs typeface="Times New Roman" panose="02020603050405020304" pitchFamily="18" charset="0"/>
                </a:rPr>
                <a:t>(1,9)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(1,3)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(5,9)       </a:t>
              </a:r>
              <a:endParaRPr kumimoji="1" lang="zh-CN" altLang="en-US" sz="2400">
                <a:solidFill>
                  <a:srgbClr val="000000"/>
                </a:solidFill>
                <a:ea typeface="楷体" panose="02010609060101010101" pitchFamily="49" charset="-122"/>
                <a:cs typeface="Times New Roman" panose="02020603050405020304" pitchFamily="18" charset="0"/>
              </a:endParaRPr>
            </a:p>
          </p:txBody>
        </p:sp>
        <p:sp>
          <p:nvSpPr>
            <p:cNvPr id="60433" name="Line 12"/>
            <p:cNvSpPr>
              <a:spLocks noChangeShapeType="1"/>
            </p:cNvSpPr>
            <p:nvPr/>
          </p:nvSpPr>
          <p:spPr bwMode="auto">
            <a:xfrm flipH="1">
              <a:off x="4542654" y="3577557"/>
              <a:ext cx="632681" cy="3940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4" name="Line 15"/>
            <p:cNvSpPr>
              <a:spLocks noChangeShapeType="1"/>
            </p:cNvSpPr>
            <p:nvPr/>
          </p:nvSpPr>
          <p:spPr bwMode="auto">
            <a:xfrm>
              <a:off x="5185594" y="3577557"/>
              <a:ext cx="720598" cy="42898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5" name="Line 16"/>
            <p:cNvSpPr>
              <a:spLocks noChangeShapeType="1"/>
            </p:cNvSpPr>
            <p:nvPr/>
          </p:nvSpPr>
          <p:spPr bwMode="auto">
            <a:xfrm>
              <a:off x="7307537" y="3542812"/>
              <a:ext cx="792088" cy="46372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6" name="Line 12"/>
            <p:cNvSpPr>
              <a:spLocks noChangeShapeType="1"/>
            </p:cNvSpPr>
            <p:nvPr/>
          </p:nvSpPr>
          <p:spPr bwMode="auto">
            <a:xfrm flipH="1">
              <a:off x="6549160" y="3506280"/>
              <a:ext cx="758376" cy="50026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7" name="Line 15"/>
            <p:cNvSpPr>
              <a:spLocks noChangeShapeType="1"/>
            </p:cNvSpPr>
            <p:nvPr/>
          </p:nvSpPr>
          <p:spPr bwMode="auto">
            <a:xfrm>
              <a:off x="7307536" y="3506283"/>
              <a:ext cx="0" cy="46818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8" name="Line 16"/>
            <p:cNvSpPr>
              <a:spLocks noChangeShapeType="1"/>
            </p:cNvSpPr>
            <p:nvPr/>
          </p:nvSpPr>
          <p:spPr bwMode="auto">
            <a:xfrm>
              <a:off x="5989728" y="4292401"/>
              <a:ext cx="597729" cy="500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39" name="Line 12"/>
            <p:cNvSpPr>
              <a:spLocks noChangeShapeType="1"/>
            </p:cNvSpPr>
            <p:nvPr/>
          </p:nvSpPr>
          <p:spPr bwMode="auto">
            <a:xfrm flipH="1">
              <a:off x="5253017" y="4292402"/>
              <a:ext cx="682374" cy="50026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40" name="Line 15"/>
            <p:cNvSpPr>
              <a:spLocks noChangeShapeType="1"/>
            </p:cNvSpPr>
            <p:nvPr/>
          </p:nvSpPr>
          <p:spPr bwMode="auto">
            <a:xfrm>
              <a:off x="5939385" y="4292405"/>
              <a:ext cx="0" cy="46818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41" name="Line 16"/>
            <p:cNvSpPr>
              <a:spLocks noChangeShapeType="1"/>
            </p:cNvSpPr>
            <p:nvPr/>
          </p:nvSpPr>
          <p:spPr bwMode="auto">
            <a:xfrm>
              <a:off x="8099625" y="4292404"/>
              <a:ext cx="500062" cy="50025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42" name="Line 12"/>
            <p:cNvSpPr>
              <a:spLocks noChangeShapeType="1"/>
            </p:cNvSpPr>
            <p:nvPr/>
          </p:nvSpPr>
          <p:spPr bwMode="auto">
            <a:xfrm flipH="1">
              <a:off x="7485264" y="4292404"/>
              <a:ext cx="614360" cy="50025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43" name="Line 15"/>
            <p:cNvSpPr>
              <a:spLocks noChangeShapeType="1"/>
            </p:cNvSpPr>
            <p:nvPr/>
          </p:nvSpPr>
          <p:spPr bwMode="auto">
            <a:xfrm>
              <a:off x="8099625" y="4292405"/>
              <a:ext cx="0" cy="46818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0444" name="Text Box 7"/>
            <p:cNvSpPr txBox="1">
              <a:spLocks noChangeArrowheads="1"/>
            </p:cNvSpPr>
            <p:nvPr/>
          </p:nvSpPr>
          <p:spPr bwMode="auto">
            <a:xfrm>
              <a:off x="4787900" y="4721225"/>
              <a:ext cx="4487863" cy="3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50000"/>
                </a:spcBef>
                <a:spcAft>
                  <a:spcPct val="0"/>
                </a:spcAft>
              </a:pPr>
              <a:r>
                <a:rPr kumimoji="1" lang="en-US" altLang="zh-CN" sz="2400" i="1">
                  <a:solidFill>
                    <a:srgbClr val="000000"/>
                  </a:solidFill>
                  <a:ea typeface="楷体" panose="02010609060101010101" pitchFamily="49" charset="-122"/>
                  <a:cs typeface="Times New Roman" panose="02020603050405020304" pitchFamily="18" charset="0"/>
                </a:rPr>
                <a:t>p</a:t>
              </a:r>
              <a:r>
                <a:rPr kumimoji="1" lang="en-US" altLang="zh-CN" sz="2400">
                  <a:solidFill>
                    <a:srgbClr val="000000"/>
                  </a:solidFill>
                  <a:ea typeface="楷体" panose="02010609060101010101" pitchFamily="49" charset="-122"/>
                  <a:cs typeface="Times New Roman" panose="02020603050405020304" pitchFamily="18" charset="0"/>
                </a:rPr>
                <a:t>(2,3)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(2,1)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(3,3)</a:t>
              </a:r>
              <a:r>
                <a:rPr kumimoji="1" lang="en-US" altLang="zh-CN" sz="2400" i="1">
                  <a:solidFill>
                    <a:srgbClr val="000000"/>
                  </a:solidFill>
                  <a:ea typeface="楷体" panose="02010609060101010101" pitchFamily="49" charset="-122"/>
                  <a:cs typeface="Times New Roman" panose="02020603050405020304" pitchFamily="18" charset="0"/>
                </a:rPr>
                <a:t>   p</a:t>
              </a:r>
              <a:r>
                <a:rPr kumimoji="1" lang="en-US" altLang="zh-CN" sz="2400">
                  <a:solidFill>
                    <a:srgbClr val="000000"/>
                  </a:solidFill>
                  <a:ea typeface="楷体" panose="02010609060101010101" pitchFamily="49" charset="-122"/>
                  <a:cs typeface="Times New Roman" panose="02020603050405020304" pitchFamily="18" charset="0"/>
                </a:rPr>
                <a:t>(7,9)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(7,7)   </a:t>
              </a:r>
              <a:r>
                <a:rPr kumimoji="1" lang="en-US" altLang="zh-CN" sz="2400" i="1">
                  <a:solidFill>
                    <a:srgbClr val="000000"/>
                  </a:solidFill>
                  <a:ea typeface="楷体" panose="02010609060101010101" pitchFamily="49" charset="-122"/>
                  <a:cs typeface="Times New Roman" panose="02020603050405020304" pitchFamily="18" charset="0"/>
                </a:rPr>
                <a:t>q</a:t>
              </a:r>
              <a:r>
                <a:rPr kumimoji="1" lang="en-US" altLang="zh-CN" sz="2400">
                  <a:solidFill>
                    <a:srgbClr val="000000"/>
                  </a:solidFill>
                  <a:ea typeface="楷体" panose="02010609060101010101" pitchFamily="49" charset="-122"/>
                  <a:cs typeface="Times New Roman" panose="02020603050405020304" pitchFamily="18" charset="0"/>
                </a:rPr>
                <a:t>(9,9) </a:t>
              </a:r>
              <a:endParaRPr kumimoji="1" lang="zh-CN" altLang="en-US" sz="2400">
                <a:solidFill>
                  <a:srgbClr val="000000"/>
                </a:solidFill>
                <a:ea typeface="楷体" panose="02010609060101010101" pitchFamily="49" charset="-122"/>
                <a:cs typeface="Times New Roman" panose="02020603050405020304" pitchFamily="18" charset="0"/>
              </a:endParaRPr>
            </a:p>
          </p:txBody>
        </p:sp>
      </p:grpSp>
      <p:sp>
        <p:nvSpPr>
          <p:cNvPr id="60420" name="Rectangle 2"/>
          <p:cNvSpPr txBox="1">
            <a:spLocks noChangeArrowheads="1"/>
          </p:cNvSpPr>
          <p:nvPr/>
        </p:nvSpPr>
        <p:spPr bwMode="auto">
          <a:xfrm>
            <a:off x="330200" y="1056218"/>
            <a:ext cx="11430000" cy="5924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lnSpc>
                <a:spcPts val="1867"/>
              </a:lnSpc>
              <a:spcBef>
                <a:spcPct val="0"/>
              </a:spcBef>
              <a:spcAft>
                <a:spcPct val="0"/>
              </a:spcAft>
            </a:pPr>
            <a:r>
              <a:rPr kumimoji="1" lang="en-US" altLang="zh-CN" sz="2133" i="1" dirty="0" err="1">
                <a:solidFill>
                  <a:srgbClr val="000000"/>
                </a:solidFill>
                <a:cs typeface="Times New Roman" panose="02020603050405020304" pitchFamily="18" charset="0"/>
                <a:sym typeface="Symbol" panose="05050102010706020507" pitchFamily="18" charset="2"/>
              </a:rPr>
              <a:t>int</a:t>
            </a:r>
            <a:r>
              <a:rPr kumimoji="1" lang="en-US" altLang="zh-CN" sz="2133" i="1" dirty="0">
                <a:solidFill>
                  <a:srgbClr val="000000"/>
                </a:solidFill>
                <a:cs typeface="Times New Roman" panose="02020603050405020304" pitchFamily="18" charset="0"/>
                <a:sym typeface="Symbol" panose="05050102010706020507" pitchFamily="18" charset="2"/>
              </a:rPr>
              <a:t>   a</a:t>
            </a:r>
            <a:r>
              <a:rPr lang="en-US" altLang="zh-CN" sz="2133" dirty="0">
                <a:solidFill>
                  <a:srgbClr val="000000"/>
                </a:solidFill>
                <a:cs typeface="Times New Roman" panose="02020603050405020304" pitchFamily="18" charset="0"/>
              </a:rPr>
              <a:t>[11]</a:t>
            </a:r>
            <a:r>
              <a:rPr kumimoji="1" lang="en-US" altLang="zh-CN" sz="2133" dirty="0">
                <a:solidFill>
                  <a:srgbClr val="000000"/>
                </a:solidFill>
                <a:cs typeface="Times New Roman" panose="02020603050405020304" pitchFamily="18" charset="0"/>
                <a:sym typeface="Symbol" panose="05050102010706020507" pitchFamily="18" charset="2"/>
              </a:rPr>
              <a:t>;</a:t>
            </a:r>
            <a:r>
              <a:rPr kumimoji="1" lang="en-US" altLang="zh-CN" sz="2133" i="1" dirty="0">
                <a:solidFill>
                  <a:srgbClr val="000000"/>
                </a:solidFill>
                <a:cs typeface="Times New Roman" panose="02020603050405020304" pitchFamily="18" charset="0"/>
                <a:sym typeface="Symbol" panose="05050102010706020507" pitchFamily="18" charset="2"/>
              </a:rPr>
              <a:t>    </a:t>
            </a:r>
          </a:p>
          <a:p>
            <a:pPr defTabSz="1219170" eaLnBrk="0" fontAlgn="base" hangingPunct="0">
              <a:lnSpc>
                <a:spcPts val="1867"/>
              </a:lnSpc>
              <a:spcBef>
                <a:spcPct val="0"/>
              </a:spcBef>
              <a:spcAft>
                <a:spcPct val="0"/>
              </a:spcAft>
            </a:pPr>
            <a:r>
              <a:rPr kumimoji="1" lang="en-US" altLang="zh-CN" sz="2133" i="1" dirty="0">
                <a:solidFill>
                  <a:srgbClr val="000000"/>
                </a:solidFill>
                <a:cs typeface="Times New Roman" panose="02020603050405020304" pitchFamily="18" charset="0"/>
                <a:sym typeface="Symbol" panose="05050102010706020507" pitchFamily="18" charset="2"/>
              </a:rPr>
              <a:t>void   </a:t>
            </a:r>
            <a:r>
              <a:rPr kumimoji="1" lang="en-US" altLang="zh-CN" sz="2133" i="1" dirty="0" err="1">
                <a:solidFill>
                  <a:srgbClr val="000000"/>
                </a:solidFill>
                <a:cs typeface="Times New Roman" panose="02020603050405020304" pitchFamily="18" charset="0"/>
                <a:sym typeface="Symbol" panose="05050102010706020507" pitchFamily="18" charset="2"/>
              </a:rPr>
              <a:t>readArray</a:t>
            </a:r>
            <a:r>
              <a:rPr kumimoji="1" lang="en-US" altLang="zh-CN" sz="2133" dirty="0">
                <a:solidFill>
                  <a:srgbClr val="000000"/>
                </a:solidFill>
                <a:cs typeface="Times New Roman" panose="02020603050405020304" pitchFamily="18" charset="0"/>
                <a:sym typeface="Symbol" panose="05050102010706020507" pitchFamily="18" charset="2"/>
              </a:rPr>
              <a:t>( ) /</a:t>
            </a:r>
            <a:r>
              <a:rPr kumimoji="1" lang="zh-CN" altLang="en-US" sz="2133" dirty="0">
                <a:solidFill>
                  <a:srgbClr val="000000"/>
                </a:solidFill>
                <a:cs typeface="Times New Roman" panose="02020603050405020304" pitchFamily="18" charset="0"/>
                <a:sym typeface="Symbol" panose="05050102010706020507" pitchFamily="18" charset="2"/>
              </a:rPr>
              <a:t>*</a:t>
            </a:r>
            <a:r>
              <a:rPr kumimoji="1" lang="zh-CN" altLang="en-US" sz="2133" dirty="0">
                <a:solidFill>
                  <a:srgbClr val="000000"/>
                </a:solidFill>
                <a:latin typeface="华文楷体" panose="02010600040101010101" pitchFamily="2" charset="-122"/>
                <a:ea typeface="华文楷体" panose="02010600040101010101" pitchFamily="2" charset="-122"/>
                <a:cs typeface="Times New Roman" panose="02020603050405020304" pitchFamily="18" charset="0"/>
                <a:sym typeface="Symbol" panose="05050102010706020507" pitchFamily="18" charset="2"/>
              </a:rPr>
              <a:t>将</a:t>
            </a:r>
            <a:r>
              <a:rPr kumimoji="1" lang="en-US" altLang="zh-CN" sz="2133" dirty="0">
                <a:solidFill>
                  <a:srgbClr val="000000"/>
                </a:solidFill>
                <a:latin typeface="华文楷体" panose="02010600040101010101" pitchFamily="2" charset="-122"/>
                <a:ea typeface="华文楷体" panose="02010600040101010101" pitchFamily="2" charset="-122"/>
                <a:cs typeface="Times New Roman" panose="02020603050405020304" pitchFamily="18" charset="0"/>
                <a:sym typeface="Symbol" panose="05050102010706020507" pitchFamily="18" charset="2"/>
              </a:rPr>
              <a:t>9</a:t>
            </a:r>
            <a:r>
              <a:rPr kumimoji="1" lang="zh-CN" altLang="en-US" sz="2133" dirty="0">
                <a:solidFill>
                  <a:srgbClr val="000000"/>
                </a:solidFill>
                <a:latin typeface="华文楷体" panose="02010600040101010101" pitchFamily="2" charset="-122"/>
                <a:ea typeface="华文楷体" panose="02010600040101010101" pitchFamily="2" charset="-122"/>
                <a:cs typeface="Times New Roman" panose="02020603050405020304" pitchFamily="18" charset="0"/>
                <a:sym typeface="Symbol" panose="05050102010706020507" pitchFamily="18" charset="2"/>
              </a:rPr>
              <a:t>个整数读入到</a:t>
            </a:r>
            <a:r>
              <a:rPr kumimoji="1" lang="en-US" altLang="zh-CN" sz="2133" i="1" dirty="0">
                <a:solidFill>
                  <a:srgbClr val="000000"/>
                </a:solidFill>
                <a:cs typeface="Times New Roman" panose="02020603050405020304" pitchFamily="18" charset="0"/>
                <a:sym typeface="Symbol" panose="05050102010706020507" pitchFamily="18" charset="2"/>
              </a:rPr>
              <a:t>a</a:t>
            </a:r>
            <a:r>
              <a:rPr lang="en-US" altLang="zh-CN" sz="2133" dirty="0">
                <a:solidFill>
                  <a:srgbClr val="000000"/>
                </a:solidFill>
                <a:cs typeface="Times New Roman" panose="02020603050405020304" pitchFamily="18" charset="0"/>
              </a:rPr>
              <a:t>[1]</a:t>
            </a:r>
            <a:r>
              <a:rPr kumimoji="1" lang="en-US" altLang="zh-CN" sz="2133" dirty="0">
                <a:solidFill>
                  <a:srgbClr val="000000"/>
                </a:solidFill>
                <a:cs typeface="Times New Roman" panose="02020603050405020304" pitchFamily="18" charset="0"/>
                <a:sym typeface="Symbol" panose="05050102010706020507" pitchFamily="18" charset="2"/>
              </a:rPr>
              <a:t>,…,</a:t>
            </a:r>
            <a:r>
              <a:rPr kumimoji="1" lang="en-US" altLang="zh-CN" sz="2133" i="1" dirty="0">
                <a:solidFill>
                  <a:srgbClr val="000000"/>
                </a:solidFill>
                <a:cs typeface="Times New Roman" panose="02020603050405020304" pitchFamily="18" charset="0"/>
                <a:sym typeface="Symbol" panose="05050102010706020507" pitchFamily="18" charset="2"/>
              </a:rPr>
              <a:t>a</a:t>
            </a:r>
            <a:r>
              <a:rPr lang="en-US" altLang="zh-CN" sz="2133" dirty="0">
                <a:solidFill>
                  <a:srgbClr val="000000"/>
                </a:solidFill>
              </a:rPr>
              <a:t>[9]</a:t>
            </a:r>
            <a:r>
              <a:rPr kumimoji="1" lang="zh-CN" altLang="en-US" sz="2133" dirty="0">
                <a:solidFill>
                  <a:srgbClr val="000000"/>
                </a:solidFill>
                <a:latin typeface="华文楷体" panose="02010600040101010101" pitchFamily="2" charset="-122"/>
                <a:ea typeface="华文楷体" panose="02010600040101010101" pitchFamily="2" charset="-122"/>
              </a:rPr>
              <a:t>中</a:t>
            </a:r>
            <a:r>
              <a:rPr kumimoji="1" lang="en-US" altLang="zh-CN" sz="2133" dirty="0">
                <a:solidFill>
                  <a:srgbClr val="000000"/>
                </a:solidFill>
                <a:cs typeface="Times New Roman" panose="02020603050405020304" pitchFamily="18" charset="0"/>
                <a:sym typeface="Symbol" panose="05050102010706020507" pitchFamily="18" charset="2"/>
              </a:rPr>
              <a:t> </a:t>
            </a:r>
            <a:r>
              <a:rPr kumimoji="1" lang="zh-CN" altLang="en-US" sz="2133" dirty="0">
                <a:solidFill>
                  <a:srgbClr val="000000"/>
                </a:solidFill>
                <a:cs typeface="Times New Roman" panose="02020603050405020304" pitchFamily="18" charset="0"/>
                <a:sym typeface="Symbol" panose="05050102010706020507" pitchFamily="18" charset="2"/>
              </a:rPr>
              <a:t>*</a:t>
            </a:r>
            <a:r>
              <a:rPr kumimoji="1" lang="en-US" altLang="zh-CN" sz="2133" dirty="0">
                <a:solidFill>
                  <a:srgbClr val="000000"/>
                </a:solidFill>
                <a:cs typeface="Times New Roman" panose="02020603050405020304" pitchFamily="18" charset="0"/>
                <a:sym typeface="Symbol" panose="05050102010706020507" pitchFamily="18" charset="2"/>
              </a:rPr>
              <a:t>/</a:t>
            </a:r>
            <a:endParaRPr kumimoji="1" lang="en-US" altLang="zh-CN" sz="2133" i="1" dirty="0">
              <a:solidFill>
                <a:srgbClr val="000000"/>
              </a:solidFill>
              <a:cs typeface="Times New Roman" panose="02020603050405020304" pitchFamily="18" charset="0"/>
              <a:sym typeface="Symbol" panose="05050102010706020507" pitchFamily="18" charset="2"/>
            </a:endParaRPr>
          </a:p>
          <a:p>
            <a:pPr defTabSz="1219170" eaLnBrk="0" fontAlgn="base" hangingPunct="0">
              <a:lnSpc>
                <a:spcPts val="1867"/>
              </a:lnSpc>
              <a:spcBef>
                <a:spcPct val="0"/>
              </a:spcBef>
              <a:spcAft>
                <a:spcPct val="0"/>
              </a:spcAft>
            </a:pPr>
            <a:r>
              <a:rPr kumimoji="1" lang="en-US" altLang="zh-CN" sz="2133" dirty="0">
                <a:solidFill>
                  <a:srgbClr val="000000"/>
                </a:solidFill>
                <a:cs typeface="Times New Roman" panose="02020603050405020304" pitchFamily="18" charset="0"/>
                <a:sym typeface="Symbol" panose="05050102010706020507" pitchFamily="18" charset="2"/>
              </a:rPr>
              <a:t>{</a:t>
            </a:r>
            <a:r>
              <a:rPr kumimoji="1" lang="en-US" altLang="zh-CN" sz="2133" i="1" dirty="0">
                <a:solidFill>
                  <a:srgbClr val="000000"/>
                </a:solidFill>
                <a:cs typeface="Times New Roman" panose="02020603050405020304" pitchFamily="18" charset="0"/>
                <a:sym typeface="Symbol" panose="05050102010706020507" pitchFamily="18" charset="2"/>
              </a:rPr>
              <a:t>          </a:t>
            </a:r>
            <a:r>
              <a:rPr kumimoji="1" lang="en-US" altLang="zh-CN" sz="2133" i="1" dirty="0" err="1">
                <a:solidFill>
                  <a:srgbClr val="000000"/>
                </a:solidFill>
                <a:cs typeface="Times New Roman" panose="02020603050405020304" pitchFamily="18" charset="0"/>
                <a:sym typeface="Symbol" panose="05050102010706020507" pitchFamily="18" charset="2"/>
              </a:rPr>
              <a:t>int</a:t>
            </a:r>
            <a:r>
              <a:rPr kumimoji="1" lang="en-US" altLang="zh-CN" sz="2133" i="1" dirty="0">
                <a:solidFill>
                  <a:srgbClr val="000000"/>
                </a:solidFill>
                <a:cs typeface="Times New Roman" panose="02020603050405020304" pitchFamily="18" charset="0"/>
                <a:sym typeface="Symbol" panose="05050102010706020507" pitchFamily="18" charset="2"/>
              </a:rPr>
              <a:t>   </a:t>
            </a:r>
            <a:r>
              <a:rPr kumimoji="1" lang="en-US" altLang="zh-CN" sz="2133" i="1" dirty="0" err="1">
                <a:solidFill>
                  <a:srgbClr val="000000"/>
                </a:solidFill>
                <a:cs typeface="Times New Roman" panose="02020603050405020304" pitchFamily="18" charset="0"/>
                <a:sym typeface="Symbol" panose="05050102010706020507" pitchFamily="18" charset="2"/>
              </a:rPr>
              <a:t>i</a:t>
            </a:r>
            <a:r>
              <a:rPr kumimoji="1" lang="en-US" altLang="zh-CN" sz="2133" i="1" dirty="0">
                <a:solidFill>
                  <a:srgbClr val="000000"/>
                </a:solidFill>
                <a:cs typeface="Times New Roman" panose="02020603050405020304" pitchFamily="18" charset="0"/>
                <a:sym typeface="Symbol" panose="05050102010706020507" pitchFamily="18" charset="2"/>
              </a:rPr>
              <a:t>;</a:t>
            </a:r>
          </a:p>
          <a:p>
            <a:pPr defTabSz="1219170" eaLnBrk="0" fontAlgn="base" hangingPunct="0">
              <a:lnSpc>
                <a:spcPts val="1867"/>
              </a:lnSpc>
              <a:spcBef>
                <a:spcPct val="0"/>
              </a:spcBef>
              <a:spcAft>
                <a:spcPct val="0"/>
              </a:spcAft>
            </a:pPr>
            <a:r>
              <a:rPr kumimoji="1" lang="en-US" altLang="zh-CN" sz="2133" i="1" dirty="0">
                <a:solidFill>
                  <a:srgbClr val="000000"/>
                </a:solidFill>
                <a:cs typeface="Times New Roman" panose="02020603050405020304" pitchFamily="18" charset="0"/>
                <a:sym typeface="Symbol" panose="05050102010706020507" pitchFamily="18" charset="2"/>
              </a:rPr>
              <a:t>          …</a:t>
            </a:r>
          </a:p>
          <a:p>
            <a:pPr defTabSz="1219170" eaLnBrk="0" fontAlgn="base" hangingPunct="0">
              <a:lnSpc>
                <a:spcPts val="1867"/>
              </a:lnSpc>
              <a:spcBef>
                <a:spcPct val="0"/>
              </a:spcBef>
              <a:spcAft>
                <a:spcPct val="0"/>
              </a:spcAft>
            </a:pPr>
            <a:r>
              <a:rPr kumimoji="1" lang="en-US" altLang="zh-CN" sz="2133" dirty="0">
                <a:solidFill>
                  <a:srgbClr val="000000"/>
                </a:solidFill>
                <a:cs typeface="Times New Roman" panose="02020603050405020304" pitchFamily="18" charset="0"/>
              </a:rPr>
              <a:t>}</a:t>
            </a:r>
          </a:p>
          <a:p>
            <a:pPr defTabSz="1219170" eaLnBrk="0" fontAlgn="base" hangingPunct="0">
              <a:lnSpc>
                <a:spcPts val="1867"/>
              </a:lnSpc>
              <a:spcBef>
                <a:spcPct val="0"/>
              </a:spcBef>
              <a:spcAft>
                <a:spcPct val="0"/>
              </a:spcAft>
            </a:pPr>
            <a:r>
              <a:rPr kumimoji="1" lang="en-US" altLang="zh-CN" sz="2133" i="1" dirty="0" err="1">
                <a:solidFill>
                  <a:srgbClr val="000000"/>
                </a:solidFill>
                <a:sym typeface="Symbol" panose="05050102010706020507" pitchFamily="18" charset="2"/>
              </a:rPr>
              <a:t>int</a:t>
            </a:r>
            <a:r>
              <a:rPr kumimoji="1" lang="en-US" altLang="zh-CN" sz="2133" i="1" dirty="0">
                <a:solidFill>
                  <a:srgbClr val="000000"/>
                </a:solidFill>
                <a:sym typeface="Symbol" panose="05050102010706020507" pitchFamily="18" charset="2"/>
              </a:rPr>
              <a:t>   partition</a:t>
            </a:r>
            <a:r>
              <a:rPr kumimoji="1" lang="en-US" altLang="zh-CN" sz="2133" dirty="0">
                <a:solidFill>
                  <a:srgbClr val="000000"/>
                </a:solidFill>
                <a:sym typeface="Symbol" panose="05050102010706020507" pitchFamily="18" charset="2"/>
              </a:rPr>
              <a:t>(</a:t>
            </a:r>
            <a:r>
              <a:rPr kumimoji="1" lang="en-US" altLang="zh-CN" sz="2133" i="1" dirty="0" err="1">
                <a:solidFill>
                  <a:srgbClr val="000000"/>
                </a:solidFill>
                <a:sym typeface="Symbol" panose="05050102010706020507" pitchFamily="18" charset="2"/>
              </a:rPr>
              <a:t>int</a:t>
            </a:r>
            <a:r>
              <a:rPr kumimoji="1" lang="en-US" altLang="zh-CN" sz="2133" i="1" dirty="0">
                <a:solidFill>
                  <a:srgbClr val="000000"/>
                </a:solidFill>
                <a:sym typeface="Symbol" panose="05050102010706020507" pitchFamily="18" charset="2"/>
              </a:rPr>
              <a:t>  m,  </a:t>
            </a:r>
            <a:r>
              <a:rPr kumimoji="1" lang="en-US" altLang="zh-CN" sz="2133" i="1" dirty="0" err="1">
                <a:solidFill>
                  <a:srgbClr val="000000"/>
                </a:solidFill>
                <a:sym typeface="Symbol" panose="05050102010706020507" pitchFamily="18" charset="2"/>
              </a:rPr>
              <a:t>int</a:t>
            </a:r>
            <a:r>
              <a:rPr kumimoji="1" lang="en-US" altLang="zh-CN" sz="2133" i="1" dirty="0">
                <a:solidFill>
                  <a:srgbClr val="000000"/>
                </a:solidFill>
                <a:sym typeface="Symbol" panose="05050102010706020507" pitchFamily="18" charset="2"/>
              </a:rPr>
              <a:t>  n</a:t>
            </a:r>
            <a:r>
              <a:rPr kumimoji="1" lang="en-US" altLang="zh-CN" sz="2133" dirty="0">
                <a:solidFill>
                  <a:srgbClr val="000000"/>
                </a:solidFill>
                <a:sym typeface="Symbol" panose="05050102010706020507" pitchFamily="18" charset="2"/>
              </a:rPr>
              <a:t>) </a:t>
            </a:r>
            <a:endParaRPr kumimoji="1" lang="en-US" altLang="zh-CN" sz="2133" i="1" dirty="0">
              <a:solidFill>
                <a:srgbClr val="000000"/>
              </a:solidFill>
              <a:sym typeface="Symbol" panose="05050102010706020507" pitchFamily="18" charset="2"/>
            </a:endParaRPr>
          </a:p>
          <a:p>
            <a:pPr defTabSz="1219170" eaLnBrk="0" fontAlgn="base" hangingPunct="0">
              <a:lnSpc>
                <a:spcPts val="1867"/>
              </a:lnSpc>
              <a:spcBef>
                <a:spcPct val="0"/>
              </a:spcBef>
              <a:spcAft>
                <a:spcPct val="0"/>
              </a:spcAft>
            </a:pPr>
            <a:r>
              <a:rPr kumimoji="1" lang="en-US" altLang="zh-CN" sz="2133" dirty="0">
                <a:solidFill>
                  <a:srgbClr val="000000"/>
                </a:solidFill>
                <a:cs typeface="Times New Roman" panose="02020603050405020304" pitchFamily="18" charset="0"/>
                <a:sym typeface="Symbol" panose="05050102010706020507" pitchFamily="18" charset="2"/>
              </a:rPr>
              <a:t>{         </a:t>
            </a:r>
            <a:r>
              <a:rPr kumimoji="1" lang="en-US" altLang="zh-CN" sz="2133" dirty="0">
                <a:solidFill>
                  <a:srgbClr val="000000"/>
                </a:solidFill>
                <a:sym typeface="Symbol" panose="05050102010706020507" pitchFamily="18" charset="2"/>
              </a:rPr>
              <a:t>/</a:t>
            </a:r>
            <a:r>
              <a:rPr kumimoji="1" lang="zh-CN" altLang="en-US" sz="2133" dirty="0">
                <a:solidFill>
                  <a:srgbClr val="000000"/>
                </a:solidFill>
                <a:sym typeface="Symbol" panose="05050102010706020507" pitchFamily="18" charset="2"/>
              </a:rPr>
              <a:t>*</a:t>
            </a:r>
            <a:r>
              <a:rPr kumimoji="1" lang="zh-CN" altLang="en-US" sz="2133" dirty="0">
                <a:solidFill>
                  <a:srgbClr val="000000"/>
                </a:solidFill>
                <a:latin typeface="华文楷体" panose="02010600040101010101" pitchFamily="2" charset="-122"/>
                <a:ea typeface="华文楷体" panose="02010600040101010101" pitchFamily="2" charset="-122"/>
                <a:sym typeface="Symbol" panose="05050102010706020507" pitchFamily="18" charset="2"/>
              </a:rPr>
              <a:t>选择一个分割值</a:t>
            </a:r>
            <a:r>
              <a:rPr kumimoji="1" lang="en-US" altLang="zh-CN" sz="2133" i="1" dirty="0">
                <a:solidFill>
                  <a:srgbClr val="000000"/>
                </a:solidFill>
                <a:ea typeface="华文楷体" panose="02010600040101010101" pitchFamily="2" charset="-122"/>
                <a:sym typeface="Symbol" panose="05050102010706020507" pitchFamily="18" charset="2"/>
              </a:rPr>
              <a:t>v</a:t>
            </a:r>
            <a:r>
              <a:rPr kumimoji="1" lang="zh-CN" altLang="en-US" sz="2133" i="1" dirty="0">
                <a:solidFill>
                  <a:srgbClr val="000000"/>
                </a:solidFill>
                <a:latin typeface="华文楷体" panose="02010600040101010101" pitchFamily="2" charset="-122"/>
                <a:ea typeface="华文楷体" panose="02010600040101010101" pitchFamily="2" charset="-122"/>
                <a:sym typeface="Symbol" panose="05050102010706020507" pitchFamily="18" charset="2"/>
              </a:rPr>
              <a:t>，</a:t>
            </a:r>
            <a:r>
              <a:rPr kumimoji="1" lang="zh-CN" altLang="en-US" sz="2133" dirty="0">
                <a:solidFill>
                  <a:srgbClr val="000000"/>
                </a:solidFill>
                <a:latin typeface="华文楷体" panose="02010600040101010101" pitchFamily="2" charset="-122"/>
                <a:ea typeface="华文楷体" panose="02010600040101010101" pitchFamily="2" charset="-122"/>
                <a:sym typeface="Symbol" panose="05050102010706020507" pitchFamily="18" charset="2"/>
              </a:rPr>
              <a:t>划分</a:t>
            </a:r>
            <a:r>
              <a:rPr kumimoji="1" lang="en-US" altLang="zh-CN" sz="2133" i="1" dirty="0">
                <a:solidFill>
                  <a:srgbClr val="000000"/>
                </a:solidFill>
                <a:sym typeface="Symbol" panose="05050102010706020507" pitchFamily="18" charset="2"/>
              </a:rPr>
              <a:t>a</a:t>
            </a:r>
            <a:r>
              <a:rPr lang="en-US" altLang="zh-CN" sz="2133" dirty="0">
                <a:solidFill>
                  <a:srgbClr val="000000"/>
                </a:solidFill>
              </a:rPr>
              <a:t>[</a:t>
            </a:r>
            <a:r>
              <a:rPr lang="en-US" altLang="zh-CN" sz="2133" i="1" dirty="0">
                <a:solidFill>
                  <a:srgbClr val="000000"/>
                </a:solidFill>
              </a:rPr>
              <a:t>m…n</a:t>
            </a:r>
            <a:r>
              <a:rPr lang="en-US" altLang="zh-CN" sz="2133" dirty="0">
                <a:solidFill>
                  <a:srgbClr val="000000"/>
                </a:solidFill>
              </a:rPr>
              <a:t>]</a:t>
            </a:r>
            <a:r>
              <a:rPr kumimoji="1" lang="zh-CN" altLang="en-US" sz="2133" dirty="0">
                <a:solidFill>
                  <a:srgbClr val="000000"/>
                </a:solidFill>
              </a:rPr>
              <a:t>，</a:t>
            </a:r>
            <a:r>
              <a:rPr kumimoji="1" lang="zh-CN" altLang="en-US" sz="2133" dirty="0">
                <a:solidFill>
                  <a:srgbClr val="000000"/>
                </a:solidFill>
                <a:latin typeface="华文楷体" panose="02010600040101010101" pitchFamily="2" charset="-122"/>
                <a:ea typeface="华文楷体" panose="02010600040101010101" pitchFamily="2" charset="-122"/>
              </a:rPr>
              <a:t>使得</a:t>
            </a:r>
            <a:r>
              <a:rPr kumimoji="1" lang="en-US" altLang="zh-CN" sz="2133" i="1" dirty="0">
                <a:solidFill>
                  <a:srgbClr val="000000"/>
                </a:solidFill>
                <a:sym typeface="Symbol" panose="05050102010706020507" pitchFamily="18" charset="2"/>
              </a:rPr>
              <a:t>a</a:t>
            </a:r>
            <a:r>
              <a:rPr lang="en-US" altLang="zh-CN" sz="2133" dirty="0">
                <a:solidFill>
                  <a:srgbClr val="000000"/>
                </a:solidFill>
              </a:rPr>
              <a:t>[</a:t>
            </a:r>
            <a:r>
              <a:rPr lang="en-US" altLang="zh-CN" sz="2133" i="1" dirty="0">
                <a:solidFill>
                  <a:srgbClr val="000000"/>
                </a:solidFill>
              </a:rPr>
              <a:t>m…p-</a:t>
            </a:r>
            <a:r>
              <a:rPr lang="en-US" altLang="zh-CN" sz="2133" dirty="0">
                <a:solidFill>
                  <a:srgbClr val="000000"/>
                </a:solidFill>
              </a:rPr>
              <a:t>1]</a:t>
            </a:r>
            <a:r>
              <a:rPr kumimoji="1" lang="zh-CN" altLang="en-US" sz="2133" dirty="0">
                <a:solidFill>
                  <a:srgbClr val="000000"/>
                </a:solidFill>
                <a:latin typeface="华文楷体" panose="02010600040101010101" pitchFamily="2" charset="-122"/>
                <a:ea typeface="华文楷体" panose="02010600040101010101" pitchFamily="2" charset="-122"/>
              </a:rPr>
              <a:t>小于</a:t>
            </a:r>
            <a:r>
              <a:rPr lang="en-US" altLang="zh-CN" sz="2133" i="1" dirty="0">
                <a:solidFill>
                  <a:srgbClr val="000000"/>
                </a:solidFill>
              </a:rPr>
              <a:t>v,  a</a:t>
            </a:r>
            <a:r>
              <a:rPr lang="en-US" altLang="zh-CN" sz="2133" dirty="0">
                <a:solidFill>
                  <a:srgbClr val="000000"/>
                </a:solidFill>
              </a:rPr>
              <a:t>[</a:t>
            </a:r>
            <a:r>
              <a:rPr lang="en-US" altLang="zh-CN" sz="2133" i="1" dirty="0">
                <a:solidFill>
                  <a:srgbClr val="000000"/>
                </a:solidFill>
              </a:rPr>
              <a:t>p</a:t>
            </a:r>
            <a:r>
              <a:rPr lang="en-US" altLang="zh-CN" sz="2133" dirty="0">
                <a:solidFill>
                  <a:srgbClr val="000000"/>
                </a:solidFill>
              </a:rPr>
              <a:t>]=</a:t>
            </a:r>
            <a:r>
              <a:rPr lang="en-US" altLang="zh-CN" sz="2133" i="1" dirty="0">
                <a:solidFill>
                  <a:srgbClr val="000000"/>
                </a:solidFill>
              </a:rPr>
              <a:t> v , </a:t>
            </a:r>
          </a:p>
          <a:p>
            <a:pPr defTabSz="1219170" eaLnBrk="0" fontAlgn="base" hangingPunct="0">
              <a:lnSpc>
                <a:spcPts val="1867"/>
              </a:lnSpc>
              <a:spcBef>
                <a:spcPct val="0"/>
              </a:spcBef>
              <a:spcAft>
                <a:spcPct val="0"/>
              </a:spcAft>
            </a:pPr>
            <a:r>
              <a:rPr lang="en-US" altLang="zh-CN" sz="2133" i="1" dirty="0">
                <a:solidFill>
                  <a:srgbClr val="000000"/>
                </a:solidFill>
              </a:rPr>
              <a:t>               a</a:t>
            </a:r>
            <a:r>
              <a:rPr lang="en-US" altLang="zh-CN" sz="2133" dirty="0">
                <a:solidFill>
                  <a:srgbClr val="000000"/>
                </a:solidFill>
              </a:rPr>
              <a:t>[</a:t>
            </a:r>
            <a:r>
              <a:rPr lang="en-US" altLang="zh-CN" sz="2133" i="1" dirty="0">
                <a:solidFill>
                  <a:srgbClr val="000000"/>
                </a:solidFill>
              </a:rPr>
              <a:t>p+</a:t>
            </a:r>
            <a:r>
              <a:rPr lang="en-US" altLang="zh-CN" sz="2133" dirty="0">
                <a:solidFill>
                  <a:srgbClr val="000000"/>
                </a:solidFill>
              </a:rPr>
              <a:t>1</a:t>
            </a:r>
            <a:r>
              <a:rPr lang="en-US" altLang="zh-CN" sz="2133" i="1" dirty="0">
                <a:solidFill>
                  <a:srgbClr val="000000"/>
                </a:solidFill>
              </a:rPr>
              <a:t>…n</a:t>
            </a:r>
            <a:r>
              <a:rPr lang="en-US" altLang="zh-CN" sz="2133" dirty="0">
                <a:solidFill>
                  <a:srgbClr val="000000"/>
                </a:solidFill>
              </a:rPr>
              <a:t>]</a:t>
            </a:r>
            <a:r>
              <a:rPr kumimoji="1" lang="zh-CN" altLang="en-US" sz="2133" dirty="0">
                <a:solidFill>
                  <a:srgbClr val="000000"/>
                </a:solidFill>
                <a:latin typeface="华文楷体" panose="02010600040101010101" pitchFamily="2" charset="-122"/>
                <a:ea typeface="华文楷体" panose="02010600040101010101" pitchFamily="2" charset="-122"/>
              </a:rPr>
              <a:t>大于等于</a:t>
            </a:r>
            <a:r>
              <a:rPr kumimoji="1" lang="en-US" altLang="zh-CN" sz="2133" i="1" dirty="0">
                <a:solidFill>
                  <a:srgbClr val="000000"/>
                </a:solidFill>
                <a:sym typeface="Symbol" panose="05050102010706020507" pitchFamily="18" charset="2"/>
              </a:rPr>
              <a:t>v</a:t>
            </a:r>
            <a:r>
              <a:rPr kumimoji="1" lang="zh-CN" altLang="en-US" sz="2133" dirty="0">
                <a:solidFill>
                  <a:srgbClr val="000000"/>
                </a:solidFill>
                <a:latin typeface="华文楷体" panose="02010600040101010101" pitchFamily="2" charset="-122"/>
                <a:ea typeface="华文楷体" panose="02010600040101010101" pitchFamily="2" charset="-122"/>
                <a:sym typeface="Symbol" panose="05050102010706020507" pitchFamily="18" charset="2"/>
              </a:rPr>
              <a:t>。返回</a:t>
            </a:r>
            <a:r>
              <a:rPr kumimoji="1" lang="en-US" altLang="zh-CN" sz="2133" i="1" dirty="0">
                <a:solidFill>
                  <a:srgbClr val="000000"/>
                </a:solidFill>
                <a:latin typeface="华文楷体" panose="02010600040101010101" pitchFamily="2" charset="-122"/>
                <a:ea typeface="华文楷体" panose="02010600040101010101" pitchFamily="2" charset="-122"/>
                <a:sym typeface="Symbol" panose="05050102010706020507" pitchFamily="18" charset="2"/>
              </a:rPr>
              <a:t> </a:t>
            </a:r>
            <a:r>
              <a:rPr kumimoji="1" lang="en-US" altLang="zh-CN" sz="2133" i="1" dirty="0">
                <a:solidFill>
                  <a:srgbClr val="000000"/>
                </a:solidFill>
                <a:sym typeface="Symbol" panose="05050102010706020507" pitchFamily="18" charset="2"/>
              </a:rPr>
              <a:t>p </a:t>
            </a:r>
            <a:r>
              <a:rPr kumimoji="1" lang="zh-CN" altLang="en-US" sz="2133" dirty="0">
                <a:solidFill>
                  <a:srgbClr val="000000"/>
                </a:solidFill>
                <a:sym typeface="Symbol" panose="05050102010706020507" pitchFamily="18" charset="2"/>
              </a:rPr>
              <a:t>*</a:t>
            </a:r>
            <a:r>
              <a:rPr kumimoji="1" lang="en-US" altLang="zh-CN" sz="2133" dirty="0">
                <a:solidFill>
                  <a:srgbClr val="000000"/>
                </a:solidFill>
                <a:sym typeface="Symbol" panose="05050102010706020507" pitchFamily="18" charset="2"/>
              </a:rPr>
              <a:t>/</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a:t>
            </a:r>
            <a:r>
              <a:rPr kumimoji="1" lang="en-US" altLang="zh-CN" sz="2133" dirty="0">
                <a:solidFill>
                  <a:srgbClr val="000000"/>
                </a:solidFill>
                <a:sym typeface="Symbol" panose="05050102010706020507" pitchFamily="18" charset="2"/>
              </a:rPr>
              <a:t>           </a:t>
            </a:r>
          </a:p>
          <a:p>
            <a:pPr defTabSz="1219170" eaLnBrk="0" fontAlgn="base" hangingPunct="0">
              <a:lnSpc>
                <a:spcPts val="1867"/>
              </a:lnSpc>
              <a:spcBef>
                <a:spcPct val="0"/>
              </a:spcBef>
              <a:spcAft>
                <a:spcPct val="0"/>
              </a:spcAft>
            </a:pPr>
            <a:r>
              <a:rPr kumimoji="1" lang="en-US" altLang="zh-CN" sz="2133" dirty="0">
                <a:solidFill>
                  <a:srgbClr val="000000"/>
                </a:solidFill>
              </a:rPr>
              <a:t>} </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void   quicksort</a:t>
            </a:r>
            <a:r>
              <a:rPr kumimoji="1" lang="en-US" altLang="zh-CN" sz="2133" dirty="0">
                <a:solidFill>
                  <a:srgbClr val="000000"/>
                </a:solidFill>
                <a:sym typeface="Symbol" panose="05050102010706020507" pitchFamily="18" charset="2"/>
              </a:rPr>
              <a:t>(</a:t>
            </a:r>
            <a:r>
              <a:rPr kumimoji="1" lang="en-US" altLang="zh-CN" sz="2133" i="1" dirty="0" err="1">
                <a:solidFill>
                  <a:srgbClr val="000000"/>
                </a:solidFill>
                <a:sym typeface="Symbol" panose="05050102010706020507" pitchFamily="18" charset="2"/>
              </a:rPr>
              <a:t>int</a:t>
            </a:r>
            <a:r>
              <a:rPr kumimoji="1" lang="en-US" altLang="zh-CN" sz="2133" i="1" dirty="0">
                <a:solidFill>
                  <a:srgbClr val="000000"/>
                </a:solidFill>
                <a:sym typeface="Symbol" panose="05050102010706020507" pitchFamily="18" charset="2"/>
              </a:rPr>
              <a:t>  m,  </a:t>
            </a:r>
            <a:r>
              <a:rPr kumimoji="1" lang="en-US" altLang="zh-CN" sz="2133" i="1" dirty="0" err="1">
                <a:solidFill>
                  <a:srgbClr val="000000"/>
                </a:solidFill>
                <a:sym typeface="Symbol" panose="05050102010706020507" pitchFamily="18" charset="2"/>
              </a:rPr>
              <a:t>int</a:t>
            </a:r>
            <a:r>
              <a:rPr kumimoji="1" lang="en-US" altLang="zh-CN" sz="2133" i="1" dirty="0">
                <a:solidFill>
                  <a:srgbClr val="000000"/>
                </a:solidFill>
                <a:sym typeface="Symbol" panose="05050102010706020507" pitchFamily="18" charset="2"/>
              </a:rPr>
              <a:t>  n</a:t>
            </a:r>
            <a:r>
              <a:rPr kumimoji="1" lang="en-US" altLang="zh-CN" sz="2133" dirty="0">
                <a:solidFill>
                  <a:srgbClr val="000000"/>
                </a:solidFill>
                <a:sym typeface="Symbol" panose="05050102010706020507" pitchFamily="18" charset="2"/>
              </a:rPr>
              <a:t>) </a:t>
            </a:r>
            <a:endParaRPr kumimoji="1" lang="en-US" altLang="zh-CN" sz="2133" i="1" dirty="0">
              <a:solidFill>
                <a:srgbClr val="000000"/>
              </a:solidFill>
              <a:sym typeface="Symbol" panose="05050102010706020507" pitchFamily="18" charset="2"/>
            </a:endParaRPr>
          </a:p>
          <a:p>
            <a:pPr defTabSz="1219170" eaLnBrk="0" fontAlgn="base" hangingPunct="0">
              <a:lnSpc>
                <a:spcPts val="1867"/>
              </a:lnSpc>
              <a:spcBef>
                <a:spcPct val="0"/>
              </a:spcBef>
              <a:spcAft>
                <a:spcPct val="0"/>
              </a:spcAft>
            </a:pPr>
            <a:r>
              <a:rPr kumimoji="1" lang="en-US" altLang="zh-CN" sz="2133" dirty="0">
                <a:solidFill>
                  <a:srgbClr val="000000"/>
                </a:solidFill>
                <a:cs typeface="Times New Roman" panose="02020603050405020304" pitchFamily="18" charset="0"/>
                <a:sym typeface="Symbol" panose="05050102010706020507" pitchFamily="18" charset="2"/>
              </a:rPr>
              <a:t>{</a:t>
            </a:r>
            <a:r>
              <a:rPr lang="en-US" altLang="zh-CN" sz="2133" i="1" dirty="0">
                <a:solidFill>
                  <a:srgbClr val="000000"/>
                </a:solidFill>
              </a:rPr>
              <a:t>          </a:t>
            </a:r>
            <a:r>
              <a:rPr lang="en-US" altLang="zh-CN" sz="2133" i="1" dirty="0" err="1">
                <a:solidFill>
                  <a:srgbClr val="000000"/>
                </a:solidFill>
              </a:rPr>
              <a:t>int</a:t>
            </a:r>
            <a:r>
              <a:rPr lang="en-US" altLang="zh-CN" sz="2133" i="1" dirty="0">
                <a:solidFill>
                  <a:srgbClr val="000000"/>
                </a:solidFill>
              </a:rPr>
              <a:t>   </a:t>
            </a:r>
            <a:r>
              <a:rPr lang="en-US" altLang="zh-CN" sz="2133" i="1" dirty="0" err="1">
                <a:solidFill>
                  <a:srgbClr val="000000"/>
                </a:solidFill>
              </a:rPr>
              <a:t>i</a:t>
            </a:r>
            <a:r>
              <a:rPr lang="en-US" altLang="zh-CN" sz="2133" i="1" dirty="0">
                <a:solidFill>
                  <a:srgbClr val="000000"/>
                </a:solidFill>
              </a:rPr>
              <a:t>;           </a:t>
            </a:r>
            <a:endParaRPr kumimoji="1" lang="en-US" altLang="zh-CN" sz="2133" i="1" dirty="0">
              <a:solidFill>
                <a:srgbClr val="000000"/>
              </a:solidFill>
              <a:sym typeface="Symbol" panose="05050102010706020507" pitchFamily="18" charset="2"/>
            </a:endParaRP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if </a:t>
            </a:r>
            <a:r>
              <a:rPr kumimoji="1" lang="en-US" altLang="zh-CN" sz="2133" dirty="0">
                <a:solidFill>
                  <a:srgbClr val="000000"/>
                </a:solidFill>
                <a:sym typeface="Symbol" panose="05050102010706020507" pitchFamily="18" charset="2"/>
              </a:rPr>
              <a:t>(</a:t>
            </a:r>
            <a:r>
              <a:rPr kumimoji="1" lang="en-US" altLang="zh-CN" sz="2133" i="1" dirty="0">
                <a:solidFill>
                  <a:srgbClr val="000000"/>
                </a:solidFill>
                <a:sym typeface="Symbol" panose="05050102010706020507" pitchFamily="18" charset="2"/>
              </a:rPr>
              <a:t>n</a:t>
            </a:r>
            <a:r>
              <a:rPr kumimoji="1" lang="zh-CN" altLang="en-US" sz="2133" dirty="0">
                <a:solidFill>
                  <a:srgbClr val="000000"/>
                </a:solidFill>
                <a:sym typeface="Symbol" panose="05050102010706020507" pitchFamily="18" charset="2"/>
              </a:rPr>
              <a:t>＞</a:t>
            </a:r>
            <a:r>
              <a:rPr kumimoji="1" lang="en-US" altLang="zh-CN" sz="2133" i="1" dirty="0">
                <a:solidFill>
                  <a:srgbClr val="000000"/>
                </a:solidFill>
                <a:sym typeface="Symbol" panose="05050102010706020507" pitchFamily="18" charset="2"/>
              </a:rPr>
              <a:t>m</a:t>
            </a:r>
            <a:r>
              <a:rPr kumimoji="1" lang="en-US" altLang="zh-CN" sz="2133" dirty="0">
                <a:solidFill>
                  <a:srgbClr val="000000"/>
                </a:solidFill>
                <a:sym typeface="Symbol" panose="05050102010706020507" pitchFamily="18" charset="2"/>
              </a:rPr>
              <a:t>) { </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a:t>
            </a:r>
            <a:r>
              <a:rPr kumimoji="1" lang="en-US" altLang="zh-CN" sz="2133" i="1" dirty="0" err="1">
                <a:solidFill>
                  <a:srgbClr val="000000"/>
                </a:solidFill>
                <a:sym typeface="Symbol" panose="05050102010706020507" pitchFamily="18" charset="2"/>
              </a:rPr>
              <a:t>i</a:t>
            </a:r>
            <a:r>
              <a:rPr kumimoji="1" lang="en-US" altLang="zh-CN" sz="2133" i="1" dirty="0">
                <a:solidFill>
                  <a:srgbClr val="000000"/>
                </a:solidFill>
                <a:sym typeface="Symbol" panose="05050102010706020507" pitchFamily="18" charset="2"/>
              </a:rPr>
              <a:t>=partition</a:t>
            </a:r>
            <a:r>
              <a:rPr kumimoji="1" lang="en-US" altLang="zh-CN" sz="2133" dirty="0">
                <a:solidFill>
                  <a:srgbClr val="000000"/>
                </a:solidFill>
                <a:sym typeface="Symbol" panose="05050102010706020507" pitchFamily="18" charset="2"/>
              </a:rPr>
              <a:t> (</a:t>
            </a:r>
            <a:r>
              <a:rPr kumimoji="1" lang="en-US" altLang="zh-CN" sz="2133" i="1" dirty="0">
                <a:solidFill>
                  <a:srgbClr val="000000"/>
                </a:solidFill>
                <a:sym typeface="Symbol" panose="05050102010706020507" pitchFamily="18" charset="2"/>
              </a:rPr>
              <a:t>m,  n</a:t>
            </a:r>
            <a:r>
              <a:rPr kumimoji="1" lang="en-US" altLang="zh-CN" sz="2133" dirty="0">
                <a:solidFill>
                  <a:srgbClr val="000000"/>
                </a:solidFill>
                <a:sym typeface="Symbol" panose="05050102010706020507" pitchFamily="18" charset="2"/>
              </a:rPr>
              <a:t>);</a:t>
            </a:r>
            <a:endParaRPr kumimoji="1" lang="en-US" altLang="zh-CN" sz="2133" i="1" dirty="0">
              <a:solidFill>
                <a:srgbClr val="000000"/>
              </a:solidFill>
              <a:sym typeface="Symbol" panose="05050102010706020507" pitchFamily="18" charset="2"/>
            </a:endParaRP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quicksort</a:t>
            </a:r>
            <a:r>
              <a:rPr kumimoji="1" lang="en-US" altLang="zh-CN" sz="2133" dirty="0">
                <a:solidFill>
                  <a:srgbClr val="000000"/>
                </a:solidFill>
                <a:sym typeface="Symbol" panose="05050102010706020507" pitchFamily="18" charset="2"/>
              </a:rPr>
              <a:t> (</a:t>
            </a:r>
            <a:r>
              <a:rPr kumimoji="1" lang="en-US" altLang="zh-CN" sz="2133" i="1" dirty="0">
                <a:solidFill>
                  <a:srgbClr val="000000"/>
                </a:solidFill>
                <a:sym typeface="Symbol" panose="05050102010706020507" pitchFamily="18" charset="2"/>
              </a:rPr>
              <a:t>m</a:t>
            </a:r>
            <a:r>
              <a:rPr kumimoji="1" lang="en-US" altLang="zh-CN" sz="2133" dirty="0">
                <a:solidFill>
                  <a:srgbClr val="000000"/>
                </a:solidFill>
                <a:sym typeface="Symbol" panose="05050102010706020507" pitchFamily="18" charset="2"/>
              </a:rPr>
              <a:t>,  </a:t>
            </a:r>
            <a:r>
              <a:rPr kumimoji="1" lang="en-US" altLang="zh-CN" sz="2133" i="1" dirty="0">
                <a:solidFill>
                  <a:srgbClr val="000000"/>
                </a:solidFill>
                <a:sym typeface="Symbol" panose="05050102010706020507" pitchFamily="18" charset="2"/>
              </a:rPr>
              <a:t>i</a:t>
            </a:r>
            <a:r>
              <a:rPr kumimoji="1" lang="en-US" altLang="zh-CN" sz="2133" dirty="0">
                <a:solidFill>
                  <a:srgbClr val="000000"/>
                </a:solidFill>
                <a:sym typeface="Symbol" panose="05050102010706020507" pitchFamily="18" charset="2"/>
              </a:rPr>
              <a:t>-1);</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quicksort</a:t>
            </a:r>
            <a:r>
              <a:rPr kumimoji="1" lang="en-US" altLang="zh-CN" sz="2133" dirty="0">
                <a:solidFill>
                  <a:srgbClr val="000000"/>
                </a:solidFill>
                <a:sym typeface="Symbol" panose="05050102010706020507" pitchFamily="18" charset="2"/>
              </a:rPr>
              <a:t> (</a:t>
            </a:r>
            <a:r>
              <a:rPr kumimoji="1" lang="en-US" altLang="zh-CN" sz="2133" i="1" dirty="0">
                <a:solidFill>
                  <a:srgbClr val="000000"/>
                </a:solidFill>
                <a:sym typeface="Symbol" panose="05050102010706020507" pitchFamily="18" charset="2"/>
              </a:rPr>
              <a:t>i</a:t>
            </a:r>
            <a:r>
              <a:rPr kumimoji="1" lang="en-US" altLang="zh-CN" sz="2133" dirty="0">
                <a:solidFill>
                  <a:srgbClr val="000000"/>
                </a:solidFill>
                <a:sym typeface="Symbol" panose="05050102010706020507" pitchFamily="18" charset="2"/>
              </a:rPr>
              <a:t>+1,</a:t>
            </a:r>
            <a:r>
              <a:rPr kumimoji="1" lang="en-US" altLang="zh-CN" sz="2133" i="1" dirty="0">
                <a:solidFill>
                  <a:srgbClr val="000000"/>
                </a:solidFill>
                <a:sym typeface="Symbol" panose="05050102010706020507" pitchFamily="18" charset="2"/>
              </a:rPr>
              <a:t>  n</a:t>
            </a:r>
            <a:r>
              <a:rPr kumimoji="1" lang="en-US" altLang="zh-CN" sz="2133" dirty="0">
                <a:solidFill>
                  <a:srgbClr val="000000"/>
                </a:solidFill>
                <a:sym typeface="Symbol" panose="05050102010706020507" pitchFamily="18" charset="2"/>
              </a:rPr>
              <a:t>);</a:t>
            </a:r>
          </a:p>
          <a:p>
            <a:pPr defTabSz="1219170" eaLnBrk="0" fontAlgn="base" hangingPunct="0">
              <a:lnSpc>
                <a:spcPts val="1867"/>
              </a:lnSpc>
              <a:spcBef>
                <a:spcPct val="0"/>
              </a:spcBef>
              <a:spcAft>
                <a:spcPct val="0"/>
              </a:spcAft>
            </a:pPr>
            <a:r>
              <a:rPr kumimoji="1" lang="en-US" altLang="zh-CN" sz="2133" dirty="0">
                <a:solidFill>
                  <a:srgbClr val="000000"/>
                </a:solidFill>
              </a:rPr>
              <a:t>          }</a:t>
            </a:r>
          </a:p>
          <a:p>
            <a:pPr defTabSz="1219170" eaLnBrk="0" fontAlgn="base" hangingPunct="0">
              <a:lnSpc>
                <a:spcPts val="1867"/>
              </a:lnSpc>
              <a:spcBef>
                <a:spcPct val="0"/>
              </a:spcBef>
              <a:spcAft>
                <a:spcPct val="0"/>
              </a:spcAft>
            </a:pPr>
            <a:r>
              <a:rPr kumimoji="1" lang="en-US" altLang="zh-CN" sz="2133" dirty="0">
                <a:solidFill>
                  <a:srgbClr val="000000"/>
                </a:solidFill>
              </a:rPr>
              <a:t>}</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main</a:t>
            </a:r>
            <a:r>
              <a:rPr kumimoji="1" lang="en-US" altLang="zh-CN" sz="2133" dirty="0">
                <a:solidFill>
                  <a:srgbClr val="000000"/>
                </a:solidFill>
                <a:sym typeface="Symbol" panose="05050102010706020507" pitchFamily="18" charset="2"/>
              </a:rPr>
              <a:t>( )  </a:t>
            </a:r>
          </a:p>
          <a:p>
            <a:pPr defTabSz="1219170" eaLnBrk="0" fontAlgn="base" hangingPunct="0">
              <a:lnSpc>
                <a:spcPts val="1867"/>
              </a:lnSpc>
              <a:spcBef>
                <a:spcPct val="0"/>
              </a:spcBef>
              <a:spcAft>
                <a:spcPct val="0"/>
              </a:spcAft>
            </a:pPr>
            <a:r>
              <a:rPr kumimoji="1" lang="en-US" altLang="zh-CN" sz="2133" dirty="0">
                <a:solidFill>
                  <a:srgbClr val="000000"/>
                </a:solidFill>
                <a:cs typeface="Times New Roman" panose="02020603050405020304" pitchFamily="18" charset="0"/>
                <a:sym typeface="Symbol" panose="05050102010706020507" pitchFamily="18" charset="2"/>
              </a:rPr>
              <a:t>{</a:t>
            </a:r>
            <a:r>
              <a:rPr kumimoji="1" lang="en-US" altLang="zh-CN" sz="2133" i="1" dirty="0">
                <a:solidFill>
                  <a:srgbClr val="000000"/>
                </a:solidFill>
                <a:sym typeface="Symbol" panose="05050102010706020507" pitchFamily="18" charset="2"/>
              </a:rPr>
              <a:t>          </a:t>
            </a:r>
            <a:r>
              <a:rPr kumimoji="1" lang="en-US" altLang="zh-CN" sz="2133" i="1" dirty="0" err="1">
                <a:solidFill>
                  <a:srgbClr val="000000"/>
                </a:solidFill>
                <a:sym typeface="Symbol" panose="05050102010706020507" pitchFamily="18" charset="2"/>
              </a:rPr>
              <a:t>readArray</a:t>
            </a:r>
            <a:r>
              <a:rPr kumimoji="1" lang="en-US" altLang="zh-CN" sz="2133" dirty="0">
                <a:solidFill>
                  <a:srgbClr val="000000"/>
                </a:solidFill>
                <a:sym typeface="Symbol" panose="05050102010706020507" pitchFamily="18" charset="2"/>
              </a:rPr>
              <a:t> ( );</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a</a:t>
            </a:r>
            <a:r>
              <a:rPr lang="en-US" altLang="zh-CN" sz="2133" dirty="0">
                <a:solidFill>
                  <a:srgbClr val="000000"/>
                </a:solidFill>
              </a:rPr>
              <a:t>[0] = -9999;</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a</a:t>
            </a:r>
            <a:r>
              <a:rPr lang="en-US" altLang="zh-CN" sz="2133" dirty="0">
                <a:solidFill>
                  <a:srgbClr val="000000"/>
                </a:solidFill>
              </a:rPr>
              <a:t>[10] = 9999;</a:t>
            </a:r>
          </a:p>
          <a:p>
            <a:pPr defTabSz="1219170" eaLnBrk="0" fontAlgn="base" hangingPunct="0">
              <a:lnSpc>
                <a:spcPts val="1867"/>
              </a:lnSpc>
              <a:spcBef>
                <a:spcPct val="0"/>
              </a:spcBef>
              <a:spcAft>
                <a:spcPct val="0"/>
              </a:spcAft>
            </a:pPr>
            <a:r>
              <a:rPr kumimoji="1" lang="en-US" altLang="zh-CN" sz="2133" i="1" dirty="0">
                <a:solidFill>
                  <a:srgbClr val="000000"/>
                </a:solidFill>
                <a:sym typeface="Symbol" panose="05050102010706020507" pitchFamily="18" charset="2"/>
              </a:rPr>
              <a:t>           quicksort</a:t>
            </a:r>
            <a:r>
              <a:rPr kumimoji="1" lang="en-US" altLang="zh-CN" sz="2133" dirty="0">
                <a:solidFill>
                  <a:srgbClr val="000000"/>
                </a:solidFill>
                <a:sym typeface="Symbol" panose="05050102010706020507" pitchFamily="18" charset="2"/>
              </a:rPr>
              <a:t> (1, 9);</a:t>
            </a:r>
          </a:p>
          <a:p>
            <a:pPr defTabSz="1219170" eaLnBrk="0" fontAlgn="base" hangingPunct="0">
              <a:lnSpc>
                <a:spcPts val="1867"/>
              </a:lnSpc>
              <a:spcBef>
                <a:spcPct val="0"/>
              </a:spcBef>
              <a:spcAft>
                <a:spcPct val="0"/>
              </a:spcAft>
            </a:pPr>
            <a:r>
              <a:rPr kumimoji="1" lang="en-US" altLang="zh-CN" sz="2133" dirty="0">
                <a:solidFill>
                  <a:srgbClr val="000000"/>
                </a:solidFill>
              </a:rPr>
              <a:t>}</a:t>
            </a:r>
          </a:p>
        </p:txBody>
      </p:sp>
      <p:sp>
        <p:nvSpPr>
          <p:cNvPr id="2" name="矩形 1"/>
          <p:cNvSpPr/>
          <p:nvPr/>
        </p:nvSpPr>
        <p:spPr>
          <a:xfrm>
            <a:off x="6919384" y="1151467"/>
            <a:ext cx="4138083" cy="1047723"/>
          </a:xfrm>
          <a:prstGeom prst="rect">
            <a:avLst/>
          </a:prstGeom>
          <a:solidFill>
            <a:schemeClr val="accent5">
              <a:lumMod val="60000"/>
              <a:lumOff val="40000"/>
            </a:schemeClr>
          </a:solidFill>
          <a:ln>
            <a:solidFill>
              <a:schemeClr val="tx1"/>
            </a:solidFill>
          </a:ln>
        </p:spPr>
        <p:txBody>
          <a:bodyPr>
            <a:spAutoFit/>
          </a:bodyPr>
          <a:lstStyle/>
          <a:p>
            <a:pPr algn="just" defTabSz="1219170" fontAlgn="base">
              <a:lnSpc>
                <a:spcPts val="4000"/>
              </a:lnSpc>
              <a:spcBef>
                <a:spcPct val="30000"/>
              </a:spcBef>
              <a:spcAft>
                <a:spcPct val="0"/>
              </a:spcAft>
              <a:defRPr/>
            </a:pPr>
            <a:r>
              <a:rPr lang="zh-CN" altLang="en-US" sz="2667" b="1" dirty="0">
                <a:solidFill>
                  <a:srgbClr val="000000"/>
                </a:solidFill>
                <a:latin typeface="楷体" pitchFamily="49" charset="-122"/>
                <a:ea typeface="楷体" pitchFamily="49" charset="-122"/>
                <a:cs typeface="Times New Roman" pitchFamily="18" charset="0"/>
              </a:rPr>
              <a:t>每个</a:t>
            </a:r>
            <a:r>
              <a:rPr lang="zh-CN" altLang="en-US" sz="2667" b="1" dirty="0">
                <a:solidFill>
                  <a:srgbClr val="0000FF"/>
                </a:solidFill>
                <a:latin typeface="楷体" pitchFamily="49" charset="-122"/>
                <a:ea typeface="楷体" pitchFamily="49" charset="-122"/>
                <a:cs typeface="Times New Roman" pitchFamily="18" charset="0"/>
              </a:rPr>
              <a:t>活跃的活动</a:t>
            </a:r>
            <a:r>
              <a:rPr lang="zh-CN" altLang="en-US" sz="2667" b="1" dirty="0">
                <a:solidFill>
                  <a:srgbClr val="000000"/>
                </a:solidFill>
                <a:latin typeface="楷体" pitchFamily="49" charset="-122"/>
                <a:ea typeface="楷体" pitchFamily="49" charset="-122"/>
                <a:cs typeface="Times New Roman" pitchFamily="18" charset="0"/>
              </a:rPr>
              <a:t>都有一个位于</a:t>
            </a:r>
            <a:r>
              <a:rPr lang="zh-CN" altLang="en-US" sz="2667" b="1" dirty="0">
                <a:solidFill>
                  <a:srgbClr val="0000FF"/>
                </a:solidFill>
                <a:latin typeface="楷体" pitchFamily="49" charset="-122"/>
                <a:ea typeface="楷体" pitchFamily="49" charset="-122"/>
                <a:cs typeface="Times New Roman" pitchFamily="18" charset="0"/>
              </a:rPr>
              <a:t>控制栈</a:t>
            </a:r>
            <a:r>
              <a:rPr lang="zh-CN" altLang="en-US" sz="2667" b="1" dirty="0">
                <a:solidFill>
                  <a:srgbClr val="000000"/>
                </a:solidFill>
                <a:latin typeface="楷体" pitchFamily="49" charset="-122"/>
                <a:ea typeface="楷体" pitchFamily="49" charset="-122"/>
                <a:cs typeface="Times New Roman" pitchFamily="18" charset="0"/>
              </a:rPr>
              <a:t>中的</a:t>
            </a:r>
            <a:r>
              <a:rPr lang="zh-CN" altLang="en-US" sz="2667" b="1" dirty="0">
                <a:solidFill>
                  <a:srgbClr val="0000FF"/>
                </a:solidFill>
                <a:latin typeface="楷体" pitchFamily="49" charset="-122"/>
                <a:ea typeface="楷体" pitchFamily="49" charset="-122"/>
                <a:cs typeface="Times New Roman" pitchFamily="18" charset="0"/>
              </a:rPr>
              <a:t>活动记录</a:t>
            </a:r>
            <a:endParaRPr lang="en-US" altLang="zh-CN" sz="2667" b="1" dirty="0">
              <a:solidFill>
                <a:srgbClr val="0000FF"/>
              </a:solidFill>
              <a:latin typeface="楷体" pitchFamily="49" charset="-122"/>
              <a:ea typeface="楷体" pitchFamily="49" charset="-122"/>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animEffect transition="in" filter="fade">
                                      <p:cBhvr>
                                        <p:cTn id="1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4"/>
          <p:cNvSpPr>
            <a:spLocks noChangeArrowheads="1"/>
          </p:cNvSpPr>
          <p:nvPr/>
        </p:nvSpPr>
        <p:spPr bwMode="auto">
          <a:xfrm>
            <a:off x="2779184" y="429684"/>
            <a:ext cx="584200"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m</a:t>
            </a:r>
          </a:p>
        </p:txBody>
      </p:sp>
      <p:sp>
        <p:nvSpPr>
          <p:cNvPr id="74759" name="Rectangle 6"/>
          <p:cNvSpPr>
            <a:spLocks noChangeArrowheads="1"/>
          </p:cNvSpPr>
          <p:nvPr/>
        </p:nvSpPr>
        <p:spPr bwMode="auto">
          <a:xfrm>
            <a:off x="1153585" y="1261534"/>
            <a:ext cx="579967"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48138" name="Line 8"/>
          <p:cNvSpPr>
            <a:spLocks noChangeShapeType="1"/>
          </p:cNvSpPr>
          <p:nvPr/>
        </p:nvSpPr>
        <p:spPr bwMode="auto">
          <a:xfrm flipH="1">
            <a:off x="1494367" y="891118"/>
            <a:ext cx="1460500" cy="717549"/>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aphicFrame>
        <p:nvGraphicFramePr>
          <p:cNvPr id="40" name="Group 18"/>
          <p:cNvGraphicFramePr>
            <a:graphicFrameLocks noGrp="1"/>
          </p:cNvGraphicFramePr>
          <p:nvPr/>
        </p:nvGraphicFramePr>
        <p:xfrm>
          <a:off x="9306985" y="5884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main</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a</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[11]</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1" name="Group 26"/>
          <p:cNvGraphicFramePr>
            <a:graphicFrameLocks noGrp="1"/>
          </p:cNvGraphicFramePr>
          <p:nvPr/>
        </p:nvGraphicFramePr>
        <p:xfrm>
          <a:off x="9306985" y="1526117"/>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r</a:t>
                      </a:r>
                      <a:endPar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endParaRP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4" name="Rectangle 31"/>
          <p:cNvSpPr>
            <a:spLocks noChangeArrowheads="1"/>
          </p:cNvSpPr>
          <p:nvPr/>
        </p:nvSpPr>
        <p:spPr bwMode="auto">
          <a:xfrm>
            <a:off x="1720851" y="59267"/>
            <a:ext cx="2806700" cy="584775"/>
          </a:xfrm>
          <a:prstGeom prst="rect">
            <a:avLst/>
          </a:prstGeom>
          <a:noFill/>
          <a:ln w="9525">
            <a:noFill/>
            <a:miter lim="800000"/>
            <a:headEnd/>
            <a:tailEnd/>
          </a:ln>
        </p:spPr>
        <p:txBody>
          <a:bodyPr lIns="91440" tIns="45720" rIns="91440" bIns="45720">
            <a:spAutoFit/>
          </a:bodyPr>
          <a:lstStyle/>
          <a:p>
            <a:pPr algn="ctr" defTabSz="1219170" fontAlgn="base">
              <a:spcBef>
                <a:spcPct val="0"/>
              </a:spcBef>
              <a:spcAft>
                <a:spcPct val="0"/>
              </a:spcAft>
              <a:defRPr/>
            </a:pPr>
            <a:r>
              <a:rPr lang="zh-CN" altLang="en-US" sz="3200" b="1" dirty="0">
                <a:solidFill>
                  <a:srgbClr val="073E87">
                    <a:lumMod val="60000"/>
                    <a:lumOff val="40000"/>
                  </a:srgbClr>
                </a:solidFill>
                <a:latin typeface="楷体" pitchFamily="49" charset="-122"/>
                <a:ea typeface="楷体" pitchFamily="49" charset="-122"/>
                <a:cs typeface="Times New Roman" pitchFamily="18" charset="0"/>
              </a:rPr>
              <a:t>活动树</a:t>
            </a:r>
          </a:p>
        </p:txBody>
      </p:sp>
      <p:sp>
        <p:nvSpPr>
          <p:cNvPr id="45" name="Rectangle 32"/>
          <p:cNvSpPr>
            <a:spLocks noChangeArrowheads="1"/>
          </p:cNvSpPr>
          <p:nvPr/>
        </p:nvSpPr>
        <p:spPr bwMode="auto">
          <a:xfrm>
            <a:off x="9264651" y="-27518"/>
            <a:ext cx="1902883" cy="584775"/>
          </a:xfrm>
          <a:prstGeom prst="rect">
            <a:avLst/>
          </a:prstGeom>
          <a:noFill/>
          <a:ln w="9525">
            <a:noFill/>
            <a:miter lim="800000"/>
            <a:headEnd/>
            <a:tailEnd/>
          </a:ln>
        </p:spPr>
        <p:txBody>
          <a:bodyPr lIns="91440" tIns="45720" rIns="91440" bIns="45720">
            <a:spAutoFit/>
          </a:bodyPr>
          <a:lstStyle/>
          <a:p>
            <a:pPr algn="ctr" defTabSz="1219170" fontAlgn="base">
              <a:spcBef>
                <a:spcPct val="0"/>
              </a:spcBef>
              <a:spcAft>
                <a:spcPct val="0"/>
              </a:spcAft>
              <a:defRPr/>
            </a:pPr>
            <a:r>
              <a:rPr lang="zh-CN" altLang="en-US" sz="3200" b="1" dirty="0">
                <a:solidFill>
                  <a:srgbClr val="073E87">
                    <a:lumMod val="60000"/>
                    <a:lumOff val="40000"/>
                  </a:srgbClr>
                </a:solidFill>
                <a:latin typeface="楷体" pitchFamily="49" charset="-122"/>
                <a:ea typeface="楷体" pitchFamily="49" charset="-122"/>
                <a:cs typeface="Times New Roman" pitchFamily="18" charset="0"/>
              </a:rPr>
              <a:t>控制栈</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8138"/>
                                        </p:tgtEl>
                                        <p:attrNameLst>
                                          <p:attrName>style.visibility</p:attrName>
                                        </p:attrNameLst>
                                      </p:cBhvr>
                                      <p:to>
                                        <p:strVal val="visible"/>
                                      </p:to>
                                    </p:set>
                                    <p:anim calcmode="lin" valueType="num">
                                      <p:cBhvr>
                                        <p:cTn id="7" dur="500" fill="hold"/>
                                        <p:tgtEl>
                                          <p:spTgt spid="48138"/>
                                        </p:tgtEl>
                                        <p:attrNameLst>
                                          <p:attrName>ppt_w</p:attrName>
                                        </p:attrNameLst>
                                      </p:cBhvr>
                                      <p:tavLst>
                                        <p:tav tm="0">
                                          <p:val>
                                            <p:fltVal val="0"/>
                                          </p:val>
                                        </p:tav>
                                        <p:tav tm="100000">
                                          <p:val>
                                            <p:strVal val="#ppt_w"/>
                                          </p:val>
                                        </p:tav>
                                      </p:tavLst>
                                    </p:anim>
                                    <p:anim calcmode="lin" valueType="num">
                                      <p:cBhvr>
                                        <p:cTn id="8" dur="500" fill="hold"/>
                                        <p:tgtEl>
                                          <p:spTgt spid="48138"/>
                                        </p:tgtEl>
                                        <p:attrNameLst>
                                          <p:attrName>ppt_h</p:attrName>
                                        </p:attrNameLst>
                                      </p:cBhvr>
                                      <p:tavLst>
                                        <p:tav tm="0">
                                          <p:val>
                                            <p:fltVal val="0"/>
                                          </p:val>
                                        </p:tav>
                                        <p:tav tm="100000">
                                          <p:val>
                                            <p:strVal val="#ppt_h"/>
                                          </p:val>
                                        </p:tav>
                                      </p:tavLst>
                                    </p:anim>
                                    <p:animEffect transition="in" filter="fade">
                                      <p:cBhvr>
                                        <p:cTn id="9" dur="500"/>
                                        <p:tgtEl>
                                          <p:spTgt spid="48138"/>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4759"/>
                                        </p:tgtEl>
                                        <p:attrNameLst>
                                          <p:attrName>style.visibility</p:attrName>
                                        </p:attrNameLst>
                                      </p:cBhvr>
                                      <p:to>
                                        <p:strVal val="visible"/>
                                      </p:to>
                                    </p:set>
                                    <p:anim calcmode="lin" valueType="num">
                                      <p:cBhvr>
                                        <p:cTn id="12" dur="500" fill="hold"/>
                                        <p:tgtEl>
                                          <p:spTgt spid="74759"/>
                                        </p:tgtEl>
                                        <p:attrNameLst>
                                          <p:attrName>ppt_w</p:attrName>
                                        </p:attrNameLst>
                                      </p:cBhvr>
                                      <p:tavLst>
                                        <p:tav tm="0">
                                          <p:val>
                                            <p:fltVal val="0"/>
                                          </p:val>
                                        </p:tav>
                                        <p:tav tm="100000">
                                          <p:val>
                                            <p:strVal val="#ppt_w"/>
                                          </p:val>
                                        </p:tav>
                                      </p:tavLst>
                                    </p:anim>
                                    <p:anim calcmode="lin" valueType="num">
                                      <p:cBhvr>
                                        <p:cTn id="13" dur="500" fill="hold"/>
                                        <p:tgtEl>
                                          <p:spTgt spid="74759"/>
                                        </p:tgtEl>
                                        <p:attrNameLst>
                                          <p:attrName>ppt_h</p:attrName>
                                        </p:attrNameLst>
                                      </p:cBhvr>
                                      <p:tavLst>
                                        <p:tav tm="0">
                                          <p:val>
                                            <p:fltVal val="0"/>
                                          </p:val>
                                        </p:tav>
                                        <p:tav tm="100000">
                                          <p:val>
                                            <p:strVal val="#ppt_h"/>
                                          </p:val>
                                        </p:tav>
                                      </p:tavLst>
                                    </p:anim>
                                    <p:animEffect transition="in" filter="fade">
                                      <p:cBhvr>
                                        <p:cTn id="14" dur="500"/>
                                        <p:tgtEl>
                                          <p:spTgt spid="74759"/>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p:cTn id="19" dur="500" fill="hold"/>
                                        <p:tgtEl>
                                          <p:spTgt spid="41"/>
                                        </p:tgtEl>
                                        <p:attrNameLst>
                                          <p:attrName>ppt_w</p:attrName>
                                        </p:attrNameLst>
                                      </p:cBhvr>
                                      <p:tavLst>
                                        <p:tav tm="0">
                                          <p:val>
                                            <p:fltVal val="0"/>
                                          </p:val>
                                        </p:tav>
                                        <p:tav tm="100000">
                                          <p:val>
                                            <p:strVal val="#ppt_w"/>
                                          </p:val>
                                        </p:tav>
                                      </p:tavLst>
                                    </p:anim>
                                    <p:anim calcmode="lin" valueType="num">
                                      <p:cBhvr>
                                        <p:cTn id="20" dur="500" fill="hold"/>
                                        <p:tgtEl>
                                          <p:spTgt spid="41"/>
                                        </p:tgtEl>
                                        <p:attrNameLst>
                                          <p:attrName>ppt_h</p:attrName>
                                        </p:attrNameLst>
                                      </p:cBhvr>
                                      <p:tavLst>
                                        <p:tav tm="0">
                                          <p:val>
                                            <p:fltVal val="0"/>
                                          </p:val>
                                        </p:tav>
                                        <p:tav tm="100000">
                                          <p:val>
                                            <p:strVal val="#ppt_h"/>
                                          </p:val>
                                        </p:tav>
                                      </p:tavLst>
                                    </p:anim>
                                    <p:animEffect transition="in" filter="fade">
                                      <p:cBhvr>
                                        <p:cTn id="21" dur="500"/>
                                        <p:tgtEl>
                                          <p:spTgt spid="41"/>
                                        </p:tgtEl>
                                      </p:cBhvr>
                                    </p:animEffect>
                                  </p:childTnLst>
                                </p:cTn>
                              </p:par>
                            </p:childTnLst>
                          </p:cTn>
                        </p:par>
                      </p:childTnLst>
                    </p:cTn>
                  </p:par>
                  <p:par>
                    <p:cTn id="22" fill="hold">
                      <p:stCondLst>
                        <p:cond delay="indefinite"/>
                      </p:stCondLst>
                      <p:childTnLst>
                        <p:par>
                          <p:cTn id="23" fill="hold">
                            <p:stCondLst>
                              <p:cond delay="0"/>
                            </p:stCondLst>
                            <p:childTnLst>
                              <p:par>
                                <p:cTn id="24" presetID="7" presetClass="emph" presetSubtype="1" nodeType="clickEffect">
                                  <p:stCondLst>
                                    <p:cond delay="0"/>
                                  </p:stCondLst>
                                  <p:childTnLst>
                                    <p:set>
                                      <p:cBhvr>
                                        <p:cTn id="25" dur="indefinite"/>
                                        <p:tgtEl>
                                          <p:spTgt spid="48138"/>
                                        </p:tgtEl>
                                        <p:attrNameLst>
                                          <p:attrName>stroke.color</p:attrName>
                                        </p:attrNameLst>
                                      </p:cBhvr>
                                      <p:to>
                                        <p:clrVal>
                                          <a:schemeClr val="accent2"/>
                                        </p:clrVal>
                                      </p:to>
                                    </p:set>
                                    <p:set>
                                      <p:cBhvr>
                                        <p:cTn id="26" dur="indefinite"/>
                                        <p:tgtEl>
                                          <p:spTgt spid="48138"/>
                                        </p:tgtEl>
                                        <p:attrNameLst>
                                          <p:attrName>stroke.on</p:attrName>
                                        </p:attrNameLst>
                                      </p:cBhvr>
                                      <p:to>
                                        <p:strVal val="tru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53" presetClass="exit" presetSubtype="32" fill="hold" nodeType="clickEffect">
                                  <p:stCondLst>
                                    <p:cond delay="0"/>
                                  </p:stCondLst>
                                  <p:childTnLst>
                                    <p:anim calcmode="lin" valueType="num">
                                      <p:cBhvr>
                                        <p:cTn id="30" dur="500"/>
                                        <p:tgtEl>
                                          <p:spTgt spid="41"/>
                                        </p:tgtEl>
                                        <p:attrNameLst>
                                          <p:attrName>ppt_w</p:attrName>
                                        </p:attrNameLst>
                                      </p:cBhvr>
                                      <p:tavLst>
                                        <p:tav tm="0">
                                          <p:val>
                                            <p:strVal val="ppt_w"/>
                                          </p:val>
                                        </p:tav>
                                        <p:tav tm="100000">
                                          <p:val>
                                            <p:fltVal val="0"/>
                                          </p:val>
                                        </p:tav>
                                      </p:tavLst>
                                    </p:anim>
                                    <p:anim calcmode="lin" valueType="num">
                                      <p:cBhvr>
                                        <p:cTn id="31" dur="500"/>
                                        <p:tgtEl>
                                          <p:spTgt spid="41"/>
                                        </p:tgtEl>
                                        <p:attrNameLst>
                                          <p:attrName>ppt_h</p:attrName>
                                        </p:attrNameLst>
                                      </p:cBhvr>
                                      <p:tavLst>
                                        <p:tav tm="0">
                                          <p:val>
                                            <p:strVal val="ppt_h"/>
                                          </p:val>
                                        </p:tav>
                                        <p:tav tm="100000">
                                          <p:val>
                                            <p:fltVal val="0"/>
                                          </p:val>
                                        </p:tav>
                                      </p:tavLst>
                                    </p:anim>
                                    <p:animEffect transition="out" filter="fade">
                                      <p:cBhvr>
                                        <p:cTn id="32" dur="500"/>
                                        <p:tgtEl>
                                          <p:spTgt spid="41"/>
                                        </p:tgtEl>
                                      </p:cBhvr>
                                    </p:animEffect>
                                    <p:set>
                                      <p:cBhvr>
                                        <p:cTn id="33" dur="1" fill="hold">
                                          <p:stCondLst>
                                            <p:cond delay="499"/>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59" grpId="0"/>
      <p:bldP spid="4813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4"/>
          <p:cNvSpPr>
            <a:spLocks noChangeArrowheads="1"/>
          </p:cNvSpPr>
          <p:nvPr/>
        </p:nvSpPr>
        <p:spPr bwMode="auto">
          <a:xfrm>
            <a:off x="2779184" y="429684"/>
            <a:ext cx="584200"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m</a:t>
            </a:r>
          </a:p>
        </p:txBody>
      </p:sp>
      <p:sp>
        <p:nvSpPr>
          <p:cNvPr id="74758" name="Rectangle 5"/>
          <p:cNvSpPr>
            <a:spLocks noChangeArrowheads="1"/>
          </p:cNvSpPr>
          <p:nvPr/>
        </p:nvSpPr>
        <p:spPr bwMode="auto">
          <a:xfrm>
            <a:off x="2554817" y="1238251"/>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64516" name="Rectangle 6"/>
          <p:cNvSpPr>
            <a:spLocks noChangeArrowheads="1"/>
          </p:cNvSpPr>
          <p:nvPr/>
        </p:nvSpPr>
        <p:spPr bwMode="auto">
          <a:xfrm>
            <a:off x="1153585" y="1261534"/>
            <a:ext cx="579967"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74760" name="Line 7"/>
          <p:cNvSpPr>
            <a:spLocks noChangeShapeType="1"/>
          </p:cNvSpPr>
          <p:nvPr/>
        </p:nvSpPr>
        <p:spPr bwMode="auto">
          <a:xfrm flipH="1">
            <a:off x="3045884" y="8868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8138" name="Line 8"/>
          <p:cNvSpPr>
            <a:spLocks noChangeShapeType="1"/>
          </p:cNvSpPr>
          <p:nvPr/>
        </p:nvSpPr>
        <p:spPr bwMode="auto">
          <a:xfrm flipH="1">
            <a:off x="1494367" y="891118"/>
            <a:ext cx="1460500" cy="717549"/>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8139" name="Line 9"/>
          <p:cNvSpPr>
            <a:spLocks noChangeShapeType="1"/>
          </p:cNvSpPr>
          <p:nvPr/>
        </p:nvSpPr>
        <p:spPr bwMode="auto">
          <a:xfrm flipH="1">
            <a:off x="1661585" y="1699684"/>
            <a:ext cx="1028700" cy="60113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4764" name="Rectangle 11"/>
          <p:cNvSpPr>
            <a:spLocks noChangeArrowheads="1"/>
          </p:cNvSpPr>
          <p:nvPr/>
        </p:nvSpPr>
        <p:spPr bwMode="auto">
          <a:xfrm>
            <a:off x="912284" y="2209800"/>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graphicFrame>
        <p:nvGraphicFramePr>
          <p:cNvPr id="40" name="Group 18"/>
          <p:cNvGraphicFramePr>
            <a:graphicFrameLocks noGrp="1"/>
          </p:cNvGraphicFramePr>
          <p:nvPr/>
        </p:nvGraphicFramePr>
        <p:xfrm>
          <a:off x="9306985" y="5884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main</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a</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[11]</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1" name="Group 26"/>
          <p:cNvGraphicFramePr>
            <a:graphicFrameLocks noGrp="1"/>
          </p:cNvGraphicFramePr>
          <p:nvPr/>
        </p:nvGraphicFramePr>
        <p:xfrm>
          <a:off x="9306985" y="1526117"/>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(1,9)</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3" name="Group 42"/>
          <p:cNvGraphicFramePr>
            <a:graphicFrameLocks noGrp="1"/>
          </p:cNvGraphicFramePr>
          <p:nvPr/>
        </p:nvGraphicFramePr>
        <p:xfrm>
          <a:off x="9306985" y="24680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p</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(1,9)</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4545" name="Rectangle 31"/>
          <p:cNvSpPr>
            <a:spLocks noChangeArrowheads="1"/>
          </p:cNvSpPr>
          <p:nvPr/>
        </p:nvSpPr>
        <p:spPr bwMode="auto">
          <a:xfrm>
            <a:off x="1720851" y="59267"/>
            <a:ext cx="28067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sp>
        <p:nvSpPr>
          <p:cNvPr id="64546" name="Rectangle 32"/>
          <p:cNvSpPr>
            <a:spLocks noChangeArrowheads="1"/>
          </p:cNvSpPr>
          <p:nvPr/>
        </p:nvSpPr>
        <p:spPr bwMode="auto">
          <a:xfrm>
            <a:off x="9264651" y="-27518"/>
            <a:ext cx="190288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4760"/>
                                        </p:tgtEl>
                                        <p:attrNameLst>
                                          <p:attrName>style.visibility</p:attrName>
                                        </p:attrNameLst>
                                      </p:cBhvr>
                                      <p:to>
                                        <p:strVal val="visible"/>
                                      </p:to>
                                    </p:set>
                                    <p:anim calcmode="lin" valueType="num">
                                      <p:cBhvr>
                                        <p:cTn id="7" dur="500" fill="hold"/>
                                        <p:tgtEl>
                                          <p:spTgt spid="74760"/>
                                        </p:tgtEl>
                                        <p:attrNameLst>
                                          <p:attrName>ppt_w</p:attrName>
                                        </p:attrNameLst>
                                      </p:cBhvr>
                                      <p:tavLst>
                                        <p:tav tm="0">
                                          <p:val>
                                            <p:fltVal val="0"/>
                                          </p:val>
                                        </p:tav>
                                        <p:tav tm="100000">
                                          <p:val>
                                            <p:strVal val="#ppt_w"/>
                                          </p:val>
                                        </p:tav>
                                      </p:tavLst>
                                    </p:anim>
                                    <p:anim calcmode="lin" valueType="num">
                                      <p:cBhvr>
                                        <p:cTn id="8" dur="500" fill="hold"/>
                                        <p:tgtEl>
                                          <p:spTgt spid="74760"/>
                                        </p:tgtEl>
                                        <p:attrNameLst>
                                          <p:attrName>ppt_h</p:attrName>
                                        </p:attrNameLst>
                                      </p:cBhvr>
                                      <p:tavLst>
                                        <p:tav tm="0">
                                          <p:val>
                                            <p:fltVal val="0"/>
                                          </p:val>
                                        </p:tav>
                                        <p:tav tm="100000">
                                          <p:val>
                                            <p:strVal val="#ppt_h"/>
                                          </p:val>
                                        </p:tav>
                                      </p:tavLst>
                                    </p:anim>
                                    <p:animEffect transition="in" filter="fade">
                                      <p:cBhvr>
                                        <p:cTn id="9" dur="500"/>
                                        <p:tgtEl>
                                          <p:spTgt spid="74760"/>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4758"/>
                                        </p:tgtEl>
                                        <p:attrNameLst>
                                          <p:attrName>style.visibility</p:attrName>
                                        </p:attrNameLst>
                                      </p:cBhvr>
                                      <p:to>
                                        <p:strVal val="visible"/>
                                      </p:to>
                                    </p:set>
                                    <p:anim calcmode="lin" valueType="num">
                                      <p:cBhvr>
                                        <p:cTn id="12" dur="500" fill="hold"/>
                                        <p:tgtEl>
                                          <p:spTgt spid="74758"/>
                                        </p:tgtEl>
                                        <p:attrNameLst>
                                          <p:attrName>ppt_w</p:attrName>
                                        </p:attrNameLst>
                                      </p:cBhvr>
                                      <p:tavLst>
                                        <p:tav tm="0">
                                          <p:val>
                                            <p:fltVal val="0"/>
                                          </p:val>
                                        </p:tav>
                                        <p:tav tm="100000">
                                          <p:val>
                                            <p:strVal val="#ppt_w"/>
                                          </p:val>
                                        </p:tav>
                                      </p:tavLst>
                                    </p:anim>
                                    <p:anim calcmode="lin" valueType="num">
                                      <p:cBhvr>
                                        <p:cTn id="13" dur="500" fill="hold"/>
                                        <p:tgtEl>
                                          <p:spTgt spid="74758"/>
                                        </p:tgtEl>
                                        <p:attrNameLst>
                                          <p:attrName>ppt_h</p:attrName>
                                        </p:attrNameLst>
                                      </p:cBhvr>
                                      <p:tavLst>
                                        <p:tav tm="0">
                                          <p:val>
                                            <p:fltVal val="0"/>
                                          </p:val>
                                        </p:tav>
                                        <p:tav tm="100000">
                                          <p:val>
                                            <p:strVal val="#ppt_h"/>
                                          </p:val>
                                        </p:tav>
                                      </p:tavLst>
                                    </p:anim>
                                    <p:animEffect transition="in" filter="fade">
                                      <p:cBhvr>
                                        <p:cTn id="14" dur="500"/>
                                        <p:tgtEl>
                                          <p:spTgt spid="74758"/>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p:cTn id="19" dur="500" fill="hold"/>
                                        <p:tgtEl>
                                          <p:spTgt spid="41"/>
                                        </p:tgtEl>
                                        <p:attrNameLst>
                                          <p:attrName>ppt_w</p:attrName>
                                        </p:attrNameLst>
                                      </p:cBhvr>
                                      <p:tavLst>
                                        <p:tav tm="0">
                                          <p:val>
                                            <p:fltVal val="0"/>
                                          </p:val>
                                        </p:tav>
                                        <p:tav tm="100000">
                                          <p:val>
                                            <p:strVal val="#ppt_w"/>
                                          </p:val>
                                        </p:tav>
                                      </p:tavLst>
                                    </p:anim>
                                    <p:anim calcmode="lin" valueType="num">
                                      <p:cBhvr>
                                        <p:cTn id="20" dur="500" fill="hold"/>
                                        <p:tgtEl>
                                          <p:spTgt spid="41"/>
                                        </p:tgtEl>
                                        <p:attrNameLst>
                                          <p:attrName>ppt_h</p:attrName>
                                        </p:attrNameLst>
                                      </p:cBhvr>
                                      <p:tavLst>
                                        <p:tav tm="0">
                                          <p:val>
                                            <p:fltVal val="0"/>
                                          </p:val>
                                        </p:tav>
                                        <p:tav tm="100000">
                                          <p:val>
                                            <p:strVal val="#ppt_h"/>
                                          </p:val>
                                        </p:tav>
                                      </p:tavLst>
                                    </p:anim>
                                    <p:animEffect transition="in" filter="fade">
                                      <p:cBhvr>
                                        <p:cTn id="21" dur="500"/>
                                        <p:tgtEl>
                                          <p:spTgt spid="4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74764"/>
                                        </p:tgtEl>
                                        <p:attrNameLst>
                                          <p:attrName>style.visibility</p:attrName>
                                        </p:attrNameLst>
                                      </p:cBhvr>
                                      <p:to>
                                        <p:strVal val="visible"/>
                                      </p:to>
                                    </p:set>
                                    <p:anim calcmode="lin" valueType="num">
                                      <p:cBhvr>
                                        <p:cTn id="26" dur="500" fill="hold"/>
                                        <p:tgtEl>
                                          <p:spTgt spid="74764"/>
                                        </p:tgtEl>
                                        <p:attrNameLst>
                                          <p:attrName>ppt_w</p:attrName>
                                        </p:attrNameLst>
                                      </p:cBhvr>
                                      <p:tavLst>
                                        <p:tav tm="0">
                                          <p:val>
                                            <p:fltVal val="0"/>
                                          </p:val>
                                        </p:tav>
                                        <p:tav tm="100000">
                                          <p:val>
                                            <p:strVal val="#ppt_w"/>
                                          </p:val>
                                        </p:tav>
                                      </p:tavLst>
                                    </p:anim>
                                    <p:anim calcmode="lin" valueType="num">
                                      <p:cBhvr>
                                        <p:cTn id="27" dur="500" fill="hold"/>
                                        <p:tgtEl>
                                          <p:spTgt spid="74764"/>
                                        </p:tgtEl>
                                        <p:attrNameLst>
                                          <p:attrName>ppt_h</p:attrName>
                                        </p:attrNameLst>
                                      </p:cBhvr>
                                      <p:tavLst>
                                        <p:tav tm="0">
                                          <p:val>
                                            <p:fltVal val="0"/>
                                          </p:val>
                                        </p:tav>
                                        <p:tav tm="100000">
                                          <p:val>
                                            <p:strVal val="#ppt_h"/>
                                          </p:val>
                                        </p:tav>
                                      </p:tavLst>
                                    </p:anim>
                                    <p:animEffect transition="in" filter="fade">
                                      <p:cBhvr>
                                        <p:cTn id="28" dur="500"/>
                                        <p:tgtEl>
                                          <p:spTgt spid="74764"/>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48139"/>
                                        </p:tgtEl>
                                        <p:attrNameLst>
                                          <p:attrName>style.visibility</p:attrName>
                                        </p:attrNameLst>
                                      </p:cBhvr>
                                      <p:to>
                                        <p:strVal val="visible"/>
                                      </p:to>
                                    </p:set>
                                    <p:anim calcmode="lin" valueType="num">
                                      <p:cBhvr>
                                        <p:cTn id="31" dur="500" fill="hold"/>
                                        <p:tgtEl>
                                          <p:spTgt spid="48139"/>
                                        </p:tgtEl>
                                        <p:attrNameLst>
                                          <p:attrName>ppt_w</p:attrName>
                                        </p:attrNameLst>
                                      </p:cBhvr>
                                      <p:tavLst>
                                        <p:tav tm="0">
                                          <p:val>
                                            <p:fltVal val="0"/>
                                          </p:val>
                                        </p:tav>
                                        <p:tav tm="100000">
                                          <p:val>
                                            <p:strVal val="#ppt_w"/>
                                          </p:val>
                                        </p:tav>
                                      </p:tavLst>
                                    </p:anim>
                                    <p:anim calcmode="lin" valueType="num">
                                      <p:cBhvr>
                                        <p:cTn id="32" dur="500" fill="hold"/>
                                        <p:tgtEl>
                                          <p:spTgt spid="48139"/>
                                        </p:tgtEl>
                                        <p:attrNameLst>
                                          <p:attrName>ppt_h</p:attrName>
                                        </p:attrNameLst>
                                      </p:cBhvr>
                                      <p:tavLst>
                                        <p:tav tm="0">
                                          <p:val>
                                            <p:fltVal val="0"/>
                                          </p:val>
                                        </p:tav>
                                        <p:tav tm="100000">
                                          <p:val>
                                            <p:strVal val="#ppt_h"/>
                                          </p:val>
                                        </p:tav>
                                      </p:tavLst>
                                    </p:anim>
                                    <p:animEffect transition="in" filter="fade">
                                      <p:cBhvr>
                                        <p:cTn id="33" dur="500"/>
                                        <p:tgtEl>
                                          <p:spTgt spid="4813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3" presetClass="entr" presetSubtype="16" fill="hold" nodeType="clickEffect">
                                  <p:stCondLst>
                                    <p:cond delay="0"/>
                                  </p:stCondLst>
                                  <p:childTnLst>
                                    <p:set>
                                      <p:cBhvr>
                                        <p:cTn id="37" dur="1" fill="hold">
                                          <p:stCondLst>
                                            <p:cond delay="0"/>
                                          </p:stCondLst>
                                        </p:cTn>
                                        <p:tgtEl>
                                          <p:spTgt spid="43"/>
                                        </p:tgtEl>
                                        <p:attrNameLst>
                                          <p:attrName>style.visibility</p:attrName>
                                        </p:attrNameLst>
                                      </p:cBhvr>
                                      <p:to>
                                        <p:strVal val="visible"/>
                                      </p:to>
                                    </p:set>
                                    <p:anim calcmode="lin" valueType="num">
                                      <p:cBhvr>
                                        <p:cTn id="38" dur="500" fill="hold"/>
                                        <p:tgtEl>
                                          <p:spTgt spid="43"/>
                                        </p:tgtEl>
                                        <p:attrNameLst>
                                          <p:attrName>ppt_w</p:attrName>
                                        </p:attrNameLst>
                                      </p:cBhvr>
                                      <p:tavLst>
                                        <p:tav tm="0">
                                          <p:val>
                                            <p:fltVal val="0"/>
                                          </p:val>
                                        </p:tav>
                                        <p:tav tm="100000">
                                          <p:val>
                                            <p:strVal val="#ppt_w"/>
                                          </p:val>
                                        </p:tav>
                                      </p:tavLst>
                                    </p:anim>
                                    <p:anim calcmode="lin" valueType="num">
                                      <p:cBhvr>
                                        <p:cTn id="39" dur="500" fill="hold"/>
                                        <p:tgtEl>
                                          <p:spTgt spid="43"/>
                                        </p:tgtEl>
                                        <p:attrNameLst>
                                          <p:attrName>ppt_h</p:attrName>
                                        </p:attrNameLst>
                                      </p:cBhvr>
                                      <p:tavLst>
                                        <p:tav tm="0">
                                          <p:val>
                                            <p:fltVal val="0"/>
                                          </p:val>
                                        </p:tav>
                                        <p:tav tm="100000">
                                          <p:val>
                                            <p:strVal val="#ppt_h"/>
                                          </p:val>
                                        </p:tav>
                                      </p:tavLst>
                                    </p:anim>
                                    <p:animEffect transition="in" filter="fade">
                                      <p:cBhvr>
                                        <p:cTn id="40" dur="500"/>
                                        <p:tgtEl>
                                          <p:spTgt spid="43"/>
                                        </p:tgtEl>
                                      </p:cBhvr>
                                    </p:animEffect>
                                  </p:childTnLst>
                                </p:cTn>
                              </p:par>
                            </p:childTnLst>
                          </p:cTn>
                        </p:par>
                      </p:childTnLst>
                    </p:cTn>
                  </p:par>
                  <p:par>
                    <p:cTn id="41" fill="hold">
                      <p:stCondLst>
                        <p:cond delay="indefinite"/>
                      </p:stCondLst>
                      <p:childTnLst>
                        <p:par>
                          <p:cTn id="42" fill="hold">
                            <p:stCondLst>
                              <p:cond delay="0"/>
                            </p:stCondLst>
                            <p:childTnLst>
                              <p:par>
                                <p:cTn id="43" presetID="7" presetClass="emph" presetSubtype="1" nodeType="clickEffect">
                                  <p:stCondLst>
                                    <p:cond delay="0"/>
                                  </p:stCondLst>
                                  <p:childTnLst>
                                    <p:set>
                                      <p:cBhvr>
                                        <p:cTn id="44" dur="indefinite"/>
                                        <p:tgtEl>
                                          <p:spTgt spid="48139"/>
                                        </p:tgtEl>
                                        <p:attrNameLst>
                                          <p:attrName>stroke.color</p:attrName>
                                        </p:attrNameLst>
                                      </p:cBhvr>
                                      <p:to>
                                        <p:clrVal>
                                          <a:schemeClr val="accent2"/>
                                        </p:clrVal>
                                      </p:to>
                                    </p:set>
                                    <p:set>
                                      <p:cBhvr>
                                        <p:cTn id="45" dur="indefinite"/>
                                        <p:tgtEl>
                                          <p:spTgt spid="48139"/>
                                        </p:tgtEl>
                                        <p:attrNameLst>
                                          <p:attrName>stroke.on</p:attrName>
                                        </p:attrNameLst>
                                      </p:cBhvr>
                                      <p:to>
                                        <p:strVal val="tru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53" presetClass="exit" presetSubtype="32" fill="hold" nodeType="clickEffect">
                                  <p:stCondLst>
                                    <p:cond delay="0"/>
                                  </p:stCondLst>
                                  <p:childTnLst>
                                    <p:anim calcmode="lin" valueType="num">
                                      <p:cBhvr>
                                        <p:cTn id="49" dur="500"/>
                                        <p:tgtEl>
                                          <p:spTgt spid="43"/>
                                        </p:tgtEl>
                                        <p:attrNameLst>
                                          <p:attrName>ppt_w</p:attrName>
                                        </p:attrNameLst>
                                      </p:cBhvr>
                                      <p:tavLst>
                                        <p:tav tm="0">
                                          <p:val>
                                            <p:strVal val="ppt_w"/>
                                          </p:val>
                                        </p:tav>
                                        <p:tav tm="100000">
                                          <p:val>
                                            <p:fltVal val="0"/>
                                          </p:val>
                                        </p:tav>
                                      </p:tavLst>
                                    </p:anim>
                                    <p:anim calcmode="lin" valueType="num">
                                      <p:cBhvr>
                                        <p:cTn id="50" dur="500"/>
                                        <p:tgtEl>
                                          <p:spTgt spid="43"/>
                                        </p:tgtEl>
                                        <p:attrNameLst>
                                          <p:attrName>ppt_h</p:attrName>
                                        </p:attrNameLst>
                                      </p:cBhvr>
                                      <p:tavLst>
                                        <p:tav tm="0">
                                          <p:val>
                                            <p:strVal val="ppt_h"/>
                                          </p:val>
                                        </p:tav>
                                        <p:tav tm="100000">
                                          <p:val>
                                            <p:fltVal val="0"/>
                                          </p:val>
                                        </p:tav>
                                      </p:tavLst>
                                    </p:anim>
                                    <p:animEffect transition="out" filter="fade">
                                      <p:cBhvr>
                                        <p:cTn id="51" dur="500"/>
                                        <p:tgtEl>
                                          <p:spTgt spid="43"/>
                                        </p:tgtEl>
                                      </p:cBhvr>
                                    </p:animEffect>
                                    <p:set>
                                      <p:cBhvr>
                                        <p:cTn id="52" dur="1" fill="hold">
                                          <p:stCondLst>
                                            <p:cond delay="499"/>
                                          </p:stCondLst>
                                        </p:cTn>
                                        <p:tgtEl>
                                          <p:spTgt spid="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58" grpId="0"/>
      <p:bldP spid="74760" grpId="0" animBg="1"/>
      <p:bldP spid="48139" grpId="0" animBg="1"/>
      <p:bldP spid="74764"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4"/>
          <p:cNvSpPr>
            <a:spLocks noChangeArrowheads="1"/>
          </p:cNvSpPr>
          <p:nvPr/>
        </p:nvSpPr>
        <p:spPr bwMode="auto">
          <a:xfrm>
            <a:off x="2779184" y="429684"/>
            <a:ext cx="584200"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m</a:t>
            </a:r>
          </a:p>
        </p:txBody>
      </p:sp>
      <p:sp>
        <p:nvSpPr>
          <p:cNvPr id="66563" name="Rectangle 5"/>
          <p:cNvSpPr>
            <a:spLocks noChangeArrowheads="1"/>
          </p:cNvSpPr>
          <p:nvPr/>
        </p:nvSpPr>
        <p:spPr bwMode="auto">
          <a:xfrm>
            <a:off x="2554817" y="1238251"/>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66564" name="Rectangle 6"/>
          <p:cNvSpPr>
            <a:spLocks noChangeArrowheads="1"/>
          </p:cNvSpPr>
          <p:nvPr/>
        </p:nvSpPr>
        <p:spPr bwMode="auto">
          <a:xfrm>
            <a:off x="1153585" y="1261534"/>
            <a:ext cx="579967"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66565" name="Line 7"/>
          <p:cNvSpPr>
            <a:spLocks noChangeShapeType="1"/>
          </p:cNvSpPr>
          <p:nvPr/>
        </p:nvSpPr>
        <p:spPr bwMode="auto">
          <a:xfrm flipH="1">
            <a:off x="3045884" y="8868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8138" name="Line 8"/>
          <p:cNvSpPr>
            <a:spLocks noChangeShapeType="1"/>
          </p:cNvSpPr>
          <p:nvPr/>
        </p:nvSpPr>
        <p:spPr bwMode="auto">
          <a:xfrm flipH="1">
            <a:off x="1494367" y="891118"/>
            <a:ext cx="1460500" cy="717549"/>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8139" name="Line 9"/>
          <p:cNvSpPr>
            <a:spLocks noChangeShapeType="1"/>
          </p:cNvSpPr>
          <p:nvPr/>
        </p:nvSpPr>
        <p:spPr bwMode="auto">
          <a:xfrm flipH="1">
            <a:off x="1661585" y="1699684"/>
            <a:ext cx="1028700" cy="601133"/>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4763" name="Line 10"/>
          <p:cNvSpPr>
            <a:spLocks noChangeShapeType="1"/>
          </p:cNvSpPr>
          <p:nvPr/>
        </p:nvSpPr>
        <p:spPr bwMode="auto">
          <a:xfrm flipH="1">
            <a:off x="3045884" y="18012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6569" name="Rectangle 11"/>
          <p:cNvSpPr>
            <a:spLocks noChangeArrowheads="1"/>
          </p:cNvSpPr>
          <p:nvPr/>
        </p:nvSpPr>
        <p:spPr bwMode="auto">
          <a:xfrm>
            <a:off x="912284" y="2209800"/>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74766" name="Rectangle 13"/>
          <p:cNvSpPr>
            <a:spLocks noChangeArrowheads="1"/>
          </p:cNvSpPr>
          <p:nvPr/>
        </p:nvSpPr>
        <p:spPr bwMode="auto">
          <a:xfrm>
            <a:off x="2573867" y="2163234"/>
            <a:ext cx="1143000" cy="692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74769" name="Rectangle 16"/>
          <p:cNvSpPr>
            <a:spLocks noChangeArrowheads="1"/>
          </p:cNvSpPr>
          <p:nvPr/>
        </p:nvSpPr>
        <p:spPr bwMode="auto">
          <a:xfrm>
            <a:off x="1435100" y="3086100"/>
            <a:ext cx="1143000"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48147" name="Line 17"/>
          <p:cNvSpPr>
            <a:spLocks noChangeShapeType="1"/>
          </p:cNvSpPr>
          <p:nvPr/>
        </p:nvSpPr>
        <p:spPr bwMode="auto">
          <a:xfrm flipH="1">
            <a:off x="1979084" y="2639484"/>
            <a:ext cx="711200" cy="57573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aphicFrame>
        <p:nvGraphicFramePr>
          <p:cNvPr id="40" name="Group 18"/>
          <p:cNvGraphicFramePr>
            <a:graphicFrameLocks noGrp="1"/>
          </p:cNvGraphicFramePr>
          <p:nvPr/>
        </p:nvGraphicFramePr>
        <p:xfrm>
          <a:off x="9306985" y="5884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main</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a</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[11]</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1" name="Group 26"/>
          <p:cNvGraphicFramePr>
            <a:graphicFrameLocks noGrp="1"/>
          </p:cNvGraphicFramePr>
          <p:nvPr/>
        </p:nvGraphicFramePr>
        <p:xfrm>
          <a:off x="9306985" y="1526117"/>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(1,9)</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3" name="Group 42"/>
          <p:cNvGraphicFramePr>
            <a:graphicFrameLocks noGrp="1"/>
          </p:cNvGraphicFramePr>
          <p:nvPr/>
        </p:nvGraphicFramePr>
        <p:xfrm>
          <a:off x="9306985" y="3397251"/>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p</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(1,3)</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6597" name="Rectangle 31"/>
          <p:cNvSpPr>
            <a:spLocks noChangeArrowheads="1"/>
          </p:cNvSpPr>
          <p:nvPr/>
        </p:nvSpPr>
        <p:spPr bwMode="auto">
          <a:xfrm>
            <a:off x="1720851" y="59267"/>
            <a:ext cx="28067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sp>
        <p:nvSpPr>
          <p:cNvPr id="66598" name="Rectangle 32"/>
          <p:cNvSpPr>
            <a:spLocks noChangeArrowheads="1"/>
          </p:cNvSpPr>
          <p:nvPr/>
        </p:nvSpPr>
        <p:spPr bwMode="auto">
          <a:xfrm>
            <a:off x="9264651" y="-27518"/>
            <a:ext cx="190288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aphicFrame>
        <p:nvGraphicFramePr>
          <p:cNvPr id="46" name="Group 42"/>
          <p:cNvGraphicFramePr>
            <a:graphicFrameLocks noGrp="1"/>
          </p:cNvGraphicFramePr>
          <p:nvPr/>
        </p:nvGraphicFramePr>
        <p:xfrm>
          <a:off x="9306985" y="24680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(1,3)</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9" name="矩形 18"/>
          <p:cNvSpPr/>
          <p:nvPr/>
        </p:nvSpPr>
        <p:spPr>
          <a:xfrm>
            <a:off x="524934" y="4764617"/>
            <a:ext cx="11505073" cy="502766"/>
          </a:xfrm>
          <a:prstGeom prst="rect">
            <a:avLst/>
          </a:prstGeom>
          <a:solidFill>
            <a:schemeClr val="accent5">
              <a:lumMod val="60000"/>
              <a:lumOff val="40000"/>
            </a:schemeClr>
          </a:solidFill>
          <a:ln>
            <a:solidFill>
              <a:schemeClr val="tx1"/>
            </a:solidFill>
          </a:ln>
        </p:spPr>
        <p:txBody>
          <a:bodyPr wrap="none">
            <a:spAutoFit/>
          </a:bodyPr>
          <a:lstStyle/>
          <a:p>
            <a:pPr defTabSz="1219170" eaLnBrk="0" fontAlgn="base" hangingPunct="0">
              <a:spcBef>
                <a:spcPct val="0"/>
              </a:spcBef>
              <a:spcAft>
                <a:spcPct val="0"/>
              </a:spcAft>
              <a:defRPr/>
            </a:pPr>
            <a:r>
              <a:rPr lang="zh-CN" altLang="en-US" sz="2667" b="1" dirty="0">
                <a:solidFill>
                  <a:srgbClr val="000000"/>
                </a:solidFill>
                <a:latin typeface="华文楷体" panose="02010600040101010101" pitchFamily="2" charset="-122"/>
                <a:ea typeface="华文楷体" panose="02010600040101010101" pitchFamily="2" charset="-122"/>
              </a:rPr>
              <a:t>当一个过程是递归</a:t>
            </a:r>
            <a:r>
              <a:rPr lang="zh-CN" altLang="en-US" sz="2667" b="1">
                <a:solidFill>
                  <a:srgbClr val="000000"/>
                </a:solidFill>
                <a:latin typeface="华文楷体" panose="02010600040101010101" pitchFamily="2" charset="-122"/>
                <a:ea typeface="华文楷体" panose="02010600040101010101" pitchFamily="2" charset="-122"/>
              </a:rPr>
              <a:t>的时候，</a:t>
            </a:r>
            <a:r>
              <a:rPr lang="zh-CN" altLang="en-US" sz="2667" b="1" dirty="0">
                <a:solidFill>
                  <a:srgbClr val="000000"/>
                </a:solidFill>
                <a:latin typeface="华文楷体" panose="02010600040101010101" pitchFamily="2" charset="-122"/>
                <a:ea typeface="华文楷体" panose="02010600040101010101" pitchFamily="2" charset="-122"/>
              </a:rPr>
              <a:t>常常会有该过程的多个活动记录同时出现在栈中</a:t>
            </a:r>
            <a:endParaRPr lang="zh-CN" altLang="en-US" sz="2667" b="1" dirty="0">
              <a:solidFill>
                <a:prstClr val="black"/>
              </a:solidFill>
              <a:latin typeface="华文楷体" panose="02010600040101010101" pitchFamily="2" charset="-122"/>
              <a:ea typeface="华文楷体" panose="02010600040101010101" pitchFamily="2" charset="-122"/>
              <a:cs typeface="楷体_GB2312"/>
            </a:endParaRPr>
          </a:p>
        </p:txBody>
      </p:sp>
      <p:sp>
        <p:nvSpPr>
          <p:cNvPr id="20" name="Line 17"/>
          <p:cNvSpPr>
            <a:spLocks noChangeShapeType="1"/>
          </p:cNvSpPr>
          <p:nvPr/>
        </p:nvSpPr>
        <p:spPr bwMode="auto">
          <a:xfrm flipH="1">
            <a:off x="1983318" y="2639484"/>
            <a:ext cx="706967" cy="565149"/>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4763"/>
                                        </p:tgtEl>
                                        <p:attrNameLst>
                                          <p:attrName>style.visibility</p:attrName>
                                        </p:attrNameLst>
                                      </p:cBhvr>
                                      <p:to>
                                        <p:strVal val="visible"/>
                                      </p:to>
                                    </p:set>
                                    <p:anim calcmode="lin" valueType="num">
                                      <p:cBhvr>
                                        <p:cTn id="7" dur="500" fill="hold"/>
                                        <p:tgtEl>
                                          <p:spTgt spid="74763"/>
                                        </p:tgtEl>
                                        <p:attrNameLst>
                                          <p:attrName>ppt_w</p:attrName>
                                        </p:attrNameLst>
                                      </p:cBhvr>
                                      <p:tavLst>
                                        <p:tav tm="0">
                                          <p:val>
                                            <p:fltVal val="0"/>
                                          </p:val>
                                        </p:tav>
                                        <p:tav tm="100000">
                                          <p:val>
                                            <p:strVal val="#ppt_w"/>
                                          </p:val>
                                        </p:tav>
                                      </p:tavLst>
                                    </p:anim>
                                    <p:anim calcmode="lin" valueType="num">
                                      <p:cBhvr>
                                        <p:cTn id="8" dur="500" fill="hold"/>
                                        <p:tgtEl>
                                          <p:spTgt spid="74763"/>
                                        </p:tgtEl>
                                        <p:attrNameLst>
                                          <p:attrName>ppt_h</p:attrName>
                                        </p:attrNameLst>
                                      </p:cBhvr>
                                      <p:tavLst>
                                        <p:tav tm="0">
                                          <p:val>
                                            <p:fltVal val="0"/>
                                          </p:val>
                                        </p:tav>
                                        <p:tav tm="100000">
                                          <p:val>
                                            <p:strVal val="#ppt_h"/>
                                          </p:val>
                                        </p:tav>
                                      </p:tavLst>
                                    </p:anim>
                                    <p:animEffect transition="in" filter="fade">
                                      <p:cBhvr>
                                        <p:cTn id="9" dur="500"/>
                                        <p:tgtEl>
                                          <p:spTgt spid="7476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4766"/>
                                        </p:tgtEl>
                                        <p:attrNameLst>
                                          <p:attrName>style.visibility</p:attrName>
                                        </p:attrNameLst>
                                      </p:cBhvr>
                                      <p:to>
                                        <p:strVal val="visible"/>
                                      </p:to>
                                    </p:set>
                                    <p:anim calcmode="lin" valueType="num">
                                      <p:cBhvr>
                                        <p:cTn id="12" dur="500" fill="hold"/>
                                        <p:tgtEl>
                                          <p:spTgt spid="74766"/>
                                        </p:tgtEl>
                                        <p:attrNameLst>
                                          <p:attrName>ppt_w</p:attrName>
                                        </p:attrNameLst>
                                      </p:cBhvr>
                                      <p:tavLst>
                                        <p:tav tm="0">
                                          <p:val>
                                            <p:fltVal val="0"/>
                                          </p:val>
                                        </p:tav>
                                        <p:tav tm="100000">
                                          <p:val>
                                            <p:strVal val="#ppt_w"/>
                                          </p:val>
                                        </p:tav>
                                      </p:tavLst>
                                    </p:anim>
                                    <p:anim calcmode="lin" valueType="num">
                                      <p:cBhvr>
                                        <p:cTn id="13" dur="500" fill="hold"/>
                                        <p:tgtEl>
                                          <p:spTgt spid="74766"/>
                                        </p:tgtEl>
                                        <p:attrNameLst>
                                          <p:attrName>ppt_h</p:attrName>
                                        </p:attrNameLst>
                                      </p:cBhvr>
                                      <p:tavLst>
                                        <p:tav tm="0">
                                          <p:val>
                                            <p:fltVal val="0"/>
                                          </p:val>
                                        </p:tav>
                                        <p:tav tm="100000">
                                          <p:val>
                                            <p:strVal val="#ppt_h"/>
                                          </p:val>
                                        </p:tav>
                                      </p:tavLst>
                                    </p:anim>
                                    <p:animEffect transition="in" filter="fade">
                                      <p:cBhvr>
                                        <p:cTn id="14" dur="500"/>
                                        <p:tgtEl>
                                          <p:spTgt spid="74766"/>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46"/>
                                        </p:tgtEl>
                                        <p:attrNameLst>
                                          <p:attrName>style.visibility</p:attrName>
                                        </p:attrNameLst>
                                      </p:cBhvr>
                                      <p:to>
                                        <p:strVal val="visible"/>
                                      </p:to>
                                    </p:set>
                                    <p:anim calcmode="lin" valueType="num">
                                      <p:cBhvr>
                                        <p:cTn id="19" dur="500" fill="hold"/>
                                        <p:tgtEl>
                                          <p:spTgt spid="46"/>
                                        </p:tgtEl>
                                        <p:attrNameLst>
                                          <p:attrName>ppt_w</p:attrName>
                                        </p:attrNameLst>
                                      </p:cBhvr>
                                      <p:tavLst>
                                        <p:tav tm="0">
                                          <p:val>
                                            <p:fltVal val="0"/>
                                          </p:val>
                                        </p:tav>
                                        <p:tav tm="100000">
                                          <p:val>
                                            <p:strVal val="#ppt_w"/>
                                          </p:val>
                                        </p:tav>
                                      </p:tavLst>
                                    </p:anim>
                                    <p:anim calcmode="lin" valueType="num">
                                      <p:cBhvr>
                                        <p:cTn id="20" dur="500" fill="hold"/>
                                        <p:tgtEl>
                                          <p:spTgt spid="46"/>
                                        </p:tgtEl>
                                        <p:attrNameLst>
                                          <p:attrName>ppt_h</p:attrName>
                                        </p:attrNameLst>
                                      </p:cBhvr>
                                      <p:tavLst>
                                        <p:tav tm="0">
                                          <p:val>
                                            <p:fltVal val="0"/>
                                          </p:val>
                                        </p:tav>
                                        <p:tav tm="100000">
                                          <p:val>
                                            <p:strVal val="#ppt_h"/>
                                          </p:val>
                                        </p:tav>
                                      </p:tavLst>
                                    </p:anim>
                                    <p:animEffect transition="in" filter="fade">
                                      <p:cBhvr>
                                        <p:cTn id="21" dur="500"/>
                                        <p:tgtEl>
                                          <p:spTgt spid="4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p:cTn id="26" dur="500" fill="hold"/>
                                        <p:tgtEl>
                                          <p:spTgt spid="19"/>
                                        </p:tgtEl>
                                        <p:attrNameLst>
                                          <p:attrName>ppt_w</p:attrName>
                                        </p:attrNameLst>
                                      </p:cBhvr>
                                      <p:tavLst>
                                        <p:tav tm="0">
                                          <p:val>
                                            <p:fltVal val="0"/>
                                          </p:val>
                                        </p:tav>
                                        <p:tav tm="100000">
                                          <p:val>
                                            <p:strVal val="#ppt_w"/>
                                          </p:val>
                                        </p:tav>
                                      </p:tavLst>
                                    </p:anim>
                                    <p:anim calcmode="lin" valueType="num">
                                      <p:cBhvr>
                                        <p:cTn id="27" dur="500" fill="hold"/>
                                        <p:tgtEl>
                                          <p:spTgt spid="19"/>
                                        </p:tgtEl>
                                        <p:attrNameLst>
                                          <p:attrName>ppt_h</p:attrName>
                                        </p:attrNameLst>
                                      </p:cBhvr>
                                      <p:tavLst>
                                        <p:tav tm="0">
                                          <p:val>
                                            <p:fltVal val="0"/>
                                          </p:val>
                                        </p:tav>
                                        <p:tav tm="100000">
                                          <p:val>
                                            <p:strVal val="#ppt_h"/>
                                          </p:val>
                                        </p:tav>
                                      </p:tavLst>
                                    </p:anim>
                                    <p:animEffect transition="in" filter="fade">
                                      <p:cBhvr>
                                        <p:cTn id="28" dur="500"/>
                                        <p:tgtEl>
                                          <p:spTgt spid="1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48147"/>
                                        </p:tgtEl>
                                        <p:attrNameLst>
                                          <p:attrName>style.visibility</p:attrName>
                                        </p:attrNameLst>
                                      </p:cBhvr>
                                      <p:to>
                                        <p:strVal val="visible"/>
                                      </p:to>
                                    </p:set>
                                    <p:anim calcmode="lin" valueType="num">
                                      <p:cBhvr>
                                        <p:cTn id="33" dur="500" fill="hold"/>
                                        <p:tgtEl>
                                          <p:spTgt spid="48147"/>
                                        </p:tgtEl>
                                        <p:attrNameLst>
                                          <p:attrName>ppt_w</p:attrName>
                                        </p:attrNameLst>
                                      </p:cBhvr>
                                      <p:tavLst>
                                        <p:tav tm="0">
                                          <p:val>
                                            <p:fltVal val="0"/>
                                          </p:val>
                                        </p:tav>
                                        <p:tav tm="100000">
                                          <p:val>
                                            <p:strVal val="#ppt_w"/>
                                          </p:val>
                                        </p:tav>
                                      </p:tavLst>
                                    </p:anim>
                                    <p:anim calcmode="lin" valueType="num">
                                      <p:cBhvr>
                                        <p:cTn id="34" dur="500" fill="hold"/>
                                        <p:tgtEl>
                                          <p:spTgt spid="48147"/>
                                        </p:tgtEl>
                                        <p:attrNameLst>
                                          <p:attrName>ppt_h</p:attrName>
                                        </p:attrNameLst>
                                      </p:cBhvr>
                                      <p:tavLst>
                                        <p:tav tm="0">
                                          <p:val>
                                            <p:fltVal val="0"/>
                                          </p:val>
                                        </p:tav>
                                        <p:tav tm="100000">
                                          <p:val>
                                            <p:strVal val="#ppt_h"/>
                                          </p:val>
                                        </p:tav>
                                      </p:tavLst>
                                    </p:anim>
                                    <p:animEffect transition="in" filter="fade">
                                      <p:cBhvr>
                                        <p:cTn id="35" dur="500"/>
                                        <p:tgtEl>
                                          <p:spTgt spid="48147"/>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74769"/>
                                        </p:tgtEl>
                                        <p:attrNameLst>
                                          <p:attrName>style.visibility</p:attrName>
                                        </p:attrNameLst>
                                      </p:cBhvr>
                                      <p:to>
                                        <p:strVal val="visible"/>
                                      </p:to>
                                    </p:set>
                                    <p:anim calcmode="lin" valueType="num">
                                      <p:cBhvr>
                                        <p:cTn id="38" dur="500" fill="hold"/>
                                        <p:tgtEl>
                                          <p:spTgt spid="74769"/>
                                        </p:tgtEl>
                                        <p:attrNameLst>
                                          <p:attrName>ppt_w</p:attrName>
                                        </p:attrNameLst>
                                      </p:cBhvr>
                                      <p:tavLst>
                                        <p:tav tm="0">
                                          <p:val>
                                            <p:fltVal val="0"/>
                                          </p:val>
                                        </p:tav>
                                        <p:tav tm="100000">
                                          <p:val>
                                            <p:strVal val="#ppt_w"/>
                                          </p:val>
                                        </p:tav>
                                      </p:tavLst>
                                    </p:anim>
                                    <p:anim calcmode="lin" valueType="num">
                                      <p:cBhvr>
                                        <p:cTn id="39" dur="500" fill="hold"/>
                                        <p:tgtEl>
                                          <p:spTgt spid="74769"/>
                                        </p:tgtEl>
                                        <p:attrNameLst>
                                          <p:attrName>ppt_h</p:attrName>
                                        </p:attrNameLst>
                                      </p:cBhvr>
                                      <p:tavLst>
                                        <p:tav tm="0">
                                          <p:val>
                                            <p:fltVal val="0"/>
                                          </p:val>
                                        </p:tav>
                                        <p:tav tm="100000">
                                          <p:val>
                                            <p:strVal val="#ppt_h"/>
                                          </p:val>
                                        </p:tav>
                                      </p:tavLst>
                                    </p:anim>
                                    <p:animEffect transition="in" filter="fade">
                                      <p:cBhvr>
                                        <p:cTn id="40" dur="500"/>
                                        <p:tgtEl>
                                          <p:spTgt spid="7476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16" fill="hold" nodeType="click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p:cTn id="45" dur="500" fill="hold"/>
                                        <p:tgtEl>
                                          <p:spTgt spid="43"/>
                                        </p:tgtEl>
                                        <p:attrNameLst>
                                          <p:attrName>ppt_w</p:attrName>
                                        </p:attrNameLst>
                                      </p:cBhvr>
                                      <p:tavLst>
                                        <p:tav tm="0">
                                          <p:val>
                                            <p:fltVal val="0"/>
                                          </p:val>
                                        </p:tav>
                                        <p:tav tm="100000">
                                          <p:val>
                                            <p:strVal val="#ppt_w"/>
                                          </p:val>
                                        </p:tav>
                                      </p:tavLst>
                                    </p:anim>
                                    <p:anim calcmode="lin" valueType="num">
                                      <p:cBhvr>
                                        <p:cTn id="46" dur="500" fill="hold"/>
                                        <p:tgtEl>
                                          <p:spTgt spid="43"/>
                                        </p:tgtEl>
                                        <p:attrNameLst>
                                          <p:attrName>ppt_h</p:attrName>
                                        </p:attrNameLst>
                                      </p:cBhvr>
                                      <p:tavLst>
                                        <p:tav tm="0">
                                          <p:val>
                                            <p:fltVal val="0"/>
                                          </p:val>
                                        </p:tav>
                                        <p:tav tm="100000">
                                          <p:val>
                                            <p:strVal val="#ppt_h"/>
                                          </p:val>
                                        </p:tav>
                                      </p:tavLst>
                                    </p:anim>
                                    <p:animEffect transition="in" filter="fade">
                                      <p:cBhvr>
                                        <p:cTn id="47" dur="500"/>
                                        <p:tgtEl>
                                          <p:spTgt spid="4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16" fill="hold" nodeType="click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p:cTn id="52" dur="500" fill="hold"/>
                                        <p:tgtEl>
                                          <p:spTgt spid="20"/>
                                        </p:tgtEl>
                                        <p:attrNameLst>
                                          <p:attrName>ppt_w</p:attrName>
                                        </p:attrNameLst>
                                      </p:cBhvr>
                                      <p:tavLst>
                                        <p:tav tm="0">
                                          <p:val>
                                            <p:fltVal val="0"/>
                                          </p:val>
                                        </p:tav>
                                        <p:tav tm="100000">
                                          <p:val>
                                            <p:strVal val="#ppt_w"/>
                                          </p:val>
                                        </p:tav>
                                      </p:tavLst>
                                    </p:anim>
                                    <p:anim calcmode="lin" valueType="num">
                                      <p:cBhvr>
                                        <p:cTn id="53" dur="500" fill="hold"/>
                                        <p:tgtEl>
                                          <p:spTgt spid="20"/>
                                        </p:tgtEl>
                                        <p:attrNameLst>
                                          <p:attrName>ppt_h</p:attrName>
                                        </p:attrNameLst>
                                      </p:cBhvr>
                                      <p:tavLst>
                                        <p:tav tm="0">
                                          <p:val>
                                            <p:fltVal val="0"/>
                                          </p:val>
                                        </p:tav>
                                        <p:tav tm="100000">
                                          <p:val>
                                            <p:strVal val="#ppt_h"/>
                                          </p:val>
                                        </p:tav>
                                      </p:tavLst>
                                    </p:anim>
                                    <p:animEffect transition="in" filter="fade">
                                      <p:cBhvr>
                                        <p:cTn id="54" dur="500"/>
                                        <p:tgtEl>
                                          <p:spTgt spid="20"/>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53" presetClass="exit" presetSubtype="32" fill="hold" nodeType="clickEffect">
                                  <p:stCondLst>
                                    <p:cond delay="0"/>
                                  </p:stCondLst>
                                  <p:childTnLst>
                                    <p:anim calcmode="lin" valueType="num">
                                      <p:cBhvr>
                                        <p:cTn id="58" dur="500"/>
                                        <p:tgtEl>
                                          <p:spTgt spid="43"/>
                                        </p:tgtEl>
                                        <p:attrNameLst>
                                          <p:attrName>ppt_w</p:attrName>
                                        </p:attrNameLst>
                                      </p:cBhvr>
                                      <p:tavLst>
                                        <p:tav tm="0">
                                          <p:val>
                                            <p:strVal val="ppt_w"/>
                                          </p:val>
                                        </p:tav>
                                        <p:tav tm="100000">
                                          <p:val>
                                            <p:fltVal val="0"/>
                                          </p:val>
                                        </p:tav>
                                      </p:tavLst>
                                    </p:anim>
                                    <p:anim calcmode="lin" valueType="num">
                                      <p:cBhvr>
                                        <p:cTn id="59" dur="500"/>
                                        <p:tgtEl>
                                          <p:spTgt spid="43"/>
                                        </p:tgtEl>
                                        <p:attrNameLst>
                                          <p:attrName>ppt_h</p:attrName>
                                        </p:attrNameLst>
                                      </p:cBhvr>
                                      <p:tavLst>
                                        <p:tav tm="0">
                                          <p:val>
                                            <p:strVal val="ppt_h"/>
                                          </p:val>
                                        </p:tav>
                                        <p:tav tm="100000">
                                          <p:val>
                                            <p:fltVal val="0"/>
                                          </p:val>
                                        </p:tav>
                                      </p:tavLst>
                                    </p:anim>
                                    <p:animEffect transition="out" filter="fade">
                                      <p:cBhvr>
                                        <p:cTn id="60" dur="500"/>
                                        <p:tgtEl>
                                          <p:spTgt spid="43"/>
                                        </p:tgtEl>
                                      </p:cBhvr>
                                    </p:animEffect>
                                    <p:set>
                                      <p:cBhvr>
                                        <p:cTn id="61" dur="1" fill="hold">
                                          <p:stCondLst>
                                            <p:cond delay="499"/>
                                          </p:stCondLst>
                                        </p:cTn>
                                        <p:tgtEl>
                                          <p:spTgt spid="43"/>
                                        </p:tgtEl>
                                        <p:attrNameLst>
                                          <p:attrName>style.visibility</p:attrName>
                                        </p:attrNameLst>
                                      </p:cBhvr>
                                      <p:to>
                                        <p:strVal val="hidden"/>
                                      </p:to>
                                    </p:set>
                                  </p:childTnLst>
                                </p:cTn>
                              </p:par>
                              <p:par>
                                <p:cTn id="62" presetID="53" presetClass="exit" presetSubtype="32" fill="hold" grpId="1" nodeType="withEffect">
                                  <p:stCondLst>
                                    <p:cond delay="0"/>
                                  </p:stCondLst>
                                  <p:childTnLst>
                                    <p:anim calcmode="lin" valueType="num">
                                      <p:cBhvr>
                                        <p:cTn id="63" dur="500"/>
                                        <p:tgtEl>
                                          <p:spTgt spid="19"/>
                                        </p:tgtEl>
                                        <p:attrNameLst>
                                          <p:attrName>ppt_w</p:attrName>
                                        </p:attrNameLst>
                                      </p:cBhvr>
                                      <p:tavLst>
                                        <p:tav tm="0">
                                          <p:val>
                                            <p:strVal val="ppt_w"/>
                                          </p:val>
                                        </p:tav>
                                        <p:tav tm="100000">
                                          <p:val>
                                            <p:fltVal val="0"/>
                                          </p:val>
                                        </p:tav>
                                      </p:tavLst>
                                    </p:anim>
                                    <p:anim calcmode="lin" valueType="num">
                                      <p:cBhvr>
                                        <p:cTn id="64" dur="500"/>
                                        <p:tgtEl>
                                          <p:spTgt spid="19"/>
                                        </p:tgtEl>
                                        <p:attrNameLst>
                                          <p:attrName>ppt_h</p:attrName>
                                        </p:attrNameLst>
                                      </p:cBhvr>
                                      <p:tavLst>
                                        <p:tav tm="0">
                                          <p:val>
                                            <p:strVal val="ppt_h"/>
                                          </p:val>
                                        </p:tav>
                                        <p:tav tm="100000">
                                          <p:val>
                                            <p:fltVal val="0"/>
                                          </p:val>
                                        </p:tav>
                                      </p:tavLst>
                                    </p:anim>
                                    <p:animEffect transition="out" filter="fade">
                                      <p:cBhvr>
                                        <p:cTn id="65" dur="500"/>
                                        <p:tgtEl>
                                          <p:spTgt spid="19"/>
                                        </p:tgtEl>
                                      </p:cBhvr>
                                    </p:animEffect>
                                    <p:set>
                                      <p:cBhvr>
                                        <p:cTn id="66" dur="1" fill="hold">
                                          <p:stCondLst>
                                            <p:cond delay="499"/>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63" grpId="0" animBg="1"/>
      <p:bldP spid="74766" grpId="0"/>
      <p:bldP spid="74769" grpId="0"/>
      <p:bldP spid="48147" grpId="0" animBg="1"/>
      <p:bldP spid="19" grpId="0" animBg="1"/>
      <p:bldP spid="19" grpId="1"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4"/>
          <p:cNvSpPr>
            <a:spLocks noChangeArrowheads="1"/>
          </p:cNvSpPr>
          <p:nvPr/>
        </p:nvSpPr>
        <p:spPr bwMode="auto">
          <a:xfrm>
            <a:off x="2779184" y="429684"/>
            <a:ext cx="584200"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m</a:t>
            </a:r>
          </a:p>
        </p:txBody>
      </p:sp>
      <p:sp>
        <p:nvSpPr>
          <p:cNvPr id="68611" name="Rectangle 5"/>
          <p:cNvSpPr>
            <a:spLocks noChangeArrowheads="1"/>
          </p:cNvSpPr>
          <p:nvPr/>
        </p:nvSpPr>
        <p:spPr bwMode="auto">
          <a:xfrm>
            <a:off x="2554817" y="1238251"/>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68612" name="Rectangle 6"/>
          <p:cNvSpPr>
            <a:spLocks noChangeArrowheads="1"/>
          </p:cNvSpPr>
          <p:nvPr/>
        </p:nvSpPr>
        <p:spPr bwMode="auto">
          <a:xfrm>
            <a:off x="1153585" y="1261534"/>
            <a:ext cx="579967"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68613" name="Line 7"/>
          <p:cNvSpPr>
            <a:spLocks noChangeShapeType="1"/>
          </p:cNvSpPr>
          <p:nvPr/>
        </p:nvSpPr>
        <p:spPr bwMode="auto">
          <a:xfrm flipH="1">
            <a:off x="3045884" y="8868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8138" name="Line 8"/>
          <p:cNvSpPr>
            <a:spLocks noChangeShapeType="1"/>
          </p:cNvSpPr>
          <p:nvPr/>
        </p:nvSpPr>
        <p:spPr bwMode="auto">
          <a:xfrm flipH="1">
            <a:off x="1494367" y="891118"/>
            <a:ext cx="1460500" cy="717549"/>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8139" name="Line 9"/>
          <p:cNvSpPr>
            <a:spLocks noChangeShapeType="1"/>
          </p:cNvSpPr>
          <p:nvPr/>
        </p:nvSpPr>
        <p:spPr bwMode="auto">
          <a:xfrm flipH="1">
            <a:off x="1661585" y="1699684"/>
            <a:ext cx="1028700" cy="601133"/>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8616" name="Line 10"/>
          <p:cNvSpPr>
            <a:spLocks noChangeShapeType="1"/>
          </p:cNvSpPr>
          <p:nvPr/>
        </p:nvSpPr>
        <p:spPr bwMode="auto">
          <a:xfrm flipH="1">
            <a:off x="3045884" y="18012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8617" name="Rectangle 11"/>
          <p:cNvSpPr>
            <a:spLocks noChangeArrowheads="1"/>
          </p:cNvSpPr>
          <p:nvPr/>
        </p:nvSpPr>
        <p:spPr bwMode="auto">
          <a:xfrm>
            <a:off x="912284" y="2209800"/>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68618" name="Rectangle 13"/>
          <p:cNvSpPr>
            <a:spLocks noChangeArrowheads="1"/>
          </p:cNvSpPr>
          <p:nvPr/>
        </p:nvSpPr>
        <p:spPr bwMode="auto">
          <a:xfrm>
            <a:off x="2573867" y="2163234"/>
            <a:ext cx="1143000" cy="692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68619" name="Rectangle 16"/>
          <p:cNvSpPr>
            <a:spLocks noChangeArrowheads="1"/>
          </p:cNvSpPr>
          <p:nvPr/>
        </p:nvSpPr>
        <p:spPr bwMode="auto">
          <a:xfrm>
            <a:off x="1435100" y="3086100"/>
            <a:ext cx="1143000"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48147" name="Line 17"/>
          <p:cNvSpPr>
            <a:spLocks noChangeShapeType="1"/>
          </p:cNvSpPr>
          <p:nvPr/>
        </p:nvSpPr>
        <p:spPr bwMode="auto">
          <a:xfrm flipH="1">
            <a:off x="1979084" y="2639484"/>
            <a:ext cx="711200" cy="575733"/>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aphicFrame>
        <p:nvGraphicFramePr>
          <p:cNvPr id="40" name="Group 18"/>
          <p:cNvGraphicFramePr>
            <a:graphicFrameLocks noGrp="1"/>
          </p:cNvGraphicFramePr>
          <p:nvPr/>
        </p:nvGraphicFramePr>
        <p:xfrm>
          <a:off x="9306985" y="5884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main</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a</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[11]</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1" name="Group 26"/>
          <p:cNvGraphicFramePr>
            <a:graphicFrameLocks noGrp="1"/>
          </p:cNvGraphicFramePr>
          <p:nvPr/>
        </p:nvGraphicFramePr>
        <p:xfrm>
          <a:off x="9306985" y="1526117"/>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(1,9)</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8637" name="Rectangle 31"/>
          <p:cNvSpPr>
            <a:spLocks noChangeArrowheads="1"/>
          </p:cNvSpPr>
          <p:nvPr/>
        </p:nvSpPr>
        <p:spPr bwMode="auto">
          <a:xfrm>
            <a:off x="1720851" y="59267"/>
            <a:ext cx="28067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sp>
        <p:nvSpPr>
          <p:cNvPr id="68638" name="Rectangle 32"/>
          <p:cNvSpPr>
            <a:spLocks noChangeArrowheads="1"/>
          </p:cNvSpPr>
          <p:nvPr/>
        </p:nvSpPr>
        <p:spPr bwMode="auto">
          <a:xfrm>
            <a:off x="9264651" y="-27518"/>
            <a:ext cx="190288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aphicFrame>
        <p:nvGraphicFramePr>
          <p:cNvPr id="46" name="Group 42"/>
          <p:cNvGraphicFramePr>
            <a:graphicFrameLocks noGrp="1"/>
          </p:cNvGraphicFramePr>
          <p:nvPr/>
        </p:nvGraphicFramePr>
        <p:xfrm>
          <a:off x="9306985" y="24680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(1,3)</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9" name="Line 14"/>
          <p:cNvSpPr>
            <a:spLocks noChangeShapeType="1"/>
          </p:cNvSpPr>
          <p:nvPr/>
        </p:nvSpPr>
        <p:spPr bwMode="auto">
          <a:xfrm flipH="1">
            <a:off x="3045884" y="27156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 name="Rectangle 15"/>
          <p:cNvSpPr>
            <a:spLocks noChangeArrowheads="1"/>
          </p:cNvSpPr>
          <p:nvPr/>
        </p:nvSpPr>
        <p:spPr bwMode="auto">
          <a:xfrm>
            <a:off x="2592917" y="3039533"/>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(1,0)</a:t>
            </a:r>
          </a:p>
        </p:txBody>
      </p:sp>
      <p:graphicFrame>
        <p:nvGraphicFramePr>
          <p:cNvPr id="21" name="Group 42"/>
          <p:cNvGraphicFramePr>
            <a:graphicFrameLocks noGrp="1"/>
          </p:cNvGraphicFramePr>
          <p:nvPr/>
        </p:nvGraphicFramePr>
        <p:xfrm>
          <a:off x="9306985" y="3378200"/>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(1,0)</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Effect transition="in" filter="fade">
                                      <p:cBhvr>
                                        <p:cTn id="9" dur="500"/>
                                        <p:tgtEl>
                                          <p:spTgt spid="1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p:cTn id="12" dur="500" fill="hold"/>
                                        <p:tgtEl>
                                          <p:spTgt spid="20"/>
                                        </p:tgtEl>
                                        <p:attrNameLst>
                                          <p:attrName>ppt_w</p:attrName>
                                        </p:attrNameLst>
                                      </p:cBhvr>
                                      <p:tavLst>
                                        <p:tav tm="0">
                                          <p:val>
                                            <p:fltVal val="0"/>
                                          </p:val>
                                        </p:tav>
                                        <p:tav tm="100000">
                                          <p:val>
                                            <p:strVal val="#ppt_w"/>
                                          </p:val>
                                        </p:tav>
                                      </p:tavLst>
                                    </p:anim>
                                    <p:anim calcmode="lin" valueType="num">
                                      <p:cBhvr>
                                        <p:cTn id="13" dur="500" fill="hold"/>
                                        <p:tgtEl>
                                          <p:spTgt spid="20"/>
                                        </p:tgtEl>
                                        <p:attrNameLst>
                                          <p:attrName>ppt_h</p:attrName>
                                        </p:attrNameLst>
                                      </p:cBhvr>
                                      <p:tavLst>
                                        <p:tav tm="0">
                                          <p:val>
                                            <p:fltVal val="0"/>
                                          </p:val>
                                        </p:tav>
                                        <p:tav tm="100000">
                                          <p:val>
                                            <p:strVal val="#ppt_h"/>
                                          </p:val>
                                        </p:tav>
                                      </p:tavLst>
                                    </p:anim>
                                    <p:animEffect transition="in" filter="fade">
                                      <p:cBhvr>
                                        <p:cTn id="14" dur="500"/>
                                        <p:tgtEl>
                                          <p:spTgt spid="20"/>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p:cTn id="19" dur="500" fill="hold"/>
                                        <p:tgtEl>
                                          <p:spTgt spid="21"/>
                                        </p:tgtEl>
                                        <p:attrNameLst>
                                          <p:attrName>ppt_w</p:attrName>
                                        </p:attrNameLst>
                                      </p:cBhvr>
                                      <p:tavLst>
                                        <p:tav tm="0">
                                          <p:val>
                                            <p:fltVal val="0"/>
                                          </p:val>
                                        </p:tav>
                                        <p:tav tm="100000">
                                          <p:val>
                                            <p:strVal val="#ppt_w"/>
                                          </p:val>
                                        </p:tav>
                                      </p:tavLst>
                                    </p:anim>
                                    <p:anim calcmode="lin" valueType="num">
                                      <p:cBhvr>
                                        <p:cTn id="20" dur="500" fill="hold"/>
                                        <p:tgtEl>
                                          <p:spTgt spid="21"/>
                                        </p:tgtEl>
                                        <p:attrNameLst>
                                          <p:attrName>ppt_h</p:attrName>
                                        </p:attrNameLst>
                                      </p:cBhvr>
                                      <p:tavLst>
                                        <p:tav tm="0">
                                          <p:val>
                                            <p:fltVal val="0"/>
                                          </p:val>
                                        </p:tav>
                                        <p:tav tm="100000">
                                          <p:val>
                                            <p:strVal val="#ppt_h"/>
                                          </p:val>
                                        </p:tav>
                                      </p:tavLst>
                                    </p:anim>
                                    <p:animEffect transition="in" filter="fade">
                                      <p:cBhvr>
                                        <p:cTn id="21" dur="500"/>
                                        <p:tgtEl>
                                          <p:spTgt spid="21"/>
                                        </p:tgtEl>
                                      </p:cBhvr>
                                    </p:animEffect>
                                  </p:childTnLst>
                                </p:cTn>
                              </p:par>
                            </p:childTnLst>
                          </p:cTn>
                        </p:par>
                      </p:childTnLst>
                    </p:cTn>
                  </p:par>
                  <p:par>
                    <p:cTn id="22" fill="hold">
                      <p:stCondLst>
                        <p:cond delay="indefinite"/>
                      </p:stCondLst>
                      <p:childTnLst>
                        <p:par>
                          <p:cTn id="23" fill="hold">
                            <p:stCondLst>
                              <p:cond delay="0"/>
                            </p:stCondLst>
                            <p:childTnLst>
                              <p:par>
                                <p:cTn id="24" presetID="7" presetClass="emph" presetSubtype="1" nodeType="clickEffect">
                                  <p:stCondLst>
                                    <p:cond delay="0"/>
                                  </p:stCondLst>
                                  <p:childTnLst>
                                    <p:set>
                                      <p:cBhvr>
                                        <p:cTn id="25" dur="indefinite"/>
                                        <p:tgtEl>
                                          <p:spTgt spid="19"/>
                                        </p:tgtEl>
                                        <p:attrNameLst>
                                          <p:attrName>stroke.color</p:attrName>
                                        </p:attrNameLst>
                                      </p:cBhvr>
                                      <p:to>
                                        <p:clrVal>
                                          <a:schemeClr val="accent2"/>
                                        </p:clrVal>
                                      </p:to>
                                    </p:set>
                                    <p:set>
                                      <p:cBhvr>
                                        <p:cTn id="26" dur="indefinite"/>
                                        <p:tgtEl>
                                          <p:spTgt spid="19"/>
                                        </p:tgtEl>
                                        <p:attrNameLst>
                                          <p:attrName>stroke.on</p:attrName>
                                        </p:attrNameLst>
                                      </p:cBhvr>
                                      <p:to>
                                        <p:strVal val="tru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53" presetClass="exit" presetSubtype="32" fill="hold" nodeType="clickEffect">
                                  <p:stCondLst>
                                    <p:cond delay="0"/>
                                  </p:stCondLst>
                                  <p:childTnLst>
                                    <p:anim calcmode="lin" valueType="num">
                                      <p:cBhvr>
                                        <p:cTn id="30" dur="500"/>
                                        <p:tgtEl>
                                          <p:spTgt spid="21"/>
                                        </p:tgtEl>
                                        <p:attrNameLst>
                                          <p:attrName>ppt_w</p:attrName>
                                        </p:attrNameLst>
                                      </p:cBhvr>
                                      <p:tavLst>
                                        <p:tav tm="0">
                                          <p:val>
                                            <p:strVal val="ppt_w"/>
                                          </p:val>
                                        </p:tav>
                                        <p:tav tm="100000">
                                          <p:val>
                                            <p:fltVal val="0"/>
                                          </p:val>
                                        </p:tav>
                                      </p:tavLst>
                                    </p:anim>
                                    <p:anim calcmode="lin" valueType="num">
                                      <p:cBhvr>
                                        <p:cTn id="31" dur="500"/>
                                        <p:tgtEl>
                                          <p:spTgt spid="21"/>
                                        </p:tgtEl>
                                        <p:attrNameLst>
                                          <p:attrName>ppt_h</p:attrName>
                                        </p:attrNameLst>
                                      </p:cBhvr>
                                      <p:tavLst>
                                        <p:tav tm="0">
                                          <p:val>
                                            <p:strVal val="ppt_h"/>
                                          </p:val>
                                        </p:tav>
                                        <p:tav tm="100000">
                                          <p:val>
                                            <p:fltVal val="0"/>
                                          </p:val>
                                        </p:tav>
                                      </p:tavLst>
                                    </p:anim>
                                    <p:animEffect transition="out" filter="fade">
                                      <p:cBhvr>
                                        <p:cTn id="32" dur="500"/>
                                        <p:tgtEl>
                                          <p:spTgt spid="21"/>
                                        </p:tgtEl>
                                      </p:cBhvr>
                                    </p:animEffect>
                                    <p:set>
                                      <p:cBhvr>
                                        <p:cTn id="33" dur="1" fill="hold">
                                          <p:stCondLst>
                                            <p:cond delay="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4"/>
          <p:cNvSpPr>
            <a:spLocks noChangeArrowheads="1"/>
          </p:cNvSpPr>
          <p:nvPr/>
        </p:nvSpPr>
        <p:spPr bwMode="auto">
          <a:xfrm>
            <a:off x="2779184" y="429684"/>
            <a:ext cx="584200"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m</a:t>
            </a:r>
          </a:p>
        </p:txBody>
      </p:sp>
      <p:sp>
        <p:nvSpPr>
          <p:cNvPr id="70659" name="Rectangle 5"/>
          <p:cNvSpPr>
            <a:spLocks noChangeArrowheads="1"/>
          </p:cNvSpPr>
          <p:nvPr/>
        </p:nvSpPr>
        <p:spPr bwMode="auto">
          <a:xfrm>
            <a:off x="2554817" y="1238251"/>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70660" name="Rectangle 6"/>
          <p:cNvSpPr>
            <a:spLocks noChangeArrowheads="1"/>
          </p:cNvSpPr>
          <p:nvPr/>
        </p:nvSpPr>
        <p:spPr bwMode="auto">
          <a:xfrm>
            <a:off x="1153585" y="1261534"/>
            <a:ext cx="579967" cy="60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70661" name="Line 7"/>
          <p:cNvSpPr>
            <a:spLocks noChangeShapeType="1"/>
          </p:cNvSpPr>
          <p:nvPr/>
        </p:nvSpPr>
        <p:spPr bwMode="auto">
          <a:xfrm flipH="1">
            <a:off x="3045884" y="8868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8138" name="Line 8"/>
          <p:cNvSpPr>
            <a:spLocks noChangeShapeType="1"/>
          </p:cNvSpPr>
          <p:nvPr/>
        </p:nvSpPr>
        <p:spPr bwMode="auto">
          <a:xfrm flipH="1">
            <a:off x="1494367" y="891118"/>
            <a:ext cx="1460500" cy="717549"/>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8139" name="Line 9"/>
          <p:cNvSpPr>
            <a:spLocks noChangeShapeType="1"/>
          </p:cNvSpPr>
          <p:nvPr/>
        </p:nvSpPr>
        <p:spPr bwMode="auto">
          <a:xfrm flipH="1">
            <a:off x="1661585" y="1699684"/>
            <a:ext cx="1028700" cy="601133"/>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0664" name="Line 10"/>
          <p:cNvSpPr>
            <a:spLocks noChangeShapeType="1"/>
          </p:cNvSpPr>
          <p:nvPr/>
        </p:nvSpPr>
        <p:spPr bwMode="auto">
          <a:xfrm flipH="1">
            <a:off x="3045884" y="18012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665" name="Rectangle 11"/>
          <p:cNvSpPr>
            <a:spLocks noChangeArrowheads="1"/>
          </p:cNvSpPr>
          <p:nvPr/>
        </p:nvSpPr>
        <p:spPr bwMode="auto">
          <a:xfrm>
            <a:off x="912284" y="2209800"/>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70666" name="Rectangle 13"/>
          <p:cNvSpPr>
            <a:spLocks noChangeArrowheads="1"/>
          </p:cNvSpPr>
          <p:nvPr/>
        </p:nvSpPr>
        <p:spPr bwMode="auto">
          <a:xfrm>
            <a:off x="2573867" y="2163234"/>
            <a:ext cx="1143000" cy="692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70667" name="Rectangle 16"/>
          <p:cNvSpPr>
            <a:spLocks noChangeArrowheads="1"/>
          </p:cNvSpPr>
          <p:nvPr/>
        </p:nvSpPr>
        <p:spPr bwMode="auto">
          <a:xfrm>
            <a:off x="1435100" y="3086100"/>
            <a:ext cx="1143000"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48147" name="Line 17"/>
          <p:cNvSpPr>
            <a:spLocks noChangeShapeType="1"/>
          </p:cNvSpPr>
          <p:nvPr/>
        </p:nvSpPr>
        <p:spPr bwMode="auto">
          <a:xfrm flipH="1">
            <a:off x="1979084" y="2639484"/>
            <a:ext cx="711200" cy="575733"/>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aphicFrame>
        <p:nvGraphicFramePr>
          <p:cNvPr id="40" name="Group 18"/>
          <p:cNvGraphicFramePr>
            <a:graphicFrameLocks noGrp="1"/>
          </p:cNvGraphicFramePr>
          <p:nvPr/>
        </p:nvGraphicFramePr>
        <p:xfrm>
          <a:off x="9306985" y="5884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main</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a</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[11]</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1" name="Group 26"/>
          <p:cNvGraphicFramePr>
            <a:graphicFrameLocks noGrp="1"/>
          </p:cNvGraphicFramePr>
          <p:nvPr/>
        </p:nvGraphicFramePr>
        <p:xfrm>
          <a:off x="9306985" y="1526117"/>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(1,9)</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0685" name="Rectangle 31"/>
          <p:cNvSpPr>
            <a:spLocks noChangeArrowheads="1"/>
          </p:cNvSpPr>
          <p:nvPr/>
        </p:nvSpPr>
        <p:spPr bwMode="auto">
          <a:xfrm>
            <a:off x="1720851" y="59267"/>
            <a:ext cx="28067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sp>
        <p:nvSpPr>
          <p:cNvPr id="70686" name="Rectangle 32"/>
          <p:cNvSpPr>
            <a:spLocks noChangeArrowheads="1"/>
          </p:cNvSpPr>
          <p:nvPr/>
        </p:nvSpPr>
        <p:spPr bwMode="auto">
          <a:xfrm>
            <a:off x="9264651" y="-27518"/>
            <a:ext cx="190288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2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aphicFrame>
        <p:nvGraphicFramePr>
          <p:cNvPr id="46" name="Group 42"/>
          <p:cNvGraphicFramePr>
            <a:graphicFrameLocks noGrp="1"/>
          </p:cNvGraphicFramePr>
          <p:nvPr/>
        </p:nvGraphicFramePr>
        <p:xfrm>
          <a:off x="9306985" y="2468033"/>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(1,3)</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9" name="Line 14"/>
          <p:cNvSpPr>
            <a:spLocks noChangeShapeType="1"/>
          </p:cNvSpPr>
          <p:nvPr/>
        </p:nvSpPr>
        <p:spPr bwMode="auto">
          <a:xfrm flipH="1">
            <a:off x="3045884" y="2715685"/>
            <a:ext cx="0" cy="391583"/>
          </a:xfrm>
          <a:prstGeom prst="line">
            <a:avLst/>
          </a:prstGeom>
          <a:noFill/>
          <a:ln w="25400">
            <a:solidFill>
              <a:schemeClr val="tx2">
                <a:lumMod val="60000"/>
                <a:lumOff val="40000"/>
              </a:schemeClr>
            </a:solidFill>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0696" name="Rectangle 15"/>
          <p:cNvSpPr>
            <a:spLocks noChangeArrowheads="1"/>
          </p:cNvSpPr>
          <p:nvPr/>
        </p:nvSpPr>
        <p:spPr bwMode="auto">
          <a:xfrm>
            <a:off x="2592917" y="3039533"/>
            <a:ext cx="1140883"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(1,0)</a:t>
            </a:r>
          </a:p>
        </p:txBody>
      </p:sp>
      <p:graphicFrame>
        <p:nvGraphicFramePr>
          <p:cNvPr id="21" name="Group 42"/>
          <p:cNvGraphicFramePr>
            <a:graphicFrameLocks noGrp="1"/>
          </p:cNvGraphicFramePr>
          <p:nvPr/>
        </p:nvGraphicFramePr>
        <p:xfrm>
          <a:off x="9306985" y="3378200"/>
          <a:ext cx="1873249" cy="914400"/>
        </p:xfrm>
        <a:graphic>
          <a:graphicData uri="http://schemas.openxmlformats.org/drawingml/2006/table">
            <a:tbl>
              <a:tblPr/>
              <a:tblGrid>
                <a:gridCol w="1873249">
                  <a:extLst>
                    <a:ext uri="{9D8B030D-6E8A-4147-A177-3AD203B41FA5}">
                      <a16:colId xmlns:a16="http://schemas.microsoft.com/office/drawing/2014/main" val="20000"/>
                    </a:ext>
                  </a:extLst>
                </a:gridCol>
              </a:tblGrid>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q</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(2,3)</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ctr" defTabSz="914400" rtl="0" eaLnBrk="0" fontAlgn="base" latinLnBrk="0" hangingPunct="0">
                        <a:lnSpc>
                          <a:spcPct val="100000"/>
                        </a:lnSpc>
                        <a:spcBef>
                          <a:spcPct val="20000"/>
                        </a:spcBef>
                        <a:spcAft>
                          <a:spcPct val="0"/>
                        </a:spcAft>
                        <a:buClr>
                          <a:schemeClr val="folHlink"/>
                        </a:buClr>
                        <a:buSzPct val="60000"/>
                        <a:buFont typeface="Wingdings" pitchFamily="2" charset="2"/>
                        <a:buNone/>
                        <a:tabLst/>
                      </a:pPr>
                      <a:r>
                        <a:rPr kumimoji="0" lang="en-US" altLang="zh-CN" sz="2400" b="1" i="0" u="none" strike="noStrike" cap="none" normalizeH="0" baseline="0" dirty="0" err="1">
                          <a:ln>
                            <a:noFill/>
                          </a:ln>
                          <a:solidFill>
                            <a:schemeClr val="tx1"/>
                          </a:solidFill>
                          <a:effectLst/>
                          <a:latin typeface="Times New Roman" pitchFamily="18" charset="0"/>
                          <a:ea typeface="楷体_GB2312" pitchFamily="49" charset="-122"/>
                          <a:cs typeface="Times New Roman" pitchFamily="18" charset="0"/>
                        </a:rPr>
                        <a:t>int</a:t>
                      </a:r>
                      <a:r>
                        <a:rPr kumimoji="0" lang="en-US" altLang="zh-CN" sz="2400" b="1" i="0"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 </a:t>
                      </a:r>
                      <a:r>
                        <a:rPr kumimoji="0" lang="en-US" altLang="zh-CN" sz="2400" b="1" i="1" u="none" strike="noStrike" cap="none" normalizeH="0" baseline="0" dirty="0">
                          <a:ln>
                            <a:noFill/>
                          </a:ln>
                          <a:solidFill>
                            <a:schemeClr val="tx1"/>
                          </a:solidFill>
                          <a:effectLst/>
                          <a:latin typeface="Times New Roman" pitchFamily="18" charset="0"/>
                          <a:ea typeface="楷体_GB2312" pitchFamily="49" charset="-122"/>
                          <a:cs typeface="Times New Roman" pitchFamily="18" charset="0"/>
                        </a:rPr>
                        <a:t>i</a:t>
                      </a:r>
                    </a:p>
                  </a:txBody>
                  <a:tcPr marL="91495" marR="9149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3" name="Rectangle 18"/>
          <p:cNvSpPr>
            <a:spLocks noChangeArrowheads="1"/>
          </p:cNvSpPr>
          <p:nvPr/>
        </p:nvSpPr>
        <p:spPr bwMode="auto">
          <a:xfrm>
            <a:off x="3807884" y="3062817"/>
            <a:ext cx="1143000" cy="69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(2,3)</a:t>
            </a:r>
          </a:p>
        </p:txBody>
      </p:sp>
      <p:sp>
        <p:nvSpPr>
          <p:cNvPr id="24" name="Line 19"/>
          <p:cNvSpPr>
            <a:spLocks noChangeShapeType="1"/>
          </p:cNvSpPr>
          <p:nvPr/>
        </p:nvSpPr>
        <p:spPr bwMode="auto">
          <a:xfrm>
            <a:off x="3437467" y="2669118"/>
            <a:ext cx="711200" cy="577849"/>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2" name="组合 24"/>
          <p:cNvGrpSpPr>
            <a:grpSpLocks/>
          </p:cNvGrpSpPr>
          <p:nvPr/>
        </p:nvGrpSpPr>
        <p:grpSpPr bwMode="auto">
          <a:xfrm>
            <a:off x="2690285" y="1678518"/>
            <a:ext cx="6828367" cy="2925233"/>
            <a:chOff x="2017068" y="1258143"/>
            <a:chExt cx="5121919" cy="2193950"/>
          </a:xfrm>
        </p:grpSpPr>
        <p:sp>
          <p:nvSpPr>
            <p:cNvPr id="70709" name="Line 12"/>
            <p:cNvSpPr>
              <a:spLocks noChangeShapeType="1"/>
            </p:cNvSpPr>
            <p:nvPr/>
          </p:nvSpPr>
          <p:spPr bwMode="auto">
            <a:xfrm flipH="1">
              <a:off x="3199359" y="2643758"/>
              <a:ext cx="0" cy="29408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10" name="Line 20"/>
            <p:cNvSpPr>
              <a:spLocks noChangeShapeType="1"/>
            </p:cNvSpPr>
            <p:nvPr/>
          </p:nvSpPr>
          <p:spPr bwMode="auto">
            <a:xfrm flipH="1">
              <a:off x="2464742" y="2665462"/>
              <a:ext cx="523875" cy="2952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11" name="Line 21"/>
            <p:cNvSpPr>
              <a:spLocks noChangeShapeType="1"/>
            </p:cNvSpPr>
            <p:nvPr/>
          </p:nvSpPr>
          <p:spPr bwMode="auto">
            <a:xfrm>
              <a:off x="3483918" y="2665462"/>
              <a:ext cx="606028" cy="2952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12" name="Rectangle 22"/>
            <p:cNvSpPr>
              <a:spLocks noChangeArrowheads="1"/>
            </p:cNvSpPr>
            <p:nvPr/>
          </p:nvSpPr>
          <p:spPr bwMode="auto">
            <a:xfrm>
              <a:off x="2827884" y="2931790"/>
              <a:ext cx="857250" cy="355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(2,1)</a:t>
              </a:r>
            </a:p>
          </p:txBody>
        </p:sp>
        <p:sp>
          <p:nvSpPr>
            <p:cNvPr id="70713" name="Rectangle 23"/>
            <p:cNvSpPr>
              <a:spLocks noChangeArrowheads="1"/>
            </p:cNvSpPr>
            <p:nvPr/>
          </p:nvSpPr>
          <p:spPr bwMode="auto">
            <a:xfrm>
              <a:off x="3726806" y="2931790"/>
              <a:ext cx="856059" cy="520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(3,3)</a:t>
              </a:r>
            </a:p>
          </p:txBody>
        </p:sp>
        <p:sp>
          <p:nvSpPr>
            <p:cNvPr id="70714" name="Rectangle 24"/>
            <p:cNvSpPr>
              <a:spLocks noChangeArrowheads="1"/>
            </p:cNvSpPr>
            <p:nvPr/>
          </p:nvSpPr>
          <p:spPr bwMode="auto">
            <a:xfrm>
              <a:off x="2017068" y="2931790"/>
              <a:ext cx="856059"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(2,3)</a:t>
              </a:r>
            </a:p>
          </p:txBody>
        </p:sp>
        <p:sp>
          <p:nvSpPr>
            <p:cNvPr id="70715" name="Line 25"/>
            <p:cNvSpPr>
              <a:spLocks noChangeShapeType="1"/>
            </p:cNvSpPr>
            <p:nvPr/>
          </p:nvSpPr>
          <p:spPr bwMode="auto">
            <a:xfrm flipH="1">
              <a:off x="5767387" y="2571750"/>
              <a:ext cx="0" cy="2952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16" name="Rectangle 26"/>
            <p:cNvSpPr>
              <a:spLocks noChangeArrowheads="1"/>
            </p:cNvSpPr>
            <p:nvPr/>
          </p:nvSpPr>
          <p:spPr bwMode="auto">
            <a:xfrm>
              <a:off x="4644008" y="1628428"/>
              <a:ext cx="856059" cy="52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(5,9)</a:t>
              </a:r>
            </a:p>
          </p:txBody>
        </p:sp>
        <p:sp>
          <p:nvSpPr>
            <p:cNvPr id="70717" name="Line 27"/>
            <p:cNvSpPr>
              <a:spLocks noChangeShapeType="1"/>
            </p:cNvSpPr>
            <p:nvPr/>
          </p:nvSpPr>
          <p:spPr bwMode="auto">
            <a:xfrm flipH="1">
              <a:off x="5087491" y="2002284"/>
              <a:ext cx="0" cy="2952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18" name="Rectangle 28"/>
            <p:cNvSpPr>
              <a:spLocks noChangeArrowheads="1"/>
            </p:cNvSpPr>
            <p:nvPr/>
          </p:nvSpPr>
          <p:spPr bwMode="auto">
            <a:xfrm>
              <a:off x="4716016" y="2228503"/>
              <a:ext cx="856059"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(5,5)</a:t>
              </a:r>
            </a:p>
          </p:txBody>
        </p:sp>
        <p:sp>
          <p:nvSpPr>
            <p:cNvPr id="70719" name="Rectangle 29"/>
            <p:cNvSpPr>
              <a:spLocks noChangeArrowheads="1"/>
            </p:cNvSpPr>
            <p:nvPr/>
          </p:nvSpPr>
          <p:spPr bwMode="auto">
            <a:xfrm>
              <a:off x="4035177" y="2263031"/>
              <a:ext cx="856059" cy="520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(5,9)</a:t>
              </a:r>
            </a:p>
          </p:txBody>
        </p:sp>
        <p:sp>
          <p:nvSpPr>
            <p:cNvPr id="70720" name="Line 30"/>
            <p:cNvSpPr>
              <a:spLocks noChangeShapeType="1"/>
            </p:cNvSpPr>
            <p:nvPr/>
          </p:nvSpPr>
          <p:spPr bwMode="auto">
            <a:xfrm flipH="1">
              <a:off x="4455467" y="2002284"/>
              <a:ext cx="499443" cy="35361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21" name="Rectangle 31"/>
            <p:cNvSpPr>
              <a:spLocks noChangeArrowheads="1"/>
            </p:cNvSpPr>
            <p:nvPr/>
          </p:nvSpPr>
          <p:spPr bwMode="auto">
            <a:xfrm>
              <a:off x="5412581" y="2199928"/>
              <a:ext cx="857250" cy="52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(7,9)</a:t>
              </a:r>
            </a:p>
          </p:txBody>
        </p:sp>
        <p:sp>
          <p:nvSpPr>
            <p:cNvPr id="70722" name="Line 32"/>
            <p:cNvSpPr>
              <a:spLocks noChangeShapeType="1"/>
            </p:cNvSpPr>
            <p:nvPr/>
          </p:nvSpPr>
          <p:spPr bwMode="auto">
            <a:xfrm>
              <a:off x="5151785" y="1979662"/>
              <a:ext cx="544537" cy="31313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23" name="Line 33"/>
            <p:cNvSpPr>
              <a:spLocks noChangeShapeType="1"/>
            </p:cNvSpPr>
            <p:nvPr/>
          </p:nvSpPr>
          <p:spPr bwMode="auto">
            <a:xfrm flipH="1">
              <a:off x="4936330" y="2608312"/>
              <a:ext cx="564357" cy="27766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24" name="Line 34"/>
            <p:cNvSpPr>
              <a:spLocks noChangeShapeType="1"/>
            </p:cNvSpPr>
            <p:nvPr/>
          </p:nvSpPr>
          <p:spPr bwMode="auto">
            <a:xfrm>
              <a:off x="6053136" y="2608312"/>
              <a:ext cx="542925" cy="258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0725" name="Rectangle 35"/>
            <p:cNvSpPr>
              <a:spLocks noChangeArrowheads="1"/>
            </p:cNvSpPr>
            <p:nvPr/>
          </p:nvSpPr>
          <p:spPr bwMode="auto">
            <a:xfrm>
              <a:off x="5384006" y="2859782"/>
              <a:ext cx="857250" cy="364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(7,7)</a:t>
              </a:r>
            </a:p>
          </p:txBody>
        </p:sp>
        <p:sp>
          <p:nvSpPr>
            <p:cNvPr id="70726" name="Rectangle 36"/>
            <p:cNvSpPr>
              <a:spLocks noChangeArrowheads="1"/>
            </p:cNvSpPr>
            <p:nvPr/>
          </p:nvSpPr>
          <p:spPr bwMode="auto">
            <a:xfrm>
              <a:off x="6282928" y="2859782"/>
              <a:ext cx="856059"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(9,9)</a:t>
              </a:r>
            </a:p>
          </p:txBody>
        </p:sp>
        <p:sp>
          <p:nvSpPr>
            <p:cNvPr id="70727" name="Rectangle 37"/>
            <p:cNvSpPr>
              <a:spLocks noChangeArrowheads="1"/>
            </p:cNvSpPr>
            <p:nvPr/>
          </p:nvSpPr>
          <p:spPr bwMode="auto">
            <a:xfrm>
              <a:off x="4572000" y="2859782"/>
              <a:ext cx="857250" cy="520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(7,9)</a:t>
              </a:r>
            </a:p>
          </p:txBody>
        </p:sp>
        <p:sp>
          <p:nvSpPr>
            <p:cNvPr id="70728" name="Line 38"/>
            <p:cNvSpPr>
              <a:spLocks noChangeShapeType="1"/>
            </p:cNvSpPr>
            <p:nvPr/>
          </p:nvSpPr>
          <p:spPr bwMode="auto">
            <a:xfrm>
              <a:off x="2593331" y="1258143"/>
              <a:ext cx="2297905" cy="40223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51" name="矩形 41"/>
          <p:cNvSpPr>
            <a:spLocks noChangeArrowheads="1"/>
          </p:cNvSpPr>
          <p:nvPr/>
        </p:nvSpPr>
        <p:spPr bwMode="auto">
          <a:xfrm>
            <a:off x="239350" y="4580468"/>
            <a:ext cx="11808717" cy="2070695"/>
          </a:xfrm>
          <a:prstGeom prst="rect">
            <a:avLst/>
          </a:prstGeom>
          <a:noFill/>
          <a:ln w="9525">
            <a:noFill/>
            <a:miter lim="800000"/>
            <a:headEnd/>
            <a:tailEnd/>
          </a:ln>
        </p:spPr>
        <p:txBody>
          <a:bodyPr wrap="square" lIns="91440" tIns="45720" rIns="91440" bIns="45720">
            <a:spAutoFit/>
          </a:bodyPr>
          <a:lstStyle/>
          <a:p>
            <a:pPr algn="just" defTabSz="1219170" fontAlgn="base">
              <a:lnSpc>
                <a:spcPts val="4000"/>
              </a:lnSpc>
              <a:spcBef>
                <a:spcPct val="0"/>
              </a:spcBef>
              <a:spcAft>
                <a:spcPct val="0"/>
              </a:spcAft>
              <a:buClr>
                <a:prstClr val="black"/>
              </a:buClr>
              <a:buFont typeface="Wingdings" pitchFamily="2" charset="2"/>
              <a:buChar char="Ø"/>
              <a:defRPr/>
            </a:pPr>
            <a:r>
              <a:rPr lang="zh-CN" altLang="en-US" sz="2533" b="1" dirty="0">
                <a:solidFill>
                  <a:prstClr val="black"/>
                </a:solidFill>
                <a:latin typeface="楷体" pitchFamily="49" charset="-122"/>
                <a:ea typeface="楷体" pitchFamily="49" charset="-122"/>
                <a:cs typeface="Times New Roman" pitchFamily="18" charset="0"/>
              </a:rPr>
              <a:t>每个</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活跃的活动</a:t>
            </a:r>
            <a:r>
              <a:rPr lang="zh-CN" altLang="en-US" sz="2533" b="1" dirty="0">
                <a:solidFill>
                  <a:prstClr val="black"/>
                </a:solidFill>
                <a:latin typeface="楷体" pitchFamily="49" charset="-122"/>
                <a:ea typeface="楷体" pitchFamily="49" charset="-122"/>
                <a:cs typeface="Times New Roman" pitchFamily="18" charset="0"/>
              </a:rPr>
              <a:t>都有一个位于</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控制栈</a:t>
            </a:r>
            <a:r>
              <a:rPr lang="zh-CN" altLang="en-US" sz="2533" b="1" dirty="0">
                <a:solidFill>
                  <a:prstClr val="black"/>
                </a:solidFill>
                <a:latin typeface="楷体" pitchFamily="49" charset="-122"/>
                <a:ea typeface="楷体" pitchFamily="49" charset="-122"/>
                <a:cs typeface="Times New Roman" pitchFamily="18" charset="0"/>
              </a:rPr>
              <a:t>中的</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活动记录</a:t>
            </a:r>
            <a:endParaRPr lang="en-US" altLang="zh-CN" sz="2533" b="1" dirty="0">
              <a:solidFill>
                <a:srgbClr val="073E87">
                  <a:lumMod val="60000"/>
                  <a:lumOff val="40000"/>
                </a:srgbClr>
              </a:solidFill>
              <a:latin typeface="楷体" pitchFamily="49" charset="-122"/>
              <a:ea typeface="楷体" pitchFamily="49" charset="-122"/>
              <a:cs typeface="Times New Roman" pitchFamily="18" charset="0"/>
            </a:endParaRPr>
          </a:p>
          <a:p>
            <a:pPr algn="just" defTabSz="1219170" fontAlgn="base">
              <a:lnSpc>
                <a:spcPts val="4000"/>
              </a:lnSpc>
              <a:spcBef>
                <a:spcPct val="0"/>
              </a:spcBef>
              <a:spcAft>
                <a:spcPct val="0"/>
              </a:spcAft>
              <a:buClr>
                <a:prstClr val="black"/>
              </a:buClr>
              <a:buFont typeface="Wingdings" pitchFamily="2" charset="2"/>
              <a:buChar char="Ø"/>
              <a:defRPr/>
            </a:pPr>
            <a:r>
              <a:rPr lang="zh-CN" altLang="en-US" sz="2533" b="1" dirty="0">
                <a:solidFill>
                  <a:prstClr val="black"/>
                </a:solidFill>
                <a:latin typeface="楷体" pitchFamily="49" charset="-122"/>
                <a:ea typeface="楷体" pitchFamily="49" charset="-122"/>
                <a:cs typeface="Times New Roman" pitchFamily="18" charset="0"/>
              </a:rPr>
              <a:t>活动树的</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根</a:t>
            </a:r>
            <a:r>
              <a:rPr lang="zh-CN" altLang="en-US" sz="2533" b="1" dirty="0">
                <a:solidFill>
                  <a:prstClr val="black"/>
                </a:solidFill>
                <a:latin typeface="楷体" pitchFamily="49" charset="-122"/>
                <a:ea typeface="楷体" pitchFamily="49" charset="-122"/>
                <a:cs typeface="Times New Roman" pitchFamily="18" charset="0"/>
              </a:rPr>
              <a:t>的活动记录位于</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栈底</a:t>
            </a:r>
            <a:endParaRPr lang="en-US" altLang="zh-CN" sz="2533" b="1" dirty="0">
              <a:solidFill>
                <a:srgbClr val="073E87">
                  <a:lumMod val="60000"/>
                  <a:lumOff val="40000"/>
                </a:srgbClr>
              </a:solidFill>
              <a:latin typeface="楷体" pitchFamily="49" charset="-122"/>
              <a:ea typeface="楷体" pitchFamily="49" charset="-122"/>
              <a:cs typeface="Times New Roman" pitchFamily="18" charset="0"/>
            </a:endParaRPr>
          </a:p>
          <a:p>
            <a:pPr algn="just" defTabSz="1219170" fontAlgn="base">
              <a:lnSpc>
                <a:spcPts val="4000"/>
              </a:lnSpc>
              <a:spcBef>
                <a:spcPct val="0"/>
              </a:spcBef>
              <a:spcAft>
                <a:spcPct val="0"/>
              </a:spcAft>
              <a:buClr>
                <a:prstClr val="black"/>
              </a:buClr>
              <a:buFont typeface="Wingdings" pitchFamily="2" charset="2"/>
              <a:buChar char="Ø"/>
              <a:defRPr/>
            </a:pP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程序控制所在的活动的记录</a:t>
            </a:r>
            <a:r>
              <a:rPr lang="zh-CN" altLang="en-US" sz="2533" b="1" dirty="0">
                <a:solidFill>
                  <a:prstClr val="black"/>
                </a:solidFill>
                <a:latin typeface="楷体" pitchFamily="49" charset="-122"/>
                <a:ea typeface="楷体" pitchFamily="49" charset="-122"/>
                <a:cs typeface="Times New Roman" pitchFamily="18" charset="0"/>
              </a:rPr>
              <a:t>位于</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栈顶</a:t>
            </a:r>
            <a:endParaRPr lang="en-US" altLang="zh-CN" sz="2533" b="1" dirty="0">
              <a:solidFill>
                <a:srgbClr val="073E87">
                  <a:lumMod val="60000"/>
                  <a:lumOff val="40000"/>
                </a:srgbClr>
              </a:solidFill>
              <a:latin typeface="楷体" pitchFamily="49" charset="-122"/>
              <a:ea typeface="楷体" pitchFamily="49" charset="-122"/>
              <a:cs typeface="Times New Roman" pitchFamily="18" charset="0"/>
            </a:endParaRPr>
          </a:p>
          <a:p>
            <a:pPr algn="just" defTabSz="1219170" fontAlgn="base">
              <a:lnSpc>
                <a:spcPts val="4000"/>
              </a:lnSpc>
              <a:spcBef>
                <a:spcPct val="0"/>
              </a:spcBef>
              <a:spcAft>
                <a:spcPct val="0"/>
              </a:spcAft>
              <a:buClr>
                <a:prstClr val="black"/>
              </a:buClr>
              <a:buFont typeface="Wingdings" pitchFamily="2" charset="2"/>
              <a:buChar char="Ø"/>
              <a:defRPr/>
            </a:pPr>
            <a:r>
              <a:rPr lang="zh-CN" altLang="en-US" sz="2533" b="1" dirty="0">
                <a:solidFill>
                  <a:prstClr val="black"/>
                </a:solidFill>
                <a:latin typeface="楷体" pitchFamily="49" charset="-122"/>
                <a:ea typeface="楷体" pitchFamily="49" charset="-122"/>
                <a:cs typeface="Times New Roman" pitchFamily="18" charset="0"/>
              </a:rPr>
              <a:t>栈中</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全部活动记录的序列</a:t>
            </a:r>
            <a:r>
              <a:rPr lang="zh-CN" altLang="en-US" sz="2533" b="1" dirty="0">
                <a:solidFill>
                  <a:prstClr val="black"/>
                </a:solidFill>
                <a:latin typeface="楷体" pitchFamily="49" charset="-122"/>
                <a:ea typeface="楷体" pitchFamily="49" charset="-122"/>
                <a:cs typeface="Times New Roman" pitchFamily="18" charset="0"/>
              </a:rPr>
              <a:t>对应于在活动树中</a:t>
            </a:r>
            <a:r>
              <a:rPr lang="zh-CN" altLang="en-US" sz="2533" b="1" dirty="0">
                <a:solidFill>
                  <a:srgbClr val="073E87">
                    <a:lumMod val="60000"/>
                    <a:lumOff val="40000"/>
                  </a:srgbClr>
                </a:solidFill>
                <a:latin typeface="楷体" pitchFamily="49" charset="-122"/>
                <a:ea typeface="楷体" pitchFamily="49" charset="-122"/>
                <a:cs typeface="Times New Roman" pitchFamily="18" charset="0"/>
              </a:rPr>
              <a:t>到达当前控制所在的活动结点的路径</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3"/>
                                        </p:tgtEl>
                                        <p:attrNameLst>
                                          <p:attrName>style.visibility</p:attrName>
                                        </p:attrNameLst>
                                      </p:cBhvr>
                                      <p:to>
                                        <p:strVal val="visible"/>
                                      </p:to>
                                    </p:set>
                                    <p:anim calcmode="lin" valueType="num">
                                      <p:cBhvr>
                                        <p:cTn id="12" dur="500" fill="hold"/>
                                        <p:tgtEl>
                                          <p:spTgt spid="23"/>
                                        </p:tgtEl>
                                        <p:attrNameLst>
                                          <p:attrName>ppt_w</p:attrName>
                                        </p:attrNameLst>
                                      </p:cBhvr>
                                      <p:tavLst>
                                        <p:tav tm="0">
                                          <p:val>
                                            <p:fltVal val="0"/>
                                          </p:val>
                                        </p:tav>
                                        <p:tav tm="100000">
                                          <p:val>
                                            <p:strVal val="#ppt_w"/>
                                          </p:val>
                                        </p:tav>
                                      </p:tavLst>
                                    </p:anim>
                                    <p:anim calcmode="lin" valueType="num">
                                      <p:cBhvr>
                                        <p:cTn id="13" dur="500" fill="hold"/>
                                        <p:tgtEl>
                                          <p:spTgt spid="23"/>
                                        </p:tgtEl>
                                        <p:attrNameLst>
                                          <p:attrName>ppt_h</p:attrName>
                                        </p:attrNameLst>
                                      </p:cBhvr>
                                      <p:tavLst>
                                        <p:tav tm="0">
                                          <p:val>
                                            <p:fltVal val="0"/>
                                          </p:val>
                                        </p:tav>
                                        <p:tav tm="100000">
                                          <p:val>
                                            <p:strVal val="#ppt_h"/>
                                          </p:val>
                                        </p:tav>
                                      </p:tavLst>
                                    </p:anim>
                                    <p:animEffect transition="in" filter="fade">
                                      <p:cBhvr>
                                        <p:cTn id="14" dur="500"/>
                                        <p:tgtEl>
                                          <p:spTgt spid="2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p:cTn id="19" dur="500" fill="hold"/>
                                        <p:tgtEl>
                                          <p:spTgt spid="21"/>
                                        </p:tgtEl>
                                        <p:attrNameLst>
                                          <p:attrName>ppt_w</p:attrName>
                                        </p:attrNameLst>
                                      </p:cBhvr>
                                      <p:tavLst>
                                        <p:tav tm="0">
                                          <p:val>
                                            <p:fltVal val="0"/>
                                          </p:val>
                                        </p:tav>
                                        <p:tav tm="100000">
                                          <p:val>
                                            <p:strVal val="#ppt_w"/>
                                          </p:val>
                                        </p:tav>
                                      </p:tavLst>
                                    </p:anim>
                                    <p:anim calcmode="lin" valueType="num">
                                      <p:cBhvr>
                                        <p:cTn id="20" dur="500" fill="hold"/>
                                        <p:tgtEl>
                                          <p:spTgt spid="21"/>
                                        </p:tgtEl>
                                        <p:attrNameLst>
                                          <p:attrName>ppt_h</p:attrName>
                                        </p:attrNameLst>
                                      </p:cBhvr>
                                      <p:tavLst>
                                        <p:tav tm="0">
                                          <p:val>
                                            <p:fltVal val="0"/>
                                          </p:val>
                                        </p:tav>
                                        <p:tav tm="100000">
                                          <p:val>
                                            <p:strVal val="#ppt_h"/>
                                          </p:val>
                                        </p:tav>
                                      </p:tavLst>
                                    </p:anim>
                                    <p:animEffect transition="in" filter="fade">
                                      <p:cBhvr>
                                        <p:cTn id="21" dur="500"/>
                                        <p:tgtEl>
                                          <p:spTgt spid="2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16"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p:cTn id="26" dur="500" fill="hold"/>
                                        <p:tgtEl>
                                          <p:spTgt spid="2"/>
                                        </p:tgtEl>
                                        <p:attrNameLst>
                                          <p:attrName>ppt_w</p:attrName>
                                        </p:attrNameLst>
                                      </p:cBhvr>
                                      <p:tavLst>
                                        <p:tav tm="0">
                                          <p:val>
                                            <p:fltVal val="0"/>
                                          </p:val>
                                        </p:tav>
                                        <p:tav tm="100000">
                                          <p:val>
                                            <p:strVal val="#ppt_w"/>
                                          </p:val>
                                        </p:tav>
                                      </p:tavLst>
                                    </p:anim>
                                    <p:anim calcmode="lin" valueType="num">
                                      <p:cBhvr>
                                        <p:cTn id="27" dur="500" fill="hold"/>
                                        <p:tgtEl>
                                          <p:spTgt spid="2"/>
                                        </p:tgtEl>
                                        <p:attrNameLst>
                                          <p:attrName>ppt_h</p:attrName>
                                        </p:attrNameLst>
                                      </p:cBhvr>
                                      <p:tavLst>
                                        <p:tav tm="0">
                                          <p:val>
                                            <p:fltVal val="0"/>
                                          </p:val>
                                        </p:tav>
                                        <p:tav tm="100000">
                                          <p:val>
                                            <p:strVal val="#ppt_h"/>
                                          </p:val>
                                        </p:tav>
                                      </p:tavLst>
                                    </p:anim>
                                    <p:animEffect transition="in" filter="fade">
                                      <p:cBhvr>
                                        <p:cTn id="28" dur="500"/>
                                        <p:tgtEl>
                                          <p:spTgt spid="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51">
                                            <p:txEl>
                                              <p:pRg st="0" end="0"/>
                                            </p:txEl>
                                          </p:spTgt>
                                        </p:tgtEl>
                                        <p:attrNameLst>
                                          <p:attrName>style.visibility</p:attrName>
                                        </p:attrNameLst>
                                      </p:cBhvr>
                                      <p:to>
                                        <p:strVal val="visible"/>
                                      </p:to>
                                    </p:set>
                                    <p:anim calcmode="lin" valueType="num">
                                      <p:cBhvr>
                                        <p:cTn id="33"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34"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35" dur="500"/>
                                        <p:tgtEl>
                                          <p:spTgt spid="51">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3" presetClass="entr" presetSubtype="0" fill="hold" nodeType="clickEffect">
                                  <p:stCondLst>
                                    <p:cond delay="0"/>
                                  </p:stCondLst>
                                  <p:childTnLst>
                                    <p:set>
                                      <p:cBhvr>
                                        <p:cTn id="39" dur="1" fill="hold">
                                          <p:stCondLst>
                                            <p:cond delay="0"/>
                                          </p:stCondLst>
                                        </p:cTn>
                                        <p:tgtEl>
                                          <p:spTgt spid="51">
                                            <p:txEl>
                                              <p:pRg st="1" end="1"/>
                                            </p:txEl>
                                          </p:spTgt>
                                        </p:tgtEl>
                                        <p:attrNameLst>
                                          <p:attrName>style.visibility</p:attrName>
                                        </p:attrNameLst>
                                      </p:cBhvr>
                                      <p:to>
                                        <p:strVal val="visible"/>
                                      </p:to>
                                    </p:set>
                                    <p:anim calcmode="lin" valueType="num">
                                      <p:cBhvr>
                                        <p:cTn id="40" dur="500" fill="hold"/>
                                        <p:tgtEl>
                                          <p:spTgt spid="51">
                                            <p:txEl>
                                              <p:pRg st="1" end="1"/>
                                            </p:txEl>
                                          </p:spTgt>
                                        </p:tgtEl>
                                        <p:attrNameLst>
                                          <p:attrName>ppt_w</p:attrName>
                                        </p:attrNameLst>
                                      </p:cBhvr>
                                      <p:tavLst>
                                        <p:tav tm="0">
                                          <p:val>
                                            <p:fltVal val="0"/>
                                          </p:val>
                                        </p:tav>
                                        <p:tav tm="100000">
                                          <p:val>
                                            <p:strVal val="#ppt_w"/>
                                          </p:val>
                                        </p:tav>
                                      </p:tavLst>
                                    </p:anim>
                                    <p:anim calcmode="lin" valueType="num">
                                      <p:cBhvr>
                                        <p:cTn id="41" dur="500" fill="hold"/>
                                        <p:tgtEl>
                                          <p:spTgt spid="51">
                                            <p:txEl>
                                              <p:pRg st="1" end="1"/>
                                            </p:txEl>
                                          </p:spTgt>
                                        </p:tgtEl>
                                        <p:attrNameLst>
                                          <p:attrName>ppt_h</p:attrName>
                                        </p:attrNameLst>
                                      </p:cBhvr>
                                      <p:tavLst>
                                        <p:tav tm="0">
                                          <p:val>
                                            <p:fltVal val="0"/>
                                          </p:val>
                                        </p:tav>
                                        <p:tav tm="100000">
                                          <p:val>
                                            <p:strVal val="#ppt_h"/>
                                          </p:val>
                                        </p:tav>
                                      </p:tavLst>
                                    </p:anim>
                                    <p:animEffect transition="in" filter="fade">
                                      <p:cBhvr>
                                        <p:cTn id="42" dur="500"/>
                                        <p:tgtEl>
                                          <p:spTgt spid="51">
                                            <p:txEl>
                                              <p:pRg st="1" end="1"/>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ntr" presetSubtype="0" fill="hold" nodeType="clickEffect">
                                  <p:stCondLst>
                                    <p:cond delay="0"/>
                                  </p:stCondLst>
                                  <p:childTnLst>
                                    <p:set>
                                      <p:cBhvr>
                                        <p:cTn id="46" dur="1" fill="hold">
                                          <p:stCondLst>
                                            <p:cond delay="0"/>
                                          </p:stCondLst>
                                        </p:cTn>
                                        <p:tgtEl>
                                          <p:spTgt spid="51">
                                            <p:txEl>
                                              <p:pRg st="2" end="2"/>
                                            </p:txEl>
                                          </p:spTgt>
                                        </p:tgtEl>
                                        <p:attrNameLst>
                                          <p:attrName>style.visibility</p:attrName>
                                        </p:attrNameLst>
                                      </p:cBhvr>
                                      <p:to>
                                        <p:strVal val="visible"/>
                                      </p:to>
                                    </p:set>
                                    <p:anim calcmode="lin" valueType="num">
                                      <p:cBhvr>
                                        <p:cTn id="47" dur="500" fill="hold"/>
                                        <p:tgtEl>
                                          <p:spTgt spid="51">
                                            <p:txEl>
                                              <p:pRg st="2" end="2"/>
                                            </p:txEl>
                                          </p:spTgt>
                                        </p:tgtEl>
                                        <p:attrNameLst>
                                          <p:attrName>ppt_w</p:attrName>
                                        </p:attrNameLst>
                                      </p:cBhvr>
                                      <p:tavLst>
                                        <p:tav tm="0">
                                          <p:val>
                                            <p:fltVal val="0"/>
                                          </p:val>
                                        </p:tav>
                                        <p:tav tm="100000">
                                          <p:val>
                                            <p:strVal val="#ppt_w"/>
                                          </p:val>
                                        </p:tav>
                                      </p:tavLst>
                                    </p:anim>
                                    <p:anim calcmode="lin" valueType="num">
                                      <p:cBhvr>
                                        <p:cTn id="48" dur="500" fill="hold"/>
                                        <p:tgtEl>
                                          <p:spTgt spid="51">
                                            <p:txEl>
                                              <p:pRg st="2" end="2"/>
                                            </p:txEl>
                                          </p:spTgt>
                                        </p:tgtEl>
                                        <p:attrNameLst>
                                          <p:attrName>ppt_h</p:attrName>
                                        </p:attrNameLst>
                                      </p:cBhvr>
                                      <p:tavLst>
                                        <p:tav tm="0">
                                          <p:val>
                                            <p:fltVal val="0"/>
                                          </p:val>
                                        </p:tav>
                                        <p:tav tm="100000">
                                          <p:val>
                                            <p:strVal val="#ppt_h"/>
                                          </p:val>
                                        </p:tav>
                                      </p:tavLst>
                                    </p:anim>
                                    <p:animEffect transition="in" filter="fade">
                                      <p:cBhvr>
                                        <p:cTn id="49" dur="500"/>
                                        <p:tgtEl>
                                          <p:spTgt spid="51">
                                            <p:txEl>
                                              <p:pRg st="2" end="2"/>
                                            </p:txEl>
                                          </p:spTgt>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3" presetClass="entr" presetSubtype="0" fill="hold" nodeType="clickEffect">
                                  <p:stCondLst>
                                    <p:cond delay="0"/>
                                  </p:stCondLst>
                                  <p:childTnLst>
                                    <p:set>
                                      <p:cBhvr>
                                        <p:cTn id="53" dur="1" fill="hold">
                                          <p:stCondLst>
                                            <p:cond delay="0"/>
                                          </p:stCondLst>
                                        </p:cTn>
                                        <p:tgtEl>
                                          <p:spTgt spid="51">
                                            <p:txEl>
                                              <p:pRg st="3" end="3"/>
                                            </p:txEl>
                                          </p:spTgt>
                                        </p:tgtEl>
                                        <p:attrNameLst>
                                          <p:attrName>style.visibility</p:attrName>
                                        </p:attrNameLst>
                                      </p:cBhvr>
                                      <p:to>
                                        <p:strVal val="visible"/>
                                      </p:to>
                                    </p:set>
                                    <p:anim calcmode="lin" valueType="num">
                                      <p:cBhvr>
                                        <p:cTn id="54" dur="500" fill="hold"/>
                                        <p:tgtEl>
                                          <p:spTgt spid="51">
                                            <p:txEl>
                                              <p:pRg st="3" end="3"/>
                                            </p:txEl>
                                          </p:spTgt>
                                        </p:tgtEl>
                                        <p:attrNameLst>
                                          <p:attrName>ppt_w</p:attrName>
                                        </p:attrNameLst>
                                      </p:cBhvr>
                                      <p:tavLst>
                                        <p:tav tm="0">
                                          <p:val>
                                            <p:fltVal val="0"/>
                                          </p:val>
                                        </p:tav>
                                        <p:tav tm="100000">
                                          <p:val>
                                            <p:strVal val="#ppt_w"/>
                                          </p:val>
                                        </p:tav>
                                      </p:tavLst>
                                    </p:anim>
                                    <p:anim calcmode="lin" valueType="num">
                                      <p:cBhvr>
                                        <p:cTn id="55" dur="500" fill="hold"/>
                                        <p:tgtEl>
                                          <p:spTgt spid="51">
                                            <p:txEl>
                                              <p:pRg st="3" end="3"/>
                                            </p:txEl>
                                          </p:spTgt>
                                        </p:tgtEl>
                                        <p:attrNameLst>
                                          <p:attrName>ppt_h</p:attrName>
                                        </p:attrNameLst>
                                      </p:cBhvr>
                                      <p:tavLst>
                                        <p:tav tm="0">
                                          <p:val>
                                            <p:fltVal val="0"/>
                                          </p:val>
                                        </p:tav>
                                        <p:tav tm="100000">
                                          <p:val>
                                            <p:strVal val="#ppt_h"/>
                                          </p:val>
                                        </p:tav>
                                      </p:tavLst>
                                    </p:anim>
                                    <p:animEffect transition="in" filter="fade">
                                      <p:cBhvr>
                                        <p:cTn id="56" dur="500"/>
                                        <p:tgtEl>
                                          <p:spTgt spid="5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6547" name="Rectangle 3"/>
          <p:cNvSpPr>
            <a:spLocks noGrp="1" noChangeArrowheads="1"/>
          </p:cNvSpPr>
          <p:nvPr>
            <p:ph idx="1"/>
          </p:nvPr>
        </p:nvSpPr>
        <p:spPr>
          <a:xfrm>
            <a:off x="573618" y="1128184"/>
            <a:ext cx="5427133" cy="5469467"/>
          </a:xfrm>
        </p:spPr>
        <p:txBody>
          <a:bodyPr/>
          <a:lstStyle/>
          <a:p>
            <a:pPr marL="363530" indent="-363530">
              <a:lnSpc>
                <a:spcPts val="3333"/>
              </a:lnSpc>
              <a:buClrTx/>
              <a:buFont typeface="Wingdings" pitchFamily="2" charset="2"/>
              <a:buChar char="Ø"/>
              <a:defRPr/>
            </a:pPr>
            <a:r>
              <a:rPr lang="zh-CN" altLang="en-US" sz="2667" b="1" dirty="0">
                <a:solidFill>
                  <a:schemeClr val="tx1"/>
                </a:solidFill>
                <a:latin typeface="楷体" pitchFamily="49" charset="-122"/>
                <a:ea typeface="楷体" pitchFamily="49" charset="-122"/>
                <a:cs typeface="Times New Roman" pitchFamily="18" charset="0"/>
              </a:rPr>
              <a:t>在</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调用者和被调用者</a:t>
            </a:r>
            <a:r>
              <a:rPr lang="zh-CN" altLang="en-US" sz="2667" b="1" dirty="0">
                <a:solidFill>
                  <a:schemeClr val="tx1"/>
                </a:solidFill>
                <a:latin typeface="楷体" pitchFamily="49" charset="-122"/>
                <a:ea typeface="楷体" pitchFamily="49" charset="-122"/>
                <a:cs typeface="Times New Roman" pitchFamily="18" charset="0"/>
              </a:rPr>
              <a:t>之间传递的值一般被放在</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被调用者的活动记录的开始位置</a:t>
            </a:r>
            <a:r>
              <a:rPr lang="zh-CN" altLang="en-US" sz="2667" b="1" dirty="0">
                <a:solidFill>
                  <a:schemeClr val="tx1"/>
                </a:solidFill>
                <a:latin typeface="楷体" pitchFamily="49" charset="-122"/>
                <a:ea typeface="楷体" pitchFamily="49" charset="-122"/>
                <a:cs typeface="Times New Roman" pitchFamily="18" charset="0"/>
              </a:rPr>
              <a:t>，这样它们可以尽可能地</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靠近调用者</a:t>
            </a:r>
            <a:r>
              <a:rPr lang="zh-CN" altLang="en-US" sz="2667" b="1" dirty="0">
                <a:solidFill>
                  <a:schemeClr val="tx1"/>
                </a:solidFill>
                <a:latin typeface="楷体" pitchFamily="49" charset="-122"/>
                <a:ea typeface="楷体" pitchFamily="49" charset="-122"/>
                <a:cs typeface="Times New Roman" pitchFamily="18" charset="0"/>
              </a:rPr>
              <a:t>的活动记录</a:t>
            </a:r>
            <a:endParaRPr lang="en-US" altLang="zh-CN" sz="2667" b="1" dirty="0">
              <a:solidFill>
                <a:schemeClr val="tx1"/>
              </a:solidFill>
              <a:latin typeface="楷体" pitchFamily="49" charset="-122"/>
              <a:ea typeface="楷体" pitchFamily="49" charset="-122"/>
              <a:cs typeface="Times New Roman" pitchFamily="18" charset="0"/>
            </a:endParaRPr>
          </a:p>
          <a:p>
            <a:pPr marL="363530" indent="-363530">
              <a:lnSpc>
                <a:spcPts val="3333"/>
              </a:lnSpc>
              <a:buClrTx/>
              <a:buFont typeface="Wingdings" pitchFamily="2" charset="2"/>
              <a:buChar char="Ø"/>
              <a:defRPr/>
            </a:pPr>
            <a:r>
              <a:rPr lang="zh-CN" altLang="en-US" sz="2667" b="1" dirty="0">
                <a:solidFill>
                  <a:schemeClr val="tx1"/>
                </a:solidFill>
                <a:latin typeface="楷体" pitchFamily="49" charset="-122"/>
                <a:ea typeface="楷体" pitchFamily="49" charset="-122"/>
                <a:cs typeface="Times New Roman" pitchFamily="18" charset="0"/>
              </a:rPr>
              <a:t>固定长度的项被放置在</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中间位置</a:t>
            </a:r>
            <a:endParaRPr lang="en-US" altLang="zh-CN" sz="2667" b="1" dirty="0">
              <a:solidFill>
                <a:schemeClr val="tx2">
                  <a:lumMod val="60000"/>
                  <a:lumOff val="40000"/>
                </a:schemeClr>
              </a:solidFill>
              <a:latin typeface="楷体" pitchFamily="49" charset="-122"/>
              <a:ea typeface="楷体" pitchFamily="49" charset="-122"/>
              <a:cs typeface="Times New Roman" pitchFamily="18" charset="0"/>
            </a:endParaRPr>
          </a:p>
          <a:p>
            <a:pPr marL="766743" lvl="1" indent="-363530">
              <a:lnSpc>
                <a:spcPts val="3333"/>
              </a:lnSpc>
              <a:buClrTx/>
              <a:buFont typeface="Wingdings" pitchFamily="2" charset="2"/>
              <a:buChar char="Ø"/>
              <a:defRPr/>
            </a:pPr>
            <a:r>
              <a:rPr lang="zh-CN" altLang="en-US" sz="2667" b="1" dirty="0">
                <a:solidFill>
                  <a:schemeClr val="tx1"/>
                </a:solidFill>
                <a:latin typeface="楷体" pitchFamily="49" charset="-122"/>
                <a:ea typeface="楷体" pitchFamily="49" charset="-122"/>
                <a:cs typeface="Times New Roman" pitchFamily="18" charset="0"/>
              </a:rPr>
              <a:t>控制连、访问链、机器状态字</a:t>
            </a:r>
            <a:endParaRPr lang="en-US" altLang="zh-CN" sz="2667" b="1" dirty="0">
              <a:solidFill>
                <a:schemeClr val="tx1"/>
              </a:solidFill>
              <a:latin typeface="楷体" pitchFamily="49" charset="-122"/>
              <a:ea typeface="楷体" pitchFamily="49" charset="-122"/>
              <a:cs typeface="Times New Roman" pitchFamily="18" charset="0"/>
            </a:endParaRPr>
          </a:p>
          <a:p>
            <a:pPr marL="363530" indent="-363530">
              <a:lnSpc>
                <a:spcPts val="3333"/>
              </a:lnSpc>
              <a:buClrTx/>
              <a:buFont typeface="Wingdings" pitchFamily="2" charset="2"/>
              <a:buChar char="Ø"/>
              <a:defRPr/>
            </a:pPr>
            <a:r>
              <a:rPr lang="zh-CN" altLang="en-US" sz="2667" b="1" dirty="0">
                <a:solidFill>
                  <a:schemeClr val="tx1"/>
                </a:solidFill>
                <a:latin typeface="楷体" pitchFamily="49" charset="-122"/>
                <a:ea typeface="楷体" pitchFamily="49" charset="-122"/>
                <a:cs typeface="Times New Roman" pitchFamily="18" charset="0"/>
              </a:rPr>
              <a:t>在</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早期不知道大小的项</a:t>
            </a:r>
            <a:r>
              <a:rPr lang="zh-CN" altLang="en-US" sz="2667" b="1" dirty="0">
                <a:solidFill>
                  <a:schemeClr val="tx1"/>
                </a:solidFill>
                <a:latin typeface="楷体" pitchFamily="49" charset="-122"/>
                <a:ea typeface="楷体" pitchFamily="49" charset="-122"/>
                <a:cs typeface="Times New Roman" pitchFamily="18" charset="0"/>
              </a:rPr>
              <a:t>被放置在活动记录的</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尾部</a:t>
            </a:r>
            <a:endParaRPr lang="en-US" altLang="zh-CN" sz="2667" b="1" dirty="0">
              <a:solidFill>
                <a:schemeClr val="tx2">
                  <a:lumMod val="60000"/>
                  <a:lumOff val="40000"/>
                </a:schemeClr>
              </a:solidFill>
              <a:latin typeface="楷体" pitchFamily="49" charset="-122"/>
              <a:ea typeface="楷体" pitchFamily="49" charset="-122"/>
              <a:cs typeface="Times New Roman" pitchFamily="18" charset="0"/>
            </a:endParaRPr>
          </a:p>
          <a:p>
            <a:pPr marL="363530" indent="-363530">
              <a:lnSpc>
                <a:spcPts val="3333"/>
              </a:lnSpc>
              <a:buClrTx/>
              <a:buFont typeface="Wingdings" pitchFamily="2" charset="2"/>
              <a:buChar char="Ø"/>
              <a:defRPr/>
            </a:pPr>
            <a:r>
              <a:rPr lang="zh-CN" altLang="en-US" sz="2667" b="1" dirty="0">
                <a:solidFill>
                  <a:schemeClr val="tx1"/>
                </a:solidFill>
                <a:latin typeface="楷体" pitchFamily="49" charset="-122"/>
                <a:ea typeface="楷体" pitchFamily="49" charset="-122"/>
                <a:cs typeface="Times New Roman" pitchFamily="18" charset="0"/>
              </a:rPr>
              <a:t>栈顶指针寄存器</a:t>
            </a:r>
            <a:r>
              <a:rPr lang="en-US" altLang="zh-CN" sz="2667" b="1" i="1" dirty="0" err="1">
                <a:solidFill>
                  <a:schemeClr val="tx1"/>
                </a:solidFill>
                <a:ea typeface="楷体" pitchFamily="49" charset="-122"/>
                <a:cs typeface="Times New Roman" pitchFamily="18" charset="0"/>
              </a:rPr>
              <a:t>top_sp</a:t>
            </a:r>
            <a:r>
              <a:rPr lang="zh-CN" altLang="en-US" sz="2667" b="1" dirty="0">
                <a:solidFill>
                  <a:schemeClr val="tx1"/>
                </a:solidFill>
                <a:latin typeface="楷体" pitchFamily="49" charset="-122"/>
                <a:ea typeface="楷体" pitchFamily="49" charset="-122"/>
                <a:cs typeface="Times New Roman" pitchFamily="18" charset="0"/>
              </a:rPr>
              <a:t>指向活动记录中</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局部数据开始的位置</a:t>
            </a:r>
            <a:r>
              <a:rPr lang="zh-CN" altLang="en-US" sz="2667" b="1" dirty="0">
                <a:solidFill>
                  <a:schemeClr val="tx1"/>
                </a:solidFill>
                <a:latin typeface="楷体" pitchFamily="49" charset="-122"/>
                <a:ea typeface="楷体" pitchFamily="49" charset="-122"/>
                <a:cs typeface="Times New Roman" pitchFamily="18" charset="0"/>
              </a:rPr>
              <a:t>，以该位置作为基地址</a:t>
            </a:r>
            <a:endParaRPr lang="en-US" altLang="zh-CN" sz="2667" b="1" dirty="0">
              <a:solidFill>
                <a:schemeClr val="tx1"/>
              </a:solidFill>
              <a:latin typeface="楷体" pitchFamily="49" charset="-122"/>
              <a:ea typeface="楷体" pitchFamily="49" charset="-122"/>
              <a:cs typeface="Times New Roman" pitchFamily="18" charset="0"/>
            </a:endParaRPr>
          </a:p>
        </p:txBody>
      </p:sp>
      <p:sp>
        <p:nvSpPr>
          <p:cNvPr id="72707" name="Rectangle 2"/>
          <p:cNvSpPr>
            <a:spLocks noGrp="1" noChangeArrowheads="1"/>
          </p:cNvSpPr>
          <p:nvPr>
            <p:ph type="title"/>
          </p:nvPr>
        </p:nvSpPr>
        <p:spPr>
          <a:xfrm>
            <a:off x="1007533" y="357718"/>
            <a:ext cx="10574867" cy="478367"/>
          </a:xfrm>
        </p:spPr>
        <p:txBody>
          <a:bodyPr/>
          <a:lstStyle/>
          <a:p>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设计活动记录的一些原则</a:t>
            </a:r>
          </a:p>
        </p:txBody>
      </p:sp>
      <p:cxnSp>
        <p:nvCxnSpPr>
          <p:cNvPr id="53" name="直接连接符 52"/>
          <p:cNvCxnSpPr/>
          <p:nvPr/>
        </p:nvCxnSpPr>
        <p:spPr bwMode="auto">
          <a:xfrm rot="16200000" flipV="1">
            <a:off x="10272184" y="4925484"/>
            <a:ext cx="2112433" cy="0"/>
          </a:xfrm>
          <a:prstGeom prst="line">
            <a:avLst/>
          </a:prstGeom>
          <a:ln w="38100">
            <a:solidFill>
              <a:schemeClr val="tx2">
                <a:lumMod val="60000"/>
                <a:lumOff val="40000"/>
              </a:schemeClr>
            </a:solidFill>
            <a:prstDash val="solid"/>
            <a:headEnd type="stealth"/>
            <a:tailEnd type="triangle"/>
          </a:ln>
        </p:spPr>
        <p:style>
          <a:lnRef idx="1">
            <a:schemeClr val="accent1"/>
          </a:lnRef>
          <a:fillRef idx="0">
            <a:schemeClr val="accent1"/>
          </a:fillRef>
          <a:effectRef idx="0">
            <a:schemeClr val="accent1"/>
          </a:effectRef>
          <a:fontRef idx="minor">
            <a:schemeClr val="tx1"/>
          </a:fontRef>
        </p:style>
      </p:cxnSp>
      <p:sp>
        <p:nvSpPr>
          <p:cNvPr id="72710" name="Rectangle 5"/>
          <p:cNvSpPr>
            <a:spLocks noChangeArrowheads="1"/>
          </p:cNvSpPr>
          <p:nvPr/>
        </p:nvSpPr>
        <p:spPr bwMode="auto">
          <a:xfrm>
            <a:off x="10280651" y="4489452"/>
            <a:ext cx="1905000" cy="857249"/>
          </a:xfrm>
          <a:prstGeom prst="rect">
            <a:avLst/>
          </a:prstGeom>
          <a:solidFill>
            <a:schemeClr val="bg1"/>
          </a:solidFill>
          <a:ln>
            <a:noFill/>
          </a:ln>
          <a:extLst>
            <a:ext uri="{91240B29-F687-4F45-9708-019B960494DF}">
              <a14:hiddenLine xmlns:a14="http://schemas.microsoft.com/office/drawing/2010/main" w="25400">
                <a:solidFill>
                  <a:srgbClr val="000000"/>
                </a:solidFill>
                <a:miter lim="800000"/>
                <a:headEnd/>
                <a:tailEnd/>
              </a14:hiddenLine>
            </a:ext>
          </a:extLst>
        </p:spPr>
        <p:txBody>
          <a:bodyPr tIns="11040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400">
                <a:solidFill>
                  <a:srgbClr val="2D83F4"/>
                </a:solidFill>
                <a:latin typeface="楷体" panose="02010609060101010101" pitchFamily="49" charset="-122"/>
                <a:ea typeface="楷体" panose="02010609060101010101" pitchFamily="49" charset="-122"/>
                <a:cs typeface="Times New Roman" panose="02020603050405020304" pitchFamily="18" charset="0"/>
              </a:rPr>
              <a:t>被调用者的活动记录</a:t>
            </a:r>
          </a:p>
        </p:txBody>
      </p:sp>
      <p:sp>
        <p:nvSpPr>
          <p:cNvPr id="72711" name="Rectangle 11"/>
          <p:cNvSpPr>
            <a:spLocks noChangeArrowheads="1"/>
          </p:cNvSpPr>
          <p:nvPr/>
        </p:nvSpPr>
        <p:spPr bwMode="auto">
          <a:xfrm>
            <a:off x="7397028" y="2259103"/>
            <a:ext cx="4312373" cy="651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控制链</a:t>
            </a:r>
            <a:endParaRPr lang="en-US" altLang="zh-CN" sz="2667">
              <a:solidFill>
                <a:srgbClr val="000000"/>
              </a:solidFill>
              <a:latin typeface="楷体" panose="02010609060101010101" pitchFamily="49" charset="-122"/>
              <a:ea typeface="楷体" panose="02010609060101010101" pitchFamily="49" charset="-122"/>
              <a:cs typeface="Times New Roman" panose="02020603050405020304" pitchFamily="18" charset="0"/>
            </a:endParaRPr>
          </a:p>
          <a:p>
            <a:pP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访问链和机器状态</a:t>
            </a:r>
          </a:p>
          <a:p>
            <a:pPr algn="ctr" defTabSz="1219170" eaLnBrk="0" fontAlgn="base" hangingPunct="0">
              <a:spcBef>
                <a:spcPct val="0"/>
              </a:spcBef>
              <a:spcAft>
                <a:spcPct val="0"/>
              </a:spcAft>
            </a:pPr>
            <a:endPar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endParaRPr>
          </a:p>
        </p:txBody>
      </p:sp>
      <p:grpSp>
        <p:nvGrpSpPr>
          <p:cNvPr id="72712" name="组合 25"/>
          <p:cNvGrpSpPr>
            <a:grpSpLocks/>
          </p:cNvGrpSpPr>
          <p:nvPr/>
        </p:nvGrpSpPr>
        <p:grpSpPr bwMode="auto">
          <a:xfrm>
            <a:off x="7354994" y="1673880"/>
            <a:ext cx="3497157" cy="4312053"/>
            <a:chOff x="6000760" y="1500180"/>
            <a:chExt cx="2622886" cy="3234063"/>
          </a:xfrm>
        </p:grpSpPr>
        <p:sp>
          <p:nvSpPr>
            <p:cNvPr id="72727" name="Rectangle 5"/>
            <p:cNvSpPr>
              <a:spLocks noChangeArrowheads="1"/>
            </p:cNvSpPr>
            <p:nvPr/>
          </p:nvSpPr>
          <p:spPr bwMode="auto">
            <a:xfrm>
              <a:off x="6107276" y="1500180"/>
              <a:ext cx="2159180" cy="488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参数和返回值</a:t>
              </a:r>
            </a:p>
          </p:txBody>
        </p:sp>
        <p:sp>
          <p:nvSpPr>
            <p:cNvPr id="20504" name="Line 6"/>
            <p:cNvSpPr>
              <a:spLocks noChangeShapeType="1"/>
            </p:cNvSpPr>
            <p:nvPr/>
          </p:nvSpPr>
          <p:spPr bwMode="auto">
            <a:xfrm>
              <a:off x="6082041" y="1970386"/>
              <a:ext cx="2197115" cy="0"/>
            </a:xfrm>
            <a:prstGeom prst="line">
              <a:avLst/>
            </a:prstGeom>
            <a:noFill/>
            <a:ln w="25400">
              <a:solidFill>
                <a:schemeClr val="bg1">
                  <a:lumMod val="50000"/>
                </a:schemeClr>
              </a:solidFill>
              <a:prstDash val="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a:cs typeface="楷体_GB2312"/>
              </a:endParaRPr>
            </a:p>
          </p:txBody>
        </p:sp>
        <p:sp>
          <p:nvSpPr>
            <p:cNvPr id="20505" name="Line 10"/>
            <p:cNvSpPr>
              <a:spLocks noChangeShapeType="1"/>
            </p:cNvSpPr>
            <p:nvPr/>
          </p:nvSpPr>
          <p:spPr bwMode="auto">
            <a:xfrm>
              <a:off x="6061403" y="4284978"/>
              <a:ext cx="2195527" cy="0"/>
            </a:xfrm>
            <a:prstGeom prst="line">
              <a:avLst/>
            </a:prstGeom>
            <a:noFill/>
            <a:ln w="25400">
              <a:solidFill>
                <a:schemeClr val="bg1">
                  <a:lumMod val="50000"/>
                </a:schemeClr>
              </a:solidFill>
              <a:prstDash val="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a:cs typeface="楷体_GB2312"/>
              </a:endParaRPr>
            </a:p>
          </p:txBody>
        </p:sp>
        <p:sp>
          <p:nvSpPr>
            <p:cNvPr id="20506" name="Line 12"/>
            <p:cNvSpPr>
              <a:spLocks noChangeShapeType="1"/>
            </p:cNvSpPr>
            <p:nvPr/>
          </p:nvSpPr>
          <p:spPr bwMode="auto">
            <a:xfrm>
              <a:off x="6058228" y="3578535"/>
              <a:ext cx="2195527" cy="0"/>
            </a:xfrm>
            <a:prstGeom prst="line">
              <a:avLst/>
            </a:prstGeom>
            <a:noFill/>
            <a:ln w="25400">
              <a:solidFill>
                <a:schemeClr val="bg1">
                  <a:lumMod val="50000"/>
                </a:schemeClr>
              </a:solidFill>
              <a:prstDash val="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a:cs typeface="楷体_GB2312"/>
              </a:endParaRPr>
            </a:p>
          </p:txBody>
        </p:sp>
        <p:sp>
          <p:nvSpPr>
            <p:cNvPr id="20" name="Line 13"/>
            <p:cNvSpPr>
              <a:spLocks noChangeShapeType="1"/>
            </p:cNvSpPr>
            <p:nvPr/>
          </p:nvSpPr>
          <p:spPr bwMode="auto">
            <a:xfrm>
              <a:off x="6064578" y="3168957"/>
              <a:ext cx="2195527" cy="0"/>
            </a:xfrm>
            <a:prstGeom prst="line">
              <a:avLst/>
            </a:prstGeom>
            <a:noFill/>
            <a:ln w="25400">
              <a:solidFill>
                <a:schemeClr val="tx2">
                  <a:lumMod val="60000"/>
                  <a:lumOff val="40000"/>
                </a:schemeClr>
              </a:solidFill>
              <a:prstDash val="solid"/>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0508" name="Line 14"/>
            <p:cNvSpPr>
              <a:spLocks noChangeShapeType="1"/>
            </p:cNvSpPr>
            <p:nvPr/>
          </p:nvSpPr>
          <p:spPr bwMode="auto">
            <a:xfrm>
              <a:off x="6061403" y="2743504"/>
              <a:ext cx="2195527" cy="0"/>
            </a:xfrm>
            <a:prstGeom prst="line">
              <a:avLst/>
            </a:prstGeom>
            <a:noFill/>
            <a:ln w="25400">
              <a:solidFill>
                <a:schemeClr val="bg1">
                  <a:lumMod val="50000"/>
                </a:schemeClr>
              </a:solidFill>
              <a:prstDash val="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a:cs typeface="楷体_GB2312"/>
              </a:endParaRPr>
            </a:p>
          </p:txBody>
        </p:sp>
        <p:sp>
          <p:nvSpPr>
            <p:cNvPr id="72733" name="Rectangle 15"/>
            <p:cNvSpPr>
              <a:spLocks noChangeArrowheads="1"/>
            </p:cNvSpPr>
            <p:nvPr/>
          </p:nvSpPr>
          <p:spPr bwMode="auto">
            <a:xfrm>
              <a:off x="6000760" y="2713659"/>
              <a:ext cx="2428892" cy="488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局部数据临时数据</a:t>
              </a:r>
            </a:p>
          </p:txBody>
        </p:sp>
        <p:sp>
          <p:nvSpPr>
            <p:cNvPr id="72734" name="Rectangle 16"/>
            <p:cNvSpPr>
              <a:spLocks noChangeArrowheads="1"/>
            </p:cNvSpPr>
            <p:nvPr/>
          </p:nvSpPr>
          <p:spPr bwMode="auto">
            <a:xfrm>
              <a:off x="6130497" y="3132772"/>
              <a:ext cx="2064521" cy="488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参数和返回值</a:t>
              </a:r>
            </a:p>
          </p:txBody>
        </p:sp>
        <p:sp>
          <p:nvSpPr>
            <p:cNvPr id="72735" name="Rectangle 17"/>
            <p:cNvSpPr>
              <a:spLocks noChangeArrowheads="1"/>
            </p:cNvSpPr>
            <p:nvPr/>
          </p:nvSpPr>
          <p:spPr bwMode="auto">
            <a:xfrm>
              <a:off x="6021398" y="3530610"/>
              <a:ext cx="2602248" cy="488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控制链</a:t>
              </a:r>
              <a:endParaRPr lang="en-US" altLang="zh-CN" sz="2667">
                <a:solidFill>
                  <a:srgbClr val="000000"/>
                </a:solidFill>
                <a:latin typeface="楷体" panose="02010609060101010101" pitchFamily="49" charset="-122"/>
                <a:ea typeface="楷体" panose="02010609060101010101" pitchFamily="49" charset="-122"/>
                <a:cs typeface="Times New Roman" panose="02020603050405020304" pitchFamily="18" charset="0"/>
              </a:endParaRPr>
            </a:p>
            <a:p>
              <a:pP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访问链和机器状态</a:t>
              </a:r>
            </a:p>
          </p:txBody>
        </p:sp>
        <p:sp>
          <p:nvSpPr>
            <p:cNvPr id="72736" name="Rectangle 15"/>
            <p:cNvSpPr>
              <a:spLocks noChangeArrowheads="1"/>
            </p:cNvSpPr>
            <p:nvPr/>
          </p:nvSpPr>
          <p:spPr bwMode="auto">
            <a:xfrm>
              <a:off x="6021398" y="4245436"/>
              <a:ext cx="2428892" cy="488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rPr>
                <a:t>局部数据临时数据</a:t>
              </a:r>
            </a:p>
          </p:txBody>
        </p:sp>
        <p:sp>
          <p:nvSpPr>
            <p:cNvPr id="11" name="Rectangle 4"/>
            <p:cNvSpPr>
              <a:spLocks noChangeArrowheads="1"/>
            </p:cNvSpPr>
            <p:nvPr/>
          </p:nvSpPr>
          <p:spPr bwMode="auto">
            <a:xfrm>
              <a:off x="6037590" y="1559220"/>
              <a:ext cx="2228865" cy="3154385"/>
            </a:xfrm>
            <a:prstGeom prst="rect">
              <a:avLst/>
            </a:prstGeom>
            <a:noFill/>
            <a:ln w="25400">
              <a:solidFill>
                <a:schemeClr val="tx2">
                  <a:lumMod val="60000"/>
                  <a:lumOff val="40000"/>
                </a:schemeClr>
              </a:solidFill>
              <a:miter lim="800000"/>
              <a:headEnd/>
              <a:tailEnd/>
            </a:ln>
          </p:spPr>
          <p:txBody>
            <a:bodyPr/>
            <a:lstStyle/>
            <a:p>
              <a:pPr defTabSz="1219170" fontAlgn="base">
                <a:spcBef>
                  <a:spcPct val="0"/>
                </a:spcBef>
                <a:spcAft>
                  <a:spcPct val="0"/>
                </a:spcAft>
                <a:defRPr/>
              </a:pPr>
              <a:endParaRPr lang="zh-CN" altLang="en-US" sz="2400" dirty="0">
                <a:solidFill>
                  <a:prstClr val="black"/>
                </a:solidFill>
                <a:latin typeface="楷体" pitchFamily="49" charset="-122"/>
                <a:ea typeface="楷体" pitchFamily="49" charset="-122"/>
                <a:cs typeface="Times New Roman" pitchFamily="18" charset="0"/>
              </a:endParaRPr>
            </a:p>
          </p:txBody>
        </p:sp>
      </p:grpSp>
      <p:sp>
        <p:nvSpPr>
          <p:cNvPr id="38" name="弧形 37"/>
          <p:cNvSpPr/>
          <p:nvPr/>
        </p:nvSpPr>
        <p:spPr bwMode="auto">
          <a:xfrm rot="9398377" flipV="1">
            <a:off x="7135285" y="3181351"/>
            <a:ext cx="1350433" cy="1854200"/>
          </a:xfrm>
          <a:prstGeom prst="arc">
            <a:avLst>
              <a:gd name="adj1" fmla="val 16193764"/>
              <a:gd name="adj2" fmla="val 2057466"/>
            </a:avLst>
          </a:prstGeom>
          <a:ln w="38100">
            <a:solidFill>
              <a:schemeClr val="tx2">
                <a:lumMod val="60000"/>
                <a:lumOff val="40000"/>
              </a:schemeClr>
            </a:solidFill>
            <a:headEnd type="stealth" w="lg" len="lg"/>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sp>
        <p:nvSpPr>
          <p:cNvPr id="40" name="弧形 39"/>
          <p:cNvSpPr/>
          <p:nvPr/>
        </p:nvSpPr>
        <p:spPr bwMode="auto">
          <a:xfrm rot="10056762" flipV="1">
            <a:off x="7076018" y="1727200"/>
            <a:ext cx="349249" cy="899584"/>
          </a:xfrm>
          <a:prstGeom prst="arc">
            <a:avLst>
              <a:gd name="adj1" fmla="val 16831102"/>
              <a:gd name="adj2" fmla="val 5229498"/>
            </a:avLst>
          </a:prstGeom>
          <a:ln w="38100">
            <a:solidFill>
              <a:schemeClr val="tx2">
                <a:lumMod val="60000"/>
                <a:lumOff val="40000"/>
              </a:schemeClr>
            </a:solidFill>
            <a:headEnd type="stealth" w="lg" len="lg"/>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cxnSp>
        <p:nvCxnSpPr>
          <p:cNvPr id="41" name="直接连接符 40"/>
          <p:cNvCxnSpPr/>
          <p:nvPr/>
        </p:nvCxnSpPr>
        <p:spPr bwMode="auto">
          <a:xfrm rot="16200000" flipV="1">
            <a:off x="7183967" y="1579033"/>
            <a:ext cx="431800" cy="0"/>
          </a:xfrm>
          <a:prstGeom prst="line">
            <a:avLst/>
          </a:prstGeom>
          <a:ln w="25400">
            <a:solidFill>
              <a:schemeClr val="tx2">
                <a:lumMod val="60000"/>
                <a:lumOff val="4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bwMode="auto">
          <a:xfrm rot="16200000" flipV="1">
            <a:off x="10160000" y="1534584"/>
            <a:ext cx="431800" cy="0"/>
          </a:xfrm>
          <a:prstGeom prst="line">
            <a:avLst/>
          </a:prstGeom>
          <a:ln w="25400">
            <a:solidFill>
              <a:schemeClr val="tx2">
                <a:lumMod val="60000"/>
                <a:lumOff val="40000"/>
              </a:schemeClr>
            </a:solidFill>
            <a:prstDash val="solid"/>
          </a:ln>
        </p:spPr>
        <p:style>
          <a:lnRef idx="1">
            <a:schemeClr val="accent1"/>
          </a:lnRef>
          <a:fillRef idx="0">
            <a:schemeClr val="accent1"/>
          </a:fillRef>
          <a:effectRef idx="0">
            <a:schemeClr val="accent1"/>
          </a:effectRef>
          <a:fontRef idx="minor">
            <a:schemeClr val="tx1"/>
          </a:fontRef>
        </p:style>
      </p:cxnSp>
      <p:sp>
        <p:nvSpPr>
          <p:cNvPr id="72717" name="Rectangle 5"/>
          <p:cNvSpPr>
            <a:spLocks noChangeArrowheads="1"/>
          </p:cNvSpPr>
          <p:nvPr/>
        </p:nvSpPr>
        <p:spPr bwMode="auto">
          <a:xfrm>
            <a:off x="7497014" y="1128184"/>
            <a:ext cx="2783637" cy="651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667">
                <a:solidFill>
                  <a:srgbClr val="000000"/>
                </a:solidFill>
                <a:latin typeface="楷体" panose="02010609060101010101" pitchFamily="49" charset="-122"/>
                <a:ea typeface="楷体" panose="02010609060101010101" pitchFamily="49" charset="-122"/>
                <a:cs typeface="Times New Roman" panose="02020603050405020304" pitchFamily="18" charset="0"/>
              </a:rPr>
              <a:t>.  .  .</a:t>
            </a:r>
            <a:endParaRPr lang="zh-CN" altLang="en-US" sz="2667">
              <a:solidFill>
                <a:srgbClr val="000000"/>
              </a:solidFill>
              <a:latin typeface="楷体" panose="02010609060101010101" pitchFamily="49" charset="-122"/>
              <a:ea typeface="楷体" panose="02010609060101010101" pitchFamily="49" charset="-122"/>
              <a:cs typeface="Times New Roman" panose="02020603050405020304" pitchFamily="18" charset="0"/>
            </a:endParaRPr>
          </a:p>
        </p:txBody>
      </p:sp>
      <p:cxnSp>
        <p:nvCxnSpPr>
          <p:cNvPr id="44" name="直接连接符 43"/>
          <p:cNvCxnSpPr/>
          <p:nvPr/>
        </p:nvCxnSpPr>
        <p:spPr bwMode="auto">
          <a:xfrm rot="16200000" flipV="1">
            <a:off x="5966884" y="3767667"/>
            <a:ext cx="1007533" cy="0"/>
          </a:xfrm>
          <a:prstGeom prst="line">
            <a:avLst/>
          </a:prstGeom>
          <a:ln w="38100">
            <a:solidFill>
              <a:schemeClr val="tx2">
                <a:lumMod val="60000"/>
                <a:lumOff val="40000"/>
              </a:schemeClr>
            </a:solidFill>
            <a:prstDash val="solid"/>
            <a:headEnd type="stealth" w="lg" len="lg"/>
            <a:tailEnd type="none"/>
          </a:ln>
        </p:spPr>
        <p:style>
          <a:lnRef idx="1">
            <a:schemeClr val="accent1"/>
          </a:lnRef>
          <a:fillRef idx="0">
            <a:schemeClr val="accent1"/>
          </a:fillRef>
          <a:effectRef idx="0">
            <a:schemeClr val="accent1"/>
          </a:effectRef>
          <a:fontRef idx="minor">
            <a:schemeClr val="tx1"/>
          </a:fontRef>
        </p:style>
      </p:cxnSp>
      <p:sp>
        <p:nvSpPr>
          <p:cNvPr id="72719" name="Rectangle 5"/>
          <p:cNvSpPr>
            <a:spLocks noChangeArrowheads="1"/>
          </p:cNvSpPr>
          <p:nvPr/>
        </p:nvSpPr>
        <p:spPr bwMode="auto">
          <a:xfrm>
            <a:off x="6089651" y="2667000"/>
            <a:ext cx="762000" cy="651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667">
                <a:solidFill>
                  <a:srgbClr val="2D83F4"/>
                </a:solidFill>
                <a:latin typeface="楷体" panose="02010609060101010101" pitchFamily="49" charset="-122"/>
                <a:ea typeface="楷体" panose="02010609060101010101" pitchFamily="49" charset="-122"/>
                <a:cs typeface="Times New Roman" panose="02020603050405020304" pitchFamily="18" charset="0"/>
              </a:rPr>
              <a:t>栈</a:t>
            </a:r>
          </a:p>
        </p:txBody>
      </p:sp>
      <p:cxnSp>
        <p:nvCxnSpPr>
          <p:cNvPr id="46" name="直接连接符 45"/>
          <p:cNvCxnSpPr/>
          <p:nvPr/>
        </p:nvCxnSpPr>
        <p:spPr bwMode="auto">
          <a:xfrm rot="10800000">
            <a:off x="6896100" y="5384800"/>
            <a:ext cx="431800" cy="2117"/>
          </a:xfrm>
          <a:prstGeom prst="line">
            <a:avLst/>
          </a:prstGeom>
          <a:ln w="38100">
            <a:solidFill>
              <a:schemeClr val="tx2">
                <a:lumMod val="60000"/>
                <a:lumOff val="40000"/>
              </a:schemeClr>
            </a:solidFill>
            <a:prstDash val="solid"/>
            <a:headEnd type="stealth" w="lg" len="lg"/>
            <a:tailEnd type="none"/>
          </a:ln>
        </p:spPr>
        <p:style>
          <a:lnRef idx="1">
            <a:schemeClr val="accent1"/>
          </a:lnRef>
          <a:fillRef idx="0">
            <a:schemeClr val="accent1"/>
          </a:fillRef>
          <a:effectRef idx="0">
            <a:schemeClr val="accent1"/>
          </a:effectRef>
          <a:fontRef idx="minor">
            <a:schemeClr val="tx1"/>
          </a:fontRef>
        </p:style>
      </p:cxnSp>
      <p:sp>
        <p:nvSpPr>
          <p:cNvPr id="72721" name="Rectangle 5"/>
          <p:cNvSpPr>
            <a:spLocks noChangeArrowheads="1"/>
          </p:cNvSpPr>
          <p:nvPr/>
        </p:nvSpPr>
        <p:spPr bwMode="auto">
          <a:xfrm>
            <a:off x="5994401" y="4842934"/>
            <a:ext cx="1333500" cy="651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10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400" i="1">
                <a:solidFill>
                  <a:srgbClr val="2D83F4"/>
                </a:solidFill>
                <a:ea typeface="楷体" panose="02010609060101010101" pitchFamily="49" charset="-122"/>
                <a:cs typeface="Times New Roman" panose="02020603050405020304" pitchFamily="18" charset="0"/>
              </a:rPr>
              <a:t>top_sp</a:t>
            </a:r>
            <a:endParaRPr lang="zh-CN" altLang="en-US" sz="2400">
              <a:solidFill>
                <a:srgbClr val="2D83F4"/>
              </a:solidFill>
              <a:latin typeface="楷体" panose="02010609060101010101" pitchFamily="49" charset="-122"/>
              <a:ea typeface="楷体" panose="02010609060101010101" pitchFamily="49" charset="-122"/>
              <a:cs typeface="Times New Roman" panose="02020603050405020304" pitchFamily="18" charset="0"/>
            </a:endParaRPr>
          </a:p>
        </p:txBody>
      </p:sp>
      <p:cxnSp>
        <p:nvCxnSpPr>
          <p:cNvPr id="51" name="直接连接符 50"/>
          <p:cNvCxnSpPr/>
          <p:nvPr/>
        </p:nvCxnSpPr>
        <p:spPr bwMode="auto">
          <a:xfrm rot="16200000" flipV="1">
            <a:off x="10248900" y="2810933"/>
            <a:ext cx="2159000" cy="0"/>
          </a:xfrm>
          <a:prstGeom prst="line">
            <a:avLst/>
          </a:prstGeom>
          <a:ln w="38100">
            <a:solidFill>
              <a:schemeClr val="tx2">
                <a:lumMod val="60000"/>
                <a:lumOff val="40000"/>
              </a:schemeClr>
            </a:solidFill>
            <a:prstDash val="solid"/>
            <a:headEnd type="stealth"/>
            <a:tailEnd type="triangle"/>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bwMode="auto">
          <a:xfrm rot="10800000">
            <a:off x="11114617" y="1765300"/>
            <a:ext cx="431800" cy="2117"/>
          </a:xfrm>
          <a:prstGeom prst="line">
            <a:avLst/>
          </a:prstGeom>
          <a:ln w="254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72724" name="Rectangle 5"/>
          <p:cNvSpPr>
            <a:spLocks noChangeArrowheads="1"/>
          </p:cNvSpPr>
          <p:nvPr/>
        </p:nvSpPr>
        <p:spPr bwMode="auto">
          <a:xfrm>
            <a:off x="10545234" y="2461685"/>
            <a:ext cx="1545167" cy="857249"/>
          </a:xfrm>
          <a:prstGeom prst="rect">
            <a:avLst/>
          </a:prstGeom>
          <a:solidFill>
            <a:schemeClr val="bg1"/>
          </a:solidFill>
          <a:ln>
            <a:noFill/>
          </a:ln>
          <a:extLst>
            <a:ext uri="{91240B29-F687-4F45-9708-019B960494DF}">
              <a14:hiddenLine xmlns:a14="http://schemas.microsoft.com/office/drawing/2010/main" w="25400">
                <a:solidFill>
                  <a:srgbClr val="000000"/>
                </a:solidFill>
                <a:miter lim="800000"/>
                <a:headEnd/>
                <a:tailEnd/>
              </a14:hiddenLine>
            </a:ext>
          </a:extLst>
        </p:spPr>
        <p:txBody>
          <a:bodyPr tIns="11040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400">
                <a:solidFill>
                  <a:srgbClr val="2D83F4"/>
                </a:solidFill>
                <a:latin typeface="楷体" panose="02010609060101010101" pitchFamily="49" charset="-122"/>
                <a:ea typeface="楷体" panose="02010609060101010101" pitchFamily="49" charset="-122"/>
                <a:cs typeface="Times New Roman" panose="02020603050405020304" pitchFamily="18" charset="0"/>
              </a:rPr>
              <a:t>调用者的活动记录</a:t>
            </a:r>
          </a:p>
        </p:txBody>
      </p:sp>
      <p:cxnSp>
        <p:nvCxnSpPr>
          <p:cNvPr id="54" name="直接连接符 53"/>
          <p:cNvCxnSpPr/>
          <p:nvPr/>
        </p:nvCxnSpPr>
        <p:spPr bwMode="auto">
          <a:xfrm rot="10800000">
            <a:off x="11110384" y="3890434"/>
            <a:ext cx="431800" cy="2117"/>
          </a:xfrm>
          <a:prstGeom prst="line">
            <a:avLst/>
          </a:prstGeom>
          <a:ln w="254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bwMode="auto">
          <a:xfrm rot="10800000">
            <a:off x="11110384" y="5985934"/>
            <a:ext cx="431800" cy="2117"/>
          </a:xfrm>
          <a:prstGeom prst="line">
            <a:avLst/>
          </a:prstGeom>
          <a:ln w="254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876547">
                                            <p:txEl>
                                              <p:pRg st="0" end="0"/>
                                            </p:txEl>
                                          </p:spTgt>
                                        </p:tgtEl>
                                        <p:attrNameLst>
                                          <p:attrName>style.visibility</p:attrName>
                                        </p:attrNameLst>
                                      </p:cBhvr>
                                      <p:to>
                                        <p:strVal val="visible"/>
                                      </p:to>
                                    </p:set>
                                    <p:anim calcmode="lin" valueType="num">
                                      <p:cBhvr>
                                        <p:cTn id="7" dur="500" fill="hold"/>
                                        <p:tgtEl>
                                          <p:spTgt spid="87654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87654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876547">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nodeType="clickEffect">
                                  <p:stCondLst>
                                    <p:cond delay="0"/>
                                  </p:stCondLst>
                                  <p:childTnLst>
                                    <p:set>
                                      <p:cBhvr>
                                        <p:cTn id="13" dur="1" fill="hold">
                                          <p:stCondLst>
                                            <p:cond delay="0"/>
                                          </p:stCondLst>
                                        </p:cTn>
                                        <p:tgtEl>
                                          <p:spTgt spid="876547">
                                            <p:txEl>
                                              <p:pRg st="1" end="1"/>
                                            </p:txEl>
                                          </p:spTgt>
                                        </p:tgtEl>
                                        <p:attrNameLst>
                                          <p:attrName>style.visibility</p:attrName>
                                        </p:attrNameLst>
                                      </p:cBhvr>
                                      <p:to>
                                        <p:strVal val="visible"/>
                                      </p:to>
                                    </p:set>
                                    <p:anim calcmode="lin" valueType="num">
                                      <p:cBhvr>
                                        <p:cTn id="14" dur="500" fill="hold"/>
                                        <p:tgtEl>
                                          <p:spTgt spid="876547">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876547">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876547">
                                            <p:txEl>
                                              <p:pRg st="1" end="1"/>
                                            </p:txEl>
                                          </p:spTgt>
                                        </p:tgtEl>
                                      </p:cBhvr>
                                    </p:animEffect>
                                  </p:childTnLst>
                                </p:cTn>
                              </p:par>
                              <p:par>
                                <p:cTn id="17" presetID="53" presetClass="entr" presetSubtype="0" fill="hold" nodeType="withEffect">
                                  <p:stCondLst>
                                    <p:cond delay="0"/>
                                  </p:stCondLst>
                                  <p:childTnLst>
                                    <p:set>
                                      <p:cBhvr>
                                        <p:cTn id="18" dur="1" fill="hold">
                                          <p:stCondLst>
                                            <p:cond delay="0"/>
                                          </p:stCondLst>
                                        </p:cTn>
                                        <p:tgtEl>
                                          <p:spTgt spid="876547">
                                            <p:txEl>
                                              <p:pRg st="2" end="2"/>
                                            </p:txEl>
                                          </p:spTgt>
                                        </p:tgtEl>
                                        <p:attrNameLst>
                                          <p:attrName>style.visibility</p:attrName>
                                        </p:attrNameLst>
                                      </p:cBhvr>
                                      <p:to>
                                        <p:strVal val="visible"/>
                                      </p:to>
                                    </p:set>
                                    <p:anim calcmode="lin" valueType="num">
                                      <p:cBhvr>
                                        <p:cTn id="19" dur="500" fill="hold"/>
                                        <p:tgtEl>
                                          <p:spTgt spid="876547">
                                            <p:txEl>
                                              <p:pRg st="2" end="2"/>
                                            </p:txEl>
                                          </p:spTgt>
                                        </p:tgtEl>
                                        <p:attrNameLst>
                                          <p:attrName>ppt_w</p:attrName>
                                        </p:attrNameLst>
                                      </p:cBhvr>
                                      <p:tavLst>
                                        <p:tav tm="0">
                                          <p:val>
                                            <p:fltVal val="0"/>
                                          </p:val>
                                        </p:tav>
                                        <p:tav tm="100000">
                                          <p:val>
                                            <p:strVal val="#ppt_w"/>
                                          </p:val>
                                        </p:tav>
                                      </p:tavLst>
                                    </p:anim>
                                    <p:anim calcmode="lin" valueType="num">
                                      <p:cBhvr>
                                        <p:cTn id="20" dur="500" fill="hold"/>
                                        <p:tgtEl>
                                          <p:spTgt spid="876547">
                                            <p:txEl>
                                              <p:pRg st="2" end="2"/>
                                            </p:txEl>
                                          </p:spTgt>
                                        </p:tgtEl>
                                        <p:attrNameLst>
                                          <p:attrName>ppt_h</p:attrName>
                                        </p:attrNameLst>
                                      </p:cBhvr>
                                      <p:tavLst>
                                        <p:tav tm="0">
                                          <p:val>
                                            <p:fltVal val="0"/>
                                          </p:val>
                                        </p:tav>
                                        <p:tav tm="100000">
                                          <p:val>
                                            <p:strVal val="#ppt_h"/>
                                          </p:val>
                                        </p:tav>
                                      </p:tavLst>
                                    </p:anim>
                                    <p:animEffect transition="in" filter="fade">
                                      <p:cBhvr>
                                        <p:cTn id="21" dur="500"/>
                                        <p:tgtEl>
                                          <p:spTgt spid="876547">
                                            <p:txEl>
                                              <p:pRg st="2" end="2"/>
                                            </p:txEl>
                                          </p:spTgt>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0" fill="hold" nodeType="clickEffect">
                                  <p:stCondLst>
                                    <p:cond delay="0"/>
                                  </p:stCondLst>
                                  <p:childTnLst>
                                    <p:set>
                                      <p:cBhvr>
                                        <p:cTn id="25" dur="1" fill="hold">
                                          <p:stCondLst>
                                            <p:cond delay="0"/>
                                          </p:stCondLst>
                                        </p:cTn>
                                        <p:tgtEl>
                                          <p:spTgt spid="876547">
                                            <p:txEl>
                                              <p:pRg st="3" end="3"/>
                                            </p:txEl>
                                          </p:spTgt>
                                        </p:tgtEl>
                                        <p:attrNameLst>
                                          <p:attrName>style.visibility</p:attrName>
                                        </p:attrNameLst>
                                      </p:cBhvr>
                                      <p:to>
                                        <p:strVal val="visible"/>
                                      </p:to>
                                    </p:set>
                                    <p:anim calcmode="lin" valueType="num">
                                      <p:cBhvr>
                                        <p:cTn id="26" dur="500" fill="hold"/>
                                        <p:tgtEl>
                                          <p:spTgt spid="876547">
                                            <p:txEl>
                                              <p:pRg st="3" end="3"/>
                                            </p:txEl>
                                          </p:spTgt>
                                        </p:tgtEl>
                                        <p:attrNameLst>
                                          <p:attrName>ppt_w</p:attrName>
                                        </p:attrNameLst>
                                      </p:cBhvr>
                                      <p:tavLst>
                                        <p:tav tm="0">
                                          <p:val>
                                            <p:fltVal val="0"/>
                                          </p:val>
                                        </p:tav>
                                        <p:tav tm="100000">
                                          <p:val>
                                            <p:strVal val="#ppt_w"/>
                                          </p:val>
                                        </p:tav>
                                      </p:tavLst>
                                    </p:anim>
                                    <p:anim calcmode="lin" valueType="num">
                                      <p:cBhvr>
                                        <p:cTn id="27" dur="500" fill="hold"/>
                                        <p:tgtEl>
                                          <p:spTgt spid="876547">
                                            <p:txEl>
                                              <p:pRg st="3" end="3"/>
                                            </p:txEl>
                                          </p:spTgt>
                                        </p:tgtEl>
                                        <p:attrNameLst>
                                          <p:attrName>ppt_h</p:attrName>
                                        </p:attrNameLst>
                                      </p:cBhvr>
                                      <p:tavLst>
                                        <p:tav tm="0">
                                          <p:val>
                                            <p:fltVal val="0"/>
                                          </p:val>
                                        </p:tav>
                                        <p:tav tm="100000">
                                          <p:val>
                                            <p:strVal val="#ppt_h"/>
                                          </p:val>
                                        </p:tav>
                                      </p:tavLst>
                                    </p:anim>
                                    <p:animEffect transition="in" filter="fade">
                                      <p:cBhvr>
                                        <p:cTn id="28" dur="500"/>
                                        <p:tgtEl>
                                          <p:spTgt spid="876547">
                                            <p:txEl>
                                              <p:pRg st="3" end="3"/>
                                            </p:txEl>
                                          </p:spTgt>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876547">
                                            <p:txEl>
                                              <p:pRg st="4" end="4"/>
                                            </p:txEl>
                                          </p:spTgt>
                                        </p:tgtEl>
                                        <p:attrNameLst>
                                          <p:attrName>style.visibility</p:attrName>
                                        </p:attrNameLst>
                                      </p:cBhvr>
                                      <p:to>
                                        <p:strVal val="visible"/>
                                      </p:to>
                                    </p:set>
                                    <p:anim calcmode="lin" valueType="num">
                                      <p:cBhvr>
                                        <p:cTn id="33" dur="500" fill="hold"/>
                                        <p:tgtEl>
                                          <p:spTgt spid="876547">
                                            <p:txEl>
                                              <p:pRg st="4" end="4"/>
                                            </p:txEl>
                                          </p:spTgt>
                                        </p:tgtEl>
                                        <p:attrNameLst>
                                          <p:attrName>ppt_w</p:attrName>
                                        </p:attrNameLst>
                                      </p:cBhvr>
                                      <p:tavLst>
                                        <p:tav tm="0">
                                          <p:val>
                                            <p:fltVal val="0"/>
                                          </p:val>
                                        </p:tav>
                                        <p:tav tm="100000">
                                          <p:val>
                                            <p:strVal val="#ppt_w"/>
                                          </p:val>
                                        </p:tav>
                                      </p:tavLst>
                                    </p:anim>
                                    <p:anim calcmode="lin" valueType="num">
                                      <p:cBhvr>
                                        <p:cTn id="34" dur="500" fill="hold"/>
                                        <p:tgtEl>
                                          <p:spTgt spid="876547">
                                            <p:txEl>
                                              <p:pRg st="4" end="4"/>
                                            </p:txEl>
                                          </p:spTgt>
                                        </p:tgtEl>
                                        <p:attrNameLst>
                                          <p:attrName>ppt_h</p:attrName>
                                        </p:attrNameLst>
                                      </p:cBhvr>
                                      <p:tavLst>
                                        <p:tav tm="0">
                                          <p:val>
                                            <p:fltVal val="0"/>
                                          </p:val>
                                        </p:tav>
                                        <p:tav tm="100000">
                                          <p:val>
                                            <p:strVal val="#ppt_h"/>
                                          </p:val>
                                        </p:tav>
                                      </p:tavLst>
                                    </p:anim>
                                    <p:animEffect transition="in" filter="fade">
                                      <p:cBhvr>
                                        <p:cTn id="35" dur="500"/>
                                        <p:tgtEl>
                                          <p:spTgt spid="87654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3" name="Rectangle 3"/>
          <p:cNvSpPr>
            <a:spLocks noGrp="1" noChangeArrowheads="1"/>
          </p:cNvSpPr>
          <p:nvPr>
            <p:ph idx="1"/>
          </p:nvPr>
        </p:nvSpPr>
        <p:spPr>
          <a:xfrm>
            <a:off x="571500" y="1047751"/>
            <a:ext cx="11237384" cy="4301067"/>
          </a:xfrm>
        </p:spPr>
        <p:txBody>
          <a:bodyPr/>
          <a:lstStyle/>
          <a:p>
            <a:pPr eaLnBrk="1" hangingPunct="1">
              <a:lnSpc>
                <a:spcPts val="4000"/>
              </a:lnSpc>
              <a:buClrTx/>
              <a:buFont typeface="Wingdings" pitchFamily="2" charset="2"/>
              <a:buChar char="Ø"/>
              <a:defRPr/>
            </a:pPr>
            <a:r>
              <a:rPr lang="zh-CN" altLang="en-US" sz="3333" b="1" dirty="0">
                <a:solidFill>
                  <a:schemeClr val="tx1"/>
                </a:solidFill>
                <a:cs typeface="Times New Roman" pitchFamily="18" charset="0"/>
              </a:rPr>
              <a:t>过程</a:t>
            </a:r>
            <a:r>
              <a:rPr lang="zh-CN" altLang="en-US" sz="3333" b="1" dirty="0">
                <a:solidFill>
                  <a:schemeClr val="tx2">
                    <a:lumMod val="60000"/>
                    <a:lumOff val="40000"/>
                  </a:schemeClr>
                </a:solidFill>
                <a:cs typeface="Times New Roman" pitchFamily="18" charset="0"/>
              </a:rPr>
              <a:t>调用</a:t>
            </a:r>
            <a:r>
              <a:rPr lang="zh-CN" altLang="en-US" sz="3333" b="1" dirty="0">
                <a:solidFill>
                  <a:schemeClr val="tx1"/>
                </a:solidFill>
                <a:cs typeface="Times New Roman" pitchFamily="18" charset="0"/>
              </a:rPr>
              <a:t>和过程</a:t>
            </a:r>
            <a:r>
              <a:rPr lang="zh-CN" altLang="en-US" sz="3333" b="1" dirty="0">
                <a:solidFill>
                  <a:schemeClr val="tx2">
                    <a:lumMod val="60000"/>
                    <a:lumOff val="40000"/>
                  </a:schemeClr>
                </a:solidFill>
                <a:cs typeface="Times New Roman" pitchFamily="18" charset="0"/>
              </a:rPr>
              <a:t>返回</a:t>
            </a:r>
            <a:r>
              <a:rPr lang="zh-CN" altLang="en-US" sz="3333" b="1" dirty="0">
                <a:solidFill>
                  <a:schemeClr val="tx1"/>
                </a:solidFill>
                <a:cs typeface="Times New Roman" pitchFamily="18" charset="0"/>
              </a:rPr>
              <a:t>都需要执行一些</a:t>
            </a:r>
            <a:r>
              <a:rPr lang="zh-CN" altLang="en-US" sz="3333" b="1" dirty="0">
                <a:solidFill>
                  <a:schemeClr val="tx2">
                    <a:lumMod val="60000"/>
                    <a:lumOff val="40000"/>
                  </a:schemeClr>
                </a:solidFill>
                <a:cs typeface="Times New Roman" pitchFamily="18" charset="0"/>
              </a:rPr>
              <a:t>代码</a:t>
            </a:r>
            <a:r>
              <a:rPr lang="zh-CN" altLang="en-US" sz="3333" b="1" dirty="0">
                <a:solidFill>
                  <a:schemeClr val="tx1"/>
                </a:solidFill>
                <a:cs typeface="Times New Roman" pitchFamily="18" charset="0"/>
              </a:rPr>
              <a:t>来管理活动记录栈，保存或恢复机器状态等</a:t>
            </a:r>
            <a:endParaRPr lang="en-US" altLang="zh-CN" sz="3333" b="1" dirty="0">
              <a:solidFill>
                <a:schemeClr val="tx1"/>
              </a:solidFill>
              <a:cs typeface="Times New Roman" pitchFamily="18" charset="0"/>
            </a:endParaRPr>
          </a:p>
          <a:p>
            <a:pPr lvl="1" algn="just" eaLnBrk="1" hangingPunct="1">
              <a:lnSpc>
                <a:spcPts val="4000"/>
              </a:lnSpc>
              <a:buClrTx/>
              <a:buFont typeface="Wingdings" pitchFamily="2" charset="2"/>
              <a:buChar char="Ø"/>
              <a:defRPr/>
            </a:pPr>
            <a:r>
              <a:rPr lang="zh-CN" altLang="en-US" b="1" dirty="0">
                <a:solidFill>
                  <a:schemeClr val="tx1"/>
                </a:solidFill>
                <a:latin typeface="楷体" pitchFamily="49" charset="-122"/>
                <a:cs typeface="Times New Roman" pitchFamily="18" charset="0"/>
              </a:rPr>
              <a:t>调用序列</a:t>
            </a:r>
            <a:endParaRPr lang="en-US" altLang="zh-CN" b="1" dirty="0">
              <a:solidFill>
                <a:schemeClr val="tx1"/>
              </a:solidFill>
              <a:latin typeface="楷体" pitchFamily="49" charset="-122"/>
              <a:cs typeface="Times New Roman" pitchFamily="18" charset="0"/>
            </a:endParaRPr>
          </a:p>
          <a:p>
            <a:pPr lvl="2">
              <a:lnSpc>
                <a:spcPts val="4000"/>
              </a:lnSpc>
              <a:buClrTx/>
              <a:buFont typeface="Wingdings" pitchFamily="2" charset="2"/>
              <a:buChar char="Ø"/>
              <a:defRPr/>
            </a:pPr>
            <a:r>
              <a:rPr lang="zh-CN" altLang="en-US" sz="2933" b="1" dirty="0">
                <a:solidFill>
                  <a:schemeClr val="tx1"/>
                </a:solidFill>
                <a:latin typeface="楷体" pitchFamily="49" charset="-122"/>
                <a:cs typeface="Times New Roman" pitchFamily="18" charset="0"/>
              </a:rPr>
              <a:t>实现过程调用的代码段。为一个活动记录在栈中分配空间，并在此记录的字段中填写信息</a:t>
            </a:r>
            <a:endParaRPr lang="zh-CN" altLang="en-US" sz="2933" b="1" dirty="0">
              <a:solidFill>
                <a:schemeClr val="tx1"/>
              </a:solidFill>
              <a:latin typeface="楷体" pitchFamily="49" charset="-122"/>
            </a:endParaRPr>
          </a:p>
          <a:p>
            <a:pPr lvl="1" algn="just" eaLnBrk="1" hangingPunct="1">
              <a:lnSpc>
                <a:spcPts val="4000"/>
              </a:lnSpc>
              <a:buClrTx/>
              <a:buFont typeface="Wingdings" pitchFamily="2" charset="2"/>
              <a:buChar char="Ø"/>
              <a:defRPr/>
            </a:pPr>
            <a:r>
              <a:rPr lang="zh-CN" altLang="en-US" b="1" dirty="0">
                <a:solidFill>
                  <a:schemeClr val="tx1"/>
                </a:solidFill>
                <a:latin typeface="楷体" pitchFamily="49" charset="-122"/>
              </a:rPr>
              <a:t>返回序列</a:t>
            </a:r>
            <a:endParaRPr lang="en-US" altLang="zh-CN" b="1" dirty="0">
              <a:solidFill>
                <a:schemeClr val="tx1"/>
              </a:solidFill>
              <a:latin typeface="楷体" pitchFamily="49" charset="-122"/>
            </a:endParaRPr>
          </a:p>
          <a:p>
            <a:pPr lvl="2" algn="just" eaLnBrk="1" hangingPunct="1">
              <a:lnSpc>
                <a:spcPts val="4000"/>
              </a:lnSpc>
              <a:buClrTx/>
              <a:buFont typeface="Wingdings" pitchFamily="2" charset="2"/>
              <a:buChar char="Ø"/>
              <a:defRPr/>
            </a:pPr>
            <a:r>
              <a:rPr lang="zh-CN" altLang="en-US" sz="2933" b="1" dirty="0">
                <a:solidFill>
                  <a:schemeClr val="tx1"/>
                </a:solidFill>
                <a:latin typeface="楷体" pitchFamily="49" charset="-122"/>
              </a:rPr>
              <a:t>恢复机器状态，使得调用过程能够在调用结束之后继续执行</a:t>
            </a:r>
          </a:p>
          <a:p>
            <a:pPr lvl="1">
              <a:lnSpc>
                <a:spcPts val="4000"/>
              </a:lnSpc>
              <a:buClrTx/>
              <a:buFont typeface="Wingdings" pitchFamily="2" charset="2"/>
              <a:buChar char="Ø"/>
              <a:defRPr/>
            </a:pPr>
            <a:r>
              <a:rPr lang="zh-CN" altLang="en-US" b="1" dirty="0">
                <a:solidFill>
                  <a:schemeClr val="tx1"/>
                </a:solidFill>
              </a:rPr>
              <a:t>一个调用代码序列中的</a:t>
            </a:r>
            <a:r>
              <a:rPr lang="zh-CN" altLang="en-US" b="1" dirty="0">
                <a:solidFill>
                  <a:schemeClr val="tx2">
                    <a:lumMod val="60000"/>
                    <a:lumOff val="40000"/>
                  </a:schemeClr>
                </a:solidFill>
              </a:rPr>
              <a:t>代码</a:t>
            </a:r>
            <a:r>
              <a:rPr lang="zh-CN" altLang="en-US" b="1" dirty="0">
                <a:solidFill>
                  <a:schemeClr val="tx1"/>
                </a:solidFill>
              </a:rPr>
              <a:t>通常被</a:t>
            </a:r>
            <a:r>
              <a:rPr lang="zh-CN" altLang="en-US" b="1" dirty="0">
                <a:solidFill>
                  <a:schemeClr val="tx2">
                    <a:lumMod val="60000"/>
                    <a:lumOff val="40000"/>
                  </a:schemeClr>
                </a:solidFill>
              </a:rPr>
              <a:t>分割</a:t>
            </a:r>
            <a:r>
              <a:rPr lang="zh-CN" altLang="en-US" b="1" dirty="0">
                <a:solidFill>
                  <a:schemeClr val="tx1"/>
                </a:solidFill>
              </a:rPr>
              <a:t>到调用过程（调用者）和被调用过程（被调用者）中。返回序列也是如此</a:t>
            </a:r>
            <a:endParaRPr lang="zh-CN" altLang="en-US" b="1" dirty="0">
              <a:solidFill>
                <a:schemeClr val="tx1"/>
              </a:solidFill>
              <a:ea typeface="楷体_GB2312" pitchFamily="49" charset="-122"/>
            </a:endParaRPr>
          </a:p>
        </p:txBody>
      </p:sp>
      <p:sp>
        <p:nvSpPr>
          <p:cNvPr id="74755"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调用序列和返回序列</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30723">
                                            <p:txEl>
                                              <p:pRg st="1" end="1"/>
                                            </p:txEl>
                                          </p:spTgt>
                                        </p:tgtEl>
                                        <p:attrNameLst>
                                          <p:attrName>style.visibility</p:attrName>
                                        </p:attrNameLst>
                                      </p:cBhvr>
                                      <p:to>
                                        <p:strVal val="visible"/>
                                      </p:to>
                                    </p:set>
                                    <p:anim calcmode="lin" valueType="num">
                                      <p:cBhvr>
                                        <p:cTn id="7" dur="500" fill="hold"/>
                                        <p:tgtEl>
                                          <p:spTgt spid="30723">
                                            <p:txEl>
                                              <p:pRg st="1" end="1"/>
                                            </p:txEl>
                                          </p:spTgt>
                                        </p:tgtEl>
                                        <p:attrNameLst>
                                          <p:attrName>ppt_w</p:attrName>
                                        </p:attrNameLst>
                                      </p:cBhvr>
                                      <p:tavLst>
                                        <p:tav tm="0">
                                          <p:val>
                                            <p:fltVal val="0"/>
                                          </p:val>
                                        </p:tav>
                                        <p:tav tm="100000">
                                          <p:val>
                                            <p:strVal val="#ppt_w"/>
                                          </p:val>
                                        </p:tav>
                                      </p:tavLst>
                                    </p:anim>
                                    <p:anim calcmode="lin" valueType="num">
                                      <p:cBhvr>
                                        <p:cTn id="8" dur="500" fill="hold"/>
                                        <p:tgtEl>
                                          <p:spTgt spid="30723">
                                            <p:txEl>
                                              <p:pRg st="1" end="1"/>
                                            </p:txEl>
                                          </p:spTgt>
                                        </p:tgtEl>
                                        <p:attrNameLst>
                                          <p:attrName>ppt_h</p:attrName>
                                        </p:attrNameLst>
                                      </p:cBhvr>
                                      <p:tavLst>
                                        <p:tav tm="0">
                                          <p:val>
                                            <p:fltVal val="0"/>
                                          </p:val>
                                        </p:tav>
                                        <p:tav tm="100000">
                                          <p:val>
                                            <p:strVal val="#ppt_h"/>
                                          </p:val>
                                        </p:tav>
                                      </p:tavLst>
                                    </p:anim>
                                    <p:animEffect transition="in" filter="fade">
                                      <p:cBhvr>
                                        <p:cTn id="9" dur="500"/>
                                        <p:tgtEl>
                                          <p:spTgt spid="30723">
                                            <p:txEl>
                                              <p:pRg st="1" end="1"/>
                                            </p:txEl>
                                          </p:spTgt>
                                        </p:tgtEl>
                                      </p:cBhvr>
                                    </p:animEffect>
                                  </p:childTnLst>
                                </p:cTn>
                              </p:par>
                              <p:par>
                                <p:cTn id="10" presetID="53" presetClass="entr" presetSubtype="0" fill="hold" nodeType="withEffect">
                                  <p:stCondLst>
                                    <p:cond delay="0"/>
                                  </p:stCondLst>
                                  <p:childTnLst>
                                    <p:set>
                                      <p:cBhvr>
                                        <p:cTn id="11" dur="1" fill="hold">
                                          <p:stCondLst>
                                            <p:cond delay="0"/>
                                          </p:stCondLst>
                                        </p:cTn>
                                        <p:tgtEl>
                                          <p:spTgt spid="30723">
                                            <p:txEl>
                                              <p:pRg st="2" end="2"/>
                                            </p:txEl>
                                          </p:spTgt>
                                        </p:tgtEl>
                                        <p:attrNameLst>
                                          <p:attrName>style.visibility</p:attrName>
                                        </p:attrNameLst>
                                      </p:cBhvr>
                                      <p:to>
                                        <p:strVal val="visible"/>
                                      </p:to>
                                    </p:set>
                                    <p:anim calcmode="lin" valueType="num">
                                      <p:cBhvr>
                                        <p:cTn id="12" dur="500" fill="hold"/>
                                        <p:tgtEl>
                                          <p:spTgt spid="30723">
                                            <p:txEl>
                                              <p:pRg st="2" end="2"/>
                                            </p:txEl>
                                          </p:spTgt>
                                        </p:tgtEl>
                                        <p:attrNameLst>
                                          <p:attrName>ppt_w</p:attrName>
                                        </p:attrNameLst>
                                      </p:cBhvr>
                                      <p:tavLst>
                                        <p:tav tm="0">
                                          <p:val>
                                            <p:fltVal val="0"/>
                                          </p:val>
                                        </p:tav>
                                        <p:tav tm="100000">
                                          <p:val>
                                            <p:strVal val="#ppt_w"/>
                                          </p:val>
                                        </p:tav>
                                      </p:tavLst>
                                    </p:anim>
                                    <p:anim calcmode="lin" valueType="num">
                                      <p:cBhvr>
                                        <p:cTn id="13" dur="500" fill="hold"/>
                                        <p:tgtEl>
                                          <p:spTgt spid="30723">
                                            <p:txEl>
                                              <p:pRg st="2" end="2"/>
                                            </p:txEl>
                                          </p:spTgt>
                                        </p:tgtEl>
                                        <p:attrNameLst>
                                          <p:attrName>ppt_h</p:attrName>
                                        </p:attrNameLst>
                                      </p:cBhvr>
                                      <p:tavLst>
                                        <p:tav tm="0">
                                          <p:val>
                                            <p:fltVal val="0"/>
                                          </p:val>
                                        </p:tav>
                                        <p:tav tm="100000">
                                          <p:val>
                                            <p:strVal val="#ppt_h"/>
                                          </p:val>
                                        </p:tav>
                                      </p:tavLst>
                                    </p:anim>
                                    <p:animEffect transition="in" filter="fade">
                                      <p:cBhvr>
                                        <p:cTn id="14" dur="500"/>
                                        <p:tgtEl>
                                          <p:spTgt spid="30723">
                                            <p:txEl>
                                              <p:pRg st="2" end="2"/>
                                            </p:txEl>
                                          </p:spTgt>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0" fill="hold" nodeType="clickEffect">
                                  <p:stCondLst>
                                    <p:cond delay="0"/>
                                  </p:stCondLst>
                                  <p:childTnLst>
                                    <p:set>
                                      <p:cBhvr>
                                        <p:cTn id="18" dur="1" fill="hold">
                                          <p:stCondLst>
                                            <p:cond delay="0"/>
                                          </p:stCondLst>
                                        </p:cTn>
                                        <p:tgtEl>
                                          <p:spTgt spid="30723">
                                            <p:txEl>
                                              <p:pRg st="3" end="3"/>
                                            </p:txEl>
                                          </p:spTgt>
                                        </p:tgtEl>
                                        <p:attrNameLst>
                                          <p:attrName>style.visibility</p:attrName>
                                        </p:attrNameLst>
                                      </p:cBhvr>
                                      <p:to>
                                        <p:strVal val="visible"/>
                                      </p:to>
                                    </p:set>
                                    <p:anim calcmode="lin" valueType="num">
                                      <p:cBhvr>
                                        <p:cTn id="19" dur="500" fill="hold"/>
                                        <p:tgtEl>
                                          <p:spTgt spid="30723">
                                            <p:txEl>
                                              <p:pRg st="3" end="3"/>
                                            </p:txEl>
                                          </p:spTgt>
                                        </p:tgtEl>
                                        <p:attrNameLst>
                                          <p:attrName>ppt_w</p:attrName>
                                        </p:attrNameLst>
                                      </p:cBhvr>
                                      <p:tavLst>
                                        <p:tav tm="0">
                                          <p:val>
                                            <p:fltVal val="0"/>
                                          </p:val>
                                        </p:tav>
                                        <p:tav tm="100000">
                                          <p:val>
                                            <p:strVal val="#ppt_w"/>
                                          </p:val>
                                        </p:tav>
                                      </p:tavLst>
                                    </p:anim>
                                    <p:anim calcmode="lin" valueType="num">
                                      <p:cBhvr>
                                        <p:cTn id="20" dur="500" fill="hold"/>
                                        <p:tgtEl>
                                          <p:spTgt spid="30723">
                                            <p:txEl>
                                              <p:pRg st="3" end="3"/>
                                            </p:txEl>
                                          </p:spTgt>
                                        </p:tgtEl>
                                        <p:attrNameLst>
                                          <p:attrName>ppt_h</p:attrName>
                                        </p:attrNameLst>
                                      </p:cBhvr>
                                      <p:tavLst>
                                        <p:tav tm="0">
                                          <p:val>
                                            <p:fltVal val="0"/>
                                          </p:val>
                                        </p:tav>
                                        <p:tav tm="100000">
                                          <p:val>
                                            <p:strVal val="#ppt_h"/>
                                          </p:val>
                                        </p:tav>
                                      </p:tavLst>
                                    </p:anim>
                                    <p:animEffect transition="in" filter="fade">
                                      <p:cBhvr>
                                        <p:cTn id="21" dur="500"/>
                                        <p:tgtEl>
                                          <p:spTgt spid="30723">
                                            <p:txEl>
                                              <p:pRg st="3" end="3"/>
                                            </p:txEl>
                                          </p:spTgt>
                                        </p:tgtEl>
                                      </p:cBhvr>
                                    </p:animEffect>
                                  </p:childTnLst>
                                </p:cTn>
                              </p:par>
                              <p:par>
                                <p:cTn id="22" presetID="53" presetClass="entr" presetSubtype="0" fill="hold" nodeType="withEffect">
                                  <p:stCondLst>
                                    <p:cond delay="0"/>
                                  </p:stCondLst>
                                  <p:childTnLst>
                                    <p:set>
                                      <p:cBhvr>
                                        <p:cTn id="23" dur="1" fill="hold">
                                          <p:stCondLst>
                                            <p:cond delay="0"/>
                                          </p:stCondLst>
                                        </p:cTn>
                                        <p:tgtEl>
                                          <p:spTgt spid="30723">
                                            <p:txEl>
                                              <p:pRg st="4" end="4"/>
                                            </p:txEl>
                                          </p:spTgt>
                                        </p:tgtEl>
                                        <p:attrNameLst>
                                          <p:attrName>style.visibility</p:attrName>
                                        </p:attrNameLst>
                                      </p:cBhvr>
                                      <p:to>
                                        <p:strVal val="visible"/>
                                      </p:to>
                                    </p:set>
                                    <p:anim calcmode="lin" valueType="num">
                                      <p:cBhvr>
                                        <p:cTn id="24" dur="500" fill="hold"/>
                                        <p:tgtEl>
                                          <p:spTgt spid="30723">
                                            <p:txEl>
                                              <p:pRg st="4" end="4"/>
                                            </p:txEl>
                                          </p:spTgt>
                                        </p:tgtEl>
                                        <p:attrNameLst>
                                          <p:attrName>ppt_w</p:attrName>
                                        </p:attrNameLst>
                                      </p:cBhvr>
                                      <p:tavLst>
                                        <p:tav tm="0">
                                          <p:val>
                                            <p:fltVal val="0"/>
                                          </p:val>
                                        </p:tav>
                                        <p:tav tm="100000">
                                          <p:val>
                                            <p:strVal val="#ppt_w"/>
                                          </p:val>
                                        </p:tav>
                                      </p:tavLst>
                                    </p:anim>
                                    <p:anim calcmode="lin" valueType="num">
                                      <p:cBhvr>
                                        <p:cTn id="25" dur="500" fill="hold"/>
                                        <p:tgtEl>
                                          <p:spTgt spid="30723">
                                            <p:txEl>
                                              <p:pRg st="4" end="4"/>
                                            </p:txEl>
                                          </p:spTgt>
                                        </p:tgtEl>
                                        <p:attrNameLst>
                                          <p:attrName>ppt_h</p:attrName>
                                        </p:attrNameLst>
                                      </p:cBhvr>
                                      <p:tavLst>
                                        <p:tav tm="0">
                                          <p:val>
                                            <p:fltVal val="0"/>
                                          </p:val>
                                        </p:tav>
                                        <p:tav tm="100000">
                                          <p:val>
                                            <p:strVal val="#ppt_h"/>
                                          </p:val>
                                        </p:tav>
                                      </p:tavLst>
                                    </p:anim>
                                    <p:animEffect transition="in" filter="fade">
                                      <p:cBhvr>
                                        <p:cTn id="26" dur="500"/>
                                        <p:tgtEl>
                                          <p:spTgt spid="30723">
                                            <p:txEl>
                                              <p:pRg st="4" end="4"/>
                                            </p:txEl>
                                          </p:spTgt>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53" presetClass="entr" presetSubtype="0" fill="hold" nodeType="clickEffect">
                                  <p:stCondLst>
                                    <p:cond delay="0"/>
                                  </p:stCondLst>
                                  <p:childTnLst>
                                    <p:set>
                                      <p:cBhvr>
                                        <p:cTn id="30" dur="1" fill="hold">
                                          <p:stCondLst>
                                            <p:cond delay="0"/>
                                          </p:stCondLst>
                                        </p:cTn>
                                        <p:tgtEl>
                                          <p:spTgt spid="30723">
                                            <p:txEl>
                                              <p:pRg st="5" end="5"/>
                                            </p:txEl>
                                          </p:spTgt>
                                        </p:tgtEl>
                                        <p:attrNameLst>
                                          <p:attrName>style.visibility</p:attrName>
                                        </p:attrNameLst>
                                      </p:cBhvr>
                                      <p:to>
                                        <p:strVal val="visible"/>
                                      </p:to>
                                    </p:set>
                                    <p:anim calcmode="lin" valueType="num">
                                      <p:cBhvr>
                                        <p:cTn id="31" dur="500" fill="hold"/>
                                        <p:tgtEl>
                                          <p:spTgt spid="30723">
                                            <p:txEl>
                                              <p:pRg st="5" end="5"/>
                                            </p:txEl>
                                          </p:spTgt>
                                        </p:tgtEl>
                                        <p:attrNameLst>
                                          <p:attrName>ppt_w</p:attrName>
                                        </p:attrNameLst>
                                      </p:cBhvr>
                                      <p:tavLst>
                                        <p:tav tm="0">
                                          <p:val>
                                            <p:fltVal val="0"/>
                                          </p:val>
                                        </p:tav>
                                        <p:tav tm="100000">
                                          <p:val>
                                            <p:strVal val="#ppt_w"/>
                                          </p:val>
                                        </p:tav>
                                      </p:tavLst>
                                    </p:anim>
                                    <p:anim calcmode="lin" valueType="num">
                                      <p:cBhvr>
                                        <p:cTn id="32" dur="500" fill="hold"/>
                                        <p:tgtEl>
                                          <p:spTgt spid="30723">
                                            <p:txEl>
                                              <p:pRg st="5" end="5"/>
                                            </p:txEl>
                                          </p:spTgt>
                                        </p:tgtEl>
                                        <p:attrNameLst>
                                          <p:attrName>ppt_h</p:attrName>
                                        </p:attrNameLst>
                                      </p:cBhvr>
                                      <p:tavLst>
                                        <p:tav tm="0">
                                          <p:val>
                                            <p:fltVal val="0"/>
                                          </p:val>
                                        </p:tav>
                                        <p:tav tm="100000">
                                          <p:val>
                                            <p:strVal val="#ppt_h"/>
                                          </p:val>
                                        </p:tav>
                                      </p:tavLst>
                                    </p:anim>
                                    <p:animEffect transition="in" filter="fade">
                                      <p:cBhvr>
                                        <p:cTn id="33" dur="500"/>
                                        <p:tgtEl>
                                          <p:spTgt spid="3072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9987" name="Rectangle 3"/>
          <p:cNvSpPr>
            <a:spLocks noGrp="1" noChangeArrowheads="1"/>
          </p:cNvSpPr>
          <p:nvPr>
            <p:ph idx="1"/>
          </p:nvPr>
        </p:nvSpPr>
        <p:spPr>
          <a:xfrm>
            <a:off x="431800" y="1335617"/>
            <a:ext cx="5249333" cy="5357283"/>
          </a:xfrm>
        </p:spPr>
        <p:txBody>
          <a:bodyPr/>
          <a:lstStyle/>
          <a:p>
            <a:pPr marL="361934" indent="-361934" algn="just" eaLnBrk="1" hangingPunct="1">
              <a:lnSpc>
                <a:spcPct val="80000"/>
              </a:lnSpc>
              <a:buClr>
                <a:schemeClr val="tx1"/>
              </a:buClr>
              <a:buFont typeface="Wingdings" pitchFamily="2" charset="2"/>
              <a:buChar char="Ø"/>
              <a:defRPr/>
            </a:pPr>
            <a:r>
              <a:rPr lang="zh-CN" altLang="en-US" sz="2667" b="1" dirty="0">
                <a:solidFill>
                  <a:srgbClr val="FF0000"/>
                </a:solidFill>
                <a:ea typeface="楷体" pitchFamily="49" charset="-122"/>
                <a:cs typeface="Times New Roman" pitchFamily="18" charset="0"/>
              </a:rPr>
              <a:t>调用者</a:t>
            </a:r>
            <a:r>
              <a:rPr lang="zh-CN" altLang="en-US" sz="2667" b="1" dirty="0">
                <a:solidFill>
                  <a:schemeClr val="tx1"/>
                </a:solidFill>
                <a:ea typeface="楷体" pitchFamily="49" charset="-122"/>
                <a:cs typeface="Times New Roman" pitchFamily="18" charset="0"/>
              </a:rPr>
              <a:t>计算实际参数的值</a:t>
            </a:r>
            <a:endParaRPr lang="en-US" altLang="zh-CN" sz="2667" b="1" dirty="0">
              <a:solidFill>
                <a:schemeClr val="tx1"/>
              </a:solidFill>
              <a:ea typeface="楷体" pitchFamily="49" charset="-122"/>
              <a:cs typeface="Times New Roman" pitchFamily="18" charset="0"/>
            </a:endParaRPr>
          </a:p>
          <a:p>
            <a:pPr marL="361934" indent="-361934" algn="just">
              <a:buClr>
                <a:schemeClr val="tx1"/>
              </a:buClr>
              <a:buFont typeface="Wingdings" pitchFamily="2" charset="2"/>
              <a:buChar char="Ø"/>
              <a:defRPr/>
            </a:pPr>
            <a:r>
              <a:rPr lang="zh-CN" altLang="en-US" sz="2667" b="1" dirty="0">
                <a:solidFill>
                  <a:srgbClr val="FF0000"/>
                </a:solidFill>
                <a:ea typeface="楷体" pitchFamily="49" charset="-122"/>
                <a:cs typeface="Times New Roman" pitchFamily="18" charset="0"/>
              </a:rPr>
              <a:t>调用者</a:t>
            </a:r>
            <a:r>
              <a:rPr lang="zh-CN" altLang="en-US" sz="2667" b="1" dirty="0">
                <a:solidFill>
                  <a:schemeClr val="tx1"/>
                </a:solidFill>
                <a:ea typeface="楷体" pitchFamily="49" charset="-122"/>
                <a:cs typeface="Times New Roman" pitchFamily="18" charset="0"/>
              </a:rPr>
              <a:t>将</a:t>
            </a:r>
            <a:r>
              <a:rPr lang="zh-CN" altLang="en-US" sz="2667" b="1" dirty="0">
                <a:solidFill>
                  <a:schemeClr val="tx2">
                    <a:lumMod val="60000"/>
                    <a:lumOff val="40000"/>
                  </a:schemeClr>
                </a:solidFill>
                <a:ea typeface="楷体" pitchFamily="49" charset="-122"/>
                <a:cs typeface="Times New Roman" pitchFamily="18" charset="0"/>
              </a:rPr>
              <a:t>返回地址</a:t>
            </a:r>
            <a:r>
              <a:rPr lang="zh-CN" altLang="en-US" sz="2667" b="1" dirty="0">
                <a:solidFill>
                  <a:schemeClr val="tx1"/>
                </a:solidFill>
                <a:ea typeface="楷体" pitchFamily="49" charset="-122"/>
                <a:cs typeface="Times New Roman" pitchFamily="18" charset="0"/>
              </a:rPr>
              <a:t>（程序计器的值）放到被调用者的机器状态字段中。将</a:t>
            </a:r>
            <a:r>
              <a:rPr lang="zh-CN" altLang="en-US" sz="2667" b="1" dirty="0">
                <a:solidFill>
                  <a:schemeClr val="tx2">
                    <a:lumMod val="60000"/>
                    <a:lumOff val="40000"/>
                  </a:schemeClr>
                </a:solidFill>
                <a:ea typeface="楷体" pitchFamily="49" charset="-122"/>
                <a:cs typeface="Times New Roman" pitchFamily="18" charset="0"/>
              </a:rPr>
              <a:t>原来的</a:t>
            </a:r>
            <a:r>
              <a:rPr lang="en-US" altLang="zh-CN" sz="2667" b="1" i="1" dirty="0">
                <a:solidFill>
                  <a:schemeClr val="tx2">
                    <a:lumMod val="60000"/>
                    <a:lumOff val="40000"/>
                  </a:schemeClr>
                </a:solidFill>
                <a:ea typeface="楷体" pitchFamily="49" charset="-122"/>
                <a:cs typeface="Times New Roman" pitchFamily="18" charset="0"/>
              </a:rPr>
              <a:t>top-</a:t>
            </a:r>
            <a:r>
              <a:rPr lang="en-US" altLang="zh-CN" sz="2667" b="1" i="1" dirty="0" err="1">
                <a:solidFill>
                  <a:schemeClr val="tx2">
                    <a:lumMod val="60000"/>
                    <a:lumOff val="40000"/>
                  </a:schemeClr>
                </a:solidFill>
                <a:ea typeface="楷体" pitchFamily="49" charset="-122"/>
                <a:cs typeface="Times New Roman" pitchFamily="18" charset="0"/>
              </a:rPr>
              <a:t>sp</a:t>
            </a:r>
            <a:r>
              <a:rPr lang="zh-CN" altLang="en-US" sz="2667" b="1" dirty="0">
                <a:solidFill>
                  <a:schemeClr val="tx2">
                    <a:lumMod val="60000"/>
                    <a:lumOff val="40000"/>
                  </a:schemeClr>
                </a:solidFill>
                <a:ea typeface="楷体" pitchFamily="49" charset="-122"/>
                <a:cs typeface="Times New Roman" pitchFamily="18" charset="0"/>
              </a:rPr>
              <a:t>值</a:t>
            </a:r>
            <a:r>
              <a:rPr lang="zh-CN" altLang="en-US" sz="2667" b="1" dirty="0">
                <a:solidFill>
                  <a:schemeClr val="tx1"/>
                </a:solidFill>
                <a:ea typeface="楷体" pitchFamily="49" charset="-122"/>
                <a:cs typeface="Times New Roman" pitchFamily="18" charset="0"/>
              </a:rPr>
              <a:t>放到被调用者的控制链中。然后，</a:t>
            </a:r>
            <a:r>
              <a:rPr lang="zh-CN" altLang="en-US" sz="2667" b="1" dirty="0">
                <a:solidFill>
                  <a:schemeClr val="tx2">
                    <a:lumMod val="60000"/>
                    <a:lumOff val="40000"/>
                  </a:schemeClr>
                </a:solidFill>
                <a:ea typeface="楷体" pitchFamily="49" charset="-122"/>
                <a:cs typeface="Times New Roman" pitchFamily="18" charset="0"/>
              </a:rPr>
              <a:t>增加</a:t>
            </a:r>
            <a:r>
              <a:rPr lang="en-US" altLang="zh-CN" sz="2667" b="1" i="1" dirty="0">
                <a:solidFill>
                  <a:schemeClr val="tx2">
                    <a:lumMod val="60000"/>
                    <a:lumOff val="40000"/>
                  </a:schemeClr>
                </a:solidFill>
                <a:ea typeface="楷体" pitchFamily="49" charset="-122"/>
                <a:cs typeface="Times New Roman" pitchFamily="18" charset="0"/>
              </a:rPr>
              <a:t>top-sp</a:t>
            </a:r>
            <a:r>
              <a:rPr lang="zh-CN" altLang="en-US" sz="2667" b="1" dirty="0">
                <a:solidFill>
                  <a:schemeClr val="tx2">
                    <a:lumMod val="60000"/>
                    <a:lumOff val="40000"/>
                  </a:schemeClr>
                </a:solidFill>
                <a:ea typeface="楷体" pitchFamily="49" charset="-122"/>
                <a:cs typeface="Times New Roman" pitchFamily="18" charset="0"/>
              </a:rPr>
              <a:t>的值</a:t>
            </a:r>
            <a:r>
              <a:rPr lang="zh-CN" altLang="en-US" sz="2667" b="1" dirty="0">
                <a:solidFill>
                  <a:schemeClr val="tx1"/>
                </a:solidFill>
                <a:ea typeface="楷体" pitchFamily="49" charset="-122"/>
                <a:cs typeface="Times New Roman" pitchFamily="18" charset="0"/>
              </a:rPr>
              <a:t>，使其指向被调用者</a:t>
            </a:r>
            <a:r>
              <a:rPr lang="zh-CN" altLang="en-US" sz="2667" b="1" dirty="0">
                <a:solidFill>
                  <a:schemeClr val="tx2">
                    <a:lumMod val="60000"/>
                    <a:lumOff val="40000"/>
                  </a:schemeClr>
                </a:solidFill>
                <a:latin typeface="楷体" pitchFamily="49" charset="-122"/>
                <a:ea typeface="楷体" pitchFamily="49" charset="-122"/>
                <a:cs typeface="Times New Roman" pitchFamily="18" charset="0"/>
              </a:rPr>
              <a:t>局部数据开始的位置</a:t>
            </a:r>
            <a:endParaRPr lang="en-US" altLang="zh-CN" sz="2667" b="1" dirty="0">
              <a:solidFill>
                <a:schemeClr val="tx2">
                  <a:lumMod val="60000"/>
                  <a:lumOff val="40000"/>
                </a:schemeClr>
              </a:solidFill>
              <a:latin typeface="楷体" pitchFamily="49" charset="-122"/>
              <a:ea typeface="楷体" pitchFamily="49" charset="-122"/>
              <a:cs typeface="Times New Roman" pitchFamily="18" charset="0"/>
            </a:endParaRPr>
          </a:p>
          <a:p>
            <a:pPr marL="361934" indent="-361934" algn="just">
              <a:buClr>
                <a:schemeClr val="tx1"/>
              </a:buClr>
              <a:buFont typeface="Wingdings" pitchFamily="2" charset="2"/>
              <a:buChar char="Ø"/>
              <a:defRPr/>
            </a:pPr>
            <a:r>
              <a:rPr lang="zh-CN" altLang="en-US" sz="2667" b="1" dirty="0">
                <a:solidFill>
                  <a:srgbClr val="FF0000"/>
                </a:solidFill>
                <a:ea typeface="楷体" pitchFamily="49" charset="-122"/>
                <a:cs typeface="Times New Roman" pitchFamily="18" charset="0"/>
              </a:rPr>
              <a:t>被调用者</a:t>
            </a:r>
            <a:r>
              <a:rPr lang="zh-CN" altLang="en-US" sz="2667" b="1" dirty="0">
                <a:solidFill>
                  <a:schemeClr val="tx1"/>
                </a:solidFill>
                <a:ea typeface="楷体" pitchFamily="49" charset="-122"/>
                <a:cs typeface="Times New Roman" pitchFamily="18" charset="0"/>
              </a:rPr>
              <a:t>保存</a:t>
            </a:r>
            <a:r>
              <a:rPr lang="zh-CN" altLang="en-US" sz="2667" b="1" dirty="0">
                <a:solidFill>
                  <a:schemeClr val="tx2">
                    <a:lumMod val="60000"/>
                    <a:lumOff val="40000"/>
                  </a:schemeClr>
                </a:solidFill>
                <a:ea typeface="楷体" pitchFamily="49" charset="-122"/>
                <a:cs typeface="Times New Roman" pitchFamily="18" charset="0"/>
              </a:rPr>
              <a:t>寄存器值</a:t>
            </a:r>
            <a:r>
              <a:rPr lang="zh-CN" altLang="en-US" sz="2667" b="1" dirty="0">
                <a:solidFill>
                  <a:schemeClr val="tx1"/>
                </a:solidFill>
                <a:ea typeface="楷体" pitchFamily="49" charset="-122"/>
                <a:cs typeface="Times New Roman" pitchFamily="18" charset="0"/>
              </a:rPr>
              <a:t>和</a:t>
            </a:r>
            <a:r>
              <a:rPr lang="zh-CN" altLang="en-US" sz="2667" b="1" dirty="0">
                <a:solidFill>
                  <a:schemeClr val="tx2">
                    <a:lumMod val="60000"/>
                    <a:lumOff val="40000"/>
                  </a:schemeClr>
                </a:solidFill>
                <a:ea typeface="楷体" pitchFamily="49" charset="-122"/>
                <a:cs typeface="Times New Roman" pitchFamily="18" charset="0"/>
              </a:rPr>
              <a:t>其它状态信息</a:t>
            </a:r>
            <a:endParaRPr lang="en-US" altLang="zh-CN" sz="2667" b="1" dirty="0">
              <a:solidFill>
                <a:schemeClr val="tx2">
                  <a:lumMod val="60000"/>
                  <a:lumOff val="40000"/>
                </a:schemeClr>
              </a:solidFill>
              <a:ea typeface="楷体" pitchFamily="49" charset="-122"/>
              <a:cs typeface="Times New Roman" pitchFamily="18" charset="0"/>
            </a:endParaRPr>
          </a:p>
          <a:p>
            <a:pPr marL="361934" indent="-361934" algn="just">
              <a:buClr>
                <a:schemeClr val="tx1"/>
              </a:buClr>
              <a:buFont typeface="Wingdings" pitchFamily="2" charset="2"/>
              <a:buChar char="Ø"/>
              <a:defRPr/>
            </a:pPr>
            <a:r>
              <a:rPr lang="zh-CN" altLang="en-US" sz="2667" b="1" dirty="0">
                <a:solidFill>
                  <a:srgbClr val="FF0000"/>
                </a:solidFill>
                <a:ea typeface="楷体" pitchFamily="49" charset="-122"/>
                <a:cs typeface="Times New Roman" pitchFamily="18" charset="0"/>
              </a:rPr>
              <a:t>被调用者</a:t>
            </a:r>
            <a:r>
              <a:rPr lang="zh-CN" altLang="en-US" sz="2667" b="1" dirty="0">
                <a:solidFill>
                  <a:schemeClr val="tx1"/>
                </a:solidFill>
                <a:ea typeface="楷体" pitchFamily="49" charset="-122"/>
                <a:cs typeface="Times New Roman" pitchFamily="18" charset="0"/>
              </a:rPr>
              <a:t>初始化其局部数据并开始执行</a:t>
            </a:r>
            <a:endParaRPr lang="en-US" altLang="zh-CN" sz="2667" b="1" dirty="0">
              <a:solidFill>
                <a:schemeClr val="tx1"/>
              </a:solidFill>
              <a:ea typeface="楷体" pitchFamily="49" charset="-122"/>
              <a:cs typeface="Times New Roman" pitchFamily="18" charset="0"/>
            </a:endParaRPr>
          </a:p>
        </p:txBody>
      </p:sp>
      <p:sp>
        <p:nvSpPr>
          <p:cNvPr id="76803"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调用序列</a:t>
            </a:r>
          </a:p>
        </p:txBody>
      </p:sp>
      <p:cxnSp>
        <p:nvCxnSpPr>
          <p:cNvPr id="36" name="直接连接符 35"/>
          <p:cNvCxnSpPr/>
          <p:nvPr/>
        </p:nvCxnSpPr>
        <p:spPr bwMode="auto">
          <a:xfrm flipH="1" flipV="1">
            <a:off x="6582834" y="3045884"/>
            <a:ext cx="656167" cy="2302933"/>
          </a:xfrm>
          <a:prstGeom prst="line">
            <a:avLst/>
          </a:prstGeom>
          <a:ln w="38100">
            <a:solidFill>
              <a:schemeClr val="tx2">
                <a:lumMod val="60000"/>
                <a:lumOff val="40000"/>
              </a:schemeClr>
            </a:solidFill>
            <a:prstDash val="solid"/>
            <a:headEnd type="stealth" w="lg" len="lg"/>
            <a:tailEnd type="none" w="lg" len="lg"/>
          </a:ln>
        </p:spPr>
        <p:style>
          <a:lnRef idx="1">
            <a:schemeClr val="accent1"/>
          </a:lnRef>
          <a:fillRef idx="0">
            <a:schemeClr val="accent1"/>
          </a:fillRef>
          <a:effectRef idx="0">
            <a:schemeClr val="accent1"/>
          </a:effectRef>
          <a:fontRef idx="minor">
            <a:schemeClr val="tx1"/>
          </a:fontRef>
        </p:style>
      </p:cxnSp>
      <p:graphicFrame>
        <p:nvGraphicFramePr>
          <p:cNvPr id="49" name="内容占位符 3"/>
          <p:cNvGraphicFramePr>
            <a:graphicFrameLocks/>
          </p:cNvGraphicFramePr>
          <p:nvPr/>
        </p:nvGraphicFramePr>
        <p:xfrm>
          <a:off x="7277100" y="787400"/>
          <a:ext cx="3100917" cy="5486400"/>
        </p:xfrm>
        <a:graphic>
          <a:graphicData uri="http://schemas.openxmlformats.org/drawingml/2006/table">
            <a:tbl>
              <a:tblPr firstRow="1" bandRow="1">
                <a:tableStyleId>{2D5ABB26-0587-4C30-8999-92F81FD0307C}</a:tableStyleId>
              </a:tblPr>
              <a:tblGrid>
                <a:gridCol w="3100917">
                  <a:extLst>
                    <a:ext uri="{9D8B030D-6E8A-4147-A177-3AD203B41FA5}">
                      <a16:colId xmlns:a16="http://schemas.microsoft.com/office/drawing/2014/main" val="20000"/>
                    </a:ext>
                  </a:extLst>
                </a:gridCol>
              </a:tblGrid>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0"/>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rgbClr val="000000"/>
                          </a:solidFill>
                          <a:effectLst/>
                          <a:latin typeface="宋体" panose="02010600030101010101" pitchFamily="2" charset="-122"/>
                          <a:ea typeface="楷体" panose="02010609060101010101" pitchFamily="49" charset="-122"/>
                          <a:cs typeface="Times New Roman" panose="02020603050405020304" pitchFamily="18" charset="0"/>
                        </a:rPr>
                        <a:t>参数和返回值</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1"/>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控制链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2"/>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访问链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3"/>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en-US" sz="2400" b="1" kern="1200" dirty="0">
                          <a:solidFill>
                            <a:schemeClr val="tx1"/>
                          </a:solidFill>
                          <a:effectLst/>
                          <a:latin typeface="+mn-lt"/>
                          <a:ea typeface="+mn-ea"/>
                          <a:cs typeface="+mn-cs"/>
                        </a:rPr>
                        <a:t>保存的</a:t>
                      </a:r>
                      <a:r>
                        <a:rPr lang="zh-CN" altLang="zh-CN" sz="2400" b="1" kern="1200" dirty="0">
                          <a:solidFill>
                            <a:schemeClr val="tx1"/>
                          </a:solidFill>
                          <a:effectLst/>
                          <a:latin typeface="+mn-lt"/>
                          <a:ea typeface="+mn-ea"/>
                          <a:cs typeface="+mn-cs"/>
                        </a:rPr>
                        <a:t>机器状态</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4"/>
                  </a:ext>
                </a:extLst>
              </a:tr>
              <a:tr h="457200">
                <a:tc>
                  <a:txBody>
                    <a:bodyPr/>
                    <a:lstStyle/>
                    <a:p>
                      <a:pPr algn="ctr"/>
                      <a:r>
                        <a:rPr lang="zh-CN" altLang="zh-CN" sz="2400" b="1" kern="1200" dirty="0">
                          <a:solidFill>
                            <a:schemeClr val="tx1"/>
                          </a:solidFill>
                          <a:effectLst/>
                          <a:latin typeface="+mn-lt"/>
                          <a:ea typeface="+mn-ea"/>
                          <a:cs typeface="+mn-cs"/>
                        </a:rPr>
                        <a:t>局部数据和临时数</a:t>
                      </a:r>
                      <a:r>
                        <a:rPr lang="zh-CN" altLang="en-US" sz="2400" b="1" kern="1200" dirty="0">
                          <a:solidFill>
                            <a:schemeClr val="tx1"/>
                          </a:solidFill>
                          <a:effectLst/>
                          <a:latin typeface="+mn-lt"/>
                          <a:ea typeface="+mn-ea"/>
                          <a:cs typeface="+mn-cs"/>
                        </a:rPr>
                        <a:t>据</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5"/>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参数和返回值</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6"/>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控制链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7"/>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访问链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8"/>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en-US" sz="2400" b="1" kern="1200" dirty="0">
                          <a:solidFill>
                            <a:schemeClr val="tx1"/>
                          </a:solidFill>
                          <a:effectLst/>
                          <a:latin typeface="+mn-lt"/>
                          <a:ea typeface="+mn-ea"/>
                          <a:cs typeface="+mn-cs"/>
                        </a:rPr>
                        <a:t>保存的</a:t>
                      </a:r>
                      <a:r>
                        <a:rPr lang="zh-CN" altLang="zh-CN" sz="2400" b="1" kern="1200" dirty="0">
                          <a:solidFill>
                            <a:schemeClr val="tx1"/>
                          </a:solidFill>
                          <a:effectLst/>
                          <a:latin typeface="+mn-lt"/>
                          <a:ea typeface="+mn-ea"/>
                          <a:cs typeface="+mn-cs"/>
                        </a:rPr>
                        <a:t>机器状态</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9"/>
                  </a:ext>
                </a:extLst>
              </a:tr>
              <a:tr h="457200">
                <a:tc>
                  <a:txBody>
                    <a:bodyPr/>
                    <a:lstStyle/>
                    <a:p>
                      <a:pPr algn="ctr" eaLnBrk="0" fontAlgn="base" hangingPunct="0"/>
                      <a:r>
                        <a:rPr lang="zh-CN" altLang="zh-CN" sz="2400" b="1" kern="1200" dirty="0">
                          <a:solidFill>
                            <a:schemeClr val="tx1"/>
                          </a:solidFill>
                          <a:effectLst/>
                          <a:latin typeface="+mn-lt"/>
                          <a:ea typeface="+mn-ea"/>
                          <a:cs typeface="+mn-cs"/>
                        </a:rPr>
                        <a:t>局部数据和临时数据</a:t>
                      </a:r>
                      <a:endParaRPr lang="zh-CN" altLang="zh-CN" sz="2400" kern="1200" dirty="0">
                        <a:solidFill>
                          <a:schemeClr val="tx1"/>
                        </a:solidFill>
                        <a:effectLst/>
                        <a:latin typeface="+mn-lt"/>
                        <a:ea typeface="+mn-ea"/>
                        <a:cs typeface="+mn-cs"/>
                      </a:endParaRPr>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10"/>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38100" cap="flat" cmpd="sng" algn="ctr">
                      <a:no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50" name="弧形 49"/>
          <p:cNvSpPr/>
          <p:nvPr/>
        </p:nvSpPr>
        <p:spPr bwMode="auto">
          <a:xfrm rot="10056762" flipV="1">
            <a:off x="7025218" y="975784"/>
            <a:ext cx="258233" cy="996949"/>
          </a:xfrm>
          <a:prstGeom prst="arc">
            <a:avLst>
              <a:gd name="adj1" fmla="val 16831102"/>
              <a:gd name="adj2" fmla="val 5229498"/>
            </a:avLst>
          </a:prstGeom>
          <a:ln w="38100">
            <a:solidFill>
              <a:schemeClr val="tx2">
                <a:lumMod val="60000"/>
                <a:lumOff val="40000"/>
              </a:schemeClr>
            </a:solidFill>
            <a:headEnd type="stealth" w="lg" len="lg"/>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sp>
        <p:nvSpPr>
          <p:cNvPr id="51" name="任意多边形 50"/>
          <p:cNvSpPr/>
          <p:nvPr/>
        </p:nvSpPr>
        <p:spPr>
          <a:xfrm>
            <a:off x="6942667" y="3141134"/>
            <a:ext cx="332317" cy="1056217"/>
          </a:xfrm>
          <a:custGeom>
            <a:avLst/>
            <a:gdLst>
              <a:gd name="connsiteX0" fmla="*/ 180473 w 180473"/>
              <a:gd name="connsiteY0" fmla="*/ 1780674 h 1780674"/>
              <a:gd name="connsiteX1" fmla="*/ 0 w 180473"/>
              <a:gd name="connsiteY1" fmla="*/ 565484 h 1780674"/>
              <a:gd name="connsiteX2" fmla="*/ 180473 w 180473"/>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54570 w 254570"/>
              <a:gd name="connsiteY0" fmla="*/ 1780674 h 1780674"/>
              <a:gd name="connsiteX1" fmla="*/ 0 w 254570"/>
              <a:gd name="connsiteY1" fmla="*/ 871797 h 1780674"/>
              <a:gd name="connsiteX2" fmla="*/ 201644 w 254570"/>
              <a:gd name="connsiteY2" fmla="*/ 0 h 1780674"/>
              <a:gd name="connsiteX0" fmla="*/ 191058 w 191058"/>
              <a:gd name="connsiteY0" fmla="*/ 1780674 h 1780674"/>
              <a:gd name="connsiteX1" fmla="*/ 0 w 191058"/>
              <a:gd name="connsiteY1" fmla="*/ 871797 h 1780674"/>
              <a:gd name="connsiteX2" fmla="*/ 138132 w 191058"/>
              <a:gd name="connsiteY2" fmla="*/ 0 h 1780674"/>
              <a:gd name="connsiteX0" fmla="*/ 205111 w 205111"/>
              <a:gd name="connsiteY0" fmla="*/ 1780674 h 1780674"/>
              <a:gd name="connsiteX1" fmla="*/ 14053 w 205111"/>
              <a:gd name="connsiteY1" fmla="*/ 871797 h 1780674"/>
              <a:gd name="connsiteX2" fmla="*/ 152185 w 205111"/>
              <a:gd name="connsiteY2" fmla="*/ 0 h 1780674"/>
              <a:gd name="connsiteX0" fmla="*/ 235753 w 235753"/>
              <a:gd name="connsiteY0" fmla="*/ 1780674 h 1780674"/>
              <a:gd name="connsiteX1" fmla="*/ 2354 w 235753"/>
              <a:gd name="connsiteY1" fmla="*/ 925852 h 1780674"/>
              <a:gd name="connsiteX2" fmla="*/ 182827 w 235753"/>
              <a:gd name="connsiteY2" fmla="*/ 0 h 1780674"/>
              <a:gd name="connsiteX0" fmla="*/ 233399 w 233399"/>
              <a:gd name="connsiteY0" fmla="*/ 1780674 h 1780674"/>
              <a:gd name="connsiteX1" fmla="*/ 0 w 233399"/>
              <a:gd name="connsiteY1" fmla="*/ 925852 h 1780674"/>
              <a:gd name="connsiteX2" fmla="*/ 180473 w 233399"/>
              <a:gd name="connsiteY2" fmla="*/ 0 h 1780674"/>
              <a:gd name="connsiteX0" fmla="*/ 180472 w 180472"/>
              <a:gd name="connsiteY0" fmla="*/ 1780674 h 1780674"/>
              <a:gd name="connsiteX1" fmla="*/ 0 w 180472"/>
              <a:gd name="connsiteY1" fmla="*/ 925852 h 1780674"/>
              <a:gd name="connsiteX2" fmla="*/ 127546 w 180472"/>
              <a:gd name="connsiteY2" fmla="*/ 0 h 1780674"/>
              <a:gd name="connsiteX0" fmla="*/ 183990 w 183990"/>
              <a:gd name="connsiteY0" fmla="*/ 1780674 h 1780674"/>
              <a:gd name="connsiteX1" fmla="*/ 3518 w 183990"/>
              <a:gd name="connsiteY1" fmla="*/ 925852 h 1780674"/>
              <a:gd name="connsiteX2" fmla="*/ 131064 w 183990"/>
              <a:gd name="connsiteY2" fmla="*/ 0 h 1780674"/>
              <a:gd name="connsiteX0" fmla="*/ 180472 w 180472"/>
              <a:gd name="connsiteY0" fmla="*/ 1780674 h 1780674"/>
              <a:gd name="connsiteX1" fmla="*/ 0 w 180472"/>
              <a:gd name="connsiteY1" fmla="*/ 925852 h 1780674"/>
              <a:gd name="connsiteX2" fmla="*/ 127546 w 180472"/>
              <a:gd name="connsiteY2" fmla="*/ 0 h 1780674"/>
            </a:gdLst>
            <a:ahLst/>
            <a:cxnLst>
              <a:cxn ang="0">
                <a:pos x="connsiteX0" y="connsiteY0"/>
              </a:cxn>
              <a:cxn ang="0">
                <a:pos x="connsiteX1" y="connsiteY1"/>
              </a:cxn>
              <a:cxn ang="0">
                <a:pos x="connsiteX2" y="connsiteY2"/>
              </a:cxn>
            </a:cxnLst>
            <a:rect l="l" t="t" r="r" b="b"/>
            <a:pathLst>
              <a:path w="180472" h="1780674">
                <a:moveTo>
                  <a:pt x="180472" y="1780674"/>
                </a:moveTo>
                <a:cubicBezTo>
                  <a:pt x="47893" y="1411559"/>
                  <a:pt x="21170" y="1267676"/>
                  <a:pt x="0" y="925852"/>
                </a:cubicBezTo>
                <a:cubicBezTo>
                  <a:pt x="0" y="629073"/>
                  <a:pt x="26724" y="179400"/>
                  <a:pt x="127546" y="0"/>
                </a:cubicBezTo>
              </a:path>
            </a:pathLst>
          </a:custGeom>
          <a:noFill/>
          <a:ln w="38100">
            <a:solidFill>
              <a:schemeClr val="tx2">
                <a:lumMod val="60000"/>
                <a:lumOff val="40000"/>
              </a:schemeClr>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cxnSp>
        <p:nvCxnSpPr>
          <p:cNvPr id="52" name="直接连接符 51"/>
          <p:cNvCxnSpPr/>
          <p:nvPr/>
        </p:nvCxnSpPr>
        <p:spPr bwMode="auto">
          <a:xfrm flipH="1" flipV="1">
            <a:off x="11146367" y="3522134"/>
            <a:ext cx="2117" cy="2307167"/>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bwMode="auto">
          <a:xfrm flipH="1" flipV="1">
            <a:off x="11137900" y="1221318"/>
            <a:ext cx="8467" cy="2302933"/>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直接连接符 56"/>
          <p:cNvCxnSpPr/>
          <p:nvPr/>
        </p:nvCxnSpPr>
        <p:spPr bwMode="auto">
          <a:xfrm flipH="1" flipV="1">
            <a:off x="10945284" y="1221318"/>
            <a:ext cx="404283" cy="2116"/>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60" name="直接连接符 59"/>
          <p:cNvCxnSpPr/>
          <p:nvPr/>
        </p:nvCxnSpPr>
        <p:spPr bwMode="auto">
          <a:xfrm flipH="1" flipV="1">
            <a:off x="10941051" y="3522134"/>
            <a:ext cx="404283" cy="2117"/>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bwMode="auto">
          <a:xfrm flipH="1">
            <a:off x="11002434" y="5829300"/>
            <a:ext cx="342900" cy="0"/>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bwMode="auto">
          <a:xfrm flipH="1" flipV="1">
            <a:off x="6565900" y="3045884"/>
            <a:ext cx="687917" cy="0"/>
          </a:xfrm>
          <a:prstGeom prst="line">
            <a:avLst/>
          </a:prstGeom>
          <a:ln w="38100">
            <a:solidFill>
              <a:schemeClr val="tx2">
                <a:lumMod val="60000"/>
                <a:lumOff val="40000"/>
              </a:schemeClr>
            </a:solidFill>
            <a:prstDash val="sysDash"/>
            <a:headEnd type="triangle"/>
            <a:tailEnd type="none"/>
          </a:ln>
        </p:spPr>
        <p:style>
          <a:lnRef idx="1">
            <a:schemeClr val="accent1"/>
          </a:lnRef>
          <a:fillRef idx="0">
            <a:schemeClr val="accent1"/>
          </a:fillRef>
          <a:effectRef idx="0">
            <a:schemeClr val="accent1"/>
          </a:effectRef>
          <a:fontRef idx="minor">
            <a:schemeClr val="tx1"/>
          </a:fontRef>
        </p:style>
      </p:cxnSp>
      <p:sp>
        <p:nvSpPr>
          <p:cNvPr id="63" name="Rectangle 5"/>
          <p:cNvSpPr>
            <a:spLocks noChangeArrowheads="1"/>
          </p:cNvSpPr>
          <p:nvPr/>
        </p:nvSpPr>
        <p:spPr bwMode="auto">
          <a:xfrm>
            <a:off x="5520268" y="2683933"/>
            <a:ext cx="1234017" cy="721784"/>
          </a:xfrm>
          <a:prstGeom prst="rect">
            <a:avLst/>
          </a:prstGeom>
          <a:noFill/>
          <a:ln>
            <a:noFill/>
          </a:ln>
        </p:spPr>
        <p:txBody>
          <a:bodyPr tIns="110400"/>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en-US" altLang="zh-CN" b="1" i="1" dirty="0" err="1">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top_sp</a:t>
            </a:r>
            <a:endParaRPr lang="zh-CN" altLang="en-US"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76841" name="Rectangle 5"/>
          <p:cNvSpPr>
            <a:spLocks noChangeArrowheads="1"/>
          </p:cNvSpPr>
          <p:nvPr/>
        </p:nvSpPr>
        <p:spPr bwMode="auto">
          <a:xfrm>
            <a:off x="10416118" y="4197351"/>
            <a:ext cx="1475316" cy="95038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110400" rIns="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133">
                <a:solidFill>
                  <a:srgbClr val="2D83F4"/>
                </a:solidFill>
                <a:latin typeface="楷体" panose="02010609060101010101" pitchFamily="49" charset="-122"/>
                <a:ea typeface="楷体" panose="02010609060101010101" pitchFamily="49" charset="-122"/>
                <a:cs typeface="Times New Roman" panose="02020603050405020304" pitchFamily="18" charset="0"/>
              </a:rPr>
              <a:t>被调用者的活动记录</a:t>
            </a:r>
          </a:p>
        </p:txBody>
      </p:sp>
      <p:sp>
        <p:nvSpPr>
          <p:cNvPr id="76842" name="Rectangle 5"/>
          <p:cNvSpPr>
            <a:spLocks noChangeArrowheads="1"/>
          </p:cNvSpPr>
          <p:nvPr/>
        </p:nvSpPr>
        <p:spPr bwMode="auto">
          <a:xfrm>
            <a:off x="10416117" y="1807633"/>
            <a:ext cx="1411816" cy="94826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tIns="11040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133">
                <a:solidFill>
                  <a:srgbClr val="2D83F4"/>
                </a:solidFill>
                <a:latin typeface="楷体" panose="02010609060101010101" pitchFamily="49" charset="-122"/>
                <a:ea typeface="楷体" panose="02010609060101010101" pitchFamily="49" charset="-122"/>
                <a:cs typeface="Times New Roman" panose="02020603050405020304" pitchFamily="18" charset="0"/>
              </a:rPr>
              <a:t>调用者的活动记录</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809987">
                                            <p:txEl>
                                              <p:pRg st="0" end="0"/>
                                            </p:txEl>
                                          </p:spTgt>
                                        </p:tgtEl>
                                        <p:attrNameLst>
                                          <p:attrName>style.visibility</p:attrName>
                                        </p:attrNameLst>
                                      </p:cBhvr>
                                      <p:to>
                                        <p:strVal val="visible"/>
                                      </p:to>
                                    </p:set>
                                    <p:anim calcmode="lin" valueType="num">
                                      <p:cBhvr>
                                        <p:cTn id="7" dur="500" fill="hold"/>
                                        <p:tgtEl>
                                          <p:spTgt spid="80998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80998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809987">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nodeType="clickEffect">
                                  <p:stCondLst>
                                    <p:cond delay="0"/>
                                  </p:stCondLst>
                                  <p:childTnLst>
                                    <p:set>
                                      <p:cBhvr>
                                        <p:cTn id="13" dur="1" fill="hold">
                                          <p:stCondLst>
                                            <p:cond delay="0"/>
                                          </p:stCondLst>
                                        </p:cTn>
                                        <p:tgtEl>
                                          <p:spTgt spid="809987">
                                            <p:txEl>
                                              <p:pRg st="1" end="1"/>
                                            </p:txEl>
                                          </p:spTgt>
                                        </p:tgtEl>
                                        <p:attrNameLst>
                                          <p:attrName>style.visibility</p:attrName>
                                        </p:attrNameLst>
                                      </p:cBhvr>
                                      <p:to>
                                        <p:strVal val="visible"/>
                                      </p:to>
                                    </p:set>
                                    <p:anim calcmode="lin" valueType="num">
                                      <p:cBhvr>
                                        <p:cTn id="14" dur="500" fill="hold"/>
                                        <p:tgtEl>
                                          <p:spTgt spid="809987">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809987">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809987">
                                            <p:txEl>
                                              <p:pRg st="1" end="1"/>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0" fill="hold" nodeType="clickEffect">
                                  <p:stCondLst>
                                    <p:cond delay="0"/>
                                  </p:stCondLst>
                                  <p:childTnLst>
                                    <p:set>
                                      <p:cBhvr>
                                        <p:cTn id="20" dur="1" fill="hold">
                                          <p:stCondLst>
                                            <p:cond delay="0"/>
                                          </p:stCondLst>
                                        </p:cTn>
                                        <p:tgtEl>
                                          <p:spTgt spid="809987">
                                            <p:txEl>
                                              <p:pRg st="2" end="2"/>
                                            </p:txEl>
                                          </p:spTgt>
                                        </p:tgtEl>
                                        <p:attrNameLst>
                                          <p:attrName>style.visibility</p:attrName>
                                        </p:attrNameLst>
                                      </p:cBhvr>
                                      <p:to>
                                        <p:strVal val="visible"/>
                                      </p:to>
                                    </p:set>
                                    <p:anim calcmode="lin" valueType="num">
                                      <p:cBhvr>
                                        <p:cTn id="21" dur="500" fill="hold"/>
                                        <p:tgtEl>
                                          <p:spTgt spid="809987">
                                            <p:txEl>
                                              <p:pRg st="2" end="2"/>
                                            </p:txEl>
                                          </p:spTgt>
                                        </p:tgtEl>
                                        <p:attrNameLst>
                                          <p:attrName>ppt_w</p:attrName>
                                        </p:attrNameLst>
                                      </p:cBhvr>
                                      <p:tavLst>
                                        <p:tav tm="0">
                                          <p:val>
                                            <p:fltVal val="0"/>
                                          </p:val>
                                        </p:tav>
                                        <p:tav tm="100000">
                                          <p:val>
                                            <p:strVal val="#ppt_w"/>
                                          </p:val>
                                        </p:tav>
                                      </p:tavLst>
                                    </p:anim>
                                    <p:anim calcmode="lin" valueType="num">
                                      <p:cBhvr>
                                        <p:cTn id="22" dur="500" fill="hold"/>
                                        <p:tgtEl>
                                          <p:spTgt spid="809987">
                                            <p:txEl>
                                              <p:pRg st="2" end="2"/>
                                            </p:txEl>
                                          </p:spTgt>
                                        </p:tgtEl>
                                        <p:attrNameLst>
                                          <p:attrName>ppt_h</p:attrName>
                                        </p:attrNameLst>
                                      </p:cBhvr>
                                      <p:tavLst>
                                        <p:tav tm="0">
                                          <p:val>
                                            <p:fltVal val="0"/>
                                          </p:val>
                                        </p:tav>
                                        <p:tav tm="100000">
                                          <p:val>
                                            <p:strVal val="#ppt_h"/>
                                          </p:val>
                                        </p:tav>
                                      </p:tavLst>
                                    </p:anim>
                                    <p:animEffect transition="in" filter="fade">
                                      <p:cBhvr>
                                        <p:cTn id="23" dur="500"/>
                                        <p:tgtEl>
                                          <p:spTgt spid="809987">
                                            <p:txEl>
                                              <p:pRg st="2" end="2"/>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3" presetClass="entr" presetSubtype="0" fill="hold" nodeType="clickEffect">
                                  <p:stCondLst>
                                    <p:cond delay="0"/>
                                  </p:stCondLst>
                                  <p:childTnLst>
                                    <p:set>
                                      <p:cBhvr>
                                        <p:cTn id="27" dur="1" fill="hold">
                                          <p:stCondLst>
                                            <p:cond delay="0"/>
                                          </p:stCondLst>
                                        </p:cTn>
                                        <p:tgtEl>
                                          <p:spTgt spid="809987">
                                            <p:txEl>
                                              <p:pRg st="3" end="3"/>
                                            </p:txEl>
                                          </p:spTgt>
                                        </p:tgtEl>
                                        <p:attrNameLst>
                                          <p:attrName>style.visibility</p:attrName>
                                        </p:attrNameLst>
                                      </p:cBhvr>
                                      <p:to>
                                        <p:strVal val="visible"/>
                                      </p:to>
                                    </p:set>
                                    <p:anim calcmode="lin" valueType="num">
                                      <p:cBhvr>
                                        <p:cTn id="28" dur="500" fill="hold"/>
                                        <p:tgtEl>
                                          <p:spTgt spid="809987">
                                            <p:txEl>
                                              <p:pRg st="3" end="3"/>
                                            </p:txEl>
                                          </p:spTgt>
                                        </p:tgtEl>
                                        <p:attrNameLst>
                                          <p:attrName>ppt_w</p:attrName>
                                        </p:attrNameLst>
                                      </p:cBhvr>
                                      <p:tavLst>
                                        <p:tav tm="0">
                                          <p:val>
                                            <p:fltVal val="0"/>
                                          </p:val>
                                        </p:tav>
                                        <p:tav tm="100000">
                                          <p:val>
                                            <p:strVal val="#ppt_w"/>
                                          </p:val>
                                        </p:tav>
                                      </p:tavLst>
                                    </p:anim>
                                    <p:anim calcmode="lin" valueType="num">
                                      <p:cBhvr>
                                        <p:cTn id="29" dur="500" fill="hold"/>
                                        <p:tgtEl>
                                          <p:spTgt spid="809987">
                                            <p:txEl>
                                              <p:pRg st="3" end="3"/>
                                            </p:txEl>
                                          </p:spTgt>
                                        </p:tgtEl>
                                        <p:attrNameLst>
                                          <p:attrName>ppt_h</p:attrName>
                                        </p:attrNameLst>
                                      </p:cBhvr>
                                      <p:tavLst>
                                        <p:tav tm="0">
                                          <p:val>
                                            <p:fltVal val="0"/>
                                          </p:val>
                                        </p:tav>
                                        <p:tav tm="100000">
                                          <p:val>
                                            <p:strVal val="#ppt_h"/>
                                          </p:val>
                                        </p:tav>
                                      </p:tavLst>
                                    </p:anim>
                                    <p:animEffect transition="in" filter="fade">
                                      <p:cBhvr>
                                        <p:cTn id="30" dur="500"/>
                                        <p:tgtEl>
                                          <p:spTgt spid="80998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9987" name="Rectangle 3"/>
          <p:cNvSpPr>
            <a:spLocks noGrp="1" noChangeArrowheads="1"/>
          </p:cNvSpPr>
          <p:nvPr>
            <p:ph idx="1"/>
          </p:nvPr>
        </p:nvSpPr>
        <p:spPr>
          <a:xfrm>
            <a:off x="334433" y="1240367"/>
            <a:ext cx="5141384" cy="4301067"/>
          </a:xfrm>
        </p:spPr>
        <p:txBody>
          <a:bodyPr/>
          <a:lstStyle/>
          <a:p>
            <a:pPr>
              <a:lnSpc>
                <a:spcPts val="3333"/>
              </a:lnSpc>
              <a:buClr>
                <a:schemeClr val="tx1"/>
              </a:buClr>
              <a:buFont typeface="Wingdings" pitchFamily="2" charset="2"/>
              <a:buChar char="Ø"/>
              <a:defRPr/>
            </a:pPr>
            <a:r>
              <a:rPr lang="zh-CN" altLang="en-US" sz="2667" b="1" dirty="0">
                <a:solidFill>
                  <a:srgbClr val="FF0000"/>
                </a:solidFill>
                <a:ea typeface="楷体" pitchFamily="49" charset="-122"/>
                <a:cs typeface="Times New Roman" pitchFamily="18" charset="0"/>
              </a:rPr>
              <a:t>被调用者</a:t>
            </a:r>
            <a:r>
              <a:rPr lang="zh-CN" altLang="en-US" sz="2667" b="1" dirty="0">
                <a:solidFill>
                  <a:schemeClr val="tx1"/>
                </a:solidFill>
                <a:ea typeface="楷体" pitchFamily="49" charset="-122"/>
                <a:cs typeface="Times New Roman" pitchFamily="18" charset="0"/>
              </a:rPr>
              <a:t>将</a:t>
            </a:r>
            <a:r>
              <a:rPr lang="zh-CN" altLang="en-US" sz="2667" b="1" dirty="0">
                <a:solidFill>
                  <a:schemeClr val="tx2">
                    <a:lumMod val="60000"/>
                    <a:lumOff val="40000"/>
                  </a:schemeClr>
                </a:solidFill>
                <a:ea typeface="楷体" pitchFamily="49" charset="-122"/>
                <a:cs typeface="Times New Roman" pitchFamily="18" charset="0"/>
              </a:rPr>
              <a:t>返回值</a:t>
            </a:r>
            <a:r>
              <a:rPr lang="zh-CN" altLang="en-US" sz="2667" b="1" dirty="0">
                <a:solidFill>
                  <a:schemeClr val="tx1"/>
                </a:solidFill>
                <a:ea typeface="楷体" pitchFamily="49" charset="-122"/>
                <a:cs typeface="Times New Roman" pitchFamily="18" charset="0"/>
              </a:rPr>
              <a:t>放到与参数相邻的位置</a:t>
            </a:r>
            <a:endParaRPr lang="en-US" altLang="zh-CN" sz="2667" b="1" dirty="0">
              <a:solidFill>
                <a:schemeClr val="tx1"/>
              </a:solidFill>
              <a:ea typeface="楷体" pitchFamily="49" charset="-122"/>
              <a:cs typeface="Times New Roman" pitchFamily="18" charset="0"/>
            </a:endParaRPr>
          </a:p>
          <a:p>
            <a:pPr>
              <a:lnSpc>
                <a:spcPts val="3333"/>
              </a:lnSpc>
              <a:buClr>
                <a:schemeClr val="tx1"/>
              </a:buClr>
              <a:buFont typeface="Wingdings" pitchFamily="2" charset="2"/>
              <a:buChar char="Ø"/>
              <a:defRPr/>
            </a:pPr>
            <a:r>
              <a:rPr lang="zh-CN" altLang="en-US" sz="2667" b="1" dirty="0">
                <a:solidFill>
                  <a:schemeClr val="tx1"/>
                </a:solidFill>
                <a:ea typeface="楷体" pitchFamily="49" charset="-122"/>
                <a:cs typeface="Times New Roman" pitchFamily="18" charset="0"/>
              </a:rPr>
              <a:t>使用机器状态字段中的信息，</a:t>
            </a:r>
            <a:r>
              <a:rPr lang="zh-CN" altLang="en-US" sz="2667" b="1" dirty="0">
                <a:solidFill>
                  <a:srgbClr val="FF0000"/>
                </a:solidFill>
                <a:ea typeface="楷体" pitchFamily="49" charset="-122"/>
                <a:cs typeface="Times New Roman" pitchFamily="18" charset="0"/>
              </a:rPr>
              <a:t>被调用者</a:t>
            </a:r>
            <a:r>
              <a:rPr lang="zh-CN" altLang="en-US" sz="2667" b="1" dirty="0">
                <a:solidFill>
                  <a:schemeClr val="tx2">
                    <a:lumMod val="60000"/>
                    <a:lumOff val="40000"/>
                  </a:schemeClr>
                </a:solidFill>
                <a:ea typeface="楷体" pitchFamily="49" charset="-122"/>
                <a:cs typeface="Times New Roman" pitchFamily="18" charset="0"/>
              </a:rPr>
              <a:t>恢复</a:t>
            </a:r>
            <a:r>
              <a:rPr lang="en-US" altLang="zh-CN" sz="2667" b="1" i="1" dirty="0">
                <a:solidFill>
                  <a:schemeClr val="tx2">
                    <a:lumMod val="60000"/>
                    <a:lumOff val="40000"/>
                  </a:schemeClr>
                </a:solidFill>
                <a:ea typeface="楷体" pitchFamily="49" charset="-122"/>
                <a:cs typeface="Times New Roman" pitchFamily="18" charset="0"/>
              </a:rPr>
              <a:t>top-sp</a:t>
            </a:r>
            <a:r>
              <a:rPr lang="zh-CN" altLang="en-US" sz="2667" b="1" dirty="0">
                <a:solidFill>
                  <a:schemeClr val="tx2">
                    <a:lumMod val="60000"/>
                    <a:lumOff val="40000"/>
                  </a:schemeClr>
                </a:solidFill>
                <a:ea typeface="楷体" pitchFamily="49" charset="-122"/>
                <a:cs typeface="Times New Roman" pitchFamily="18" charset="0"/>
              </a:rPr>
              <a:t>和其它寄存器</a:t>
            </a:r>
            <a:r>
              <a:rPr lang="zh-CN" altLang="en-US" sz="2667" b="1" dirty="0">
                <a:solidFill>
                  <a:schemeClr val="tx1"/>
                </a:solidFill>
                <a:ea typeface="楷体" pitchFamily="49" charset="-122"/>
                <a:cs typeface="Times New Roman" pitchFamily="18" charset="0"/>
              </a:rPr>
              <a:t>，然后</a:t>
            </a:r>
            <a:r>
              <a:rPr lang="zh-CN" altLang="en-US" sz="2667" b="1" dirty="0">
                <a:solidFill>
                  <a:schemeClr val="tx2">
                    <a:lumMod val="60000"/>
                    <a:lumOff val="40000"/>
                  </a:schemeClr>
                </a:solidFill>
                <a:ea typeface="楷体" pitchFamily="49" charset="-122"/>
                <a:cs typeface="Times New Roman" pitchFamily="18" charset="0"/>
              </a:rPr>
              <a:t>跳转到</a:t>
            </a:r>
            <a:r>
              <a:rPr lang="zh-CN" altLang="en-US" sz="2667" b="1" dirty="0">
                <a:solidFill>
                  <a:schemeClr val="tx1"/>
                </a:solidFill>
                <a:ea typeface="楷体" pitchFamily="49" charset="-122"/>
                <a:cs typeface="Times New Roman" pitchFamily="18" charset="0"/>
              </a:rPr>
              <a:t>由调用者放在机器状态字段中的</a:t>
            </a:r>
            <a:r>
              <a:rPr lang="zh-CN" altLang="en-US" sz="2667" b="1" dirty="0">
                <a:solidFill>
                  <a:schemeClr val="tx2">
                    <a:lumMod val="60000"/>
                    <a:lumOff val="40000"/>
                  </a:schemeClr>
                </a:solidFill>
                <a:ea typeface="楷体" pitchFamily="49" charset="-122"/>
                <a:cs typeface="Times New Roman" pitchFamily="18" charset="0"/>
              </a:rPr>
              <a:t>返回地址</a:t>
            </a:r>
            <a:endParaRPr lang="en-US" altLang="zh-CN" sz="2667" b="1" dirty="0">
              <a:solidFill>
                <a:schemeClr val="tx2">
                  <a:lumMod val="60000"/>
                  <a:lumOff val="40000"/>
                </a:schemeClr>
              </a:solidFill>
              <a:ea typeface="楷体" pitchFamily="49" charset="-122"/>
              <a:cs typeface="Times New Roman" pitchFamily="18" charset="0"/>
            </a:endParaRPr>
          </a:p>
          <a:p>
            <a:pPr>
              <a:lnSpc>
                <a:spcPts val="3333"/>
              </a:lnSpc>
              <a:buClr>
                <a:schemeClr val="tx1"/>
              </a:buClr>
              <a:buFont typeface="Wingdings" pitchFamily="2" charset="2"/>
              <a:buChar char="Ø"/>
              <a:defRPr/>
            </a:pPr>
            <a:r>
              <a:rPr lang="zh-CN" altLang="en-US" sz="2667" b="1" dirty="0">
                <a:solidFill>
                  <a:schemeClr val="tx1"/>
                </a:solidFill>
                <a:ea typeface="楷体" pitchFamily="49" charset="-122"/>
                <a:cs typeface="Times New Roman" pitchFamily="18" charset="0"/>
              </a:rPr>
              <a:t>尽管</a:t>
            </a:r>
            <a:r>
              <a:rPr lang="en-US" altLang="zh-CN" sz="2667" b="1" i="1" dirty="0">
                <a:solidFill>
                  <a:schemeClr val="tx1"/>
                </a:solidFill>
                <a:ea typeface="楷体" pitchFamily="49" charset="-122"/>
                <a:cs typeface="Times New Roman" pitchFamily="18" charset="0"/>
              </a:rPr>
              <a:t>top-sp</a:t>
            </a:r>
            <a:r>
              <a:rPr lang="zh-CN" altLang="en-US" sz="2667" b="1" dirty="0">
                <a:solidFill>
                  <a:schemeClr val="tx1"/>
                </a:solidFill>
                <a:ea typeface="楷体" pitchFamily="49" charset="-122"/>
                <a:cs typeface="Times New Roman" pitchFamily="18" charset="0"/>
              </a:rPr>
              <a:t>已经被减小，但</a:t>
            </a:r>
            <a:r>
              <a:rPr lang="zh-CN" altLang="en-US" sz="2667" b="1" dirty="0">
                <a:solidFill>
                  <a:srgbClr val="FF0000"/>
                </a:solidFill>
                <a:ea typeface="楷体" pitchFamily="49" charset="-122"/>
                <a:cs typeface="Times New Roman" pitchFamily="18" charset="0"/>
              </a:rPr>
              <a:t>调用者</a:t>
            </a:r>
            <a:r>
              <a:rPr lang="zh-CN" altLang="en-US" sz="2667" b="1" dirty="0">
                <a:solidFill>
                  <a:schemeClr val="tx1"/>
                </a:solidFill>
                <a:ea typeface="楷体" pitchFamily="49" charset="-122"/>
                <a:cs typeface="Times New Roman" pitchFamily="18" charset="0"/>
              </a:rPr>
              <a:t>仍然知道</a:t>
            </a:r>
            <a:r>
              <a:rPr lang="zh-CN" altLang="en-US" sz="2667" b="1" dirty="0">
                <a:solidFill>
                  <a:schemeClr val="tx2">
                    <a:lumMod val="60000"/>
                    <a:lumOff val="40000"/>
                  </a:schemeClr>
                </a:solidFill>
                <a:ea typeface="楷体" pitchFamily="49" charset="-122"/>
                <a:cs typeface="Times New Roman" pitchFamily="18" charset="0"/>
              </a:rPr>
              <a:t>返回值</a:t>
            </a:r>
            <a:r>
              <a:rPr lang="zh-CN" altLang="en-US" sz="2667" b="1" dirty="0">
                <a:solidFill>
                  <a:schemeClr val="tx1"/>
                </a:solidFill>
                <a:ea typeface="楷体" pitchFamily="49" charset="-122"/>
                <a:cs typeface="Times New Roman" pitchFamily="18" charset="0"/>
              </a:rPr>
              <a:t>相对于当前</a:t>
            </a:r>
            <a:r>
              <a:rPr lang="en-US" altLang="zh-CN" sz="2667" b="1" i="1" dirty="0">
                <a:solidFill>
                  <a:schemeClr val="tx1"/>
                </a:solidFill>
                <a:ea typeface="楷体" pitchFamily="49" charset="-122"/>
                <a:cs typeface="Times New Roman" pitchFamily="18" charset="0"/>
              </a:rPr>
              <a:t>top-sp</a:t>
            </a:r>
            <a:r>
              <a:rPr lang="zh-CN" altLang="en-US" sz="2667" b="1" dirty="0">
                <a:solidFill>
                  <a:schemeClr val="tx1"/>
                </a:solidFill>
                <a:ea typeface="楷体" pitchFamily="49" charset="-122"/>
                <a:cs typeface="Times New Roman" pitchFamily="18" charset="0"/>
              </a:rPr>
              <a:t>值的位置。因此，调用者可以使用那个返回值</a:t>
            </a:r>
            <a:endParaRPr lang="en-US" altLang="zh-CN" sz="2667" b="1" dirty="0">
              <a:solidFill>
                <a:schemeClr val="tx1"/>
              </a:solidFill>
              <a:ea typeface="楷体" pitchFamily="49" charset="-122"/>
              <a:cs typeface="Times New Roman" pitchFamily="18" charset="0"/>
            </a:endParaRPr>
          </a:p>
        </p:txBody>
      </p:sp>
      <p:sp>
        <p:nvSpPr>
          <p:cNvPr id="78851"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返回序列</a:t>
            </a:r>
          </a:p>
        </p:txBody>
      </p:sp>
      <p:cxnSp>
        <p:nvCxnSpPr>
          <p:cNvPr id="17" name="直接连接符 16"/>
          <p:cNvCxnSpPr/>
          <p:nvPr/>
        </p:nvCxnSpPr>
        <p:spPr bwMode="auto">
          <a:xfrm flipH="1" flipV="1">
            <a:off x="6582834" y="3045884"/>
            <a:ext cx="656167" cy="2302933"/>
          </a:xfrm>
          <a:prstGeom prst="line">
            <a:avLst/>
          </a:prstGeom>
          <a:ln w="38100">
            <a:solidFill>
              <a:schemeClr val="tx2">
                <a:lumMod val="60000"/>
                <a:lumOff val="40000"/>
              </a:schemeClr>
            </a:solidFill>
            <a:prstDash val="solid"/>
            <a:headEnd type="stealth" w="lg" len="lg"/>
            <a:tailEnd type="none" w="lg" len="lg"/>
          </a:ln>
        </p:spPr>
        <p:style>
          <a:lnRef idx="1">
            <a:schemeClr val="accent1"/>
          </a:lnRef>
          <a:fillRef idx="0">
            <a:schemeClr val="accent1"/>
          </a:fillRef>
          <a:effectRef idx="0">
            <a:schemeClr val="accent1"/>
          </a:effectRef>
          <a:fontRef idx="minor">
            <a:schemeClr val="tx1"/>
          </a:fontRef>
        </p:style>
      </p:cxnSp>
      <p:graphicFrame>
        <p:nvGraphicFramePr>
          <p:cNvPr id="18" name="内容占位符 3"/>
          <p:cNvGraphicFramePr>
            <a:graphicFrameLocks/>
          </p:cNvGraphicFramePr>
          <p:nvPr/>
        </p:nvGraphicFramePr>
        <p:xfrm>
          <a:off x="7277100" y="787400"/>
          <a:ext cx="3100917" cy="5486400"/>
        </p:xfrm>
        <a:graphic>
          <a:graphicData uri="http://schemas.openxmlformats.org/drawingml/2006/table">
            <a:tbl>
              <a:tblPr firstRow="1" bandRow="1">
                <a:tableStyleId>{2D5ABB26-0587-4C30-8999-92F81FD0307C}</a:tableStyleId>
              </a:tblPr>
              <a:tblGrid>
                <a:gridCol w="3100917">
                  <a:extLst>
                    <a:ext uri="{9D8B030D-6E8A-4147-A177-3AD203B41FA5}">
                      <a16:colId xmlns:a16="http://schemas.microsoft.com/office/drawing/2014/main" val="20000"/>
                    </a:ext>
                  </a:extLst>
                </a:gridCol>
              </a:tblGrid>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0"/>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rgbClr val="000000"/>
                          </a:solidFill>
                          <a:effectLst/>
                          <a:latin typeface="宋体" panose="02010600030101010101" pitchFamily="2" charset="-122"/>
                          <a:ea typeface="楷体" panose="02010609060101010101" pitchFamily="49" charset="-122"/>
                          <a:cs typeface="Times New Roman" panose="02020603050405020304" pitchFamily="18" charset="0"/>
                        </a:rPr>
                        <a:t>参数和返回值</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1"/>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控制链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2"/>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访问链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3"/>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en-US" sz="2400" b="1" kern="1200" dirty="0">
                          <a:solidFill>
                            <a:schemeClr val="tx1"/>
                          </a:solidFill>
                          <a:effectLst/>
                          <a:latin typeface="+mn-lt"/>
                          <a:ea typeface="+mn-ea"/>
                          <a:cs typeface="+mn-cs"/>
                        </a:rPr>
                        <a:t>保存的</a:t>
                      </a:r>
                      <a:r>
                        <a:rPr lang="zh-CN" altLang="zh-CN" sz="2400" b="1" kern="1200" dirty="0">
                          <a:solidFill>
                            <a:schemeClr val="tx1"/>
                          </a:solidFill>
                          <a:effectLst/>
                          <a:latin typeface="+mn-lt"/>
                          <a:ea typeface="+mn-ea"/>
                          <a:cs typeface="+mn-cs"/>
                        </a:rPr>
                        <a:t>机器状态</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4"/>
                  </a:ext>
                </a:extLst>
              </a:tr>
              <a:tr h="457200">
                <a:tc>
                  <a:txBody>
                    <a:bodyPr/>
                    <a:lstStyle/>
                    <a:p>
                      <a:pPr algn="ctr"/>
                      <a:r>
                        <a:rPr lang="zh-CN" altLang="zh-CN" sz="2400" b="1" kern="1200" dirty="0">
                          <a:solidFill>
                            <a:schemeClr val="tx1"/>
                          </a:solidFill>
                          <a:effectLst/>
                          <a:latin typeface="+mn-lt"/>
                          <a:ea typeface="+mn-ea"/>
                          <a:cs typeface="+mn-cs"/>
                        </a:rPr>
                        <a:t>局部数据和临时数</a:t>
                      </a:r>
                      <a:r>
                        <a:rPr lang="zh-CN" altLang="en-US" sz="2400" b="1" kern="1200" dirty="0">
                          <a:solidFill>
                            <a:schemeClr val="tx1"/>
                          </a:solidFill>
                          <a:effectLst/>
                          <a:latin typeface="+mn-lt"/>
                          <a:ea typeface="+mn-ea"/>
                          <a:cs typeface="+mn-cs"/>
                        </a:rPr>
                        <a:t>据</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5"/>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参数和返回值</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6"/>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控制链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7"/>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访问链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8"/>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en-US" sz="2400" b="1" kern="1200" dirty="0">
                          <a:solidFill>
                            <a:schemeClr val="tx1"/>
                          </a:solidFill>
                          <a:effectLst/>
                          <a:latin typeface="+mn-lt"/>
                          <a:ea typeface="+mn-ea"/>
                          <a:cs typeface="+mn-cs"/>
                        </a:rPr>
                        <a:t>保存的</a:t>
                      </a:r>
                      <a:r>
                        <a:rPr lang="zh-CN" altLang="zh-CN" sz="2400" b="1" kern="1200" dirty="0">
                          <a:solidFill>
                            <a:schemeClr val="tx1"/>
                          </a:solidFill>
                          <a:effectLst/>
                          <a:latin typeface="+mn-lt"/>
                          <a:ea typeface="+mn-ea"/>
                          <a:cs typeface="+mn-cs"/>
                        </a:rPr>
                        <a:t>机器状态</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9"/>
                  </a:ext>
                </a:extLst>
              </a:tr>
              <a:tr h="457200">
                <a:tc>
                  <a:txBody>
                    <a:bodyPr/>
                    <a:lstStyle/>
                    <a:p>
                      <a:pPr algn="ctr" eaLnBrk="0" fontAlgn="base" hangingPunct="0"/>
                      <a:r>
                        <a:rPr lang="zh-CN" altLang="zh-CN" sz="2400" b="1" kern="1200" dirty="0">
                          <a:solidFill>
                            <a:schemeClr val="tx1"/>
                          </a:solidFill>
                          <a:effectLst/>
                          <a:latin typeface="+mn-lt"/>
                          <a:ea typeface="+mn-ea"/>
                          <a:cs typeface="+mn-cs"/>
                        </a:rPr>
                        <a:t>局部数据和临时数据</a:t>
                      </a:r>
                      <a:endParaRPr lang="zh-CN" altLang="zh-CN" sz="2400" kern="1200" dirty="0">
                        <a:solidFill>
                          <a:schemeClr val="tx1"/>
                        </a:solidFill>
                        <a:effectLst/>
                        <a:latin typeface="+mn-lt"/>
                        <a:ea typeface="+mn-ea"/>
                        <a:cs typeface="+mn-cs"/>
                      </a:endParaRPr>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10"/>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38100" cap="flat" cmpd="sng" algn="ctr">
                      <a:no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19" name="弧形 18"/>
          <p:cNvSpPr/>
          <p:nvPr/>
        </p:nvSpPr>
        <p:spPr bwMode="auto">
          <a:xfrm rot="10056762" flipV="1">
            <a:off x="7025218" y="975784"/>
            <a:ext cx="258233" cy="996949"/>
          </a:xfrm>
          <a:prstGeom prst="arc">
            <a:avLst>
              <a:gd name="adj1" fmla="val 16831102"/>
              <a:gd name="adj2" fmla="val 5229498"/>
            </a:avLst>
          </a:prstGeom>
          <a:ln w="38100">
            <a:solidFill>
              <a:schemeClr val="tx2">
                <a:lumMod val="60000"/>
                <a:lumOff val="40000"/>
              </a:schemeClr>
            </a:solidFill>
            <a:headEnd type="stealth" w="lg" len="lg"/>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sp>
        <p:nvSpPr>
          <p:cNvPr id="20" name="任意多边形 19"/>
          <p:cNvSpPr/>
          <p:nvPr/>
        </p:nvSpPr>
        <p:spPr>
          <a:xfrm>
            <a:off x="6942667" y="3141134"/>
            <a:ext cx="332317" cy="1056217"/>
          </a:xfrm>
          <a:custGeom>
            <a:avLst/>
            <a:gdLst>
              <a:gd name="connsiteX0" fmla="*/ 180473 w 180473"/>
              <a:gd name="connsiteY0" fmla="*/ 1780674 h 1780674"/>
              <a:gd name="connsiteX1" fmla="*/ 0 w 180473"/>
              <a:gd name="connsiteY1" fmla="*/ 565484 h 1780674"/>
              <a:gd name="connsiteX2" fmla="*/ 180473 w 180473"/>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54570 w 254570"/>
              <a:gd name="connsiteY0" fmla="*/ 1780674 h 1780674"/>
              <a:gd name="connsiteX1" fmla="*/ 0 w 254570"/>
              <a:gd name="connsiteY1" fmla="*/ 871797 h 1780674"/>
              <a:gd name="connsiteX2" fmla="*/ 201644 w 254570"/>
              <a:gd name="connsiteY2" fmla="*/ 0 h 1780674"/>
              <a:gd name="connsiteX0" fmla="*/ 191058 w 191058"/>
              <a:gd name="connsiteY0" fmla="*/ 1780674 h 1780674"/>
              <a:gd name="connsiteX1" fmla="*/ 0 w 191058"/>
              <a:gd name="connsiteY1" fmla="*/ 871797 h 1780674"/>
              <a:gd name="connsiteX2" fmla="*/ 138132 w 191058"/>
              <a:gd name="connsiteY2" fmla="*/ 0 h 1780674"/>
              <a:gd name="connsiteX0" fmla="*/ 205111 w 205111"/>
              <a:gd name="connsiteY0" fmla="*/ 1780674 h 1780674"/>
              <a:gd name="connsiteX1" fmla="*/ 14053 w 205111"/>
              <a:gd name="connsiteY1" fmla="*/ 871797 h 1780674"/>
              <a:gd name="connsiteX2" fmla="*/ 152185 w 205111"/>
              <a:gd name="connsiteY2" fmla="*/ 0 h 1780674"/>
              <a:gd name="connsiteX0" fmla="*/ 235753 w 235753"/>
              <a:gd name="connsiteY0" fmla="*/ 1780674 h 1780674"/>
              <a:gd name="connsiteX1" fmla="*/ 2354 w 235753"/>
              <a:gd name="connsiteY1" fmla="*/ 925852 h 1780674"/>
              <a:gd name="connsiteX2" fmla="*/ 182827 w 235753"/>
              <a:gd name="connsiteY2" fmla="*/ 0 h 1780674"/>
              <a:gd name="connsiteX0" fmla="*/ 233399 w 233399"/>
              <a:gd name="connsiteY0" fmla="*/ 1780674 h 1780674"/>
              <a:gd name="connsiteX1" fmla="*/ 0 w 233399"/>
              <a:gd name="connsiteY1" fmla="*/ 925852 h 1780674"/>
              <a:gd name="connsiteX2" fmla="*/ 180473 w 233399"/>
              <a:gd name="connsiteY2" fmla="*/ 0 h 1780674"/>
              <a:gd name="connsiteX0" fmla="*/ 180472 w 180472"/>
              <a:gd name="connsiteY0" fmla="*/ 1780674 h 1780674"/>
              <a:gd name="connsiteX1" fmla="*/ 0 w 180472"/>
              <a:gd name="connsiteY1" fmla="*/ 925852 h 1780674"/>
              <a:gd name="connsiteX2" fmla="*/ 127546 w 180472"/>
              <a:gd name="connsiteY2" fmla="*/ 0 h 1780674"/>
              <a:gd name="connsiteX0" fmla="*/ 183990 w 183990"/>
              <a:gd name="connsiteY0" fmla="*/ 1780674 h 1780674"/>
              <a:gd name="connsiteX1" fmla="*/ 3518 w 183990"/>
              <a:gd name="connsiteY1" fmla="*/ 925852 h 1780674"/>
              <a:gd name="connsiteX2" fmla="*/ 131064 w 183990"/>
              <a:gd name="connsiteY2" fmla="*/ 0 h 1780674"/>
              <a:gd name="connsiteX0" fmla="*/ 180472 w 180472"/>
              <a:gd name="connsiteY0" fmla="*/ 1780674 h 1780674"/>
              <a:gd name="connsiteX1" fmla="*/ 0 w 180472"/>
              <a:gd name="connsiteY1" fmla="*/ 925852 h 1780674"/>
              <a:gd name="connsiteX2" fmla="*/ 127546 w 180472"/>
              <a:gd name="connsiteY2" fmla="*/ 0 h 1780674"/>
            </a:gdLst>
            <a:ahLst/>
            <a:cxnLst>
              <a:cxn ang="0">
                <a:pos x="connsiteX0" y="connsiteY0"/>
              </a:cxn>
              <a:cxn ang="0">
                <a:pos x="connsiteX1" y="connsiteY1"/>
              </a:cxn>
              <a:cxn ang="0">
                <a:pos x="connsiteX2" y="connsiteY2"/>
              </a:cxn>
            </a:cxnLst>
            <a:rect l="l" t="t" r="r" b="b"/>
            <a:pathLst>
              <a:path w="180472" h="1780674">
                <a:moveTo>
                  <a:pt x="180472" y="1780674"/>
                </a:moveTo>
                <a:cubicBezTo>
                  <a:pt x="47893" y="1411559"/>
                  <a:pt x="21170" y="1267676"/>
                  <a:pt x="0" y="925852"/>
                </a:cubicBezTo>
                <a:cubicBezTo>
                  <a:pt x="0" y="629073"/>
                  <a:pt x="26724" y="179400"/>
                  <a:pt x="127546" y="0"/>
                </a:cubicBezTo>
              </a:path>
            </a:pathLst>
          </a:custGeom>
          <a:noFill/>
          <a:ln w="38100">
            <a:solidFill>
              <a:schemeClr val="tx2">
                <a:lumMod val="60000"/>
                <a:lumOff val="40000"/>
              </a:schemeClr>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cxnSp>
        <p:nvCxnSpPr>
          <p:cNvPr id="21" name="直接连接符 20"/>
          <p:cNvCxnSpPr/>
          <p:nvPr/>
        </p:nvCxnSpPr>
        <p:spPr bwMode="auto">
          <a:xfrm flipH="1" flipV="1">
            <a:off x="11146367" y="3522134"/>
            <a:ext cx="2117" cy="2307167"/>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bwMode="auto">
          <a:xfrm flipH="1" flipV="1">
            <a:off x="11137900" y="1221318"/>
            <a:ext cx="8467" cy="2302933"/>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bwMode="auto">
          <a:xfrm flipH="1" flipV="1">
            <a:off x="10945284" y="1221318"/>
            <a:ext cx="404283" cy="2116"/>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bwMode="auto">
          <a:xfrm flipH="1" flipV="1">
            <a:off x="10941051" y="3522134"/>
            <a:ext cx="404283" cy="2117"/>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bwMode="auto">
          <a:xfrm flipH="1">
            <a:off x="11002434" y="5829300"/>
            <a:ext cx="342900" cy="0"/>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bwMode="auto">
          <a:xfrm flipH="1" flipV="1">
            <a:off x="6565900" y="3045884"/>
            <a:ext cx="687917" cy="0"/>
          </a:xfrm>
          <a:prstGeom prst="line">
            <a:avLst/>
          </a:prstGeom>
          <a:ln w="38100">
            <a:solidFill>
              <a:schemeClr val="tx2">
                <a:lumMod val="60000"/>
                <a:lumOff val="40000"/>
              </a:schemeClr>
            </a:solidFill>
            <a:prstDash val="sysDash"/>
            <a:headEnd type="triangle"/>
            <a:tailEnd type="none"/>
          </a:ln>
        </p:spPr>
        <p:style>
          <a:lnRef idx="1">
            <a:schemeClr val="accent1"/>
          </a:lnRef>
          <a:fillRef idx="0">
            <a:schemeClr val="accent1"/>
          </a:fillRef>
          <a:effectRef idx="0">
            <a:schemeClr val="accent1"/>
          </a:effectRef>
          <a:fontRef idx="minor">
            <a:schemeClr val="tx1"/>
          </a:fontRef>
        </p:style>
      </p:cxnSp>
      <p:sp>
        <p:nvSpPr>
          <p:cNvPr id="27" name="Rectangle 5"/>
          <p:cNvSpPr>
            <a:spLocks noChangeArrowheads="1"/>
          </p:cNvSpPr>
          <p:nvPr/>
        </p:nvSpPr>
        <p:spPr bwMode="auto">
          <a:xfrm>
            <a:off x="5520268" y="2683933"/>
            <a:ext cx="1234017" cy="721784"/>
          </a:xfrm>
          <a:prstGeom prst="rect">
            <a:avLst/>
          </a:prstGeom>
          <a:noFill/>
          <a:ln>
            <a:noFill/>
          </a:ln>
        </p:spPr>
        <p:txBody>
          <a:bodyPr tIns="110400"/>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en-US" altLang="zh-CN" b="1" i="1" dirty="0" err="1">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top_sp</a:t>
            </a:r>
            <a:endParaRPr lang="zh-CN" altLang="en-US"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78889" name="Rectangle 5"/>
          <p:cNvSpPr>
            <a:spLocks noChangeArrowheads="1"/>
          </p:cNvSpPr>
          <p:nvPr/>
        </p:nvSpPr>
        <p:spPr bwMode="auto">
          <a:xfrm>
            <a:off x="10416118" y="4197351"/>
            <a:ext cx="1475316" cy="95038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110400" rIns="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133">
                <a:solidFill>
                  <a:srgbClr val="2D83F4"/>
                </a:solidFill>
                <a:latin typeface="楷体" panose="02010609060101010101" pitchFamily="49" charset="-122"/>
                <a:ea typeface="楷体" panose="02010609060101010101" pitchFamily="49" charset="-122"/>
                <a:cs typeface="Times New Roman" panose="02020603050405020304" pitchFamily="18" charset="0"/>
              </a:rPr>
              <a:t>被调用者的活动记录</a:t>
            </a:r>
          </a:p>
        </p:txBody>
      </p:sp>
      <p:sp>
        <p:nvSpPr>
          <p:cNvPr id="78890" name="Rectangle 5"/>
          <p:cNvSpPr>
            <a:spLocks noChangeArrowheads="1"/>
          </p:cNvSpPr>
          <p:nvPr/>
        </p:nvSpPr>
        <p:spPr bwMode="auto">
          <a:xfrm>
            <a:off x="10416117" y="1807633"/>
            <a:ext cx="1411816" cy="94826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tIns="11040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133">
                <a:solidFill>
                  <a:srgbClr val="2D83F4"/>
                </a:solidFill>
                <a:latin typeface="楷体" panose="02010609060101010101" pitchFamily="49" charset="-122"/>
                <a:ea typeface="楷体" panose="02010609060101010101" pitchFamily="49" charset="-122"/>
                <a:cs typeface="Times New Roman" panose="02020603050405020304" pitchFamily="18" charset="0"/>
              </a:rPr>
              <a:t>调用者的活动记录</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809987">
                                            <p:txEl>
                                              <p:pRg st="0" end="0"/>
                                            </p:txEl>
                                          </p:spTgt>
                                        </p:tgtEl>
                                        <p:attrNameLst>
                                          <p:attrName>style.visibility</p:attrName>
                                        </p:attrNameLst>
                                      </p:cBhvr>
                                      <p:to>
                                        <p:strVal val="visible"/>
                                      </p:to>
                                    </p:set>
                                    <p:anim calcmode="lin" valueType="num">
                                      <p:cBhvr>
                                        <p:cTn id="7" dur="500" fill="hold"/>
                                        <p:tgtEl>
                                          <p:spTgt spid="80998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80998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809987">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nodeType="clickEffect">
                                  <p:stCondLst>
                                    <p:cond delay="0"/>
                                  </p:stCondLst>
                                  <p:childTnLst>
                                    <p:set>
                                      <p:cBhvr>
                                        <p:cTn id="13" dur="1" fill="hold">
                                          <p:stCondLst>
                                            <p:cond delay="0"/>
                                          </p:stCondLst>
                                        </p:cTn>
                                        <p:tgtEl>
                                          <p:spTgt spid="809987">
                                            <p:txEl>
                                              <p:pRg st="1" end="1"/>
                                            </p:txEl>
                                          </p:spTgt>
                                        </p:tgtEl>
                                        <p:attrNameLst>
                                          <p:attrName>style.visibility</p:attrName>
                                        </p:attrNameLst>
                                      </p:cBhvr>
                                      <p:to>
                                        <p:strVal val="visible"/>
                                      </p:to>
                                    </p:set>
                                    <p:anim calcmode="lin" valueType="num">
                                      <p:cBhvr>
                                        <p:cTn id="14" dur="500" fill="hold"/>
                                        <p:tgtEl>
                                          <p:spTgt spid="809987">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809987">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809987">
                                            <p:txEl>
                                              <p:pRg st="1" end="1"/>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0" fill="hold" nodeType="clickEffect">
                                  <p:stCondLst>
                                    <p:cond delay="0"/>
                                  </p:stCondLst>
                                  <p:childTnLst>
                                    <p:set>
                                      <p:cBhvr>
                                        <p:cTn id="20" dur="1" fill="hold">
                                          <p:stCondLst>
                                            <p:cond delay="0"/>
                                          </p:stCondLst>
                                        </p:cTn>
                                        <p:tgtEl>
                                          <p:spTgt spid="809987">
                                            <p:txEl>
                                              <p:pRg st="2" end="2"/>
                                            </p:txEl>
                                          </p:spTgt>
                                        </p:tgtEl>
                                        <p:attrNameLst>
                                          <p:attrName>style.visibility</p:attrName>
                                        </p:attrNameLst>
                                      </p:cBhvr>
                                      <p:to>
                                        <p:strVal val="visible"/>
                                      </p:to>
                                    </p:set>
                                    <p:anim calcmode="lin" valueType="num">
                                      <p:cBhvr>
                                        <p:cTn id="21" dur="500" fill="hold"/>
                                        <p:tgtEl>
                                          <p:spTgt spid="809987">
                                            <p:txEl>
                                              <p:pRg st="2" end="2"/>
                                            </p:txEl>
                                          </p:spTgt>
                                        </p:tgtEl>
                                        <p:attrNameLst>
                                          <p:attrName>ppt_w</p:attrName>
                                        </p:attrNameLst>
                                      </p:cBhvr>
                                      <p:tavLst>
                                        <p:tav tm="0">
                                          <p:val>
                                            <p:fltVal val="0"/>
                                          </p:val>
                                        </p:tav>
                                        <p:tav tm="100000">
                                          <p:val>
                                            <p:strVal val="#ppt_w"/>
                                          </p:val>
                                        </p:tav>
                                      </p:tavLst>
                                    </p:anim>
                                    <p:anim calcmode="lin" valueType="num">
                                      <p:cBhvr>
                                        <p:cTn id="22" dur="500" fill="hold"/>
                                        <p:tgtEl>
                                          <p:spTgt spid="809987">
                                            <p:txEl>
                                              <p:pRg st="2" end="2"/>
                                            </p:txEl>
                                          </p:spTgt>
                                        </p:tgtEl>
                                        <p:attrNameLst>
                                          <p:attrName>ppt_h</p:attrName>
                                        </p:attrNameLst>
                                      </p:cBhvr>
                                      <p:tavLst>
                                        <p:tav tm="0">
                                          <p:val>
                                            <p:fltVal val="0"/>
                                          </p:val>
                                        </p:tav>
                                        <p:tav tm="100000">
                                          <p:val>
                                            <p:strVal val="#ppt_h"/>
                                          </p:val>
                                        </p:tav>
                                      </p:tavLst>
                                    </p:anim>
                                    <p:animEffect transition="in" filter="fade">
                                      <p:cBhvr>
                                        <p:cTn id="23" dur="500"/>
                                        <p:tgtEl>
                                          <p:spTgt spid="80998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rPr>
              <a:t>调用者和被调用者之间的任务划分</a:t>
            </a:r>
          </a:p>
        </p:txBody>
      </p:sp>
      <p:sp>
        <p:nvSpPr>
          <p:cNvPr id="80899" name="Rectangle 11"/>
          <p:cNvSpPr>
            <a:spLocks noChangeArrowheads="1"/>
          </p:cNvSpPr>
          <p:nvPr/>
        </p:nvSpPr>
        <p:spPr bwMode="auto">
          <a:xfrm>
            <a:off x="1299634" y="4095752"/>
            <a:ext cx="1367367"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40" tIns="45720" rIns="91440" bIns="4572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2667">
                <a:solidFill>
                  <a:srgbClr val="FF0000"/>
                </a:solidFill>
                <a:latin typeface="楷体" panose="02010609060101010101" pitchFamily="49" charset="-122"/>
                <a:ea typeface="楷体" panose="02010609060101010101" pitchFamily="49" charset="-122"/>
              </a:rPr>
              <a:t>调用者填写</a:t>
            </a:r>
          </a:p>
        </p:txBody>
      </p:sp>
      <p:sp>
        <p:nvSpPr>
          <p:cNvPr id="80900" name="Line 12"/>
          <p:cNvSpPr>
            <a:spLocks noChangeShapeType="1"/>
          </p:cNvSpPr>
          <p:nvPr/>
        </p:nvSpPr>
        <p:spPr bwMode="auto">
          <a:xfrm flipV="1">
            <a:off x="2918885" y="4095751"/>
            <a:ext cx="1653116" cy="190500"/>
          </a:xfrm>
          <a:prstGeom prst="line">
            <a:avLst/>
          </a:prstGeom>
          <a:noFill/>
          <a:ln w="25400">
            <a:solidFill>
              <a:srgbClr val="FF0000"/>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80901" name="Line 14"/>
          <p:cNvSpPr>
            <a:spLocks noChangeShapeType="1"/>
          </p:cNvSpPr>
          <p:nvPr/>
        </p:nvSpPr>
        <p:spPr bwMode="auto">
          <a:xfrm>
            <a:off x="2857501" y="4282018"/>
            <a:ext cx="1714500" cy="289983"/>
          </a:xfrm>
          <a:prstGeom prst="line">
            <a:avLst/>
          </a:prstGeom>
          <a:noFill/>
          <a:ln w="25400">
            <a:solidFill>
              <a:srgbClr val="FF0000"/>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80902" name="Rectangle 16"/>
          <p:cNvSpPr>
            <a:spLocks noChangeArrowheads="1"/>
          </p:cNvSpPr>
          <p:nvPr/>
        </p:nvSpPr>
        <p:spPr bwMode="auto">
          <a:xfrm>
            <a:off x="9370484" y="4191000"/>
            <a:ext cx="1583267" cy="719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40" tIns="45720" rIns="91440" bIns="4572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2667">
                <a:solidFill>
                  <a:srgbClr val="FF0000"/>
                </a:solidFill>
                <a:latin typeface="楷体" panose="02010609060101010101" pitchFamily="49" charset="-122"/>
                <a:ea typeface="楷体" panose="02010609060101010101" pitchFamily="49" charset="-122"/>
              </a:rPr>
              <a:t>被调用者填写</a:t>
            </a:r>
          </a:p>
        </p:txBody>
      </p:sp>
      <p:sp>
        <p:nvSpPr>
          <p:cNvPr id="80903" name="Rectangle 19"/>
          <p:cNvSpPr>
            <a:spLocks noChangeArrowheads="1"/>
          </p:cNvSpPr>
          <p:nvPr/>
        </p:nvSpPr>
        <p:spPr bwMode="auto">
          <a:xfrm>
            <a:off x="649818" y="2042584"/>
            <a:ext cx="2017183" cy="719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40" tIns="45720" rIns="91440" bIns="4572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0"/>
              </a:spcBef>
              <a:spcAft>
                <a:spcPct val="0"/>
              </a:spcAft>
            </a:pPr>
            <a:r>
              <a:rPr lang="zh-CN" altLang="en-US" sz="2667">
                <a:solidFill>
                  <a:srgbClr val="FF0000"/>
                </a:solidFill>
                <a:latin typeface="楷体" panose="02010609060101010101" pitchFamily="49" charset="-122"/>
                <a:ea typeface="楷体" panose="02010609060101010101" pitchFamily="49" charset="-122"/>
              </a:rPr>
              <a:t>调用者更新</a:t>
            </a:r>
          </a:p>
          <a:p>
            <a:pPr defTabSz="1219170" fontAlgn="base">
              <a:spcBef>
                <a:spcPct val="0"/>
              </a:spcBef>
              <a:spcAft>
                <a:spcPct val="0"/>
              </a:spcAft>
            </a:pPr>
            <a:r>
              <a:rPr lang="zh-CN" altLang="en-US" sz="2667">
                <a:solidFill>
                  <a:srgbClr val="FF0000"/>
                </a:solidFill>
                <a:latin typeface="楷体" panose="02010609060101010101" pitchFamily="49" charset="-122"/>
                <a:ea typeface="楷体" panose="02010609060101010101" pitchFamily="49" charset="-122"/>
              </a:rPr>
              <a:t>被调用者恢复</a:t>
            </a:r>
            <a:endParaRPr lang="en-US" altLang="zh-CN" sz="2667">
              <a:solidFill>
                <a:srgbClr val="FF0000"/>
              </a:solidFill>
              <a:latin typeface="楷体" panose="02010609060101010101" pitchFamily="49" charset="-122"/>
              <a:ea typeface="楷体" panose="02010609060101010101" pitchFamily="49" charset="-122"/>
            </a:endParaRPr>
          </a:p>
        </p:txBody>
      </p:sp>
      <p:sp>
        <p:nvSpPr>
          <p:cNvPr id="80904" name="Line 20"/>
          <p:cNvSpPr>
            <a:spLocks noChangeShapeType="1"/>
          </p:cNvSpPr>
          <p:nvPr/>
        </p:nvSpPr>
        <p:spPr bwMode="auto">
          <a:xfrm>
            <a:off x="2667001" y="2857500"/>
            <a:ext cx="503767" cy="289984"/>
          </a:xfrm>
          <a:prstGeom prst="line">
            <a:avLst/>
          </a:prstGeom>
          <a:noFill/>
          <a:ln w="25400">
            <a:solidFill>
              <a:srgbClr val="FF0000"/>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80905" name="Line 14"/>
          <p:cNvSpPr>
            <a:spLocks noChangeShapeType="1"/>
          </p:cNvSpPr>
          <p:nvPr/>
        </p:nvSpPr>
        <p:spPr bwMode="auto">
          <a:xfrm>
            <a:off x="2857501" y="4277785"/>
            <a:ext cx="1653116" cy="736599"/>
          </a:xfrm>
          <a:prstGeom prst="line">
            <a:avLst/>
          </a:prstGeom>
          <a:noFill/>
          <a:ln w="25400">
            <a:solidFill>
              <a:srgbClr val="FF0000"/>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62" name="直接连接符 61"/>
          <p:cNvCxnSpPr/>
          <p:nvPr/>
        </p:nvCxnSpPr>
        <p:spPr bwMode="auto">
          <a:xfrm flipH="1" flipV="1">
            <a:off x="3414185" y="3367618"/>
            <a:ext cx="654049" cy="2305049"/>
          </a:xfrm>
          <a:prstGeom prst="line">
            <a:avLst/>
          </a:prstGeom>
          <a:ln w="38100">
            <a:solidFill>
              <a:schemeClr val="tx2">
                <a:lumMod val="60000"/>
                <a:lumOff val="40000"/>
              </a:schemeClr>
            </a:solidFill>
            <a:prstDash val="solid"/>
            <a:headEnd type="stealth" w="lg" len="lg"/>
            <a:tailEnd type="none" w="lg" len="lg"/>
          </a:ln>
        </p:spPr>
        <p:style>
          <a:lnRef idx="1">
            <a:schemeClr val="accent1"/>
          </a:lnRef>
          <a:fillRef idx="0">
            <a:schemeClr val="accent1"/>
          </a:fillRef>
          <a:effectRef idx="0">
            <a:schemeClr val="accent1"/>
          </a:effectRef>
          <a:fontRef idx="minor">
            <a:schemeClr val="tx1"/>
          </a:fontRef>
        </p:style>
      </p:cxnSp>
      <p:graphicFrame>
        <p:nvGraphicFramePr>
          <p:cNvPr id="65" name="内容占位符 3"/>
          <p:cNvGraphicFramePr>
            <a:graphicFrameLocks/>
          </p:cNvGraphicFramePr>
          <p:nvPr/>
        </p:nvGraphicFramePr>
        <p:xfrm>
          <a:off x="4108451" y="1111251"/>
          <a:ext cx="3100916" cy="5486400"/>
        </p:xfrm>
        <a:graphic>
          <a:graphicData uri="http://schemas.openxmlformats.org/drawingml/2006/table">
            <a:tbl>
              <a:tblPr firstRow="1" bandRow="1">
                <a:tableStyleId>{2D5ABB26-0587-4C30-8999-92F81FD0307C}</a:tableStyleId>
              </a:tblPr>
              <a:tblGrid>
                <a:gridCol w="3100916">
                  <a:extLst>
                    <a:ext uri="{9D8B030D-6E8A-4147-A177-3AD203B41FA5}">
                      <a16:colId xmlns:a16="http://schemas.microsoft.com/office/drawing/2014/main" val="20000"/>
                    </a:ext>
                  </a:extLst>
                </a:gridCol>
              </a:tblGrid>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0"/>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rgbClr val="000000"/>
                          </a:solidFill>
                          <a:effectLst/>
                          <a:latin typeface="宋体" panose="02010600030101010101" pitchFamily="2" charset="-122"/>
                          <a:ea typeface="楷体" panose="02010609060101010101" pitchFamily="49" charset="-122"/>
                          <a:cs typeface="Times New Roman" panose="02020603050405020304" pitchFamily="18" charset="0"/>
                        </a:rPr>
                        <a:t>参数和返回值</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1"/>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控制链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2"/>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访问链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3"/>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en-US" sz="2400" b="1" kern="1200" dirty="0">
                          <a:solidFill>
                            <a:schemeClr val="tx1"/>
                          </a:solidFill>
                          <a:effectLst/>
                          <a:latin typeface="+mn-lt"/>
                          <a:ea typeface="+mn-ea"/>
                          <a:cs typeface="+mn-cs"/>
                        </a:rPr>
                        <a:t>保存的</a:t>
                      </a:r>
                      <a:r>
                        <a:rPr lang="zh-CN" altLang="zh-CN" sz="2400" b="1" kern="1200" dirty="0">
                          <a:solidFill>
                            <a:schemeClr val="tx1"/>
                          </a:solidFill>
                          <a:effectLst/>
                          <a:latin typeface="+mn-lt"/>
                          <a:ea typeface="+mn-ea"/>
                          <a:cs typeface="+mn-cs"/>
                        </a:rPr>
                        <a:t>机器状态</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4"/>
                  </a:ext>
                </a:extLst>
              </a:tr>
              <a:tr h="457200">
                <a:tc>
                  <a:txBody>
                    <a:bodyPr/>
                    <a:lstStyle/>
                    <a:p>
                      <a:pPr algn="ctr"/>
                      <a:r>
                        <a:rPr lang="zh-CN" altLang="zh-CN" sz="2400" b="1" kern="1200" dirty="0">
                          <a:solidFill>
                            <a:schemeClr val="tx1"/>
                          </a:solidFill>
                          <a:effectLst/>
                          <a:latin typeface="+mn-lt"/>
                          <a:ea typeface="+mn-ea"/>
                          <a:cs typeface="+mn-cs"/>
                        </a:rPr>
                        <a:t>局部数据和临时数</a:t>
                      </a:r>
                      <a:r>
                        <a:rPr lang="zh-CN" altLang="en-US" sz="2400" b="1" kern="1200" dirty="0">
                          <a:solidFill>
                            <a:schemeClr val="tx1"/>
                          </a:solidFill>
                          <a:effectLst/>
                          <a:latin typeface="+mn-lt"/>
                          <a:ea typeface="+mn-ea"/>
                          <a:cs typeface="+mn-cs"/>
                        </a:rPr>
                        <a:t>据</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5"/>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参数和返回值</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6"/>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控制链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7"/>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访问链</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8"/>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en-US" sz="2400" b="1" kern="1200" dirty="0">
                          <a:solidFill>
                            <a:schemeClr val="tx1"/>
                          </a:solidFill>
                          <a:effectLst/>
                          <a:latin typeface="+mn-lt"/>
                          <a:ea typeface="+mn-ea"/>
                          <a:cs typeface="+mn-cs"/>
                        </a:rPr>
                        <a:t>保存的</a:t>
                      </a:r>
                      <a:r>
                        <a:rPr lang="zh-CN" altLang="zh-CN" sz="2400" b="1" kern="1200" dirty="0">
                          <a:solidFill>
                            <a:schemeClr val="tx1"/>
                          </a:solidFill>
                          <a:effectLst/>
                          <a:latin typeface="+mn-lt"/>
                          <a:ea typeface="+mn-ea"/>
                          <a:cs typeface="+mn-cs"/>
                        </a:rPr>
                        <a:t>机器状态</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9"/>
                  </a:ext>
                </a:extLst>
              </a:tr>
              <a:tr h="457200">
                <a:tc>
                  <a:txBody>
                    <a:bodyPr/>
                    <a:lstStyle/>
                    <a:p>
                      <a:pPr algn="ctr" eaLnBrk="0" fontAlgn="base" hangingPunct="0"/>
                      <a:r>
                        <a:rPr lang="zh-CN" altLang="zh-CN" sz="2400" b="1" kern="1200" dirty="0">
                          <a:solidFill>
                            <a:schemeClr val="tx1"/>
                          </a:solidFill>
                          <a:effectLst/>
                          <a:latin typeface="+mn-lt"/>
                          <a:ea typeface="+mn-ea"/>
                          <a:cs typeface="+mn-cs"/>
                        </a:rPr>
                        <a:t>局部数据和临时数据</a:t>
                      </a:r>
                      <a:endParaRPr lang="zh-CN" altLang="zh-CN" sz="2400" kern="1200" dirty="0">
                        <a:solidFill>
                          <a:schemeClr val="tx1"/>
                        </a:solidFill>
                        <a:effectLst/>
                        <a:latin typeface="+mn-lt"/>
                        <a:ea typeface="+mn-ea"/>
                        <a:cs typeface="+mn-cs"/>
                      </a:endParaRPr>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10"/>
                  </a:ext>
                </a:extLst>
              </a:tr>
              <a:tr h="457200">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r>
                        <a:rPr lang="zh-CN" altLang="zh-CN" sz="2400" b="1" kern="1200" dirty="0">
                          <a:solidFill>
                            <a:schemeClr val="tx1"/>
                          </a:solidFill>
                          <a:effectLst/>
                          <a:latin typeface="+mn-lt"/>
                          <a:ea typeface="+mn-ea"/>
                          <a:cs typeface="+mn-cs"/>
                        </a:rPr>
                        <a:t>……</a:t>
                      </a:r>
                      <a:endParaRPr lang="zh-CN" altLang="en-US" sz="2400" dirty="0"/>
                    </a:p>
                  </a:txBody>
                  <a:tcPr marL="91468" marR="91468">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38100" cap="flat" cmpd="sng" algn="ctr">
                      <a:no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68" name="弧形 67"/>
          <p:cNvSpPr/>
          <p:nvPr/>
        </p:nvSpPr>
        <p:spPr bwMode="auto">
          <a:xfrm rot="10056762" flipV="1">
            <a:off x="3856568" y="1297518"/>
            <a:ext cx="258233" cy="996949"/>
          </a:xfrm>
          <a:prstGeom prst="arc">
            <a:avLst>
              <a:gd name="adj1" fmla="val 16831102"/>
              <a:gd name="adj2" fmla="val 5229498"/>
            </a:avLst>
          </a:prstGeom>
          <a:ln w="38100">
            <a:solidFill>
              <a:schemeClr val="tx2">
                <a:lumMod val="60000"/>
                <a:lumOff val="40000"/>
              </a:schemeClr>
            </a:solidFill>
            <a:headEnd type="stealth" w="lg" len="lg"/>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sp>
        <p:nvSpPr>
          <p:cNvPr id="71" name="任意多边形 70"/>
          <p:cNvSpPr/>
          <p:nvPr/>
        </p:nvSpPr>
        <p:spPr>
          <a:xfrm>
            <a:off x="3774018" y="3462868"/>
            <a:ext cx="332316" cy="1056217"/>
          </a:xfrm>
          <a:custGeom>
            <a:avLst/>
            <a:gdLst>
              <a:gd name="connsiteX0" fmla="*/ 180473 w 180473"/>
              <a:gd name="connsiteY0" fmla="*/ 1780674 h 1780674"/>
              <a:gd name="connsiteX1" fmla="*/ 0 w 180473"/>
              <a:gd name="connsiteY1" fmla="*/ 565484 h 1780674"/>
              <a:gd name="connsiteX2" fmla="*/ 180473 w 180473"/>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54570 w 254570"/>
              <a:gd name="connsiteY0" fmla="*/ 1780674 h 1780674"/>
              <a:gd name="connsiteX1" fmla="*/ 0 w 254570"/>
              <a:gd name="connsiteY1" fmla="*/ 871797 h 1780674"/>
              <a:gd name="connsiteX2" fmla="*/ 201644 w 254570"/>
              <a:gd name="connsiteY2" fmla="*/ 0 h 1780674"/>
              <a:gd name="connsiteX0" fmla="*/ 191058 w 191058"/>
              <a:gd name="connsiteY0" fmla="*/ 1780674 h 1780674"/>
              <a:gd name="connsiteX1" fmla="*/ 0 w 191058"/>
              <a:gd name="connsiteY1" fmla="*/ 871797 h 1780674"/>
              <a:gd name="connsiteX2" fmla="*/ 138132 w 191058"/>
              <a:gd name="connsiteY2" fmla="*/ 0 h 1780674"/>
              <a:gd name="connsiteX0" fmla="*/ 205111 w 205111"/>
              <a:gd name="connsiteY0" fmla="*/ 1780674 h 1780674"/>
              <a:gd name="connsiteX1" fmla="*/ 14053 w 205111"/>
              <a:gd name="connsiteY1" fmla="*/ 871797 h 1780674"/>
              <a:gd name="connsiteX2" fmla="*/ 152185 w 205111"/>
              <a:gd name="connsiteY2" fmla="*/ 0 h 1780674"/>
              <a:gd name="connsiteX0" fmla="*/ 235753 w 235753"/>
              <a:gd name="connsiteY0" fmla="*/ 1780674 h 1780674"/>
              <a:gd name="connsiteX1" fmla="*/ 2354 w 235753"/>
              <a:gd name="connsiteY1" fmla="*/ 925852 h 1780674"/>
              <a:gd name="connsiteX2" fmla="*/ 182827 w 235753"/>
              <a:gd name="connsiteY2" fmla="*/ 0 h 1780674"/>
              <a:gd name="connsiteX0" fmla="*/ 233399 w 233399"/>
              <a:gd name="connsiteY0" fmla="*/ 1780674 h 1780674"/>
              <a:gd name="connsiteX1" fmla="*/ 0 w 233399"/>
              <a:gd name="connsiteY1" fmla="*/ 925852 h 1780674"/>
              <a:gd name="connsiteX2" fmla="*/ 180473 w 233399"/>
              <a:gd name="connsiteY2" fmla="*/ 0 h 1780674"/>
              <a:gd name="connsiteX0" fmla="*/ 180472 w 180472"/>
              <a:gd name="connsiteY0" fmla="*/ 1780674 h 1780674"/>
              <a:gd name="connsiteX1" fmla="*/ 0 w 180472"/>
              <a:gd name="connsiteY1" fmla="*/ 925852 h 1780674"/>
              <a:gd name="connsiteX2" fmla="*/ 127546 w 180472"/>
              <a:gd name="connsiteY2" fmla="*/ 0 h 1780674"/>
              <a:gd name="connsiteX0" fmla="*/ 183990 w 183990"/>
              <a:gd name="connsiteY0" fmla="*/ 1780674 h 1780674"/>
              <a:gd name="connsiteX1" fmla="*/ 3518 w 183990"/>
              <a:gd name="connsiteY1" fmla="*/ 925852 h 1780674"/>
              <a:gd name="connsiteX2" fmla="*/ 131064 w 183990"/>
              <a:gd name="connsiteY2" fmla="*/ 0 h 1780674"/>
              <a:gd name="connsiteX0" fmla="*/ 180472 w 180472"/>
              <a:gd name="connsiteY0" fmla="*/ 1780674 h 1780674"/>
              <a:gd name="connsiteX1" fmla="*/ 0 w 180472"/>
              <a:gd name="connsiteY1" fmla="*/ 925852 h 1780674"/>
              <a:gd name="connsiteX2" fmla="*/ 127546 w 180472"/>
              <a:gd name="connsiteY2" fmla="*/ 0 h 1780674"/>
            </a:gdLst>
            <a:ahLst/>
            <a:cxnLst>
              <a:cxn ang="0">
                <a:pos x="connsiteX0" y="connsiteY0"/>
              </a:cxn>
              <a:cxn ang="0">
                <a:pos x="connsiteX1" y="connsiteY1"/>
              </a:cxn>
              <a:cxn ang="0">
                <a:pos x="connsiteX2" y="connsiteY2"/>
              </a:cxn>
            </a:cxnLst>
            <a:rect l="l" t="t" r="r" b="b"/>
            <a:pathLst>
              <a:path w="180472" h="1780674">
                <a:moveTo>
                  <a:pt x="180472" y="1780674"/>
                </a:moveTo>
                <a:cubicBezTo>
                  <a:pt x="47893" y="1411559"/>
                  <a:pt x="21170" y="1267676"/>
                  <a:pt x="0" y="925852"/>
                </a:cubicBezTo>
                <a:cubicBezTo>
                  <a:pt x="0" y="629073"/>
                  <a:pt x="26724" y="179400"/>
                  <a:pt x="127546" y="0"/>
                </a:cubicBezTo>
              </a:path>
            </a:pathLst>
          </a:custGeom>
          <a:noFill/>
          <a:ln w="38100">
            <a:solidFill>
              <a:schemeClr val="tx2">
                <a:lumMod val="60000"/>
                <a:lumOff val="40000"/>
              </a:schemeClr>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cxnSp>
        <p:nvCxnSpPr>
          <p:cNvPr id="72" name="直接连接符 71"/>
          <p:cNvCxnSpPr/>
          <p:nvPr/>
        </p:nvCxnSpPr>
        <p:spPr bwMode="auto">
          <a:xfrm flipH="1" flipV="1">
            <a:off x="8170333" y="3845985"/>
            <a:ext cx="0" cy="2305049"/>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3" name="直接连接符 72"/>
          <p:cNvCxnSpPr/>
          <p:nvPr/>
        </p:nvCxnSpPr>
        <p:spPr bwMode="auto">
          <a:xfrm flipH="1" flipV="1">
            <a:off x="8161867" y="1543052"/>
            <a:ext cx="8467" cy="2305049"/>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4" name="直接连接符 73"/>
          <p:cNvCxnSpPr/>
          <p:nvPr/>
        </p:nvCxnSpPr>
        <p:spPr bwMode="auto">
          <a:xfrm flipH="1" flipV="1">
            <a:off x="7969251" y="1543051"/>
            <a:ext cx="404283" cy="2116"/>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75" name="直接连接符 74"/>
          <p:cNvCxnSpPr/>
          <p:nvPr/>
        </p:nvCxnSpPr>
        <p:spPr bwMode="auto">
          <a:xfrm flipH="1" flipV="1">
            <a:off x="7965017" y="3845985"/>
            <a:ext cx="404283" cy="2116"/>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bwMode="auto">
          <a:xfrm flipH="1">
            <a:off x="8026401" y="6151033"/>
            <a:ext cx="342900" cy="0"/>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直接连接符 76"/>
          <p:cNvCxnSpPr/>
          <p:nvPr/>
        </p:nvCxnSpPr>
        <p:spPr bwMode="auto">
          <a:xfrm flipH="1" flipV="1">
            <a:off x="3397251" y="3367617"/>
            <a:ext cx="687916" cy="0"/>
          </a:xfrm>
          <a:prstGeom prst="line">
            <a:avLst/>
          </a:prstGeom>
          <a:ln w="38100">
            <a:solidFill>
              <a:schemeClr val="tx2">
                <a:lumMod val="60000"/>
                <a:lumOff val="40000"/>
              </a:schemeClr>
            </a:solidFill>
            <a:prstDash val="sysDash"/>
            <a:headEnd type="triangle"/>
            <a:tailEnd type="none"/>
          </a:ln>
        </p:spPr>
        <p:style>
          <a:lnRef idx="1">
            <a:schemeClr val="accent1"/>
          </a:lnRef>
          <a:fillRef idx="0">
            <a:schemeClr val="accent1"/>
          </a:fillRef>
          <a:effectRef idx="0">
            <a:schemeClr val="accent1"/>
          </a:effectRef>
          <a:fontRef idx="minor">
            <a:schemeClr val="tx1"/>
          </a:fontRef>
        </p:style>
      </p:cxnSp>
      <p:sp>
        <p:nvSpPr>
          <p:cNvPr id="78" name="Rectangle 5"/>
          <p:cNvSpPr>
            <a:spLocks noChangeArrowheads="1"/>
          </p:cNvSpPr>
          <p:nvPr/>
        </p:nvSpPr>
        <p:spPr bwMode="auto">
          <a:xfrm>
            <a:off x="2351617" y="3005667"/>
            <a:ext cx="1234016" cy="723900"/>
          </a:xfrm>
          <a:prstGeom prst="rect">
            <a:avLst/>
          </a:prstGeom>
          <a:noFill/>
          <a:ln>
            <a:noFill/>
          </a:ln>
        </p:spPr>
        <p:txBody>
          <a:bodyPr tIns="110400"/>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en-US" altLang="zh-CN" b="1" i="1" dirty="0" err="1">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top_sp</a:t>
            </a:r>
            <a:endParaRPr lang="zh-CN" altLang="en-US"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80943" name="Rectangle 5"/>
          <p:cNvSpPr>
            <a:spLocks noChangeArrowheads="1"/>
          </p:cNvSpPr>
          <p:nvPr/>
        </p:nvSpPr>
        <p:spPr bwMode="auto">
          <a:xfrm>
            <a:off x="7429501" y="4485218"/>
            <a:ext cx="1547284" cy="95038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110400" rIns="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400">
                <a:solidFill>
                  <a:srgbClr val="2D83F4"/>
                </a:solidFill>
                <a:latin typeface="楷体" panose="02010609060101010101" pitchFamily="49" charset="-122"/>
                <a:ea typeface="楷体" panose="02010609060101010101" pitchFamily="49" charset="-122"/>
                <a:cs typeface="Times New Roman" panose="02020603050405020304" pitchFamily="18" charset="0"/>
              </a:rPr>
              <a:t>被调用者的活动记录</a:t>
            </a:r>
          </a:p>
        </p:txBody>
      </p:sp>
      <p:sp>
        <p:nvSpPr>
          <p:cNvPr id="80944" name="Rectangle 5"/>
          <p:cNvSpPr>
            <a:spLocks noChangeArrowheads="1"/>
          </p:cNvSpPr>
          <p:nvPr/>
        </p:nvSpPr>
        <p:spPr bwMode="auto">
          <a:xfrm>
            <a:off x="7382934" y="2129367"/>
            <a:ext cx="1629833" cy="95038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tIns="110400"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2400">
                <a:solidFill>
                  <a:srgbClr val="2D83F4"/>
                </a:solidFill>
                <a:latin typeface="楷体" panose="02010609060101010101" pitchFamily="49" charset="-122"/>
                <a:ea typeface="楷体" panose="02010609060101010101" pitchFamily="49" charset="-122"/>
                <a:cs typeface="Times New Roman" panose="02020603050405020304" pitchFamily="18" charset="0"/>
              </a:rPr>
              <a:t>调用者的活动记录</a:t>
            </a:r>
          </a:p>
        </p:txBody>
      </p:sp>
      <p:sp>
        <p:nvSpPr>
          <p:cNvPr id="80945" name="Line 18"/>
          <p:cNvSpPr>
            <a:spLocks noChangeShapeType="1"/>
          </p:cNvSpPr>
          <p:nvPr/>
        </p:nvSpPr>
        <p:spPr bwMode="auto">
          <a:xfrm flipH="1">
            <a:off x="6864351" y="4572000"/>
            <a:ext cx="2184400" cy="863600"/>
          </a:xfrm>
          <a:prstGeom prst="line">
            <a:avLst/>
          </a:prstGeom>
          <a:noFill/>
          <a:ln w="25400">
            <a:solidFill>
              <a:srgbClr val="FF0000"/>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80946" name="Line 15"/>
          <p:cNvSpPr>
            <a:spLocks noChangeShapeType="1"/>
          </p:cNvSpPr>
          <p:nvPr/>
        </p:nvSpPr>
        <p:spPr bwMode="auto">
          <a:xfrm flipH="1" flipV="1">
            <a:off x="6572251" y="4095751"/>
            <a:ext cx="2476500" cy="459316"/>
          </a:xfrm>
          <a:prstGeom prst="line">
            <a:avLst/>
          </a:prstGeom>
          <a:noFill/>
          <a:ln w="25400">
            <a:solidFill>
              <a:srgbClr val="FF0000"/>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5" name="Line 14">
            <a:extLst>
              <a:ext uri="{FF2B5EF4-FFF2-40B4-BE49-F238E27FC236}">
                <a16:creationId xmlns:a16="http://schemas.microsoft.com/office/drawing/2014/main" id="{B78F0E29-008D-4043-A306-F4E492ADD461}"/>
              </a:ext>
            </a:extLst>
          </p:cNvPr>
          <p:cNvSpPr>
            <a:spLocks noChangeShapeType="1"/>
          </p:cNvSpPr>
          <p:nvPr/>
        </p:nvSpPr>
        <p:spPr bwMode="auto">
          <a:xfrm>
            <a:off x="2918885" y="4299791"/>
            <a:ext cx="1299843" cy="1214966"/>
          </a:xfrm>
          <a:prstGeom prst="line">
            <a:avLst/>
          </a:prstGeom>
          <a:noFill/>
          <a:ln w="25400">
            <a:solidFill>
              <a:srgbClr val="FF0000"/>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9" name="Rectangle 3"/>
          <p:cNvSpPr>
            <a:spLocks noGrp="1" noChangeArrowheads="1"/>
          </p:cNvSpPr>
          <p:nvPr>
            <p:ph idx="1"/>
          </p:nvPr>
        </p:nvSpPr>
        <p:spPr>
          <a:xfrm>
            <a:off x="573618" y="1047751"/>
            <a:ext cx="11142133" cy="4301067"/>
          </a:xfrm>
        </p:spPr>
        <p:txBody>
          <a:bodyPr/>
          <a:lstStyle/>
          <a:p>
            <a:pPr>
              <a:lnSpc>
                <a:spcPts val="4667"/>
              </a:lnSpc>
              <a:buClrTx/>
              <a:buFont typeface="Wingdings" pitchFamily="2" charset="2"/>
              <a:buChar char="Ø"/>
              <a:defRPr/>
            </a:pPr>
            <a:r>
              <a:rPr lang="zh-CN" altLang="en-US" sz="3333" b="1" dirty="0">
                <a:solidFill>
                  <a:schemeClr val="tx1"/>
                </a:solidFill>
                <a:cs typeface="Times New Roman" pitchFamily="18" charset="0"/>
              </a:rPr>
              <a:t>在</a:t>
            </a:r>
            <a:r>
              <a:rPr lang="zh-CN" altLang="en-US" sz="3333" b="1" dirty="0">
                <a:solidFill>
                  <a:schemeClr val="tx2">
                    <a:lumMod val="60000"/>
                    <a:lumOff val="40000"/>
                  </a:schemeClr>
                </a:solidFill>
                <a:cs typeface="Times New Roman" pitchFamily="18" charset="0"/>
              </a:rPr>
              <a:t>现代程序设计语言</a:t>
            </a:r>
            <a:r>
              <a:rPr lang="zh-CN" altLang="en-US" sz="3333" b="1" dirty="0">
                <a:solidFill>
                  <a:schemeClr val="tx1"/>
                </a:solidFill>
                <a:cs typeface="Times New Roman" pitchFamily="18" charset="0"/>
              </a:rPr>
              <a:t>中，在</a:t>
            </a:r>
            <a:r>
              <a:rPr lang="zh-CN" altLang="en-US" sz="3333" b="1" dirty="0">
                <a:solidFill>
                  <a:schemeClr val="tx2">
                    <a:lumMod val="60000"/>
                    <a:lumOff val="40000"/>
                  </a:schemeClr>
                </a:solidFill>
                <a:cs typeface="Times New Roman" pitchFamily="18" charset="0"/>
              </a:rPr>
              <a:t>编译时刻不能确定大小的对象</a:t>
            </a:r>
            <a:r>
              <a:rPr lang="zh-CN" altLang="en-US" sz="3333" b="1" dirty="0">
                <a:solidFill>
                  <a:schemeClr val="tx1"/>
                </a:solidFill>
                <a:cs typeface="Times New Roman" pitchFamily="18" charset="0"/>
              </a:rPr>
              <a:t>将被分配在</a:t>
            </a:r>
            <a:r>
              <a:rPr lang="zh-CN" altLang="en-US" sz="3333" b="1" dirty="0">
                <a:solidFill>
                  <a:schemeClr val="tx2">
                    <a:lumMod val="60000"/>
                    <a:lumOff val="40000"/>
                  </a:schemeClr>
                </a:solidFill>
                <a:cs typeface="Times New Roman" pitchFamily="18" charset="0"/>
              </a:rPr>
              <a:t>堆</a:t>
            </a:r>
            <a:r>
              <a:rPr lang="zh-CN" altLang="en-US" sz="3333" b="1" dirty="0">
                <a:solidFill>
                  <a:schemeClr val="tx1"/>
                </a:solidFill>
                <a:cs typeface="Times New Roman" pitchFamily="18" charset="0"/>
              </a:rPr>
              <a:t>区。但是，如果它们是</a:t>
            </a:r>
            <a:r>
              <a:rPr lang="zh-CN" altLang="en-US" sz="3333" b="1" dirty="0">
                <a:solidFill>
                  <a:schemeClr val="tx2">
                    <a:lumMod val="60000"/>
                    <a:lumOff val="40000"/>
                  </a:schemeClr>
                </a:solidFill>
                <a:cs typeface="Times New Roman" pitchFamily="18" charset="0"/>
              </a:rPr>
              <a:t>过程的局部对象</a:t>
            </a:r>
            <a:r>
              <a:rPr lang="zh-CN" altLang="en-US" sz="3333" b="1" dirty="0">
                <a:solidFill>
                  <a:schemeClr val="tx1"/>
                </a:solidFill>
                <a:cs typeface="Times New Roman" pitchFamily="18" charset="0"/>
              </a:rPr>
              <a:t>，也可以将它们分配在</a:t>
            </a:r>
            <a:r>
              <a:rPr lang="zh-CN" altLang="en-US" sz="3333" b="1" dirty="0">
                <a:solidFill>
                  <a:schemeClr val="tx2">
                    <a:lumMod val="60000"/>
                    <a:lumOff val="40000"/>
                  </a:schemeClr>
                </a:solidFill>
                <a:cs typeface="Times New Roman" pitchFamily="18" charset="0"/>
              </a:rPr>
              <a:t>运行时刻栈</a:t>
            </a:r>
            <a:r>
              <a:rPr lang="zh-CN" altLang="en-US" sz="3333" b="1" dirty="0">
                <a:solidFill>
                  <a:schemeClr val="tx1"/>
                </a:solidFill>
                <a:cs typeface="Times New Roman" pitchFamily="18" charset="0"/>
              </a:rPr>
              <a:t>中。尽量将对象放置在栈区的原因：可以</a:t>
            </a:r>
            <a:r>
              <a:rPr lang="zh-CN" altLang="en-US" sz="3333" b="1" dirty="0">
                <a:solidFill>
                  <a:schemeClr val="tx2">
                    <a:lumMod val="60000"/>
                    <a:lumOff val="40000"/>
                  </a:schemeClr>
                </a:solidFill>
                <a:cs typeface="Times New Roman" pitchFamily="18" charset="0"/>
              </a:rPr>
              <a:t>避免</a:t>
            </a:r>
            <a:r>
              <a:rPr lang="zh-CN" altLang="en-US" sz="3333" b="1" dirty="0">
                <a:solidFill>
                  <a:schemeClr val="tx1"/>
                </a:solidFill>
                <a:cs typeface="Times New Roman" pitchFamily="18" charset="0"/>
              </a:rPr>
              <a:t>对它们的空间进行</a:t>
            </a:r>
            <a:r>
              <a:rPr lang="zh-CN" altLang="en-US" sz="3333" b="1" dirty="0">
                <a:solidFill>
                  <a:schemeClr val="tx2">
                    <a:lumMod val="60000"/>
                    <a:lumOff val="40000"/>
                  </a:schemeClr>
                </a:solidFill>
                <a:cs typeface="Times New Roman" pitchFamily="18" charset="0"/>
              </a:rPr>
              <a:t>垃圾回收</a:t>
            </a:r>
            <a:r>
              <a:rPr lang="zh-CN" altLang="en-US" sz="3333" b="1" dirty="0">
                <a:solidFill>
                  <a:schemeClr val="tx1"/>
                </a:solidFill>
                <a:cs typeface="Times New Roman" pitchFamily="18" charset="0"/>
              </a:rPr>
              <a:t>，也就</a:t>
            </a:r>
            <a:r>
              <a:rPr lang="zh-CN" altLang="en-US" sz="3333" b="1" dirty="0">
                <a:solidFill>
                  <a:schemeClr val="tx2">
                    <a:lumMod val="60000"/>
                    <a:lumOff val="40000"/>
                  </a:schemeClr>
                </a:solidFill>
                <a:cs typeface="Times New Roman" pitchFamily="18" charset="0"/>
              </a:rPr>
              <a:t>减少</a:t>
            </a:r>
            <a:r>
              <a:rPr lang="zh-CN" altLang="en-US" sz="3333" b="1" dirty="0">
                <a:solidFill>
                  <a:schemeClr val="tx1"/>
                </a:solidFill>
                <a:cs typeface="Times New Roman" pitchFamily="18" charset="0"/>
              </a:rPr>
              <a:t>了相应的</a:t>
            </a:r>
            <a:r>
              <a:rPr lang="zh-CN" altLang="en-US" sz="3333" b="1" dirty="0">
                <a:solidFill>
                  <a:schemeClr val="tx2">
                    <a:lumMod val="60000"/>
                    <a:lumOff val="40000"/>
                  </a:schemeClr>
                </a:solidFill>
                <a:cs typeface="Times New Roman" pitchFamily="18" charset="0"/>
              </a:rPr>
              <a:t>开销</a:t>
            </a:r>
            <a:endParaRPr lang="en-US" altLang="zh-CN" sz="3333" b="1" dirty="0">
              <a:solidFill>
                <a:schemeClr val="tx2">
                  <a:lumMod val="60000"/>
                  <a:lumOff val="40000"/>
                </a:schemeClr>
              </a:solidFill>
              <a:cs typeface="Times New Roman" pitchFamily="18" charset="0"/>
            </a:endParaRPr>
          </a:p>
          <a:p>
            <a:pPr>
              <a:lnSpc>
                <a:spcPts val="4667"/>
              </a:lnSpc>
              <a:buClrTx/>
              <a:buFont typeface="Wingdings" pitchFamily="2" charset="2"/>
              <a:buChar char="Ø"/>
              <a:defRPr/>
            </a:pPr>
            <a:r>
              <a:rPr lang="zh-CN" altLang="en-US" sz="3333" b="1" dirty="0">
                <a:solidFill>
                  <a:schemeClr val="tx1"/>
                </a:solidFill>
                <a:cs typeface="Times New Roman" pitchFamily="18" charset="0"/>
              </a:rPr>
              <a:t>只有一个数据对象</a:t>
            </a:r>
            <a:r>
              <a:rPr lang="zh-CN" altLang="en-US" sz="3333" b="1" dirty="0">
                <a:solidFill>
                  <a:schemeClr val="tx2">
                    <a:lumMod val="60000"/>
                    <a:lumOff val="40000"/>
                  </a:schemeClr>
                </a:solidFill>
                <a:cs typeface="Times New Roman" pitchFamily="18" charset="0"/>
              </a:rPr>
              <a:t>局部于某个过程</a:t>
            </a:r>
            <a:r>
              <a:rPr lang="zh-CN" altLang="en-US" sz="3333" b="1" dirty="0">
                <a:solidFill>
                  <a:schemeClr val="tx1"/>
                </a:solidFill>
                <a:cs typeface="Times New Roman" pitchFamily="18" charset="0"/>
              </a:rPr>
              <a:t>，且</a:t>
            </a:r>
            <a:r>
              <a:rPr lang="zh-CN" altLang="en-US" sz="3333" b="1" dirty="0">
                <a:solidFill>
                  <a:schemeClr val="tx2">
                    <a:lumMod val="60000"/>
                    <a:lumOff val="40000"/>
                  </a:schemeClr>
                </a:solidFill>
                <a:cs typeface="Times New Roman" pitchFamily="18" charset="0"/>
              </a:rPr>
              <a:t>当此过程结束时它变得不可访问</a:t>
            </a:r>
            <a:r>
              <a:rPr lang="zh-CN" altLang="en-US" sz="3333" b="1" dirty="0">
                <a:solidFill>
                  <a:schemeClr val="tx1"/>
                </a:solidFill>
                <a:cs typeface="Times New Roman" pitchFamily="18" charset="0"/>
              </a:rPr>
              <a:t>，才可以使用</a:t>
            </a:r>
            <a:r>
              <a:rPr lang="zh-CN" altLang="en-US" sz="3333" b="1" dirty="0">
                <a:solidFill>
                  <a:schemeClr val="tx2">
                    <a:lumMod val="60000"/>
                    <a:lumOff val="40000"/>
                  </a:schemeClr>
                </a:solidFill>
                <a:cs typeface="Times New Roman" pitchFamily="18" charset="0"/>
              </a:rPr>
              <a:t>栈</a:t>
            </a:r>
            <a:r>
              <a:rPr lang="zh-CN" altLang="en-US" sz="3333" b="1" dirty="0">
                <a:solidFill>
                  <a:schemeClr val="tx1"/>
                </a:solidFill>
                <a:cs typeface="Times New Roman" pitchFamily="18" charset="0"/>
              </a:rPr>
              <a:t>为这个对象分配空间</a:t>
            </a:r>
            <a:endParaRPr lang="en-US" altLang="zh-CN" sz="3333" b="1" dirty="0">
              <a:solidFill>
                <a:schemeClr val="tx1"/>
              </a:solidFill>
              <a:cs typeface="Times New Roman" pitchFamily="18" charset="0"/>
            </a:endParaRPr>
          </a:p>
        </p:txBody>
      </p:sp>
      <p:sp>
        <p:nvSpPr>
          <p:cNvPr id="82947"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变长数据的存储分配</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50179">
                                            <p:txEl>
                                              <p:pRg st="1" end="1"/>
                                            </p:txEl>
                                          </p:spTgt>
                                        </p:tgtEl>
                                        <p:attrNameLst>
                                          <p:attrName>style.visibility</p:attrName>
                                        </p:attrNameLst>
                                      </p:cBhvr>
                                      <p:to>
                                        <p:strVal val="visible"/>
                                      </p:to>
                                    </p:set>
                                    <p:anim calcmode="lin" valueType="num">
                                      <p:cBhvr>
                                        <p:cTn id="7" dur="500" fill="hold"/>
                                        <p:tgtEl>
                                          <p:spTgt spid="50179">
                                            <p:txEl>
                                              <p:pRg st="1" end="1"/>
                                            </p:txEl>
                                          </p:spTgt>
                                        </p:tgtEl>
                                        <p:attrNameLst>
                                          <p:attrName>ppt_w</p:attrName>
                                        </p:attrNameLst>
                                      </p:cBhvr>
                                      <p:tavLst>
                                        <p:tav tm="0">
                                          <p:val>
                                            <p:fltVal val="0"/>
                                          </p:val>
                                        </p:tav>
                                        <p:tav tm="100000">
                                          <p:val>
                                            <p:strVal val="#ppt_w"/>
                                          </p:val>
                                        </p:tav>
                                      </p:tavLst>
                                    </p:anim>
                                    <p:anim calcmode="lin" valueType="num">
                                      <p:cBhvr>
                                        <p:cTn id="8" dur="500" fill="hold"/>
                                        <p:tgtEl>
                                          <p:spTgt spid="50179">
                                            <p:txEl>
                                              <p:pRg st="1" end="1"/>
                                            </p:txEl>
                                          </p:spTgt>
                                        </p:tgtEl>
                                        <p:attrNameLst>
                                          <p:attrName>ppt_h</p:attrName>
                                        </p:attrNameLst>
                                      </p:cBhvr>
                                      <p:tavLst>
                                        <p:tav tm="0">
                                          <p:val>
                                            <p:fltVal val="0"/>
                                          </p:val>
                                        </p:tav>
                                        <p:tav tm="100000">
                                          <p:val>
                                            <p:strVal val="#ppt_h"/>
                                          </p:val>
                                        </p:tav>
                                      </p:tavLst>
                                    </p:anim>
                                    <p:animEffect transition="in" filter="fade">
                                      <p:cBhvr>
                                        <p:cTn id="9" dur="500"/>
                                        <p:tgtEl>
                                          <p:spTgt spid="5017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内容占位符 3"/>
          <p:cNvGraphicFramePr>
            <a:graphicFrameLocks/>
          </p:cNvGraphicFramePr>
          <p:nvPr/>
        </p:nvGraphicFramePr>
        <p:xfrm>
          <a:off x="6176434" y="548218"/>
          <a:ext cx="3395133" cy="6157377"/>
        </p:xfrm>
        <a:graphic>
          <a:graphicData uri="http://schemas.openxmlformats.org/drawingml/2006/table">
            <a:tbl>
              <a:tblPr firstRow="1" bandRow="1">
                <a:tableStyleId>{2D5ABB26-0587-4C30-8999-92F81FD0307C}</a:tableStyleId>
              </a:tblPr>
              <a:tblGrid>
                <a:gridCol w="3395133">
                  <a:extLst>
                    <a:ext uri="{9D8B030D-6E8A-4147-A177-3AD203B41FA5}">
                      <a16:colId xmlns:a16="http://schemas.microsoft.com/office/drawing/2014/main" val="20000"/>
                    </a:ext>
                  </a:extLst>
                </a:gridCol>
              </a:tblGrid>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zh-CN" sz="2100" b="1" i="0" u="none" strike="noStrike" kern="1200" cap="none" spc="0" normalizeH="0" baseline="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rPr>
                        <a:t>…</a:t>
                      </a:r>
                      <a:endParaRPr kumimoji="0" lang="zh-CN" altLang="en-US" sz="2100" b="1" i="0" u="none" strike="noStrike" kern="1200" cap="none" spc="0" normalizeH="0" baseline="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0"/>
                  </a:ext>
                </a:extLst>
              </a:tr>
              <a:tr h="416588">
                <a:tc>
                  <a:txBody>
                    <a:bodyPr/>
                    <a:lstStyle/>
                    <a:p>
                      <a:pPr algn="ctr" eaLnBrk="0" fontAlgn="base" hangingPunct="0">
                        <a:spcBef>
                          <a:spcPct val="0"/>
                        </a:spcBef>
                        <a:spcAft>
                          <a:spcPct val="0"/>
                        </a:spcAft>
                        <a:buClrTx/>
                        <a:buSzTx/>
                        <a:buFontTx/>
                        <a:buNone/>
                      </a:pPr>
                      <a:r>
                        <a:rPr lang="zh-CN" altLang="en-US" sz="2100" b="1" dirty="0">
                          <a:solidFill>
                            <a:prstClr val="black"/>
                          </a:solidFill>
                          <a:latin typeface="楷体" panose="02010609060101010101" pitchFamily="49" charset="-122"/>
                          <a:ea typeface="楷体" panose="02010609060101010101" pitchFamily="49" charset="-122"/>
                          <a:cs typeface="Times New Roman" panose="02020603050405020304" pitchFamily="18" charset="0"/>
                        </a:rPr>
                        <a:t>控制链和保存的机器状态</a:t>
                      </a: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1"/>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rPr>
                        <a:t>…</a:t>
                      </a:r>
                      <a:endPar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2"/>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100" b="1"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指向</a:t>
                      </a:r>
                      <a:r>
                        <a:rPr kumimoji="0" lang="en-US" altLang="zh-CN" sz="2100" b="1" i="1" u="none" strike="noStrike" kern="1200" cap="none" spc="0" normalizeH="0" baseline="0" noProof="0" dirty="0">
                          <a:ln>
                            <a:noFill/>
                          </a:ln>
                          <a:solidFill>
                            <a:srgbClr val="000000"/>
                          </a:solidFill>
                          <a:effectLst/>
                          <a:uLnTx/>
                          <a:uFillTx/>
                          <a:latin typeface="Times New Roman" panose="02020603050405020304" pitchFamily="18" charset="0"/>
                          <a:ea typeface="楷体" panose="02010609060101010101" pitchFamily="49" charset="-122"/>
                          <a:cs typeface="Times New Roman" panose="02020603050405020304" pitchFamily="18" charset="0"/>
                        </a:rPr>
                        <a:t>a</a:t>
                      </a:r>
                      <a:r>
                        <a:rPr kumimoji="0" lang="zh-CN" altLang="en-US" sz="2100" b="1"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Times New Roman" panose="02020603050405020304" pitchFamily="18" charset="0"/>
                        </a:rPr>
                        <a:t>的指针</a:t>
                      </a:r>
                      <a:endPar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3"/>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zh-CN" altLang="en-US" sz="2100" b="1" dirty="0">
                          <a:solidFill>
                            <a:srgbClr val="000000"/>
                          </a:solidFill>
                          <a:latin typeface="楷体" panose="02010609060101010101" pitchFamily="49" charset="-122"/>
                          <a:ea typeface="楷体" panose="02010609060101010101" pitchFamily="49" charset="-122"/>
                          <a:cs typeface="Times New Roman" panose="02020603050405020304" pitchFamily="18" charset="0"/>
                        </a:rPr>
                        <a:t>指向</a:t>
                      </a:r>
                      <a:r>
                        <a:rPr lang="en-US" altLang="zh-CN" sz="2100" b="1" i="1" dirty="0">
                          <a:solidFill>
                            <a:srgbClr val="000000"/>
                          </a:solidFill>
                          <a:latin typeface="Times New Roman" panose="02020603050405020304" pitchFamily="18" charset="0"/>
                          <a:ea typeface="楷体" panose="02010609060101010101" pitchFamily="49" charset="-122"/>
                          <a:cs typeface="Times New Roman" panose="02020603050405020304" pitchFamily="18" charset="0"/>
                        </a:rPr>
                        <a:t>b</a:t>
                      </a:r>
                      <a:r>
                        <a:rPr lang="zh-CN" altLang="en-US" sz="2100" b="1" dirty="0">
                          <a:solidFill>
                            <a:srgbClr val="000000"/>
                          </a:solidFill>
                          <a:latin typeface="楷体" panose="02010609060101010101" pitchFamily="49" charset="-122"/>
                          <a:ea typeface="楷体" panose="02010609060101010101" pitchFamily="49" charset="-122"/>
                          <a:cs typeface="Times New Roman" panose="02020603050405020304" pitchFamily="18" charset="0"/>
                        </a:rPr>
                        <a:t>的指针</a:t>
                      </a:r>
                      <a:endPar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4"/>
                  </a:ext>
                </a:extLst>
              </a:tr>
              <a:tr h="416588">
                <a:tc>
                  <a:txBody>
                    <a:bodyPr/>
                    <a:lstStyle/>
                    <a:p>
                      <a:pPr algn="ctr" eaLnBrk="0" fontAlgn="base" hangingPunct="0">
                        <a:spcBef>
                          <a:spcPct val="0"/>
                        </a:spcBef>
                        <a:spcAft>
                          <a:spcPct val="0"/>
                        </a:spcAft>
                        <a:buClrTx/>
                        <a:buSzTx/>
                        <a:buFontTx/>
                        <a:buNone/>
                      </a:pPr>
                      <a:r>
                        <a:rPr lang="zh-CN" altLang="en-US" sz="2100" b="1" dirty="0">
                          <a:solidFill>
                            <a:srgbClr val="000000"/>
                          </a:solidFill>
                          <a:latin typeface="楷体" panose="02010609060101010101" pitchFamily="49" charset="-122"/>
                          <a:ea typeface="楷体" panose="02010609060101010101" pitchFamily="49" charset="-122"/>
                          <a:cs typeface="Times New Roman" panose="02020603050405020304" pitchFamily="18" charset="0"/>
                        </a:rPr>
                        <a:t>指向</a:t>
                      </a:r>
                      <a:r>
                        <a:rPr lang="en-US" altLang="zh-CN" sz="2100" b="1" i="1" dirty="0">
                          <a:solidFill>
                            <a:srgbClr val="000000"/>
                          </a:solidFill>
                          <a:latin typeface="Times New Roman" panose="02020603050405020304" pitchFamily="18" charset="0"/>
                          <a:ea typeface="楷体" panose="02010609060101010101" pitchFamily="49" charset="-122"/>
                          <a:cs typeface="Times New Roman" panose="02020603050405020304" pitchFamily="18" charset="0"/>
                        </a:rPr>
                        <a:t>c</a:t>
                      </a:r>
                      <a:r>
                        <a:rPr lang="zh-CN" altLang="en-US" sz="2100" b="1" dirty="0">
                          <a:solidFill>
                            <a:srgbClr val="000000"/>
                          </a:solidFill>
                          <a:latin typeface="楷体" panose="02010609060101010101" pitchFamily="49" charset="-122"/>
                          <a:ea typeface="楷体" panose="02010609060101010101" pitchFamily="49" charset="-122"/>
                          <a:cs typeface="Times New Roman" panose="02020603050405020304" pitchFamily="18" charset="0"/>
                        </a:rPr>
                        <a:t>的指针</a:t>
                      </a:r>
                      <a:endParaRPr lang="zh-CN" altLang="en-US" sz="2100" b="1"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5"/>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100" b="1" i="0" u="none" strike="noStrike" kern="1200" cap="none" spc="0" normalizeH="0" baseline="0" noProof="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rPr>
                        <a:t>…</a:t>
                      </a:r>
                      <a:endParaRPr kumimoji="0" lang="zh-CN" altLang="en-US" sz="2100" b="1" i="0" u="none" strike="noStrike" kern="1200" cap="none" spc="0" normalizeH="0" baseline="0" noProof="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6"/>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rPr>
                        <a:t>数组</a:t>
                      </a:r>
                      <a:r>
                        <a:rPr kumimoji="0" lang="en-US" altLang="zh-CN" sz="2100" b="1" i="1" u="none" strike="noStrike" kern="1200" cap="none" spc="0" normalizeH="0" baseline="0" noProof="0" dirty="0">
                          <a:ln>
                            <a:noFill/>
                          </a:ln>
                          <a:solidFill>
                            <a:srgbClr val="000000"/>
                          </a:solidFill>
                          <a:effectLst/>
                          <a:uLnTx/>
                          <a:uFillTx/>
                          <a:latin typeface="Times New Roman" panose="02020603050405020304" pitchFamily="18" charset="0"/>
                          <a:ea typeface="楷体" panose="02010609060101010101" pitchFamily="49" charset="-122"/>
                          <a:cs typeface="Times New Roman" panose="02020603050405020304" pitchFamily="18" charset="0"/>
                        </a:rPr>
                        <a:t>a</a:t>
                      </a:r>
                      <a:endPar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7"/>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rPr>
                        <a:t>数组</a:t>
                      </a:r>
                      <a:r>
                        <a:rPr kumimoji="0" lang="en-US" altLang="zh-CN" sz="2100" b="1" i="1" u="none" strike="noStrike" kern="1200" cap="none" spc="0" normalizeH="0" baseline="0" noProof="0" dirty="0">
                          <a:ln>
                            <a:noFill/>
                          </a:ln>
                          <a:solidFill>
                            <a:srgbClr val="000000"/>
                          </a:solidFill>
                          <a:effectLst/>
                          <a:uLnTx/>
                          <a:uFillTx/>
                          <a:latin typeface="Times New Roman" panose="02020603050405020304" pitchFamily="18" charset="0"/>
                          <a:ea typeface="楷体" panose="02010609060101010101" pitchFamily="49" charset="-122"/>
                          <a:cs typeface="Times New Roman" panose="02020603050405020304" pitchFamily="18" charset="0"/>
                        </a:rPr>
                        <a:t>b</a:t>
                      </a:r>
                      <a:endPar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08"/>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100" b="1" i="0" u="none" strike="noStrike" kern="1200" cap="none" spc="0" normalizeH="0" baseline="0" noProof="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rPr>
                        <a:t>数组</a:t>
                      </a:r>
                      <a:r>
                        <a:rPr kumimoji="0" lang="en-US" altLang="zh-CN" sz="2100" b="1" i="1" u="none" strike="noStrike" kern="1200" cap="none" spc="0" normalizeH="0" baseline="0" noProof="0">
                          <a:ln>
                            <a:noFill/>
                          </a:ln>
                          <a:solidFill>
                            <a:srgbClr val="000000"/>
                          </a:solidFill>
                          <a:effectLst/>
                          <a:uLnTx/>
                          <a:uFillTx/>
                          <a:latin typeface="Times New Roman" panose="02020603050405020304" pitchFamily="18" charset="0"/>
                          <a:ea typeface="楷体" panose="02010609060101010101" pitchFamily="49" charset="-122"/>
                          <a:cs typeface="Times New Roman" panose="02020603050405020304" pitchFamily="18" charset="0"/>
                        </a:rPr>
                        <a:t>c</a:t>
                      </a:r>
                      <a:endParaRPr kumimoji="0" lang="zh-CN" altLang="en-US" sz="2100" b="1" i="0" u="none" strike="noStrike" kern="1200" cap="none" spc="0" normalizeH="0" baseline="0" noProof="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endParaRP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09"/>
                  </a:ext>
                </a:extLst>
              </a:tr>
              <a:tr h="416588">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endParaRPr lang="zh-CN" altLang="en-US" sz="2100" dirty="0"/>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10"/>
                  </a:ext>
                </a:extLst>
              </a:tr>
              <a:tr h="416588">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100" b="1" i="0" u="none" strike="noStrike" kern="1200" cap="none" spc="0" normalizeH="0" baseline="0" noProof="0" dirty="0">
                          <a:ln>
                            <a:noFill/>
                          </a:ln>
                          <a:solidFill>
                            <a:prstClr val="black"/>
                          </a:solidFill>
                          <a:effectLst/>
                          <a:uLnTx/>
                          <a:uFillTx/>
                          <a:latin typeface="楷体" panose="02010609060101010101" pitchFamily="49" charset="-122"/>
                          <a:ea typeface="楷体" panose="02010609060101010101" pitchFamily="49" charset="-122"/>
                          <a:cs typeface="Times New Roman" panose="02020603050405020304" pitchFamily="18" charset="0"/>
                        </a:rPr>
                        <a:t>控制链和保存的机器状态</a:t>
                      </a:r>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0011"/>
                  </a:ext>
                </a:extLst>
              </a:tr>
              <a:tr h="416588">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endParaRPr lang="zh-CN" altLang="en-US" sz="2100" dirty="0"/>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12"/>
                  </a:ext>
                </a:extLst>
              </a:tr>
              <a:tr h="741733">
                <a:tc>
                  <a:txBody>
                    <a:bodyPr/>
                    <a:lstStyle/>
                    <a:p>
                      <a:pPr marL="0" marR="0" indent="0" algn="ctr" defTabSz="1219140" rtl="0" eaLnBrk="1" fontAlgn="auto" latinLnBrk="0" hangingPunct="1">
                        <a:lnSpc>
                          <a:spcPct val="100000"/>
                        </a:lnSpc>
                        <a:spcBef>
                          <a:spcPts val="0"/>
                        </a:spcBef>
                        <a:spcAft>
                          <a:spcPts val="0"/>
                        </a:spcAft>
                        <a:buClrTx/>
                        <a:buSzTx/>
                        <a:buFontTx/>
                        <a:buNone/>
                        <a:tabLst/>
                        <a:defRPr/>
                      </a:pPr>
                      <a:endParaRPr lang="en-US" altLang="zh-CN" sz="2100" dirty="0"/>
                    </a:p>
                    <a:p>
                      <a:pPr marL="0" marR="0" indent="0" algn="ctr" defTabSz="1219140" rtl="0" eaLnBrk="1" fontAlgn="auto" latinLnBrk="0" hangingPunct="1">
                        <a:lnSpc>
                          <a:spcPct val="100000"/>
                        </a:lnSpc>
                        <a:spcBef>
                          <a:spcPts val="0"/>
                        </a:spcBef>
                        <a:spcAft>
                          <a:spcPts val="0"/>
                        </a:spcAft>
                        <a:buClrTx/>
                        <a:buSzTx/>
                        <a:buFontTx/>
                        <a:buNone/>
                        <a:tabLst/>
                        <a:defRPr/>
                      </a:pPr>
                      <a:endParaRPr lang="zh-CN" altLang="en-US" sz="2100" dirty="0"/>
                    </a:p>
                  </a:txBody>
                  <a:tcPr marL="91449" marR="91449" marT="45723" marB="45723" anchor="ctr">
                    <a:lnL w="38100" cap="flat" cmpd="sng" algn="ctr">
                      <a:solidFill>
                        <a:schemeClr val="tx2">
                          <a:lumMod val="60000"/>
                          <a:lumOff val="40000"/>
                        </a:schemeClr>
                      </a:solidFill>
                      <a:prstDash val="solid"/>
                      <a:round/>
                      <a:headEnd type="none" w="med" len="med"/>
                      <a:tailEnd type="none" w="med" len="med"/>
                    </a:lnL>
                    <a:lnR w="38100" cap="flat" cmpd="sng" algn="ctr">
                      <a:solidFill>
                        <a:schemeClr val="tx2">
                          <a:lumMod val="60000"/>
                          <a:lumOff val="40000"/>
                        </a:schemeClr>
                      </a:solidFill>
                      <a:prstDash val="solid"/>
                      <a:round/>
                      <a:headEnd type="none" w="med" len="med"/>
                      <a:tailEnd type="none" w="med" len="med"/>
                    </a:lnR>
                    <a:lnT w="38100" cap="flat" cmpd="sng" algn="ctr">
                      <a:solidFill>
                        <a:schemeClr val="tx2">
                          <a:lumMod val="60000"/>
                          <a:lumOff val="40000"/>
                        </a:schemeClr>
                      </a:solidFill>
                      <a:prstDash val="solid"/>
                      <a:round/>
                      <a:headEnd type="none" w="med" len="med"/>
                      <a:tailEnd type="none" w="med" len="med"/>
                    </a:lnT>
                    <a:lnB w="38100" cap="flat" cmpd="sng" algn="ctr">
                      <a:solidFill>
                        <a:schemeClr val="tx2">
                          <a:lumMod val="60000"/>
                          <a:lumOff val="40000"/>
                        </a:schemeClr>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
        <p:nvSpPr>
          <p:cNvPr id="6" name="任意多边形 5"/>
          <p:cNvSpPr/>
          <p:nvPr/>
        </p:nvSpPr>
        <p:spPr>
          <a:xfrm>
            <a:off x="5770034" y="1386417"/>
            <a:ext cx="359833" cy="3860800"/>
          </a:xfrm>
          <a:custGeom>
            <a:avLst/>
            <a:gdLst>
              <a:gd name="connsiteX0" fmla="*/ 180473 w 180473"/>
              <a:gd name="connsiteY0" fmla="*/ 1780674 h 1780674"/>
              <a:gd name="connsiteX1" fmla="*/ 0 w 180473"/>
              <a:gd name="connsiteY1" fmla="*/ 565484 h 1780674"/>
              <a:gd name="connsiteX2" fmla="*/ 180473 w 180473"/>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01644 w 201644"/>
              <a:gd name="connsiteY0" fmla="*/ 1780674 h 1780674"/>
              <a:gd name="connsiteX1" fmla="*/ 0 w 201644"/>
              <a:gd name="connsiteY1" fmla="*/ 871797 h 1780674"/>
              <a:gd name="connsiteX2" fmla="*/ 201644 w 201644"/>
              <a:gd name="connsiteY2" fmla="*/ 0 h 1780674"/>
              <a:gd name="connsiteX0" fmla="*/ 254570 w 254570"/>
              <a:gd name="connsiteY0" fmla="*/ 1780674 h 1780674"/>
              <a:gd name="connsiteX1" fmla="*/ 0 w 254570"/>
              <a:gd name="connsiteY1" fmla="*/ 871797 h 1780674"/>
              <a:gd name="connsiteX2" fmla="*/ 201644 w 254570"/>
              <a:gd name="connsiteY2" fmla="*/ 0 h 1780674"/>
              <a:gd name="connsiteX0" fmla="*/ 191058 w 191058"/>
              <a:gd name="connsiteY0" fmla="*/ 1780674 h 1780674"/>
              <a:gd name="connsiteX1" fmla="*/ 0 w 191058"/>
              <a:gd name="connsiteY1" fmla="*/ 871797 h 1780674"/>
              <a:gd name="connsiteX2" fmla="*/ 138132 w 191058"/>
              <a:gd name="connsiteY2" fmla="*/ 0 h 1780674"/>
              <a:gd name="connsiteX0" fmla="*/ 205111 w 205111"/>
              <a:gd name="connsiteY0" fmla="*/ 1780674 h 1780674"/>
              <a:gd name="connsiteX1" fmla="*/ 14053 w 205111"/>
              <a:gd name="connsiteY1" fmla="*/ 871797 h 1780674"/>
              <a:gd name="connsiteX2" fmla="*/ 152185 w 205111"/>
              <a:gd name="connsiteY2" fmla="*/ 0 h 1780674"/>
              <a:gd name="connsiteX0" fmla="*/ 235753 w 235753"/>
              <a:gd name="connsiteY0" fmla="*/ 1780674 h 1780674"/>
              <a:gd name="connsiteX1" fmla="*/ 2354 w 235753"/>
              <a:gd name="connsiteY1" fmla="*/ 925852 h 1780674"/>
              <a:gd name="connsiteX2" fmla="*/ 182827 w 235753"/>
              <a:gd name="connsiteY2" fmla="*/ 0 h 1780674"/>
              <a:gd name="connsiteX0" fmla="*/ 233399 w 233399"/>
              <a:gd name="connsiteY0" fmla="*/ 1780674 h 1780674"/>
              <a:gd name="connsiteX1" fmla="*/ 0 w 233399"/>
              <a:gd name="connsiteY1" fmla="*/ 925852 h 1780674"/>
              <a:gd name="connsiteX2" fmla="*/ 180473 w 233399"/>
              <a:gd name="connsiteY2" fmla="*/ 0 h 1780674"/>
              <a:gd name="connsiteX0" fmla="*/ 180472 w 180472"/>
              <a:gd name="connsiteY0" fmla="*/ 1780674 h 1780674"/>
              <a:gd name="connsiteX1" fmla="*/ 0 w 180472"/>
              <a:gd name="connsiteY1" fmla="*/ 925852 h 1780674"/>
              <a:gd name="connsiteX2" fmla="*/ 127546 w 180472"/>
              <a:gd name="connsiteY2" fmla="*/ 0 h 1780674"/>
              <a:gd name="connsiteX0" fmla="*/ 183990 w 183990"/>
              <a:gd name="connsiteY0" fmla="*/ 1780674 h 1780674"/>
              <a:gd name="connsiteX1" fmla="*/ 3518 w 183990"/>
              <a:gd name="connsiteY1" fmla="*/ 925852 h 1780674"/>
              <a:gd name="connsiteX2" fmla="*/ 131064 w 183990"/>
              <a:gd name="connsiteY2" fmla="*/ 0 h 1780674"/>
              <a:gd name="connsiteX0" fmla="*/ 180472 w 180472"/>
              <a:gd name="connsiteY0" fmla="*/ 1780674 h 1780674"/>
              <a:gd name="connsiteX1" fmla="*/ 0 w 180472"/>
              <a:gd name="connsiteY1" fmla="*/ 925852 h 1780674"/>
              <a:gd name="connsiteX2" fmla="*/ 127546 w 180472"/>
              <a:gd name="connsiteY2" fmla="*/ 0 h 1780674"/>
              <a:gd name="connsiteX0" fmla="*/ 363068 w 363068"/>
              <a:gd name="connsiteY0" fmla="*/ 2132033 h 2132033"/>
              <a:gd name="connsiteX1" fmla="*/ 0 w 363068"/>
              <a:gd name="connsiteY1" fmla="*/ 925852 h 2132033"/>
              <a:gd name="connsiteX2" fmla="*/ 127546 w 363068"/>
              <a:gd name="connsiteY2" fmla="*/ 0 h 2132033"/>
              <a:gd name="connsiteX0" fmla="*/ 363068 w 363068"/>
              <a:gd name="connsiteY0" fmla="*/ 2469878 h 2469878"/>
              <a:gd name="connsiteX1" fmla="*/ 0 w 363068"/>
              <a:gd name="connsiteY1" fmla="*/ 1263697 h 2469878"/>
              <a:gd name="connsiteX2" fmla="*/ 357775 w 363068"/>
              <a:gd name="connsiteY2" fmla="*/ 0 h 2469878"/>
              <a:gd name="connsiteX0" fmla="*/ 236045 w 236045"/>
              <a:gd name="connsiteY0" fmla="*/ 2469878 h 2469878"/>
              <a:gd name="connsiteX1" fmla="*/ 0 w 236045"/>
              <a:gd name="connsiteY1" fmla="*/ 1256940 h 2469878"/>
              <a:gd name="connsiteX2" fmla="*/ 230752 w 236045"/>
              <a:gd name="connsiteY2" fmla="*/ 0 h 2469878"/>
              <a:gd name="connsiteX0" fmla="*/ 236045 w 236045"/>
              <a:gd name="connsiteY0" fmla="*/ 2469878 h 2469878"/>
              <a:gd name="connsiteX1" fmla="*/ 0 w 236045"/>
              <a:gd name="connsiteY1" fmla="*/ 1256940 h 2469878"/>
              <a:gd name="connsiteX2" fmla="*/ 230752 w 236045"/>
              <a:gd name="connsiteY2" fmla="*/ 0 h 2469878"/>
              <a:gd name="connsiteX0" fmla="*/ 172533 w 172533"/>
              <a:gd name="connsiteY0" fmla="*/ 2469878 h 2469878"/>
              <a:gd name="connsiteX1" fmla="*/ 0 w 172533"/>
              <a:gd name="connsiteY1" fmla="*/ 1243427 h 2469878"/>
              <a:gd name="connsiteX2" fmla="*/ 167240 w 172533"/>
              <a:gd name="connsiteY2" fmla="*/ 0 h 2469878"/>
              <a:gd name="connsiteX0" fmla="*/ 177717 w 177717"/>
              <a:gd name="connsiteY0" fmla="*/ 2469878 h 2469878"/>
              <a:gd name="connsiteX1" fmla="*/ 5184 w 177717"/>
              <a:gd name="connsiteY1" fmla="*/ 1243427 h 2469878"/>
              <a:gd name="connsiteX2" fmla="*/ 56387 w 177717"/>
              <a:gd name="connsiteY2" fmla="*/ 482265 h 2469878"/>
              <a:gd name="connsiteX3" fmla="*/ 172424 w 177717"/>
              <a:gd name="connsiteY3" fmla="*/ 0 h 2469878"/>
              <a:gd name="connsiteX0" fmla="*/ 177717 w 177717"/>
              <a:gd name="connsiteY0" fmla="*/ 2469878 h 2469878"/>
              <a:gd name="connsiteX1" fmla="*/ 5184 w 177717"/>
              <a:gd name="connsiteY1" fmla="*/ 1243427 h 2469878"/>
              <a:gd name="connsiteX2" fmla="*/ 56387 w 177717"/>
              <a:gd name="connsiteY2" fmla="*/ 482265 h 2469878"/>
              <a:gd name="connsiteX3" fmla="*/ 172424 w 177717"/>
              <a:gd name="connsiteY3" fmla="*/ 0 h 2469878"/>
              <a:gd name="connsiteX0" fmla="*/ 180807 w 180807"/>
              <a:gd name="connsiteY0" fmla="*/ 2469878 h 2469878"/>
              <a:gd name="connsiteX1" fmla="*/ 8274 w 180807"/>
              <a:gd name="connsiteY1" fmla="*/ 1243427 h 2469878"/>
              <a:gd name="connsiteX2" fmla="*/ 42599 w 180807"/>
              <a:gd name="connsiteY2" fmla="*/ 311342 h 2469878"/>
              <a:gd name="connsiteX3" fmla="*/ 175514 w 180807"/>
              <a:gd name="connsiteY3" fmla="*/ 0 h 2469878"/>
              <a:gd name="connsiteX0" fmla="*/ 180807 w 180807"/>
              <a:gd name="connsiteY0" fmla="*/ 2469878 h 2469878"/>
              <a:gd name="connsiteX1" fmla="*/ 8274 w 180807"/>
              <a:gd name="connsiteY1" fmla="*/ 1243427 h 2469878"/>
              <a:gd name="connsiteX2" fmla="*/ 42599 w 180807"/>
              <a:gd name="connsiteY2" fmla="*/ 311342 h 2469878"/>
              <a:gd name="connsiteX3" fmla="*/ 175514 w 180807"/>
              <a:gd name="connsiteY3" fmla="*/ 0 h 2469878"/>
              <a:gd name="connsiteX0" fmla="*/ 180807 w 180807"/>
              <a:gd name="connsiteY0" fmla="*/ 2469878 h 2469878"/>
              <a:gd name="connsiteX1" fmla="*/ 8274 w 180807"/>
              <a:gd name="connsiteY1" fmla="*/ 1243427 h 2469878"/>
              <a:gd name="connsiteX2" fmla="*/ 42599 w 180807"/>
              <a:gd name="connsiteY2" fmla="*/ 311342 h 2469878"/>
              <a:gd name="connsiteX3" fmla="*/ 175514 w 180807"/>
              <a:gd name="connsiteY3" fmla="*/ 0 h 2469878"/>
              <a:gd name="connsiteX0" fmla="*/ 182203 w 182203"/>
              <a:gd name="connsiteY0" fmla="*/ 2469878 h 2469878"/>
              <a:gd name="connsiteX1" fmla="*/ 9670 w 182203"/>
              <a:gd name="connsiteY1" fmla="*/ 1243427 h 2469878"/>
              <a:gd name="connsiteX2" fmla="*/ 38369 w 182203"/>
              <a:gd name="connsiteY2" fmla="*/ 407951 h 2469878"/>
              <a:gd name="connsiteX3" fmla="*/ 176910 w 182203"/>
              <a:gd name="connsiteY3" fmla="*/ 0 h 2469878"/>
              <a:gd name="connsiteX0" fmla="*/ 172538 w 172538"/>
              <a:gd name="connsiteY0" fmla="*/ 2469878 h 2469878"/>
              <a:gd name="connsiteX1" fmla="*/ 5 w 172538"/>
              <a:gd name="connsiteY1" fmla="*/ 1243427 h 2469878"/>
              <a:gd name="connsiteX2" fmla="*/ 167245 w 172538"/>
              <a:gd name="connsiteY2" fmla="*/ 0 h 2469878"/>
              <a:gd name="connsiteX0" fmla="*/ 172538 w 172538"/>
              <a:gd name="connsiteY0" fmla="*/ 2469878 h 2469878"/>
              <a:gd name="connsiteX1" fmla="*/ 5 w 172538"/>
              <a:gd name="connsiteY1" fmla="*/ 1243427 h 2469878"/>
              <a:gd name="connsiteX2" fmla="*/ 167245 w 172538"/>
              <a:gd name="connsiteY2" fmla="*/ 0 h 2469878"/>
              <a:gd name="connsiteX0" fmla="*/ 166911 w 166911"/>
              <a:gd name="connsiteY0" fmla="*/ 2469878 h 2469878"/>
              <a:gd name="connsiteX1" fmla="*/ 5 w 166911"/>
              <a:gd name="connsiteY1" fmla="*/ 1094799 h 2469878"/>
              <a:gd name="connsiteX2" fmla="*/ 161618 w 166911"/>
              <a:gd name="connsiteY2" fmla="*/ 0 h 2469878"/>
              <a:gd name="connsiteX0" fmla="*/ 168068 w 168068"/>
              <a:gd name="connsiteY0" fmla="*/ 2469878 h 2469878"/>
              <a:gd name="connsiteX1" fmla="*/ 1162 w 168068"/>
              <a:gd name="connsiteY1" fmla="*/ 1094799 h 2469878"/>
              <a:gd name="connsiteX2" fmla="*/ 97374 w 168068"/>
              <a:gd name="connsiteY2" fmla="*/ 363362 h 2469878"/>
              <a:gd name="connsiteX3" fmla="*/ 162775 w 168068"/>
              <a:gd name="connsiteY3" fmla="*/ 0 h 2469878"/>
              <a:gd name="connsiteX0" fmla="*/ 170965 w 170965"/>
              <a:gd name="connsiteY0" fmla="*/ 2469878 h 2469878"/>
              <a:gd name="connsiteX1" fmla="*/ 4059 w 170965"/>
              <a:gd name="connsiteY1" fmla="*/ 1094799 h 2469878"/>
              <a:gd name="connsiteX2" fmla="*/ 60888 w 170965"/>
              <a:gd name="connsiteY2" fmla="*/ 341068 h 2469878"/>
              <a:gd name="connsiteX3" fmla="*/ 165672 w 170965"/>
              <a:gd name="connsiteY3" fmla="*/ 0 h 2469878"/>
              <a:gd name="connsiteX0" fmla="*/ 170965 w 170965"/>
              <a:gd name="connsiteY0" fmla="*/ 2469878 h 2469878"/>
              <a:gd name="connsiteX1" fmla="*/ 4059 w 170965"/>
              <a:gd name="connsiteY1" fmla="*/ 1094799 h 2469878"/>
              <a:gd name="connsiteX2" fmla="*/ 60888 w 170965"/>
              <a:gd name="connsiteY2" fmla="*/ 341068 h 2469878"/>
              <a:gd name="connsiteX3" fmla="*/ 165672 w 170965"/>
              <a:gd name="connsiteY3" fmla="*/ 0 h 2469878"/>
              <a:gd name="connsiteX0" fmla="*/ 173518 w 173518"/>
              <a:gd name="connsiteY0" fmla="*/ 2469878 h 2469878"/>
              <a:gd name="connsiteX1" fmla="*/ 6612 w 173518"/>
              <a:gd name="connsiteY1" fmla="*/ 1094799 h 2469878"/>
              <a:gd name="connsiteX2" fmla="*/ 63441 w 173518"/>
              <a:gd name="connsiteY2" fmla="*/ 341068 h 2469878"/>
              <a:gd name="connsiteX3" fmla="*/ 168225 w 173518"/>
              <a:gd name="connsiteY3" fmla="*/ 0 h 2469878"/>
              <a:gd name="connsiteX0" fmla="*/ 168963 w 168963"/>
              <a:gd name="connsiteY0" fmla="*/ 2469878 h 2469878"/>
              <a:gd name="connsiteX1" fmla="*/ 2057 w 168963"/>
              <a:gd name="connsiteY1" fmla="*/ 1094799 h 2469878"/>
              <a:gd name="connsiteX2" fmla="*/ 92644 w 168963"/>
              <a:gd name="connsiteY2" fmla="*/ 177577 h 2469878"/>
              <a:gd name="connsiteX3" fmla="*/ 163670 w 168963"/>
              <a:gd name="connsiteY3" fmla="*/ 0 h 2469878"/>
            </a:gdLst>
            <a:ahLst/>
            <a:cxnLst>
              <a:cxn ang="0">
                <a:pos x="connsiteX0" y="connsiteY0"/>
              </a:cxn>
              <a:cxn ang="0">
                <a:pos x="connsiteX1" y="connsiteY1"/>
              </a:cxn>
              <a:cxn ang="0">
                <a:pos x="connsiteX2" y="connsiteY2"/>
              </a:cxn>
              <a:cxn ang="0">
                <a:pos x="connsiteX3" y="connsiteY3"/>
              </a:cxn>
            </a:cxnLst>
            <a:rect l="l" t="t" r="r" b="b"/>
            <a:pathLst>
              <a:path w="168963" h="2469878">
                <a:moveTo>
                  <a:pt x="168963" y="2469878"/>
                </a:moveTo>
                <a:cubicBezTo>
                  <a:pt x="36384" y="2100763"/>
                  <a:pt x="14777" y="1476849"/>
                  <a:pt x="2057" y="1094799"/>
                </a:cubicBezTo>
                <a:cubicBezTo>
                  <a:pt x="-10663" y="712749"/>
                  <a:pt x="37578" y="337749"/>
                  <a:pt x="92644" y="177577"/>
                </a:cubicBezTo>
                <a:cubicBezTo>
                  <a:pt x="147710" y="17405"/>
                  <a:pt x="152770" y="60560"/>
                  <a:pt x="163670" y="0"/>
                </a:cubicBezTo>
              </a:path>
            </a:pathLst>
          </a:custGeom>
          <a:noFill/>
          <a:ln w="31750">
            <a:solidFill>
              <a:schemeClr val="tx2">
                <a:lumMod val="60000"/>
                <a:lumOff val="40000"/>
              </a:schemeClr>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7" name="弧形 6"/>
          <p:cNvSpPr/>
          <p:nvPr/>
        </p:nvSpPr>
        <p:spPr bwMode="auto">
          <a:xfrm rot="10056762" flipV="1">
            <a:off x="5939368" y="179918"/>
            <a:ext cx="258233" cy="996949"/>
          </a:xfrm>
          <a:prstGeom prst="arc">
            <a:avLst>
              <a:gd name="adj1" fmla="val 16831102"/>
              <a:gd name="adj2" fmla="val 5229498"/>
            </a:avLst>
          </a:prstGeom>
          <a:ln w="31750">
            <a:solidFill>
              <a:schemeClr val="tx2">
                <a:lumMod val="60000"/>
                <a:lumOff val="40000"/>
              </a:schemeClr>
            </a:solidFill>
            <a:headEnd type="stealth" w="lg" len="lg"/>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cxnSp>
        <p:nvCxnSpPr>
          <p:cNvPr id="9" name="直接连接符 8"/>
          <p:cNvCxnSpPr/>
          <p:nvPr/>
        </p:nvCxnSpPr>
        <p:spPr bwMode="auto">
          <a:xfrm rot="10800000">
            <a:off x="5653617" y="6690785"/>
            <a:ext cx="431800" cy="2116"/>
          </a:xfrm>
          <a:prstGeom prst="line">
            <a:avLst/>
          </a:prstGeom>
          <a:ln w="25400">
            <a:solidFill>
              <a:schemeClr val="tx2">
                <a:lumMod val="60000"/>
                <a:lumOff val="40000"/>
              </a:schemeClr>
            </a:solidFill>
            <a:prstDash val="solid"/>
            <a:headEnd type="triangle"/>
            <a:tailEnd type="none"/>
          </a:ln>
        </p:spPr>
        <p:style>
          <a:lnRef idx="1">
            <a:schemeClr val="accent1"/>
          </a:lnRef>
          <a:fillRef idx="0">
            <a:schemeClr val="accent1"/>
          </a:fillRef>
          <a:effectRef idx="0">
            <a:schemeClr val="accent1"/>
          </a:effectRef>
          <a:fontRef idx="minor">
            <a:schemeClr val="tx1"/>
          </a:fontRef>
        </p:style>
      </p:cxnSp>
      <p:sp>
        <p:nvSpPr>
          <p:cNvPr id="10" name="Rectangle 5"/>
          <p:cNvSpPr>
            <a:spLocks noChangeArrowheads="1"/>
          </p:cNvSpPr>
          <p:nvPr/>
        </p:nvSpPr>
        <p:spPr bwMode="auto">
          <a:xfrm>
            <a:off x="4667251" y="6328834"/>
            <a:ext cx="1333500" cy="651933"/>
          </a:xfrm>
          <a:prstGeom prst="rect">
            <a:avLst/>
          </a:prstGeom>
          <a:noFill/>
          <a:ln>
            <a:noFill/>
          </a:ln>
        </p:spPr>
        <p:txBody>
          <a:bodyPr tIns="110400"/>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en-US" altLang="zh-CN" b="1" i="1" dirty="0">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top</a:t>
            </a:r>
            <a:endParaRPr lang="zh-CN" altLang="en-US"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endParaRPr>
          </a:p>
        </p:txBody>
      </p:sp>
      <p:cxnSp>
        <p:nvCxnSpPr>
          <p:cNvPr id="12" name="直接连接符 11"/>
          <p:cNvCxnSpPr/>
          <p:nvPr/>
        </p:nvCxnSpPr>
        <p:spPr bwMode="auto">
          <a:xfrm rot="16200000" flipV="1">
            <a:off x="9738784" y="5300135"/>
            <a:ext cx="1248833" cy="0"/>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Rectangle 5"/>
          <p:cNvSpPr>
            <a:spLocks noChangeArrowheads="1"/>
          </p:cNvSpPr>
          <p:nvPr/>
        </p:nvSpPr>
        <p:spPr bwMode="auto">
          <a:xfrm>
            <a:off x="9649885" y="4969934"/>
            <a:ext cx="1629833" cy="666751"/>
          </a:xfrm>
          <a:prstGeom prst="rect">
            <a:avLst/>
          </a:prstGeom>
          <a:solidFill>
            <a:schemeClr val="bg1"/>
          </a:solidFill>
          <a:ln>
            <a:noFill/>
          </a:ln>
        </p:spPr>
        <p:txBody>
          <a:bodyPr tIns="110400" anchor="ct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lnSpc>
                <a:spcPts val="2400"/>
              </a:lnSpc>
              <a:spcBef>
                <a:spcPct val="0"/>
              </a:spcBef>
              <a:spcAft>
                <a:spcPct val="0"/>
              </a:spcAft>
              <a:buClrTx/>
              <a:buSzTx/>
              <a:buNone/>
              <a:defRPr/>
            </a:pPr>
            <a:r>
              <a:rPr lang="zh-CN" altLang="en-US" sz="2000"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rPr>
              <a:t>被调用者</a:t>
            </a:r>
            <a:r>
              <a:rPr lang="en-US" altLang="zh-CN" sz="2000" b="1" i="1" dirty="0">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q</a:t>
            </a:r>
            <a:r>
              <a:rPr lang="zh-CN" altLang="en-US" sz="2000"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rPr>
              <a:t>的活动记录</a:t>
            </a:r>
          </a:p>
        </p:txBody>
      </p:sp>
      <p:cxnSp>
        <p:nvCxnSpPr>
          <p:cNvPr id="14" name="直接连接符 13"/>
          <p:cNvCxnSpPr/>
          <p:nvPr/>
        </p:nvCxnSpPr>
        <p:spPr bwMode="auto">
          <a:xfrm flipV="1">
            <a:off x="10363200" y="535518"/>
            <a:ext cx="0" cy="2849033"/>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Rectangle 5"/>
          <p:cNvSpPr>
            <a:spLocks noChangeArrowheads="1"/>
          </p:cNvSpPr>
          <p:nvPr/>
        </p:nvSpPr>
        <p:spPr bwMode="auto">
          <a:xfrm>
            <a:off x="9700685" y="1509184"/>
            <a:ext cx="1409700" cy="980016"/>
          </a:xfrm>
          <a:prstGeom prst="rect">
            <a:avLst/>
          </a:prstGeom>
          <a:solidFill>
            <a:schemeClr val="bg1"/>
          </a:solidFill>
          <a:ln>
            <a:noFill/>
          </a:ln>
        </p:spPr>
        <p:txBody>
          <a:bodyPr tIns="110400" anchor="ct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zh-CN" altLang="en-US" sz="2000" b="1" dirty="0">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调用者</a:t>
            </a:r>
            <a:r>
              <a:rPr lang="en-US" altLang="zh-CN" sz="2000" b="1" i="1" dirty="0">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p</a:t>
            </a:r>
            <a:r>
              <a:rPr lang="zh-CN" altLang="en-US" sz="2000"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rPr>
              <a:t>的活动记录</a:t>
            </a:r>
          </a:p>
        </p:txBody>
      </p:sp>
      <p:cxnSp>
        <p:nvCxnSpPr>
          <p:cNvPr id="16" name="直接连接符 15"/>
          <p:cNvCxnSpPr/>
          <p:nvPr/>
        </p:nvCxnSpPr>
        <p:spPr bwMode="auto">
          <a:xfrm flipV="1">
            <a:off x="10363200" y="5918201"/>
            <a:ext cx="0" cy="774700"/>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sp>
        <p:nvSpPr>
          <p:cNvPr id="17" name="Rectangle 5"/>
          <p:cNvSpPr>
            <a:spLocks noChangeArrowheads="1"/>
          </p:cNvSpPr>
          <p:nvPr/>
        </p:nvSpPr>
        <p:spPr bwMode="auto">
          <a:xfrm>
            <a:off x="9814985" y="6117167"/>
            <a:ext cx="1314449" cy="289984"/>
          </a:xfrm>
          <a:prstGeom prst="rect">
            <a:avLst/>
          </a:prstGeom>
          <a:solidFill>
            <a:schemeClr val="bg1"/>
          </a:solidFill>
          <a:ln>
            <a:noFill/>
          </a:ln>
        </p:spPr>
        <p:txBody>
          <a:bodyPr tIns="110400" anchor="ct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en-US" altLang="zh-CN" sz="2000" b="1" i="1" dirty="0">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q</a:t>
            </a:r>
            <a:r>
              <a:rPr lang="zh-CN" altLang="en-US" sz="2000"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rPr>
              <a:t>的数组</a:t>
            </a:r>
          </a:p>
        </p:txBody>
      </p:sp>
      <p:cxnSp>
        <p:nvCxnSpPr>
          <p:cNvPr id="18" name="直接连接符 17"/>
          <p:cNvCxnSpPr/>
          <p:nvPr/>
        </p:nvCxnSpPr>
        <p:spPr bwMode="auto">
          <a:xfrm rot="10800000">
            <a:off x="10149417" y="535518"/>
            <a:ext cx="431800" cy="2116"/>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bwMode="auto">
          <a:xfrm rot="10800000">
            <a:off x="10145184" y="3429000"/>
            <a:ext cx="431800" cy="2117"/>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bwMode="auto">
          <a:xfrm rot="10800000">
            <a:off x="10145184" y="6690785"/>
            <a:ext cx="431800" cy="2116"/>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bwMode="auto">
          <a:xfrm rot="10800000">
            <a:off x="10160000" y="5922434"/>
            <a:ext cx="431800" cy="2117"/>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bwMode="auto">
          <a:xfrm rot="10800000">
            <a:off x="10172700" y="4675718"/>
            <a:ext cx="431800" cy="2116"/>
          </a:xfrm>
          <a:prstGeom prst="line">
            <a:avLst/>
          </a:prstGeom>
          <a:ln w="38100">
            <a:solidFill>
              <a:schemeClr val="tx2">
                <a:lumMod val="60000"/>
                <a:lumOff val="4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bwMode="auto">
          <a:xfrm flipV="1">
            <a:off x="10363200" y="3462867"/>
            <a:ext cx="0" cy="1212851"/>
          </a:xfrm>
          <a:prstGeom prst="line">
            <a:avLst/>
          </a:prstGeom>
          <a:ln w="38100">
            <a:solidFill>
              <a:schemeClr val="tx2">
                <a:lumMod val="60000"/>
                <a:lumOff val="40000"/>
              </a:schemeClr>
            </a:solidFill>
            <a:prstDash val="solid"/>
            <a:headEnd type="triangle"/>
            <a:tailEnd type="triangle"/>
          </a:ln>
        </p:spPr>
        <p:style>
          <a:lnRef idx="1">
            <a:schemeClr val="accent1"/>
          </a:lnRef>
          <a:fillRef idx="0">
            <a:schemeClr val="accent1"/>
          </a:fillRef>
          <a:effectRef idx="0">
            <a:schemeClr val="accent1"/>
          </a:effectRef>
          <a:fontRef idx="minor">
            <a:schemeClr val="tx1"/>
          </a:fontRef>
        </p:style>
      </p:cxnSp>
      <p:sp>
        <p:nvSpPr>
          <p:cNvPr id="24" name="Rectangle 5"/>
          <p:cNvSpPr>
            <a:spLocks noChangeArrowheads="1"/>
          </p:cNvSpPr>
          <p:nvPr/>
        </p:nvSpPr>
        <p:spPr bwMode="auto">
          <a:xfrm>
            <a:off x="9755718" y="3911600"/>
            <a:ext cx="1333500" cy="381000"/>
          </a:xfrm>
          <a:prstGeom prst="rect">
            <a:avLst/>
          </a:prstGeom>
          <a:solidFill>
            <a:schemeClr val="bg1"/>
          </a:solidFill>
          <a:ln>
            <a:noFill/>
          </a:ln>
        </p:spPr>
        <p:txBody>
          <a:bodyPr tIns="110400" anchor="ct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en-US" altLang="zh-CN" sz="2000" b="1" i="1" dirty="0">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p</a:t>
            </a:r>
            <a:r>
              <a:rPr lang="zh-CN" altLang="en-US" sz="2000"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rPr>
              <a:t>的数组</a:t>
            </a:r>
          </a:p>
        </p:txBody>
      </p:sp>
      <p:sp>
        <p:nvSpPr>
          <p:cNvPr id="25" name="弧形 24"/>
          <p:cNvSpPr/>
          <p:nvPr/>
        </p:nvSpPr>
        <p:spPr bwMode="auto">
          <a:xfrm rot="20520607" flipV="1">
            <a:off x="8898467" y="1449918"/>
            <a:ext cx="844551" cy="2027767"/>
          </a:xfrm>
          <a:prstGeom prst="arc">
            <a:avLst>
              <a:gd name="adj1" fmla="val 15968576"/>
              <a:gd name="adj2" fmla="val 2057466"/>
            </a:avLst>
          </a:prstGeom>
          <a:ln w="31750">
            <a:solidFill>
              <a:schemeClr val="tx2">
                <a:lumMod val="60000"/>
                <a:lumOff val="40000"/>
              </a:schemeClr>
            </a:solidFill>
            <a:head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sp>
        <p:nvSpPr>
          <p:cNvPr id="26" name="弧形 25"/>
          <p:cNvSpPr/>
          <p:nvPr/>
        </p:nvSpPr>
        <p:spPr bwMode="auto">
          <a:xfrm rot="20520607" flipV="1">
            <a:off x="8898467" y="1945218"/>
            <a:ext cx="844551" cy="2027767"/>
          </a:xfrm>
          <a:prstGeom prst="arc">
            <a:avLst>
              <a:gd name="adj1" fmla="val 16018017"/>
              <a:gd name="adj2" fmla="val 2866918"/>
            </a:avLst>
          </a:prstGeom>
          <a:ln w="31750">
            <a:solidFill>
              <a:schemeClr val="tx2">
                <a:lumMod val="60000"/>
                <a:lumOff val="40000"/>
              </a:schemeClr>
            </a:solidFill>
            <a:head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sp>
        <p:nvSpPr>
          <p:cNvPr id="85045" name="标题 1"/>
          <p:cNvSpPr>
            <a:spLocks noGrp="1"/>
          </p:cNvSpPr>
          <p:nvPr>
            <p:ph type="title"/>
          </p:nvPr>
        </p:nvSpPr>
        <p:spPr>
          <a:xfrm>
            <a:off x="1007533" y="357718"/>
            <a:ext cx="10574867" cy="478367"/>
          </a:xfrm>
        </p:spPr>
        <p:txBody>
          <a:bodyPr/>
          <a:lstStyle/>
          <a:p>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访问动态分配的数组</a:t>
            </a:r>
          </a:p>
        </p:txBody>
      </p:sp>
      <p:cxnSp>
        <p:nvCxnSpPr>
          <p:cNvPr id="27" name="直接连接符 26"/>
          <p:cNvCxnSpPr/>
          <p:nvPr/>
        </p:nvCxnSpPr>
        <p:spPr bwMode="auto">
          <a:xfrm flipH="1" flipV="1">
            <a:off x="5022851" y="1386418"/>
            <a:ext cx="1056216" cy="4144433"/>
          </a:xfrm>
          <a:prstGeom prst="line">
            <a:avLst/>
          </a:prstGeom>
          <a:ln w="38100">
            <a:solidFill>
              <a:schemeClr val="tx2">
                <a:lumMod val="60000"/>
                <a:lumOff val="40000"/>
              </a:schemeClr>
            </a:solidFill>
            <a:prstDash val="solid"/>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bwMode="auto">
          <a:xfrm flipH="1" flipV="1">
            <a:off x="5022851" y="1337733"/>
            <a:ext cx="1087967" cy="0"/>
          </a:xfrm>
          <a:prstGeom prst="line">
            <a:avLst/>
          </a:prstGeom>
          <a:ln w="38100">
            <a:solidFill>
              <a:schemeClr val="tx2">
                <a:lumMod val="60000"/>
                <a:lumOff val="40000"/>
              </a:schemeClr>
            </a:solidFill>
            <a:prstDash val="sysDash"/>
            <a:headEnd type="triangle"/>
            <a:tailEnd type="none"/>
          </a:ln>
        </p:spPr>
        <p:style>
          <a:lnRef idx="1">
            <a:schemeClr val="accent1"/>
          </a:lnRef>
          <a:fillRef idx="0">
            <a:schemeClr val="accent1"/>
          </a:fillRef>
          <a:effectRef idx="0">
            <a:schemeClr val="accent1"/>
          </a:effectRef>
          <a:fontRef idx="minor">
            <a:schemeClr val="tx1"/>
          </a:fontRef>
        </p:style>
      </p:cxnSp>
      <p:sp>
        <p:nvSpPr>
          <p:cNvPr id="29" name="Rectangle 5"/>
          <p:cNvSpPr>
            <a:spLocks noChangeArrowheads="1"/>
          </p:cNvSpPr>
          <p:nvPr/>
        </p:nvSpPr>
        <p:spPr bwMode="auto">
          <a:xfrm>
            <a:off x="3960284" y="1007534"/>
            <a:ext cx="1234016" cy="723900"/>
          </a:xfrm>
          <a:prstGeom prst="rect">
            <a:avLst/>
          </a:prstGeom>
          <a:noFill/>
          <a:ln>
            <a:noFill/>
          </a:ln>
        </p:spPr>
        <p:txBody>
          <a:bodyPr tIns="110400"/>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algn="ctr" defTabSz="1219170" eaLnBrk="0" fontAlgn="base" hangingPunct="0">
              <a:spcBef>
                <a:spcPct val="0"/>
              </a:spcBef>
              <a:spcAft>
                <a:spcPct val="0"/>
              </a:spcAft>
              <a:buClrTx/>
              <a:buSzTx/>
              <a:buNone/>
              <a:defRPr/>
            </a:pPr>
            <a:r>
              <a:rPr lang="en-US" altLang="zh-CN" b="1" i="1" dirty="0" err="1">
                <a:solidFill>
                  <a:srgbClr val="073E87">
                    <a:lumMod val="60000"/>
                    <a:lumOff val="40000"/>
                  </a:srgbClr>
                </a:solidFill>
                <a:latin typeface="Times New Roman" panose="02020603050405020304" pitchFamily="18" charset="0"/>
                <a:ea typeface="楷体" panose="02010609060101010101" pitchFamily="49" charset="-122"/>
                <a:cs typeface="Times New Roman" panose="02020603050405020304" pitchFamily="18" charset="0"/>
              </a:rPr>
              <a:t>top_sp</a:t>
            </a:r>
            <a:endParaRPr lang="zh-CN" altLang="en-US" b="1" dirty="0">
              <a:solidFill>
                <a:srgbClr val="073E87">
                  <a:lumMod val="60000"/>
                  <a:lumOff val="40000"/>
                </a:srgbClr>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11" name="弧形 10"/>
          <p:cNvSpPr/>
          <p:nvPr/>
        </p:nvSpPr>
        <p:spPr bwMode="auto">
          <a:xfrm rot="20520607" flipV="1">
            <a:off x="8896351" y="2377018"/>
            <a:ext cx="844549" cy="2027767"/>
          </a:xfrm>
          <a:prstGeom prst="arc">
            <a:avLst>
              <a:gd name="adj1" fmla="val 16193764"/>
              <a:gd name="adj2" fmla="val 2559890"/>
            </a:avLst>
          </a:prstGeom>
          <a:ln w="31750">
            <a:solidFill>
              <a:schemeClr val="tx2">
                <a:lumMod val="60000"/>
                <a:lumOff val="40000"/>
              </a:schemeClr>
            </a:solidFill>
            <a:head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1219170" eaLnBrk="0" fontAlgn="base" hangingPunct="0">
              <a:spcBef>
                <a:spcPct val="0"/>
              </a:spcBef>
              <a:spcAft>
                <a:spcPct val="0"/>
              </a:spcAft>
              <a:defRPr/>
            </a:pPr>
            <a:endParaRPr lang="zh-CN" altLang="en-US" sz="1467" b="1">
              <a:solidFill>
                <a:prstClr val="black"/>
              </a:solidFill>
              <a:latin typeface="Candara"/>
              <a:ea typeface="华文楷体" panose="02010600040101010101" pitchFamily="2" charset="-122"/>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0" y="0"/>
            <a:ext cx="12192000" cy="20002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68580" rIns="137160" bIns="68580" anchor="ctr"/>
          <a:lstStyle/>
          <a:p>
            <a:pPr algn="ctr" defTabSz="1219170" eaLnBrk="0" hangingPunct="0">
              <a:defRPr/>
            </a:pPr>
            <a:endParaRPr lang="zh-CN" altLang="en-US" sz="2133" dirty="0">
              <a:solidFill>
                <a:prstClr val="black">
                  <a:lumMod val="85000"/>
                  <a:lumOff val="15000"/>
                </a:prstClr>
              </a:solidFill>
              <a:latin typeface="Candara"/>
              <a:ea typeface="华文楷体" panose="02010600040101010101" pitchFamily="2" charset="-122"/>
            </a:endParaRPr>
          </a:p>
        </p:txBody>
      </p:sp>
      <p:sp>
        <p:nvSpPr>
          <p:cNvPr id="8" name="矩形 7"/>
          <p:cNvSpPr/>
          <p:nvPr/>
        </p:nvSpPr>
        <p:spPr>
          <a:xfrm>
            <a:off x="6000752" y="1809751"/>
            <a:ext cx="5810249" cy="4102213"/>
          </a:xfrm>
          <a:prstGeom prst="rect">
            <a:avLst/>
          </a:prstGeom>
          <a:ln w="12700">
            <a:noFill/>
          </a:ln>
        </p:spPr>
        <p:txBody>
          <a:bodyPr lIns="91440" tIns="45720" rIns="91440" bIns="45720">
            <a:spAutoFit/>
          </a:bodyPr>
          <a:lstStyle/>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7.1 </a:t>
            </a:r>
            <a:r>
              <a:rPr lang="zh-CN" altLang="en-US" sz="3333" dirty="0">
                <a:solidFill>
                  <a:prstClr val="white">
                    <a:lumMod val="50000"/>
                  </a:prstClr>
                </a:solidFill>
                <a:latin typeface="微软雅黑" pitchFamily="34" charset="-122"/>
                <a:ea typeface="微软雅黑" pitchFamily="34" charset="-122"/>
                <a:cs typeface="楷体_GB2312"/>
              </a:rPr>
              <a:t>存储组织</a:t>
            </a: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7.2 </a:t>
            </a:r>
            <a:r>
              <a:rPr lang="zh-CN" altLang="en-US" sz="3333" dirty="0">
                <a:solidFill>
                  <a:prstClr val="white">
                    <a:lumMod val="50000"/>
                  </a:prstClr>
                </a:solidFill>
                <a:latin typeface="微软雅黑" pitchFamily="34" charset="-122"/>
                <a:ea typeface="微软雅黑" pitchFamily="34" charset="-122"/>
                <a:cs typeface="楷体_GB2312"/>
              </a:rPr>
              <a:t>静态存储分配</a:t>
            </a: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7.3 </a:t>
            </a:r>
            <a:r>
              <a:rPr lang="zh-CN" altLang="en-US" sz="3333" dirty="0">
                <a:solidFill>
                  <a:prstClr val="white">
                    <a:lumMod val="50000"/>
                  </a:prstClr>
                </a:solidFill>
                <a:latin typeface="微软雅黑" pitchFamily="34" charset="-122"/>
                <a:ea typeface="微软雅黑" pitchFamily="34" charset="-122"/>
                <a:cs typeface="楷体_GB2312"/>
              </a:rPr>
              <a:t>栈式存储分配</a:t>
            </a:r>
          </a:p>
          <a:p>
            <a:pPr defTabSz="1219170" eaLnBrk="0" fontAlgn="base" hangingPunct="0">
              <a:lnSpc>
                <a:spcPts val="5333"/>
              </a:lnSpc>
              <a:spcBef>
                <a:spcPct val="0"/>
              </a:spcBef>
              <a:spcAft>
                <a:spcPct val="0"/>
              </a:spcAft>
              <a:defRPr/>
            </a:pPr>
            <a:r>
              <a:rPr lang="en-US" altLang="zh-CN" sz="3333" dirty="0">
                <a:solidFill>
                  <a:srgbClr val="073E87">
                    <a:lumMod val="60000"/>
                    <a:lumOff val="40000"/>
                  </a:srgbClr>
                </a:solidFill>
                <a:latin typeface="微软雅黑" pitchFamily="34" charset="-122"/>
                <a:ea typeface="微软雅黑" pitchFamily="34" charset="-122"/>
                <a:cs typeface="楷体_GB2312"/>
              </a:rPr>
              <a:t>7.4 </a:t>
            </a:r>
            <a:r>
              <a:rPr lang="zh-CN" altLang="en-US" sz="3333" dirty="0">
                <a:solidFill>
                  <a:srgbClr val="073E87">
                    <a:lumMod val="60000"/>
                    <a:lumOff val="40000"/>
                  </a:srgbClr>
                </a:solidFill>
                <a:latin typeface="微软雅黑" pitchFamily="34" charset="-122"/>
                <a:ea typeface="微软雅黑" pitchFamily="34" charset="-122"/>
                <a:cs typeface="楷体_GB2312"/>
              </a:rPr>
              <a:t>非局部数据的访问</a:t>
            </a: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7.5 </a:t>
            </a:r>
            <a:r>
              <a:rPr lang="zh-CN" altLang="en-US" sz="3333" dirty="0">
                <a:solidFill>
                  <a:prstClr val="white">
                    <a:lumMod val="50000"/>
                  </a:prstClr>
                </a:solidFill>
                <a:latin typeface="微软雅黑" pitchFamily="34" charset="-122"/>
                <a:ea typeface="微软雅黑" pitchFamily="34" charset="-122"/>
                <a:cs typeface="楷体_GB2312"/>
              </a:rPr>
              <a:t>参数传递</a:t>
            </a:r>
            <a:endParaRPr lang="en-US" altLang="zh-CN" sz="3333" dirty="0">
              <a:solidFill>
                <a:prstClr val="white">
                  <a:lumMod val="50000"/>
                </a:prstClr>
              </a:solidFill>
              <a:latin typeface="微软雅黑" pitchFamily="34" charset="-122"/>
              <a:ea typeface="微软雅黑" pitchFamily="34" charset="-122"/>
              <a:cs typeface="楷体_GB2312"/>
            </a:endParaRPr>
          </a:p>
          <a:p>
            <a:pPr defTabSz="1219170" eaLnBrk="0" fontAlgn="base" hangingPunct="0">
              <a:lnSpc>
                <a:spcPts val="5333"/>
              </a:lnSpc>
              <a:spcBef>
                <a:spcPct val="0"/>
              </a:spcBef>
              <a:spcAft>
                <a:spcPct val="0"/>
              </a:spcAft>
              <a:defRPr/>
            </a:pPr>
            <a:r>
              <a:rPr lang="en-US" altLang="zh-CN" sz="3333" dirty="0">
                <a:solidFill>
                  <a:prstClr val="white">
                    <a:lumMod val="50000"/>
                  </a:prstClr>
                </a:solidFill>
                <a:latin typeface="微软雅黑" pitchFamily="34" charset="-122"/>
                <a:ea typeface="微软雅黑" pitchFamily="34" charset="-122"/>
                <a:cs typeface="楷体_GB2312"/>
              </a:rPr>
              <a:t>7.6 </a:t>
            </a:r>
            <a:r>
              <a:rPr lang="zh-CN" altLang="en-US" sz="3333" dirty="0">
                <a:solidFill>
                  <a:prstClr val="white">
                    <a:lumMod val="50000"/>
                  </a:prstClr>
                </a:solidFill>
                <a:latin typeface="微软雅黑" pitchFamily="34" charset="-122"/>
                <a:ea typeface="微软雅黑" pitchFamily="34" charset="-122"/>
                <a:cs typeface="楷体_GB2312"/>
              </a:rPr>
              <a:t>符号表</a:t>
            </a:r>
          </a:p>
        </p:txBody>
      </p:sp>
      <p:pic>
        <p:nvPicPr>
          <p:cNvPr id="87044" name="Picture 7" descr="E:\工大编译\ppt\制作\0330e9c554c768200000158fc50d53d.jpg"/>
          <p:cNvPicPr>
            <a:picLocks noChangeAspect="1" noChangeArrowheads="1"/>
          </p:cNvPicPr>
          <p:nvPr/>
        </p:nvPicPr>
        <p:blipFill>
          <a:blip r:embed="rId3">
            <a:extLst>
              <a:ext uri="{28A0092B-C50C-407E-A947-70E740481C1C}">
                <a14:useLocalDpi xmlns:a14="http://schemas.microsoft.com/office/drawing/2010/main" val="0"/>
              </a:ext>
            </a:extLst>
          </a:blip>
          <a:srcRect l="15538" r="21837"/>
          <a:stretch>
            <a:fillRect/>
          </a:stretch>
        </p:blipFill>
        <p:spPr bwMode="auto">
          <a:xfrm>
            <a:off x="-8466" y="0"/>
            <a:ext cx="57277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矩形 15"/>
          <p:cNvSpPr/>
          <p:nvPr/>
        </p:nvSpPr>
        <p:spPr>
          <a:xfrm>
            <a:off x="5524501" y="476251"/>
            <a:ext cx="2571751" cy="1047749"/>
          </a:xfrm>
          <a:prstGeom prst="rect">
            <a:avLst/>
          </a:prstGeom>
          <a:solidFill>
            <a:schemeClr val="accent2">
              <a:lumMod val="60000"/>
              <a:lumOff val="40000"/>
            </a:schemeClr>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37160" tIns="68580" rIns="137160" bIns="68580" anchor="ctr"/>
          <a:lstStyle/>
          <a:p>
            <a:pPr algn="ctr" defTabSz="1219170" eaLnBrk="0" hangingPunct="0">
              <a:defRPr/>
            </a:pPr>
            <a:r>
              <a:rPr lang="zh-CN" altLang="en-US" sz="5333" b="1" spc="800" dirty="0">
                <a:solidFill>
                  <a:prstClr val="white"/>
                </a:solidFill>
                <a:latin typeface="微软雅黑" pitchFamily="34" charset="-122"/>
                <a:ea typeface="微软雅黑" pitchFamily="34" charset="-122"/>
              </a:rPr>
              <a:t>提纲</a:t>
            </a:r>
            <a:endParaRPr lang="zh-CN" altLang="en-US" sz="2133" dirty="0">
              <a:solidFill>
                <a:prstClr val="black">
                  <a:lumMod val="85000"/>
                  <a:lumOff val="15000"/>
                </a:prstClr>
              </a:solidFill>
              <a:latin typeface="Candara"/>
              <a:ea typeface="华文楷体" panose="02010600040101010101" pitchFamily="2" charset="-122"/>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9" name="内容占位符 2"/>
          <p:cNvSpPr>
            <a:spLocks noGrp="1"/>
          </p:cNvSpPr>
          <p:nvPr>
            <p:ph idx="1"/>
          </p:nvPr>
        </p:nvSpPr>
        <p:spPr>
          <a:xfrm>
            <a:off x="571500" y="1119718"/>
            <a:ext cx="11049000" cy="5452533"/>
          </a:xfrm>
        </p:spPr>
        <p:txBody>
          <a:bodyPr/>
          <a:lstStyle/>
          <a:p>
            <a:pPr eaLnBrk="1" hangingPunct="1">
              <a:lnSpc>
                <a:spcPts val="3467"/>
              </a:lnSpc>
              <a:buClrTx/>
              <a:buFont typeface="Wingdings" pitchFamily="2" charset="2"/>
              <a:buChar char="Ø"/>
              <a:defRPr/>
            </a:pPr>
            <a:r>
              <a:rPr lang="zh-CN" altLang="en-US" b="1" dirty="0">
                <a:solidFill>
                  <a:schemeClr val="tx1"/>
                </a:solidFill>
                <a:latin typeface="楷体" pitchFamily="49" charset="-122"/>
              </a:rPr>
              <a:t>一个过程除了可以使用</a:t>
            </a:r>
            <a:r>
              <a:rPr lang="zh-CN" altLang="en-US" b="1" dirty="0">
                <a:solidFill>
                  <a:schemeClr val="tx2">
                    <a:lumMod val="60000"/>
                    <a:lumOff val="40000"/>
                  </a:schemeClr>
                </a:solidFill>
                <a:latin typeface="楷体" pitchFamily="49" charset="-122"/>
              </a:rPr>
              <a:t>过程自身</a:t>
            </a:r>
            <a:r>
              <a:rPr lang="zh-CN" altLang="en-US" b="1" dirty="0">
                <a:solidFill>
                  <a:schemeClr val="tx1"/>
                </a:solidFill>
                <a:latin typeface="楷体" pitchFamily="49" charset="-122"/>
              </a:rPr>
              <a:t>声明的</a:t>
            </a:r>
            <a:r>
              <a:rPr lang="zh-CN" altLang="en-US" b="1" dirty="0">
                <a:solidFill>
                  <a:schemeClr val="tx2">
                    <a:lumMod val="60000"/>
                    <a:lumOff val="40000"/>
                  </a:schemeClr>
                </a:solidFill>
                <a:latin typeface="楷体" pitchFamily="49" charset="-122"/>
              </a:rPr>
              <a:t>局部数据</a:t>
            </a:r>
            <a:r>
              <a:rPr lang="zh-CN" altLang="en-US" b="1" dirty="0">
                <a:solidFill>
                  <a:schemeClr val="tx1"/>
                </a:solidFill>
                <a:latin typeface="楷体" pitchFamily="49" charset="-122"/>
              </a:rPr>
              <a:t>以外，还可以使用</a:t>
            </a:r>
            <a:r>
              <a:rPr lang="zh-CN" altLang="en-US" b="1" dirty="0">
                <a:solidFill>
                  <a:schemeClr val="tx2">
                    <a:lumMod val="60000"/>
                    <a:lumOff val="40000"/>
                  </a:schemeClr>
                </a:solidFill>
                <a:latin typeface="楷体" pitchFamily="49" charset="-122"/>
              </a:rPr>
              <a:t>过程外</a:t>
            </a:r>
            <a:r>
              <a:rPr lang="zh-CN" altLang="en-US" b="1" dirty="0">
                <a:solidFill>
                  <a:schemeClr val="tx1"/>
                </a:solidFill>
                <a:latin typeface="楷体" pitchFamily="49" charset="-122"/>
              </a:rPr>
              <a:t>声明的</a:t>
            </a:r>
            <a:r>
              <a:rPr lang="zh-CN" altLang="en-US" b="1" dirty="0">
                <a:solidFill>
                  <a:schemeClr val="tx2">
                    <a:lumMod val="60000"/>
                    <a:lumOff val="40000"/>
                  </a:schemeClr>
                </a:solidFill>
                <a:latin typeface="楷体" pitchFamily="49" charset="-122"/>
              </a:rPr>
              <a:t>非局部数据</a:t>
            </a:r>
            <a:endParaRPr lang="en-US" altLang="zh-CN" b="1" dirty="0">
              <a:solidFill>
                <a:schemeClr val="tx1"/>
              </a:solidFill>
              <a:latin typeface="楷体" pitchFamily="49" charset="-122"/>
            </a:endParaRPr>
          </a:p>
          <a:p>
            <a:pPr lvl="1" eaLnBrk="1" hangingPunct="1">
              <a:lnSpc>
                <a:spcPts val="3200"/>
              </a:lnSpc>
              <a:buClrTx/>
              <a:buFont typeface="Wingdings" pitchFamily="2" charset="2"/>
              <a:buChar char="Ø"/>
              <a:defRPr/>
            </a:pPr>
            <a:r>
              <a:rPr lang="zh-CN" altLang="en-US" sz="2667" b="1" dirty="0">
                <a:solidFill>
                  <a:schemeClr val="tx1"/>
                </a:solidFill>
                <a:cs typeface="Times New Roman" pitchFamily="18" charset="0"/>
              </a:rPr>
              <a:t>全局数据</a:t>
            </a:r>
          </a:p>
          <a:p>
            <a:pPr lvl="1" eaLnBrk="1" hangingPunct="1">
              <a:lnSpc>
                <a:spcPts val="3200"/>
              </a:lnSpc>
              <a:buClr>
                <a:schemeClr val="tx1"/>
              </a:buClr>
              <a:buFont typeface="Wingdings" pitchFamily="2" charset="2"/>
              <a:buChar char="Ø"/>
              <a:defRPr/>
            </a:pPr>
            <a:r>
              <a:rPr lang="zh-CN" altLang="en-US" sz="2667" b="1" dirty="0">
                <a:solidFill>
                  <a:schemeClr val="tx2">
                    <a:lumMod val="60000"/>
                    <a:lumOff val="40000"/>
                  </a:schemeClr>
                </a:solidFill>
                <a:cs typeface="Times New Roman" pitchFamily="18" charset="0"/>
              </a:rPr>
              <a:t>外围过程</a:t>
            </a:r>
            <a:r>
              <a:rPr lang="zh-CN" altLang="en-US" sz="2667" b="1" dirty="0">
                <a:solidFill>
                  <a:schemeClr val="tx1"/>
                </a:solidFill>
                <a:cs typeface="Times New Roman" pitchFamily="18" charset="0"/>
              </a:rPr>
              <a:t>定义的数据（支持过程嵌套声明的语言）</a:t>
            </a:r>
            <a:endParaRPr lang="en-US" altLang="zh-CN" sz="2667" b="1" dirty="0">
              <a:solidFill>
                <a:schemeClr val="tx1"/>
              </a:solidFill>
              <a:cs typeface="Times New Roman" pitchFamily="18" charset="0"/>
            </a:endParaRPr>
          </a:p>
          <a:p>
            <a:pPr lvl="2" eaLnBrk="1" hangingPunct="1">
              <a:lnSpc>
                <a:spcPts val="3200"/>
              </a:lnSpc>
              <a:buClrTx/>
              <a:buFont typeface="Wingdings" pitchFamily="2" charset="2"/>
              <a:buChar char="Ø"/>
              <a:defRPr/>
            </a:pPr>
            <a:r>
              <a:rPr lang="zh-CN" altLang="en-US" sz="2400" b="1" dirty="0">
                <a:solidFill>
                  <a:schemeClr val="tx1"/>
                </a:solidFill>
                <a:cs typeface="Times New Roman" panose="02020603050405020304" pitchFamily="18" charset="0"/>
              </a:rPr>
              <a:t>例：</a:t>
            </a:r>
            <a:r>
              <a:rPr lang="en-US" altLang="zh-CN" sz="2400" b="1" i="1" dirty="0">
                <a:solidFill>
                  <a:schemeClr val="tx1"/>
                </a:solidFill>
                <a:ea typeface="楷体_GB2312" pitchFamily="49" charset="-122"/>
                <a:cs typeface="Times New Roman" panose="02020603050405020304" pitchFamily="18" charset="0"/>
              </a:rPr>
              <a:t>Pascal</a:t>
            </a:r>
            <a:r>
              <a:rPr lang="zh-CN" altLang="en-US" sz="2400" b="1" dirty="0">
                <a:solidFill>
                  <a:schemeClr val="tx1"/>
                </a:solidFill>
                <a:cs typeface="Times New Roman" panose="02020603050405020304" pitchFamily="18" charset="0"/>
              </a:rPr>
              <a:t>语言</a:t>
            </a:r>
          </a:p>
        </p:txBody>
      </p:sp>
      <p:sp>
        <p:nvSpPr>
          <p:cNvPr id="89091" name="标题 1"/>
          <p:cNvSpPr>
            <a:spLocks noGrp="1"/>
          </p:cNvSpPr>
          <p:nvPr>
            <p:ph type="title"/>
          </p:nvPr>
        </p:nvSpPr>
        <p:spPr>
          <a:xfrm>
            <a:off x="1007533" y="357718"/>
            <a:ext cx="10574867" cy="478367"/>
          </a:xfrm>
        </p:spPr>
        <p:txBody>
          <a:bodyPr/>
          <a:lstStyle/>
          <a:p>
            <a:r>
              <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7.4 </a:t>
            </a:r>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非局部数据的访问</a:t>
            </a:r>
          </a:p>
        </p:txBody>
      </p:sp>
      <p:sp>
        <p:nvSpPr>
          <p:cNvPr id="2" name="矩形 1">
            <a:extLst>
              <a:ext uri="{FF2B5EF4-FFF2-40B4-BE49-F238E27FC236}">
                <a16:creationId xmlns:a16="http://schemas.microsoft.com/office/drawing/2014/main" id="{23C164C2-0F12-418D-8F23-582976ED71AC}"/>
              </a:ext>
            </a:extLst>
          </p:cNvPr>
          <p:cNvSpPr/>
          <p:nvPr/>
        </p:nvSpPr>
        <p:spPr>
          <a:xfrm>
            <a:off x="9006513" y="2614941"/>
            <a:ext cx="3185487" cy="369332"/>
          </a:xfrm>
          <a:prstGeom prst="rect">
            <a:avLst/>
          </a:prstGeom>
        </p:spPr>
        <p:txBody>
          <a:bodyPr wrap="none">
            <a:spAutoFit/>
          </a:bodyPr>
          <a:lstStyle/>
          <a:p>
            <a:r>
              <a:rPr lang="zh-CN" altLang="en-US" b="1" dirty="0">
                <a:solidFill>
                  <a:srgbClr val="FF0000"/>
                </a:solidFill>
              </a:rPr>
              <a:t>块结构语言的静态作用域规则</a:t>
            </a:r>
          </a:p>
        </p:txBody>
      </p:sp>
      <p:cxnSp>
        <p:nvCxnSpPr>
          <p:cNvPr id="4" name="直接箭头连接符 3">
            <a:extLst>
              <a:ext uri="{FF2B5EF4-FFF2-40B4-BE49-F238E27FC236}">
                <a16:creationId xmlns:a16="http://schemas.microsoft.com/office/drawing/2014/main" id="{5FEFC983-58E5-4704-8983-DBEEBCC5A6E6}"/>
              </a:ext>
            </a:extLst>
          </p:cNvPr>
          <p:cNvCxnSpPr>
            <a:cxnSpLocks/>
          </p:cNvCxnSpPr>
          <p:nvPr/>
        </p:nvCxnSpPr>
        <p:spPr>
          <a:xfrm flipH="1">
            <a:off x="8728363" y="2790701"/>
            <a:ext cx="301900" cy="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9939">
                                            <p:txEl>
                                              <p:pRg st="0" end="0"/>
                                            </p:txEl>
                                          </p:spTgt>
                                        </p:tgtEl>
                                        <p:attrNameLst>
                                          <p:attrName>style.visibility</p:attrName>
                                        </p:attrNameLst>
                                      </p:cBhvr>
                                      <p:to>
                                        <p:strVal val="visible"/>
                                      </p:to>
                                    </p:set>
                                    <p:anim calcmode="lin" valueType="num">
                                      <p:cBhvr>
                                        <p:cTn id="7" dur="500" fill="hold"/>
                                        <p:tgtEl>
                                          <p:spTgt spid="39939">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9939">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993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0" fill="hold" nodeType="clickEffect">
                                  <p:stCondLst>
                                    <p:cond delay="0"/>
                                  </p:stCondLst>
                                  <p:childTnLst>
                                    <p:set>
                                      <p:cBhvr>
                                        <p:cTn id="13" dur="1" fill="hold">
                                          <p:stCondLst>
                                            <p:cond delay="0"/>
                                          </p:stCondLst>
                                        </p:cTn>
                                        <p:tgtEl>
                                          <p:spTgt spid="39939">
                                            <p:txEl>
                                              <p:pRg st="1" end="1"/>
                                            </p:txEl>
                                          </p:spTgt>
                                        </p:tgtEl>
                                        <p:attrNameLst>
                                          <p:attrName>style.visibility</p:attrName>
                                        </p:attrNameLst>
                                      </p:cBhvr>
                                      <p:to>
                                        <p:strVal val="visible"/>
                                      </p:to>
                                    </p:set>
                                    <p:anim calcmode="lin" valueType="num">
                                      <p:cBhvr>
                                        <p:cTn id="14" dur="500" fill="hold"/>
                                        <p:tgtEl>
                                          <p:spTgt spid="39939">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39939">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39939">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0" fill="hold" nodeType="clickEffect">
                                  <p:stCondLst>
                                    <p:cond delay="0"/>
                                  </p:stCondLst>
                                  <p:childTnLst>
                                    <p:set>
                                      <p:cBhvr>
                                        <p:cTn id="20" dur="1" fill="hold">
                                          <p:stCondLst>
                                            <p:cond delay="0"/>
                                          </p:stCondLst>
                                        </p:cTn>
                                        <p:tgtEl>
                                          <p:spTgt spid="39939">
                                            <p:txEl>
                                              <p:pRg st="2" end="2"/>
                                            </p:txEl>
                                          </p:spTgt>
                                        </p:tgtEl>
                                        <p:attrNameLst>
                                          <p:attrName>style.visibility</p:attrName>
                                        </p:attrNameLst>
                                      </p:cBhvr>
                                      <p:to>
                                        <p:strVal val="visible"/>
                                      </p:to>
                                    </p:set>
                                    <p:anim calcmode="lin" valueType="num">
                                      <p:cBhvr>
                                        <p:cTn id="21" dur="500" fill="hold"/>
                                        <p:tgtEl>
                                          <p:spTgt spid="39939">
                                            <p:txEl>
                                              <p:pRg st="2" end="2"/>
                                            </p:txEl>
                                          </p:spTgt>
                                        </p:tgtEl>
                                        <p:attrNameLst>
                                          <p:attrName>ppt_w</p:attrName>
                                        </p:attrNameLst>
                                      </p:cBhvr>
                                      <p:tavLst>
                                        <p:tav tm="0">
                                          <p:val>
                                            <p:fltVal val="0"/>
                                          </p:val>
                                        </p:tav>
                                        <p:tav tm="100000">
                                          <p:val>
                                            <p:strVal val="#ppt_w"/>
                                          </p:val>
                                        </p:tav>
                                      </p:tavLst>
                                    </p:anim>
                                    <p:anim calcmode="lin" valueType="num">
                                      <p:cBhvr>
                                        <p:cTn id="22" dur="500" fill="hold"/>
                                        <p:tgtEl>
                                          <p:spTgt spid="39939">
                                            <p:txEl>
                                              <p:pRg st="2" end="2"/>
                                            </p:txEl>
                                          </p:spTgt>
                                        </p:tgtEl>
                                        <p:attrNameLst>
                                          <p:attrName>ppt_h</p:attrName>
                                        </p:attrNameLst>
                                      </p:cBhvr>
                                      <p:tavLst>
                                        <p:tav tm="0">
                                          <p:val>
                                            <p:fltVal val="0"/>
                                          </p:val>
                                        </p:tav>
                                        <p:tav tm="100000">
                                          <p:val>
                                            <p:strVal val="#ppt_h"/>
                                          </p:val>
                                        </p:tav>
                                      </p:tavLst>
                                    </p:anim>
                                    <p:animEffect transition="in" filter="fade">
                                      <p:cBhvr>
                                        <p:cTn id="23" dur="500"/>
                                        <p:tgtEl>
                                          <p:spTgt spid="39939">
                                            <p:txEl>
                                              <p:pRg st="2" end="2"/>
                                            </p:txEl>
                                          </p:spTgt>
                                        </p:tgtEl>
                                      </p:cBhvr>
                                    </p:animEffect>
                                  </p:childTnLst>
                                </p:cTn>
                              </p:par>
                              <p:par>
                                <p:cTn id="24" presetID="53" presetClass="entr" presetSubtype="0" fill="hold" nodeType="withEffect">
                                  <p:stCondLst>
                                    <p:cond delay="0"/>
                                  </p:stCondLst>
                                  <p:childTnLst>
                                    <p:set>
                                      <p:cBhvr>
                                        <p:cTn id="25" dur="1" fill="hold">
                                          <p:stCondLst>
                                            <p:cond delay="0"/>
                                          </p:stCondLst>
                                        </p:cTn>
                                        <p:tgtEl>
                                          <p:spTgt spid="39939">
                                            <p:txEl>
                                              <p:pRg st="3" end="3"/>
                                            </p:txEl>
                                          </p:spTgt>
                                        </p:tgtEl>
                                        <p:attrNameLst>
                                          <p:attrName>style.visibility</p:attrName>
                                        </p:attrNameLst>
                                      </p:cBhvr>
                                      <p:to>
                                        <p:strVal val="visible"/>
                                      </p:to>
                                    </p:set>
                                    <p:anim calcmode="lin" valueType="num">
                                      <p:cBhvr>
                                        <p:cTn id="26" dur="500" fill="hold"/>
                                        <p:tgtEl>
                                          <p:spTgt spid="39939">
                                            <p:txEl>
                                              <p:pRg st="3" end="3"/>
                                            </p:txEl>
                                          </p:spTgt>
                                        </p:tgtEl>
                                        <p:attrNameLst>
                                          <p:attrName>ppt_w</p:attrName>
                                        </p:attrNameLst>
                                      </p:cBhvr>
                                      <p:tavLst>
                                        <p:tav tm="0">
                                          <p:val>
                                            <p:fltVal val="0"/>
                                          </p:val>
                                        </p:tav>
                                        <p:tav tm="100000">
                                          <p:val>
                                            <p:strVal val="#ppt_w"/>
                                          </p:val>
                                        </p:tav>
                                      </p:tavLst>
                                    </p:anim>
                                    <p:anim calcmode="lin" valueType="num">
                                      <p:cBhvr>
                                        <p:cTn id="27" dur="500" fill="hold"/>
                                        <p:tgtEl>
                                          <p:spTgt spid="39939">
                                            <p:txEl>
                                              <p:pRg st="3" end="3"/>
                                            </p:txEl>
                                          </p:spTgt>
                                        </p:tgtEl>
                                        <p:attrNameLst>
                                          <p:attrName>ppt_h</p:attrName>
                                        </p:attrNameLst>
                                      </p:cBhvr>
                                      <p:tavLst>
                                        <p:tav tm="0">
                                          <p:val>
                                            <p:fltVal val="0"/>
                                          </p:val>
                                        </p:tav>
                                        <p:tav tm="100000">
                                          <p:val>
                                            <p:strVal val="#ppt_h"/>
                                          </p:val>
                                        </p:tav>
                                      </p:tavLst>
                                    </p:anim>
                                    <p:animEffect transition="in" filter="fade">
                                      <p:cBhvr>
                                        <p:cTn id="28" dur="500"/>
                                        <p:tgtEl>
                                          <p:spTgt spid="39939">
                                            <p:txEl>
                                              <p:pRg st="3" end="3"/>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p:cTn id="33" dur="500" fill="hold"/>
                                        <p:tgtEl>
                                          <p:spTgt spid="2"/>
                                        </p:tgtEl>
                                        <p:attrNameLst>
                                          <p:attrName>ppt_w</p:attrName>
                                        </p:attrNameLst>
                                      </p:cBhvr>
                                      <p:tavLst>
                                        <p:tav tm="0">
                                          <p:val>
                                            <p:fltVal val="0"/>
                                          </p:val>
                                        </p:tav>
                                        <p:tav tm="100000">
                                          <p:val>
                                            <p:strVal val="#ppt_w"/>
                                          </p:val>
                                        </p:tav>
                                      </p:tavLst>
                                    </p:anim>
                                    <p:anim calcmode="lin" valueType="num">
                                      <p:cBhvr>
                                        <p:cTn id="34" dur="500" fill="hold"/>
                                        <p:tgtEl>
                                          <p:spTgt spid="2"/>
                                        </p:tgtEl>
                                        <p:attrNameLst>
                                          <p:attrName>ppt_h</p:attrName>
                                        </p:attrNameLst>
                                      </p:cBhvr>
                                      <p:tavLst>
                                        <p:tav tm="0">
                                          <p:val>
                                            <p:fltVal val="0"/>
                                          </p:val>
                                        </p:tav>
                                        <p:tav tm="100000">
                                          <p:val>
                                            <p:strVal val="#ppt_h"/>
                                          </p:val>
                                        </p:tav>
                                      </p:tavLst>
                                    </p:anim>
                                    <p:animEffect transition="in" filter="fade">
                                      <p:cBhvr>
                                        <p:cTn id="35" dur="500"/>
                                        <p:tgtEl>
                                          <p:spTgt spid="2"/>
                                        </p:tgtEl>
                                      </p:cBhvr>
                                    </p:animEffect>
                                  </p:childTnLst>
                                </p:cTn>
                              </p:par>
                              <p:par>
                                <p:cTn id="36" presetID="53" presetClass="entr" presetSubtype="16" fill="hold"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p:cTn id="38" dur="500" fill="hold"/>
                                        <p:tgtEl>
                                          <p:spTgt spid="4"/>
                                        </p:tgtEl>
                                        <p:attrNameLst>
                                          <p:attrName>ppt_w</p:attrName>
                                        </p:attrNameLst>
                                      </p:cBhvr>
                                      <p:tavLst>
                                        <p:tav tm="0">
                                          <p:val>
                                            <p:fltVal val="0"/>
                                          </p:val>
                                        </p:tav>
                                        <p:tav tm="100000">
                                          <p:val>
                                            <p:strVal val="#ppt_w"/>
                                          </p:val>
                                        </p:tav>
                                      </p:tavLst>
                                    </p:anim>
                                    <p:anim calcmode="lin" valueType="num">
                                      <p:cBhvr>
                                        <p:cTn id="39" dur="500" fill="hold"/>
                                        <p:tgtEl>
                                          <p:spTgt spid="4"/>
                                        </p:tgtEl>
                                        <p:attrNameLst>
                                          <p:attrName>ppt_h</p:attrName>
                                        </p:attrNameLst>
                                      </p:cBhvr>
                                      <p:tavLst>
                                        <p:tav tm="0">
                                          <p:val>
                                            <p:fltVal val="0"/>
                                          </p:val>
                                        </p:tav>
                                        <p:tav tm="100000">
                                          <p:val>
                                            <p:strVal val="#ppt_h"/>
                                          </p:val>
                                        </p:tav>
                                      </p:tavLst>
                                    </p:anim>
                                    <p:animEffect transition="in" filter="fade">
                                      <p:cBhvr>
                                        <p:cTn id="4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内容占位符 2"/>
          <p:cNvSpPr>
            <a:spLocks noGrp="1"/>
          </p:cNvSpPr>
          <p:nvPr>
            <p:ph idx="1"/>
          </p:nvPr>
        </p:nvSpPr>
        <p:spPr>
          <a:xfrm>
            <a:off x="571501" y="937684"/>
            <a:ext cx="7903633" cy="4301067"/>
          </a:xfrm>
        </p:spPr>
        <p:txBody>
          <a:bodyPr/>
          <a:lstStyle/>
          <a:p>
            <a:pPr eaLnBrk="1" hangingPunct="1">
              <a:buClrTx/>
              <a:buFont typeface="Wingdings" panose="05000000000000000000" pitchFamily="2" charset="2"/>
              <a:buChar char="Ø"/>
            </a:pPr>
            <a:r>
              <a:rPr lang="zh-CN" altLang="en-US" sz="3333" b="1" dirty="0">
                <a:solidFill>
                  <a:schemeClr val="tx1"/>
                </a:solidFill>
                <a:cs typeface="Times New Roman" panose="02020603050405020304" pitchFamily="18" charset="0"/>
              </a:rPr>
              <a:t>（</a:t>
            </a:r>
            <a:r>
              <a:rPr lang="en-US" altLang="zh-CN" sz="3333" b="1" i="1" dirty="0">
                <a:solidFill>
                  <a:schemeClr val="tx1"/>
                </a:solidFill>
                <a:ea typeface="楷体_GB2312" pitchFamily="49" charset="-122"/>
                <a:cs typeface="Times New Roman" panose="02020603050405020304" pitchFamily="18" charset="0"/>
              </a:rPr>
              <a:t>Pascal</a:t>
            </a:r>
            <a:r>
              <a:rPr lang="zh-CN" altLang="en-US" sz="3333" b="1" dirty="0">
                <a:solidFill>
                  <a:schemeClr val="tx1"/>
                </a:solidFill>
                <a:cs typeface="Times New Roman" panose="02020603050405020304" pitchFamily="18" charset="0"/>
              </a:rPr>
              <a:t>语言）</a:t>
            </a:r>
            <a:endParaRPr lang="zh-CN" altLang="en-US" sz="3333" b="1" i="1" dirty="0">
              <a:solidFill>
                <a:schemeClr val="tx1"/>
              </a:solidFill>
              <a:ea typeface="楷体_GB2312" pitchFamily="49" charset="-122"/>
              <a:cs typeface="Times New Roman" panose="02020603050405020304" pitchFamily="18" charset="0"/>
            </a:endParaRPr>
          </a:p>
        </p:txBody>
      </p:sp>
      <p:sp>
        <p:nvSpPr>
          <p:cNvPr id="91139" name="标题 1"/>
          <p:cNvSpPr>
            <a:spLocks noGrp="1"/>
          </p:cNvSpPr>
          <p:nvPr>
            <p:ph type="title"/>
          </p:nvPr>
        </p:nvSpPr>
        <p:spPr>
          <a:xfrm>
            <a:off x="1007533" y="357718"/>
            <a:ext cx="10574867" cy="478367"/>
          </a:xfrm>
        </p:spPr>
        <p:txBody>
          <a:bodyPr/>
          <a:lstStyle/>
          <a:p>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2" name="矩形 1"/>
          <p:cNvSpPr/>
          <p:nvPr/>
        </p:nvSpPr>
        <p:spPr>
          <a:xfrm>
            <a:off x="1047751" y="1524001"/>
            <a:ext cx="10335683" cy="5144613"/>
          </a:xfrm>
          <a:prstGeom prst="rect">
            <a:avLst/>
          </a:prstGeom>
          <a:solidFill>
            <a:schemeClr val="accent2">
              <a:lumMod val="40000"/>
              <a:lumOff val="60000"/>
            </a:schemeClr>
          </a:solidFill>
          <a:ln>
            <a:solidFill>
              <a:schemeClr val="tx1"/>
            </a:solidFill>
          </a:ln>
        </p:spPr>
        <p:txBody>
          <a:bodyPr lIns="91440" tIns="45720" rIns="91440" bIns="45720">
            <a:spAutoFit/>
          </a:bodyPr>
          <a:lstStyle/>
          <a:p>
            <a:pPr marL="342891" indent="-342891" algn="just" defTabSz="1219170" fontAlgn="base">
              <a:lnSpc>
                <a:spcPct val="80000"/>
              </a:lnSpc>
              <a:spcBef>
                <a:spcPct val="12000"/>
              </a:spcBef>
              <a:spcAft>
                <a:spcPct val="0"/>
              </a:spcAft>
              <a:buClr>
                <a:srgbClr val="3333CC"/>
              </a:buClr>
              <a:buSzPct val="60000"/>
              <a:defRPr/>
            </a:pPr>
            <a:r>
              <a:rPr lang="en-US" altLang="zh-CN" sz="2400" b="1" i="1" kern="0" dirty="0">
                <a:solidFill>
                  <a:srgbClr val="000000"/>
                </a:solidFill>
                <a:latin typeface="Times New Roman" panose="02020603050405020304" pitchFamily="18" charset="0"/>
                <a:ea typeface="楷体_GB2312" pitchFamily="49" charset="-122"/>
              </a:rPr>
              <a:t>program</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FF0000"/>
                </a:solidFill>
                <a:latin typeface="Times New Roman" panose="02020603050405020304" pitchFamily="18" charset="0"/>
                <a:ea typeface="楷体_GB2312" pitchFamily="49" charset="-122"/>
              </a:rPr>
              <a:t>sort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input</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output</a:t>
            </a:r>
            <a:r>
              <a:rPr lang="en-US" altLang="zh-CN" sz="2400"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err="1">
                <a:solidFill>
                  <a:srgbClr val="000000"/>
                </a:solidFill>
                <a:latin typeface="Times New Roman" panose="02020603050405020304" pitchFamily="18" charset="0"/>
                <a:ea typeface="楷体_GB2312" pitchFamily="49" charset="-122"/>
              </a:rPr>
              <a:t>var</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array</a:t>
            </a:r>
            <a:r>
              <a:rPr lang="en-US" altLang="zh-CN" sz="2400" b="1" kern="0" dirty="0">
                <a:solidFill>
                  <a:srgbClr val="000000"/>
                </a:solidFill>
                <a:latin typeface="Times New Roman" panose="02020603050405020304" pitchFamily="18" charset="0"/>
                <a:ea typeface="楷体_GB2312" pitchFamily="49" charset="-122"/>
              </a:rPr>
              <a:t>[0..10] </a:t>
            </a:r>
            <a:r>
              <a:rPr lang="en-US" altLang="zh-CN" sz="2400" b="1" i="1" kern="0" dirty="0">
                <a:solidFill>
                  <a:srgbClr val="000000"/>
                </a:solidFill>
                <a:latin typeface="Times New Roman" panose="02020603050405020304" pitchFamily="18" charset="0"/>
                <a:ea typeface="楷体_GB2312" pitchFamily="49" charset="-122"/>
              </a:rPr>
              <a:t>of integer</a:t>
            </a:r>
            <a:r>
              <a:rPr lang="en-US" altLang="zh-CN" sz="2400"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400" b="1" i="1" kern="0" dirty="0">
                <a:solidFill>
                  <a:srgbClr val="000000"/>
                </a:solidFill>
                <a:latin typeface="Times New Roman" panose="02020603050405020304" pitchFamily="18" charset="0"/>
                <a:ea typeface="楷体_GB2312" pitchFamily="49" charset="-122"/>
              </a:rPr>
              <a:t>           x</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integer</a:t>
            </a:r>
            <a:r>
              <a:rPr lang="en-US" altLang="zh-CN"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procedure</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err="1">
                <a:solidFill>
                  <a:srgbClr val="FF0000"/>
                </a:solidFill>
                <a:latin typeface="Times New Roman" panose="02020603050405020304" pitchFamily="18" charset="0"/>
                <a:ea typeface="楷体_GB2312" pitchFamily="49" charset="-122"/>
              </a:rPr>
              <a:t>readarray</a:t>
            </a:r>
            <a:r>
              <a:rPr lang="en-US" altLang="zh-CN"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err="1">
                <a:solidFill>
                  <a:srgbClr val="000000"/>
                </a:solidFill>
                <a:latin typeface="Times New Roman" panose="02020603050405020304" pitchFamily="18" charset="0"/>
                <a:ea typeface="楷体_GB2312" pitchFamily="49" charset="-122"/>
              </a:rPr>
              <a:t>var</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i</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integer</a:t>
            </a:r>
            <a:r>
              <a:rPr lang="en-US" altLang="zh-CN" sz="2400"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begin</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FF"/>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00"/>
                </a:solidFill>
                <a:latin typeface="Times New Roman" panose="02020603050405020304" pitchFamily="18" charset="0"/>
                <a:ea typeface="楷体_GB2312" pitchFamily="49" charset="-122"/>
              </a:rPr>
              <a:t>end</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err="1">
                <a:solidFill>
                  <a:srgbClr val="0000FF"/>
                </a:solidFill>
                <a:latin typeface="Times New Roman" panose="02020603050405020304" pitchFamily="18" charset="0"/>
                <a:ea typeface="楷体_GB2312" pitchFamily="49" charset="-122"/>
              </a:rPr>
              <a:t>readarray</a:t>
            </a:r>
            <a:r>
              <a:rPr lang="en-US" altLang="zh-CN" sz="2400" b="1" kern="0" dirty="0">
                <a:solidFill>
                  <a:srgbClr val="000000"/>
                </a:solidFill>
                <a:latin typeface="Times New Roman" panose="02020603050405020304" pitchFamily="18" charset="0"/>
                <a:ea typeface="楷体_GB2312" pitchFamily="49" charset="-122"/>
              </a:rPr>
              <a:t>} </a:t>
            </a:r>
            <a:r>
              <a:rPr lang="zh-CN" altLang="en-US"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procedure</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FF0000"/>
                </a:solidFill>
                <a:latin typeface="Times New Roman" panose="02020603050405020304" pitchFamily="18" charset="0"/>
                <a:ea typeface="楷体_GB2312" pitchFamily="49" charset="-122"/>
              </a:rPr>
              <a:t>exchang</a:t>
            </a:r>
            <a:r>
              <a:rPr lang="en-US" altLang="zh-CN" sz="2400" b="1" kern="0" dirty="0">
                <a:solidFill>
                  <a:srgbClr val="FF0000"/>
                </a:solidFill>
                <a:latin typeface="Times New Roman" panose="02020603050405020304" pitchFamily="18" charset="0"/>
                <a:ea typeface="楷体_GB2312" pitchFamily="49" charset="-122"/>
              </a:rPr>
              <a:t>e</a:t>
            </a:r>
            <a:r>
              <a:rPr lang="en-US" altLang="zh-CN" sz="2400" b="1" kern="0" dirty="0">
                <a:solidFill>
                  <a:prstClr val="black"/>
                </a:solidFill>
                <a:latin typeface="Times New Roman" panose="02020603050405020304" pitchFamily="18" charset="0"/>
                <a:ea typeface="楷体_GB2312" pitchFamily="49" charset="-122"/>
              </a:rPr>
              <a:t>(</a:t>
            </a:r>
            <a:r>
              <a:rPr lang="en-US" altLang="zh-CN" sz="2400" b="1" i="1" kern="0" dirty="0" err="1">
                <a:solidFill>
                  <a:prstClr val="black"/>
                </a:solidFill>
                <a:latin typeface="Times New Roman" panose="02020603050405020304" pitchFamily="18" charset="0"/>
                <a:ea typeface="楷体_GB2312" pitchFamily="49" charset="-122"/>
              </a:rPr>
              <a:t>i</a:t>
            </a:r>
            <a:r>
              <a:rPr lang="en-US" altLang="zh-CN" sz="2400" b="1" kern="0" dirty="0">
                <a:solidFill>
                  <a:prstClr val="black"/>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j</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integer</a:t>
            </a:r>
            <a:r>
              <a:rPr lang="en-US" altLang="zh-CN"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begin</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FF"/>
                </a:solidFill>
                <a:latin typeface="Times New Roman" panose="02020603050405020304" pitchFamily="18" charset="0"/>
                <a:ea typeface="楷体_GB2312" pitchFamily="49" charset="-122"/>
              </a:rPr>
              <a:t>x</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FF"/>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i</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FF"/>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i</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FF"/>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j</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FF"/>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j</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FF"/>
                </a:solidFill>
                <a:latin typeface="Times New Roman" panose="02020603050405020304" pitchFamily="18" charset="0"/>
                <a:ea typeface="楷体_GB2312" pitchFamily="49" charset="-122"/>
              </a:rPr>
              <a:t>x</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end</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FF"/>
                </a:solidFill>
                <a:latin typeface="Times New Roman" panose="02020603050405020304" pitchFamily="18" charset="0"/>
                <a:ea typeface="楷体_GB2312" pitchFamily="49" charset="-122"/>
              </a:rPr>
              <a:t>exchang</a:t>
            </a:r>
            <a:r>
              <a:rPr lang="en-US" altLang="zh-CN" sz="2400" b="1" kern="0" dirty="0">
                <a:solidFill>
                  <a:srgbClr val="0000FF"/>
                </a:solidFill>
                <a:latin typeface="Times New Roman" panose="02020603050405020304" pitchFamily="18" charset="0"/>
                <a:ea typeface="楷体_GB2312" pitchFamily="49" charset="-122"/>
              </a:rPr>
              <a:t>e</a:t>
            </a:r>
            <a:r>
              <a:rPr lang="en-US" altLang="zh-CN" sz="2400" b="1" kern="0" dirty="0">
                <a:solidFill>
                  <a:srgbClr val="000000"/>
                </a:solidFill>
                <a:latin typeface="Times New Roman" panose="02020603050405020304" pitchFamily="18" charset="0"/>
                <a:ea typeface="楷体_GB2312" pitchFamily="49" charset="-122"/>
              </a:rPr>
              <a:t>} </a:t>
            </a:r>
            <a:r>
              <a:rPr lang="zh-CN" altLang="en-US"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procedure</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FF0000"/>
                </a:solidFill>
                <a:latin typeface="Times New Roman" panose="02020603050405020304" pitchFamily="18" charset="0"/>
                <a:ea typeface="楷体_GB2312" pitchFamily="49" charset="-122"/>
              </a:rPr>
              <a:t>quicksort</a:t>
            </a:r>
            <a:r>
              <a:rPr lang="en-US" altLang="zh-CN" sz="2400" b="1" kern="0" dirty="0">
                <a:solidFill>
                  <a:prstClr val="black"/>
                </a:solidFill>
                <a:latin typeface="Times New Roman" panose="02020603050405020304" pitchFamily="18" charset="0"/>
                <a:ea typeface="楷体_GB2312" pitchFamily="49" charset="-122"/>
              </a:rPr>
              <a:t>(</a:t>
            </a:r>
            <a:r>
              <a:rPr lang="en-US" altLang="zh-CN" sz="2400" b="1" i="1" kern="0" dirty="0">
                <a:solidFill>
                  <a:prstClr val="black"/>
                </a:solidFill>
                <a:latin typeface="Times New Roman" panose="02020603050405020304" pitchFamily="18" charset="0"/>
                <a:ea typeface="楷体_GB2312" pitchFamily="49" charset="-122"/>
              </a:rPr>
              <a:t>m</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n</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integer</a:t>
            </a:r>
            <a:r>
              <a:rPr lang="en-US" altLang="zh-CN"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err="1">
                <a:solidFill>
                  <a:srgbClr val="000000"/>
                </a:solidFill>
                <a:latin typeface="Times New Roman" panose="02020603050405020304" pitchFamily="18" charset="0"/>
                <a:ea typeface="楷体_GB2312" pitchFamily="49" charset="-122"/>
              </a:rPr>
              <a:t>var</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k</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v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integer</a:t>
            </a:r>
            <a:r>
              <a:rPr lang="en-US" altLang="zh-CN"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function</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FF0000"/>
                </a:solidFill>
                <a:latin typeface="Times New Roman" panose="02020603050405020304" pitchFamily="18" charset="0"/>
                <a:ea typeface="楷体_GB2312" pitchFamily="49" charset="-122"/>
              </a:rPr>
              <a:t>partition</a:t>
            </a:r>
            <a:r>
              <a:rPr lang="en-US" altLang="zh-CN" sz="2400" b="1" kern="0" dirty="0">
                <a:solidFill>
                  <a:prstClr val="black"/>
                </a:solidFill>
                <a:latin typeface="Times New Roman" panose="02020603050405020304" pitchFamily="18" charset="0"/>
                <a:ea typeface="楷体_GB2312" pitchFamily="49" charset="-122"/>
              </a:rPr>
              <a:t>(</a:t>
            </a:r>
            <a:r>
              <a:rPr lang="en-US" altLang="zh-CN" sz="2400" b="1" i="1" kern="0" dirty="0">
                <a:solidFill>
                  <a:prstClr val="black"/>
                </a:solidFill>
                <a:latin typeface="Times New Roman" panose="02020603050405020304" pitchFamily="18" charset="0"/>
                <a:ea typeface="楷体_GB2312" pitchFamily="49" charset="-122"/>
              </a:rPr>
              <a:t>y</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z</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integer</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00"/>
                </a:solidFill>
                <a:latin typeface="Times New Roman" panose="02020603050405020304" pitchFamily="18" charset="0"/>
                <a:ea typeface="楷体_GB2312" pitchFamily="49" charset="-122"/>
              </a:rPr>
              <a:t>intege</a:t>
            </a:r>
            <a:r>
              <a:rPr lang="en-US" altLang="zh-CN" sz="2400" b="1" kern="0" dirty="0">
                <a:solidFill>
                  <a:srgbClr val="000000"/>
                </a:solidFill>
                <a:latin typeface="Times New Roman" panose="02020603050405020304" pitchFamily="18" charset="0"/>
                <a:ea typeface="楷体_GB2312" pitchFamily="49" charset="-122"/>
              </a:rPr>
              <a:t>r;</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err="1">
                <a:solidFill>
                  <a:srgbClr val="000000"/>
                </a:solidFill>
                <a:latin typeface="Times New Roman" panose="02020603050405020304" pitchFamily="18" charset="0"/>
                <a:ea typeface="楷体_GB2312" pitchFamily="49" charset="-122"/>
              </a:rPr>
              <a:t>var</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err="1">
                <a:solidFill>
                  <a:srgbClr val="000000"/>
                </a:solidFill>
                <a:latin typeface="Times New Roman" panose="02020603050405020304" pitchFamily="18" charset="0"/>
                <a:ea typeface="楷体_GB2312" pitchFamily="49" charset="-122"/>
              </a:rPr>
              <a:t>i</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j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integer</a:t>
            </a:r>
            <a:r>
              <a:rPr lang="en-US" altLang="zh-CN"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begin</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FF"/>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FF"/>
                </a:solidFill>
                <a:latin typeface="Times New Roman" panose="02020603050405020304" pitchFamily="18" charset="0"/>
                <a:ea typeface="楷体_GB2312" pitchFamily="49" charset="-122"/>
              </a:rPr>
              <a:t>v</a:t>
            </a:r>
            <a:r>
              <a:rPr lang="en-US" altLang="zh-CN" sz="2400" b="1" kern="0" dirty="0">
                <a:solidFill>
                  <a:srgbClr val="0000FF"/>
                </a:solidFill>
                <a:latin typeface="Times New Roman" panose="02020603050405020304" pitchFamily="18" charset="0"/>
                <a:ea typeface="楷体_GB2312" pitchFamily="49" charset="-122"/>
              </a:rPr>
              <a:t>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FF"/>
                </a:solidFill>
                <a:latin typeface="Times New Roman" panose="02020603050405020304" pitchFamily="18" charset="0"/>
                <a:ea typeface="楷体_GB2312" pitchFamily="49" charset="-122"/>
              </a:rPr>
              <a:t>exchange</a:t>
            </a:r>
            <a:r>
              <a:rPr lang="en-US" altLang="zh-CN" sz="2400" b="1" kern="0" dirty="0">
                <a:solidFill>
                  <a:srgbClr val="0000FF"/>
                </a:solidFill>
                <a:latin typeface="Times New Roman" panose="02020603050405020304" pitchFamily="18" charset="0"/>
                <a:ea typeface="楷体_GB2312" pitchFamily="49" charset="-122"/>
              </a:rPr>
              <a:t>(</a:t>
            </a:r>
            <a:r>
              <a:rPr lang="en-US" altLang="zh-CN" sz="2400" b="1" i="1" kern="0" dirty="0" err="1">
                <a:solidFill>
                  <a:srgbClr val="0000FF"/>
                </a:solidFill>
                <a:latin typeface="Times New Roman" panose="02020603050405020304" pitchFamily="18" charset="0"/>
                <a:ea typeface="楷体_GB2312" pitchFamily="49" charset="-122"/>
              </a:rPr>
              <a:t>i</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j</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00"/>
                </a:solidFill>
                <a:latin typeface="Times New Roman" panose="02020603050405020304" pitchFamily="18" charset="0"/>
                <a:ea typeface="楷体_GB2312" pitchFamily="49" charset="-122"/>
              </a:rPr>
              <a:t>end </a:t>
            </a:r>
            <a:r>
              <a:rPr lang="en-US" altLang="zh-CN" sz="2400" b="1" kern="0" dirty="0">
                <a:solidFill>
                  <a:srgbClr val="000000"/>
                </a:solidFill>
                <a:latin typeface="Times New Roman" panose="02020603050405020304" pitchFamily="18" charset="0"/>
                <a:ea typeface="楷体_GB2312" pitchFamily="49" charset="-122"/>
              </a:rPr>
              <a:t>{</a:t>
            </a:r>
            <a:r>
              <a:rPr lang="en-US" altLang="zh-CN" sz="2400" b="1" i="1" kern="0" dirty="0">
                <a:solidFill>
                  <a:srgbClr val="0000FF"/>
                </a:solidFill>
                <a:latin typeface="Times New Roman" panose="02020603050405020304" pitchFamily="18" charset="0"/>
                <a:ea typeface="楷体_GB2312" pitchFamily="49" charset="-122"/>
              </a:rPr>
              <a:t>partition</a:t>
            </a:r>
            <a:r>
              <a:rPr lang="en-US" altLang="zh-CN"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begin</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FF"/>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FF"/>
                </a:solidFill>
                <a:latin typeface="Times New Roman" panose="02020603050405020304" pitchFamily="18" charset="0"/>
                <a:ea typeface="楷体_GB2312" pitchFamily="49" charset="-122"/>
              </a:rPr>
              <a:t>v</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FF"/>
                </a:solidFill>
                <a:latin typeface="Times New Roman" panose="02020603050405020304" pitchFamily="18" charset="0"/>
                <a:ea typeface="楷体_GB2312" pitchFamily="49" charset="-122"/>
              </a:rPr>
              <a:t>partition</a:t>
            </a:r>
            <a:r>
              <a:rPr lang="en-US" altLang="zh-CN" sz="2400" b="1" kern="0" dirty="0">
                <a:solidFill>
                  <a:srgbClr val="0000FF"/>
                </a:solidFill>
                <a:latin typeface="Times New Roman" panose="02020603050405020304" pitchFamily="18" charset="0"/>
                <a:ea typeface="楷体_GB2312" pitchFamily="49" charset="-122"/>
              </a:rPr>
              <a:t>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FF"/>
                </a:solidFill>
                <a:latin typeface="Times New Roman" panose="02020603050405020304" pitchFamily="18" charset="0"/>
                <a:ea typeface="楷体_GB2312" pitchFamily="49" charset="-122"/>
              </a:rPr>
              <a:t>quicksort</a:t>
            </a:r>
            <a:r>
              <a:rPr lang="en-US" altLang="zh-CN" sz="2400" b="1" kern="0" dirty="0">
                <a:solidFill>
                  <a:srgbClr val="0000FF"/>
                </a:solidFill>
                <a:latin typeface="Times New Roman" panose="02020603050405020304" pitchFamily="18" charset="0"/>
                <a:ea typeface="楷体_GB2312" pitchFamily="49" charset="-122"/>
              </a:rPr>
              <a:t>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end</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FF"/>
                </a:solidFill>
                <a:latin typeface="Times New Roman" panose="02020603050405020304" pitchFamily="18" charset="0"/>
                <a:ea typeface="楷体_GB2312" pitchFamily="49" charset="-122"/>
              </a:rPr>
              <a:t>quicksort</a:t>
            </a:r>
            <a:r>
              <a:rPr lang="en-US" altLang="zh-CN" sz="2400" b="1" kern="0" dirty="0">
                <a:solidFill>
                  <a:srgbClr val="000000"/>
                </a:solidFill>
                <a:latin typeface="Times New Roman" panose="02020603050405020304" pitchFamily="18" charset="0"/>
                <a:ea typeface="楷体_GB2312" pitchFamily="49" charset="-122"/>
              </a:rPr>
              <a:t>} </a:t>
            </a:r>
            <a:r>
              <a:rPr lang="zh-CN" altLang="en-US" sz="2400"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begin</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a:solidFill>
                  <a:srgbClr val="000000"/>
                </a:solidFill>
                <a:latin typeface="Times New Roman" panose="02020603050405020304" pitchFamily="18" charset="0"/>
                <a:ea typeface="楷体_GB2312" pitchFamily="49" charset="-122"/>
              </a:rPr>
              <a:t>a</a:t>
            </a:r>
            <a:r>
              <a:rPr lang="en-US" altLang="zh-CN" sz="2400" b="1" kern="0" dirty="0">
                <a:solidFill>
                  <a:srgbClr val="000000"/>
                </a:solidFill>
                <a:latin typeface="Times New Roman" panose="02020603050405020304" pitchFamily="18" charset="0"/>
                <a:ea typeface="楷体_GB2312" pitchFamily="49" charset="-122"/>
              </a:rPr>
              <a:t> … </a:t>
            </a:r>
            <a:r>
              <a:rPr lang="en-US" altLang="zh-CN" sz="2400" b="1" i="1" kern="0" dirty="0" err="1">
                <a:solidFill>
                  <a:srgbClr val="0000FF"/>
                </a:solidFill>
                <a:latin typeface="Times New Roman" panose="02020603050405020304" pitchFamily="18" charset="0"/>
                <a:ea typeface="楷体_GB2312" pitchFamily="49" charset="-122"/>
              </a:rPr>
              <a:t>readarray</a:t>
            </a:r>
            <a:r>
              <a:rPr lang="en-US" altLang="zh-CN" sz="2400" b="1" kern="0" dirty="0">
                <a:solidFill>
                  <a:srgbClr val="0000FF"/>
                </a:solidFill>
                <a:latin typeface="Times New Roman" panose="02020603050405020304" pitchFamily="18" charset="0"/>
                <a:ea typeface="楷体_GB2312" pitchFamily="49" charset="-122"/>
              </a:rPr>
              <a:t>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FF"/>
                </a:solidFill>
                <a:latin typeface="Times New Roman" panose="02020603050405020304" pitchFamily="18" charset="0"/>
                <a:ea typeface="楷体_GB2312" pitchFamily="49" charset="-122"/>
              </a:rPr>
              <a:t>quicksort</a:t>
            </a:r>
            <a:r>
              <a:rPr lang="en-US" altLang="zh-CN" sz="2400" b="1" kern="0" dirty="0">
                <a:solidFill>
                  <a:srgbClr val="0000FF"/>
                </a:solidFill>
                <a:latin typeface="Times New Roman" panose="02020603050405020304" pitchFamily="18" charset="0"/>
                <a:ea typeface="楷体_GB2312" pitchFamily="49" charset="-122"/>
              </a:rPr>
              <a:t> </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00"/>
                </a:solidFill>
                <a:latin typeface="Times New Roman" panose="02020603050405020304" pitchFamily="18" charset="0"/>
                <a:ea typeface="楷体_GB2312" pitchFamily="49" charset="-122"/>
              </a:rPr>
              <a:t>end</a:t>
            </a:r>
            <a:r>
              <a:rPr lang="en-US" altLang="zh-CN" sz="2400" b="1" kern="0" dirty="0">
                <a:solidFill>
                  <a:srgbClr val="000000"/>
                </a:solidFill>
                <a:latin typeface="Times New Roman" panose="02020603050405020304" pitchFamily="18" charset="0"/>
                <a:ea typeface="楷体_GB2312" pitchFamily="49" charset="-122"/>
              </a:rPr>
              <a:t> {</a:t>
            </a:r>
            <a:r>
              <a:rPr lang="en-US" altLang="zh-CN" sz="2400" b="1" i="1" kern="0" dirty="0">
                <a:solidFill>
                  <a:srgbClr val="0000FF"/>
                </a:solidFill>
                <a:latin typeface="Times New Roman" panose="02020603050405020304" pitchFamily="18" charset="0"/>
                <a:ea typeface="楷体_GB2312" pitchFamily="49" charset="-122"/>
              </a:rPr>
              <a:t>sort</a:t>
            </a:r>
            <a:r>
              <a:rPr lang="en-US" altLang="zh-CN" sz="2400" b="1" kern="0" dirty="0">
                <a:solidFill>
                  <a:srgbClr val="000000"/>
                </a:solidFill>
                <a:latin typeface="Times New Roman" panose="02020603050405020304" pitchFamily="18" charset="0"/>
                <a:ea typeface="楷体_GB2312" pitchFamily="49" charset="-122"/>
              </a:rPr>
              <a:t>}</a:t>
            </a:r>
            <a:r>
              <a:rPr lang="zh-CN" altLang="en-US" sz="2400" b="1" kern="0" dirty="0">
                <a:solidFill>
                  <a:srgbClr val="000000"/>
                </a:solidFill>
                <a:latin typeface="Times New Roman" panose="02020603050405020304" pitchFamily="18" charset="0"/>
                <a:ea typeface="楷体_GB2312" pitchFamily="49" charset="-122"/>
              </a:rPr>
              <a:t>；</a:t>
            </a:r>
            <a:endParaRPr lang="en-US" altLang="zh-CN" sz="2400" b="1" kern="0" dirty="0">
              <a:solidFill>
                <a:srgbClr val="000000"/>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45103790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9" name="内容占位符 2"/>
          <p:cNvSpPr>
            <a:spLocks noGrp="1"/>
          </p:cNvSpPr>
          <p:nvPr>
            <p:ph idx="1"/>
          </p:nvPr>
        </p:nvSpPr>
        <p:spPr>
          <a:xfrm>
            <a:off x="571500" y="1119718"/>
            <a:ext cx="11049000" cy="5452533"/>
          </a:xfrm>
        </p:spPr>
        <p:txBody>
          <a:bodyPr/>
          <a:lstStyle/>
          <a:p>
            <a:pPr eaLnBrk="1" hangingPunct="1">
              <a:lnSpc>
                <a:spcPts val="3467"/>
              </a:lnSpc>
              <a:buClrTx/>
              <a:buFont typeface="Wingdings" pitchFamily="2" charset="2"/>
              <a:buChar char="Ø"/>
              <a:defRPr/>
            </a:pPr>
            <a:r>
              <a:rPr lang="zh-CN" altLang="en-US" b="1" dirty="0">
                <a:solidFill>
                  <a:schemeClr val="tx1"/>
                </a:solidFill>
                <a:latin typeface="楷体" pitchFamily="49" charset="-122"/>
              </a:rPr>
              <a:t>一个过程除了可以使用</a:t>
            </a:r>
            <a:r>
              <a:rPr lang="zh-CN" altLang="en-US" b="1" dirty="0">
                <a:solidFill>
                  <a:schemeClr val="tx2">
                    <a:lumMod val="60000"/>
                    <a:lumOff val="40000"/>
                  </a:schemeClr>
                </a:solidFill>
                <a:latin typeface="楷体" pitchFamily="49" charset="-122"/>
              </a:rPr>
              <a:t>过程自身</a:t>
            </a:r>
            <a:r>
              <a:rPr lang="zh-CN" altLang="en-US" b="1" dirty="0">
                <a:solidFill>
                  <a:schemeClr val="tx1"/>
                </a:solidFill>
                <a:latin typeface="楷体" pitchFamily="49" charset="-122"/>
              </a:rPr>
              <a:t>声明的</a:t>
            </a:r>
            <a:r>
              <a:rPr lang="zh-CN" altLang="en-US" b="1" dirty="0">
                <a:solidFill>
                  <a:schemeClr val="tx2">
                    <a:lumMod val="60000"/>
                    <a:lumOff val="40000"/>
                  </a:schemeClr>
                </a:solidFill>
                <a:latin typeface="楷体" pitchFamily="49" charset="-122"/>
              </a:rPr>
              <a:t>局部数据</a:t>
            </a:r>
            <a:r>
              <a:rPr lang="zh-CN" altLang="en-US" b="1" dirty="0">
                <a:solidFill>
                  <a:schemeClr val="tx1"/>
                </a:solidFill>
                <a:latin typeface="楷体" pitchFamily="49" charset="-122"/>
              </a:rPr>
              <a:t>以外，还可以使用</a:t>
            </a:r>
            <a:r>
              <a:rPr lang="zh-CN" altLang="en-US" b="1" dirty="0">
                <a:solidFill>
                  <a:schemeClr val="tx2">
                    <a:lumMod val="60000"/>
                    <a:lumOff val="40000"/>
                  </a:schemeClr>
                </a:solidFill>
                <a:latin typeface="楷体" pitchFamily="49" charset="-122"/>
              </a:rPr>
              <a:t>过程外</a:t>
            </a:r>
            <a:r>
              <a:rPr lang="zh-CN" altLang="en-US" b="1" dirty="0">
                <a:solidFill>
                  <a:schemeClr val="tx1"/>
                </a:solidFill>
                <a:latin typeface="楷体" pitchFamily="49" charset="-122"/>
              </a:rPr>
              <a:t>声明的</a:t>
            </a:r>
            <a:r>
              <a:rPr lang="zh-CN" altLang="en-US" b="1" dirty="0">
                <a:solidFill>
                  <a:schemeClr val="tx2">
                    <a:lumMod val="60000"/>
                    <a:lumOff val="40000"/>
                  </a:schemeClr>
                </a:solidFill>
                <a:latin typeface="楷体" pitchFamily="49" charset="-122"/>
              </a:rPr>
              <a:t>非局部数据</a:t>
            </a:r>
            <a:endParaRPr lang="en-US" altLang="zh-CN" b="1" dirty="0">
              <a:solidFill>
                <a:schemeClr val="tx1"/>
              </a:solidFill>
              <a:latin typeface="楷体" pitchFamily="49" charset="-122"/>
            </a:endParaRPr>
          </a:p>
          <a:p>
            <a:pPr lvl="1" eaLnBrk="1" hangingPunct="1">
              <a:lnSpc>
                <a:spcPts val="3200"/>
              </a:lnSpc>
              <a:buClrTx/>
              <a:buFont typeface="Wingdings" pitchFamily="2" charset="2"/>
              <a:buChar char="Ø"/>
              <a:defRPr/>
            </a:pPr>
            <a:r>
              <a:rPr lang="zh-CN" altLang="en-US" sz="2667" b="1" dirty="0">
                <a:solidFill>
                  <a:schemeClr val="tx1"/>
                </a:solidFill>
                <a:cs typeface="Times New Roman" pitchFamily="18" charset="0"/>
              </a:rPr>
              <a:t>全局数据</a:t>
            </a:r>
          </a:p>
          <a:p>
            <a:pPr lvl="1" eaLnBrk="1" hangingPunct="1">
              <a:lnSpc>
                <a:spcPts val="3200"/>
              </a:lnSpc>
              <a:buClr>
                <a:schemeClr val="tx1"/>
              </a:buClr>
              <a:buFont typeface="Wingdings" pitchFamily="2" charset="2"/>
              <a:buChar char="Ø"/>
              <a:defRPr/>
            </a:pPr>
            <a:r>
              <a:rPr lang="zh-CN" altLang="en-US" sz="2667" b="1" dirty="0">
                <a:solidFill>
                  <a:schemeClr val="tx2">
                    <a:lumMod val="60000"/>
                    <a:lumOff val="40000"/>
                  </a:schemeClr>
                </a:solidFill>
                <a:cs typeface="Times New Roman" pitchFamily="18" charset="0"/>
              </a:rPr>
              <a:t>外围过程</a:t>
            </a:r>
            <a:r>
              <a:rPr lang="zh-CN" altLang="en-US" sz="2667" b="1" dirty="0">
                <a:solidFill>
                  <a:schemeClr val="tx1"/>
                </a:solidFill>
                <a:cs typeface="Times New Roman" pitchFamily="18" charset="0"/>
              </a:rPr>
              <a:t>定义的数据</a:t>
            </a:r>
            <a:r>
              <a:rPr lang="zh-CN" altLang="en-US" sz="2667" b="1" dirty="0">
                <a:solidFill>
                  <a:prstClr val="black"/>
                </a:solidFill>
                <a:cs typeface="Times New Roman" pitchFamily="18" charset="0"/>
              </a:rPr>
              <a:t>（支持过程嵌套声明的语言）</a:t>
            </a:r>
            <a:endParaRPr lang="en-US" altLang="zh-CN" sz="2667" b="1" dirty="0">
              <a:solidFill>
                <a:prstClr val="black"/>
              </a:solidFill>
              <a:cs typeface="Times New Roman" pitchFamily="18" charset="0"/>
            </a:endParaRPr>
          </a:p>
          <a:p>
            <a:pPr lvl="2" eaLnBrk="1" hangingPunct="1">
              <a:lnSpc>
                <a:spcPts val="3200"/>
              </a:lnSpc>
              <a:buClrTx/>
              <a:buFont typeface="Wingdings" pitchFamily="2" charset="2"/>
              <a:buChar char="Ø"/>
              <a:defRPr/>
            </a:pPr>
            <a:r>
              <a:rPr lang="zh-CN" altLang="en-US" sz="2400" b="1" dirty="0">
                <a:solidFill>
                  <a:prstClr val="black"/>
                </a:solidFill>
                <a:cs typeface="Times New Roman" panose="02020603050405020304" pitchFamily="18" charset="0"/>
              </a:rPr>
              <a:t>例： </a:t>
            </a:r>
            <a:r>
              <a:rPr lang="en-US" altLang="zh-CN" sz="2400" b="1" i="1" dirty="0">
                <a:solidFill>
                  <a:schemeClr val="tx1"/>
                </a:solidFill>
                <a:ea typeface="楷体_GB2312" pitchFamily="49" charset="-122"/>
                <a:cs typeface="Times New Roman" panose="02020603050405020304" pitchFamily="18" charset="0"/>
              </a:rPr>
              <a:t>Pascal</a:t>
            </a:r>
            <a:r>
              <a:rPr lang="zh-CN" altLang="en-US" sz="2400" b="1" dirty="0">
                <a:solidFill>
                  <a:schemeClr val="tx1"/>
                </a:solidFill>
                <a:cs typeface="Times New Roman" panose="02020603050405020304" pitchFamily="18" charset="0"/>
              </a:rPr>
              <a:t>语言</a:t>
            </a:r>
            <a:endParaRPr lang="en-US" altLang="zh-CN" b="1" dirty="0">
              <a:solidFill>
                <a:schemeClr val="tx1"/>
              </a:solidFill>
              <a:cs typeface="Times New Roman" pitchFamily="18" charset="0"/>
            </a:endParaRPr>
          </a:p>
          <a:p>
            <a:pPr marL="361942" lvl="2" indent="-361942" eaLnBrk="1" hangingPunct="1">
              <a:lnSpc>
                <a:spcPts val="3467"/>
              </a:lnSpc>
              <a:buClrTx/>
              <a:buFont typeface="Wingdings" pitchFamily="2" charset="2"/>
              <a:buChar char="Ø"/>
              <a:defRPr/>
            </a:pPr>
            <a:r>
              <a:rPr lang="zh-CN" altLang="en-US" sz="3200" b="1" dirty="0">
                <a:solidFill>
                  <a:prstClr val="black"/>
                </a:solidFill>
                <a:latin typeface="楷体" pitchFamily="49" charset="-122"/>
              </a:rPr>
              <a:t>如何访问非局部数据？</a:t>
            </a:r>
            <a:endParaRPr lang="en-US" altLang="zh-CN" sz="3200" b="1" dirty="0">
              <a:solidFill>
                <a:prstClr val="black"/>
              </a:solidFill>
              <a:latin typeface="楷体" pitchFamily="49" charset="-122"/>
            </a:endParaRPr>
          </a:p>
          <a:p>
            <a:pPr lvl="1" eaLnBrk="1" hangingPunct="1">
              <a:lnSpc>
                <a:spcPts val="3200"/>
              </a:lnSpc>
              <a:buClrTx/>
              <a:buFont typeface="Wingdings" pitchFamily="2" charset="2"/>
              <a:buChar char="Ø"/>
              <a:defRPr/>
            </a:pPr>
            <a:r>
              <a:rPr lang="zh-CN" altLang="en-US" sz="2667" b="1" dirty="0">
                <a:solidFill>
                  <a:schemeClr val="tx1"/>
                </a:solidFill>
                <a:cs typeface="Times New Roman" pitchFamily="18" charset="0"/>
              </a:rPr>
              <a:t>访问链（静态链）</a:t>
            </a:r>
            <a:endParaRPr lang="en-US" altLang="zh-CN" sz="2667" b="1" dirty="0">
              <a:solidFill>
                <a:schemeClr val="tx1"/>
              </a:solidFill>
              <a:cs typeface="Times New Roman" pitchFamily="18" charset="0"/>
            </a:endParaRPr>
          </a:p>
          <a:p>
            <a:pPr lvl="1" eaLnBrk="1" hangingPunct="1">
              <a:lnSpc>
                <a:spcPts val="3200"/>
              </a:lnSpc>
              <a:buClrTx/>
              <a:buFont typeface="Wingdings" pitchFamily="2" charset="2"/>
              <a:buChar char="Ø"/>
              <a:defRPr/>
            </a:pPr>
            <a:r>
              <a:rPr lang="en-US" altLang="zh-CN" sz="2800" b="1" dirty="0">
                <a:solidFill>
                  <a:schemeClr val="tx1"/>
                </a:solidFill>
                <a:cs typeface="Times New Roman" pitchFamily="18" charset="0"/>
              </a:rPr>
              <a:t>display</a:t>
            </a:r>
            <a:r>
              <a:rPr lang="zh-CN" altLang="en-US" sz="2800" b="1" dirty="0">
                <a:solidFill>
                  <a:schemeClr val="tx1"/>
                </a:solidFill>
                <a:cs typeface="Times New Roman" pitchFamily="18" charset="0"/>
              </a:rPr>
              <a:t>表（嵌套层次显示表）</a:t>
            </a:r>
            <a:endParaRPr lang="en-US" altLang="zh-CN" sz="2800" b="1" dirty="0">
              <a:solidFill>
                <a:schemeClr val="tx1"/>
              </a:solidFill>
              <a:cs typeface="Times New Roman" pitchFamily="18" charset="0"/>
            </a:endParaRPr>
          </a:p>
          <a:p>
            <a:pPr lvl="1" eaLnBrk="1" hangingPunct="1">
              <a:lnSpc>
                <a:spcPts val="3200"/>
              </a:lnSpc>
              <a:buClrTx/>
              <a:buFont typeface="Wingdings" pitchFamily="2" charset="2"/>
              <a:buChar char="Ø"/>
              <a:defRPr/>
            </a:pPr>
            <a:endParaRPr lang="zh-CN" altLang="en-US" sz="2667" b="1" dirty="0">
              <a:solidFill>
                <a:schemeClr val="tx1"/>
              </a:solidFill>
              <a:cs typeface="Times New Roman" pitchFamily="18" charset="0"/>
            </a:endParaRPr>
          </a:p>
          <a:p>
            <a:pPr lvl="2" eaLnBrk="1" hangingPunct="1">
              <a:lnSpc>
                <a:spcPts val="3200"/>
              </a:lnSpc>
              <a:buClrTx/>
              <a:buFont typeface="Wingdings" pitchFamily="2" charset="2"/>
              <a:buChar char="Ø"/>
              <a:defRPr/>
            </a:pPr>
            <a:endParaRPr lang="en-US" altLang="zh-CN" sz="2133" kern="0" dirty="0">
              <a:solidFill>
                <a:srgbClr val="000000"/>
              </a:solidFill>
              <a:ea typeface="楷体" pitchFamily="49" charset="-122"/>
            </a:endParaRPr>
          </a:p>
        </p:txBody>
      </p:sp>
      <p:sp>
        <p:nvSpPr>
          <p:cNvPr id="89091" name="标题 1"/>
          <p:cNvSpPr>
            <a:spLocks noGrp="1"/>
          </p:cNvSpPr>
          <p:nvPr>
            <p:ph type="title"/>
          </p:nvPr>
        </p:nvSpPr>
        <p:spPr>
          <a:xfrm>
            <a:off x="1007533" y="357718"/>
            <a:ext cx="10574867" cy="478367"/>
          </a:xfrm>
        </p:spPr>
        <p:txBody>
          <a:bodyPr/>
          <a:lstStyle/>
          <a:p>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非局部数据的访问</a:t>
            </a:r>
          </a:p>
        </p:txBody>
      </p:sp>
      <p:grpSp>
        <p:nvGrpSpPr>
          <p:cNvPr id="6" name="组合 5">
            <a:extLst>
              <a:ext uri="{FF2B5EF4-FFF2-40B4-BE49-F238E27FC236}">
                <a16:creationId xmlns:a16="http://schemas.microsoft.com/office/drawing/2014/main" id="{3AA1D74A-109F-4FEC-8E71-1ACAD7303695}"/>
              </a:ext>
            </a:extLst>
          </p:cNvPr>
          <p:cNvGrpSpPr/>
          <p:nvPr/>
        </p:nvGrpSpPr>
        <p:grpSpPr>
          <a:xfrm>
            <a:off x="5608099" y="3044958"/>
            <a:ext cx="2560316" cy="478496"/>
            <a:chOff x="4206075" y="2283718"/>
            <a:chExt cx="1920237" cy="358872"/>
          </a:xfrm>
        </p:grpSpPr>
        <p:cxnSp>
          <p:nvCxnSpPr>
            <p:cNvPr id="3" name="直接连接符 2">
              <a:extLst>
                <a:ext uri="{FF2B5EF4-FFF2-40B4-BE49-F238E27FC236}">
                  <a16:creationId xmlns:a16="http://schemas.microsoft.com/office/drawing/2014/main" id="{2CEB1CB8-215F-4BDE-8E28-3480193D715C}"/>
                </a:ext>
              </a:extLst>
            </p:cNvPr>
            <p:cNvCxnSpPr>
              <a:cxnSpLocks/>
            </p:cNvCxnSpPr>
            <p:nvPr/>
          </p:nvCxnSpPr>
          <p:spPr>
            <a:xfrm>
              <a:off x="4644008" y="2283718"/>
              <a:ext cx="108012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矩形 4">
              <a:extLst>
                <a:ext uri="{FF2B5EF4-FFF2-40B4-BE49-F238E27FC236}">
                  <a16:creationId xmlns:a16="http://schemas.microsoft.com/office/drawing/2014/main" id="{8DA1FF1A-E631-42AC-92E6-5F1F83639773}"/>
                </a:ext>
              </a:extLst>
            </p:cNvPr>
            <p:cNvSpPr/>
            <p:nvPr/>
          </p:nvSpPr>
          <p:spPr>
            <a:xfrm>
              <a:off x="4206075" y="2327167"/>
              <a:ext cx="1920237" cy="315423"/>
            </a:xfrm>
            <a:prstGeom prst="rect">
              <a:avLst/>
            </a:prstGeom>
          </p:spPr>
          <p:txBody>
            <a:bodyPr wrap="none">
              <a:spAutoFit/>
            </a:bodyPr>
            <a:lstStyle/>
            <a:p>
              <a:pPr defTabSz="1219170" eaLnBrk="0" fontAlgn="base" hangingPunct="0">
                <a:spcBef>
                  <a:spcPct val="0"/>
                </a:spcBef>
                <a:spcAft>
                  <a:spcPct val="0"/>
                </a:spcAft>
              </a:pPr>
              <a:r>
                <a:rPr lang="en-US" altLang="zh-CN" sz="2133" b="1" i="1" dirty="0">
                  <a:solidFill>
                    <a:srgbClr val="FF0000"/>
                  </a:solidFill>
                  <a:latin typeface="Times New Roman" panose="02020603050405020304" pitchFamily="18" charset="0"/>
                  <a:ea typeface="华文楷体" panose="02010600040101010101" pitchFamily="2" charset="-122"/>
                  <a:cs typeface="Times New Roman" panose="02020603050405020304" pitchFamily="18" charset="0"/>
                </a:rPr>
                <a:t>C</a:t>
              </a:r>
              <a:r>
                <a:rPr lang="zh-CN" altLang="en-US" sz="2133" b="1" dirty="0">
                  <a:solidFill>
                    <a:srgbClr val="FF0000"/>
                  </a:solidFill>
                  <a:latin typeface="华文楷体" panose="02010600040101010101" pitchFamily="2" charset="-122"/>
                  <a:ea typeface="华文楷体" panose="02010600040101010101" pitchFamily="2" charset="-122"/>
                </a:rPr>
                <a:t>语言的程序块机制</a:t>
              </a:r>
            </a:p>
          </p:txBody>
        </p:sp>
      </p:grpSp>
      <p:sp>
        <p:nvSpPr>
          <p:cNvPr id="7" name="矩形 6">
            <a:extLst>
              <a:ext uri="{FF2B5EF4-FFF2-40B4-BE49-F238E27FC236}">
                <a16:creationId xmlns:a16="http://schemas.microsoft.com/office/drawing/2014/main" id="{4A9ABC2F-6A3A-4085-8E32-D64DA3422B3C}"/>
              </a:ext>
            </a:extLst>
          </p:cNvPr>
          <p:cNvSpPr/>
          <p:nvPr/>
        </p:nvSpPr>
        <p:spPr>
          <a:xfrm>
            <a:off x="9006513" y="2614941"/>
            <a:ext cx="3185487" cy="369332"/>
          </a:xfrm>
          <a:prstGeom prst="rect">
            <a:avLst/>
          </a:prstGeom>
        </p:spPr>
        <p:txBody>
          <a:bodyPr wrap="none">
            <a:spAutoFit/>
          </a:bodyPr>
          <a:lstStyle/>
          <a:p>
            <a:r>
              <a:rPr lang="zh-CN" altLang="en-US" b="1" dirty="0">
                <a:solidFill>
                  <a:srgbClr val="FF0000"/>
                </a:solidFill>
              </a:rPr>
              <a:t>块结构语言的静态作用域规则</a:t>
            </a:r>
          </a:p>
        </p:txBody>
      </p:sp>
      <p:cxnSp>
        <p:nvCxnSpPr>
          <p:cNvPr id="8" name="直接箭头连接符 7">
            <a:extLst>
              <a:ext uri="{FF2B5EF4-FFF2-40B4-BE49-F238E27FC236}">
                <a16:creationId xmlns:a16="http://schemas.microsoft.com/office/drawing/2014/main" id="{2F830AAD-F8FF-4694-819D-3D69E63607DB}"/>
              </a:ext>
            </a:extLst>
          </p:cNvPr>
          <p:cNvCxnSpPr>
            <a:cxnSpLocks/>
          </p:cNvCxnSpPr>
          <p:nvPr/>
        </p:nvCxnSpPr>
        <p:spPr>
          <a:xfrm flipH="1">
            <a:off x="8728363" y="2790701"/>
            <a:ext cx="301900" cy="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0809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9939">
                                            <p:txEl>
                                              <p:pRg st="4" end="4"/>
                                            </p:txEl>
                                          </p:spTgt>
                                        </p:tgtEl>
                                        <p:attrNameLst>
                                          <p:attrName>style.visibility</p:attrName>
                                        </p:attrNameLst>
                                      </p:cBhvr>
                                      <p:to>
                                        <p:strVal val="visible"/>
                                      </p:to>
                                    </p:set>
                                    <p:anim calcmode="lin" valueType="num">
                                      <p:cBhvr>
                                        <p:cTn id="14" dur="500" fill="hold"/>
                                        <p:tgtEl>
                                          <p:spTgt spid="39939">
                                            <p:txEl>
                                              <p:pRg st="4" end="4"/>
                                            </p:txEl>
                                          </p:spTgt>
                                        </p:tgtEl>
                                        <p:attrNameLst>
                                          <p:attrName>ppt_w</p:attrName>
                                        </p:attrNameLst>
                                      </p:cBhvr>
                                      <p:tavLst>
                                        <p:tav tm="0">
                                          <p:val>
                                            <p:fltVal val="0"/>
                                          </p:val>
                                        </p:tav>
                                        <p:tav tm="100000">
                                          <p:val>
                                            <p:strVal val="#ppt_w"/>
                                          </p:val>
                                        </p:tav>
                                      </p:tavLst>
                                    </p:anim>
                                    <p:anim calcmode="lin" valueType="num">
                                      <p:cBhvr>
                                        <p:cTn id="15" dur="500" fill="hold"/>
                                        <p:tgtEl>
                                          <p:spTgt spid="39939">
                                            <p:txEl>
                                              <p:pRg st="4" end="4"/>
                                            </p:txEl>
                                          </p:spTgt>
                                        </p:tgtEl>
                                        <p:attrNameLst>
                                          <p:attrName>ppt_h</p:attrName>
                                        </p:attrNameLst>
                                      </p:cBhvr>
                                      <p:tavLst>
                                        <p:tav tm="0">
                                          <p:val>
                                            <p:fltVal val="0"/>
                                          </p:val>
                                        </p:tav>
                                        <p:tav tm="100000">
                                          <p:val>
                                            <p:strVal val="#ppt_h"/>
                                          </p:val>
                                        </p:tav>
                                      </p:tavLst>
                                    </p:anim>
                                    <p:animEffect transition="in" filter="fade">
                                      <p:cBhvr>
                                        <p:cTn id="16" dur="500"/>
                                        <p:tgtEl>
                                          <p:spTgt spid="39939">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39939">
                                            <p:txEl>
                                              <p:pRg st="5" end="5"/>
                                            </p:txEl>
                                          </p:spTgt>
                                        </p:tgtEl>
                                        <p:attrNameLst>
                                          <p:attrName>style.visibility</p:attrName>
                                        </p:attrNameLst>
                                      </p:cBhvr>
                                      <p:to>
                                        <p:strVal val="visible"/>
                                      </p:to>
                                    </p:set>
                                    <p:anim calcmode="lin" valueType="num">
                                      <p:cBhvr>
                                        <p:cTn id="21" dur="500" fill="hold"/>
                                        <p:tgtEl>
                                          <p:spTgt spid="39939">
                                            <p:txEl>
                                              <p:pRg st="5" end="5"/>
                                            </p:txEl>
                                          </p:spTgt>
                                        </p:tgtEl>
                                        <p:attrNameLst>
                                          <p:attrName>ppt_w</p:attrName>
                                        </p:attrNameLst>
                                      </p:cBhvr>
                                      <p:tavLst>
                                        <p:tav tm="0">
                                          <p:val>
                                            <p:fltVal val="0"/>
                                          </p:val>
                                        </p:tav>
                                        <p:tav tm="100000">
                                          <p:val>
                                            <p:strVal val="#ppt_w"/>
                                          </p:val>
                                        </p:tav>
                                      </p:tavLst>
                                    </p:anim>
                                    <p:anim calcmode="lin" valueType="num">
                                      <p:cBhvr>
                                        <p:cTn id="22" dur="500" fill="hold"/>
                                        <p:tgtEl>
                                          <p:spTgt spid="39939">
                                            <p:txEl>
                                              <p:pRg st="5" end="5"/>
                                            </p:txEl>
                                          </p:spTgt>
                                        </p:tgtEl>
                                        <p:attrNameLst>
                                          <p:attrName>ppt_h</p:attrName>
                                        </p:attrNameLst>
                                      </p:cBhvr>
                                      <p:tavLst>
                                        <p:tav tm="0">
                                          <p:val>
                                            <p:fltVal val="0"/>
                                          </p:val>
                                        </p:tav>
                                        <p:tav tm="100000">
                                          <p:val>
                                            <p:strVal val="#ppt_h"/>
                                          </p:val>
                                        </p:tav>
                                      </p:tavLst>
                                    </p:anim>
                                    <p:animEffect transition="in" filter="fade">
                                      <p:cBhvr>
                                        <p:cTn id="23" dur="500"/>
                                        <p:tgtEl>
                                          <p:spTgt spid="39939">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39939">
                                            <p:txEl>
                                              <p:pRg st="6" end="6"/>
                                            </p:txEl>
                                          </p:spTgt>
                                        </p:tgtEl>
                                        <p:attrNameLst>
                                          <p:attrName>style.visibility</p:attrName>
                                        </p:attrNameLst>
                                      </p:cBhvr>
                                      <p:to>
                                        <p:strVal val="visible"/>
                                      </p:to>
                                    </p:set>
                                    <p:anim calcmode="lin" valueType="num">
                                      <p:cBhvr>
                                        <p:cTn id="28" dur="500" fill="hold"/>
                                        <p:tgtEl>
                                          <p:spTgt spid="39939">
                                            <p:txEl>
                                              <p:pRg st="6" end="6"/>
                                            </p:txEl>
                                          </p:spTgt>
                                        </p:tgtEl>
                                        <p:attrNameLst>
                                          <p:attrName>ppt_w</p:attrName>
                                        </p:attrNameLst>
                                      </p:cBhvr>
                                      <p:tavLst>
                                        <p:tav tm="0">
                                          <p:val>
                                            <p:fltVal val="0"/>
                                          </p:val>
                                        </p:tav>
                                        <p:tav tm="100000">
                                          <p:val>
                                            <p:strVal val="#ppt_w"/>
                                          </p:val>
                                        </p:tav>
                                      </p:tavLst>
                                    </p:anim>
                                    <p:anim calcmode="lin" valueType="num">
                                      <p:cBhvr>
                                        <p:cTn id="29" dur="500" fill="hold"/>
                                        <p:tgtEl>
                                          <p:spTgt spid="39939">
                                            <p:txEl>
                                              <p:pRg st="6" end="6"/>
                                            </p:txEl>
                                          </p:spTgt>
                                        </p:tgtEl>
                                        <p:attrNameLst>
                                          <p:attrName>ppt_h</p:attrName>
                                        </p:attrNameLst>
                                      </p:cBhvr>
                                      <p:tavLst>
                                        <p:tav tm="0">
                                          <p:val>
                                            <p:fltVal val="0"/>
                                          </p:val>
                                        </p:tav>
                                        <p:tav tm="100000">
                                          <p:val>
                                            <p:strVal val="#ppt_h"/>
                                          </p:val>
                                        </p:tav>
                                      </p:tavLst>
                                    </p:anim>
                                    <p:animEffect transition="in" filter="fade">
                                      <p:cBhvr>
                                        <p:cTn id="30" dur="500"/>
                                        <p:tgtEl>
                                          <p:spTgt spid="39939">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例：基于访问链的非局部数据访问</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 name="组合 1"/>
          <p:cNvGrpSpPr>
            <a:grpSpLocks/>
          </p:cNvGrpSpPr>
          <p:nvPr/>
        </p:nvGrpSpPr>
        <p:grpSpPr bwMode="auto">
          <a:xfrm>
            <a:off x="6959600" y="263989"/>
            <a:ext cx="4777317" cy="3357033"/>
            <a:chOff x="4667922" y="165101"/>
            <a:chExt cx="4777897" cy="3357562"/>
          </a:xfrm>
        </p:grpSpPr>
        <p:sp>
          <p:nvSpPr>
            <p:cNvPr id="103429" name="Rectangle 4"/>
            <p:cNvSpPr>
              <a:spLocks noChangeArrowheads="1"/>
            </p:cNvSpPr>
            <p:nvPr/>
          </p:nvSpPr>
          <p:spPr bwMode="auto">
            <a:xfrm>
              <a:off x="6712870" y="165101"/>
              <a:ext cx="378930" cy="33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srgbClr val="2D83F4"/>
                  </a:solidFill>
                  <a:ea typeface="宋体" panose="02010600030101010101" pitchFamily="2" charset="-122"/>
                </a:rPr>
                <a:t>s</a:t>
              </a:r>
            </a:p>
          </p:txBody>
        </p:sp>
        <p:sp>
          <p:nvSpPr>
            <p:cNvPr id="75783" name="Rectangle 5"/>
            <p:cNvSpPr>
              <a:spLocks noChangeArrowheads="1"/>
            </p:cNvSpPr>
            <p:nvPr/>
          </p:nvSpPr>
          <p:spPr bwMode="auto">
            <a:xfrm>
              <a:off x="6285252" y="823489"/>
              <a:ext cx="1062696" cy="414932"/>
            </a:xfrm>
            <a:prstGeom prst="rect">
              <a:avLst/>
            </a:prstGeom>
            <a:noFill/>
            <a:ln w="9525">
              <a:noFill/>
              <a:miter lim="800000"/>
              <a:headEnd/>
              <a:tailEnd/>
            </a:ln>
          </p:spPr>
          <p:txBody>
            <a:bodyPr/>
            <a:lstStyle/>
            <a:p>
              <a:pPr algn="just" defTabSz="1219170" eaLnBrk="0" fontAlgn="base" hangingPunct="0">
                <a:spcBef>
                  <a:spcPct val="0"/>
                </a:spcBef>
                <a:spcAft>
                  <a:spcPct val="0"/>
                </a:spcAft>
                <a:defRPr/>
              </a:pPr>
              <a:r>
                <a:rPr lang="en-US" altLang="zh-CN" sz="2667" b="1" i="1" dirty="0">
                  <a:solidFill>
                    <a:srgbClr val="073E87">
                      <a:lumMod val="60000"/>
                      <a:lumOff val="40000"/>
                    </a:srgbClr>
                  </a:solidFill>
                  <a:latin typeface="Times New Roman" panose="02020603050405020304" pitchFamily="18" charset="0"/>
                  <a:ea typeface="宋体" pitchFamily="2" charset="-122"/>
                </a:rPr>
                <a:t>q</a:t>
              </a:r>
              <a:r>
                <a:rPr lang="en-US" altLang="zh-CN" sz="2667" b="1" dirty="0">
                  <a:solidFill>
                    <a:srgbClr val="073E87">
                      <a:lumMod val="60000"/>
                      <a:lumOff val="40000"/>
                    </a:srgbClr>
                  </a:solidFill>
                  <a:latin typeface="Times New Roman" panose="02020603050405020304" pitchFamily="18" charset="0"/>
                  <a:ea typeface="宋体" pitchFamily="2" charset="-122"/>
                </a:rPr>
                <a:t>(1,9)</a:t>
              </a:r>
            </a:p>
          </p:txBody>
        </p:sp>
        <p:sp>
          <p:nvSpPr>
            <p:cNvPr id="103431" name="Rectangle 6"/>
            <p:cNvSpPr>
              <a:spLocks noChangeArrowheads="1"/>
            </p:cNvSpPr>
            <p:nvPr/>
          </p:nvSpPr>
          <p:spPr bwMode="auto">
            <a:xfrm>
              <a:off x="5012981" y="1001317"/>
              <a:ext cx="580037" cy="601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srgbClr val="2D83F4"/>
                  </a:solidFill>
                  <a:ea typeface="宋体" panose="02010600030101010101" pitchFamily="2" charset="-122"/>
                </a:rPr>
                <a:t>r</a:t>
              </a:r>
            </a:p>
          </p:txBody>
        </p:sp>
        <p:sp>
          <p:nvSpPr>
            <p:cNvPr id="103432" name="Line 7"/>
            <p:cNvSpPr>
              <a:spLocks noChangeShapeType="1"/>
            </p:cNvSpPr>
            <p:nvPr/>
          </p:nvSpPr>
          <p:spPr bwMode="auto">
            <a:xfrm flipH="1">
              <a:off x="6894114" y="631826"/>
              <a:ext cx="1" cy="3302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3433" name="Line 8"/>
            <p:cNvSpPr>
              <a:spLocks noChangeShapeType="1"/>
            </p:cNvSpPr>
            <p:nvPr/>
          </p:nvSpPr>
          <p:spPr bwMode="auto">
            <a:xfrm flipH="1">
              <a:off x="5333080" y="640588"/>
              <a:ext cx="1571625" cy="54610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3434" name="Line 9"/>
            <p:cNvSpPr>
              <a:spLocks noChangeShapeType="1"/>
            </p:cNvSpPr>
            <p:nvPr/>
          </p:nvSpPr>
          <p:spPr bwMode="auto">
            <a:xfrm flipH="1">
              <a:off x="5219303" y="1292226"/>
              <a:ext cx="1728788" cy="50323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3435" name="Line 10"/>
            <p:cNvSpPr>
              <a:spLocks noChangeShapeType="1"/>
            </p:cNvSpPr>
            <p:nvPr/>
          </p:nvSpPr>
          <p:spPr bwMode="auto">
            <a:xfrm flipH="1">
              <a:off x="6894116" y="1322388"/>
              <a:ext cx="0" cy="3603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5789" name="Rectangle 11"/>
            <p:cNvSpPr>
              <a:spLocks noChangeArrowheads="1"/>
            </p:cNvSpPr>
            <p:nvPr/>
          </p:nvSpPr>
          <p:spPr bwMode="auto">
            <a:xfrm>
              <a:off x="4667922" y="1714745"/>
              <a:ext cx="1141022" cy="694376"/>
            </a:xfrm>
            <a:prstGeom prst="rect">
              <a:avLst/>
            </a:prstGeom>
            <a:noFill/>
            <a:ln w="9525">
              <a:noFill/>
              <a:miter lim="800000"/>
              <a:headEnd/>
              <a:tailEnd/>
            </a:ln>
          </p:spPr>
          <p:txBody>
            <a:bodyPr/>
            <a:lstStyle/>
            <a:p>
              <a:pPr algn="just" defTabSz="1219170" eaLnBrk="0" fontAlgn="base" hangingPunct="0">
                <a:spcBef>
                  <a:spcPct val="0"/>
                </a:spcBef>
                <a:spcAft>
                  <a:spcPct val="0"/>
                </a:spcAft>
                <a:defRPr/>
              </a:pPr>
              <a:r>
                <a:rPr lang="en-US" altLang="zh-CN" sz="2667" b="1" i="1" dirty="0">
                  <a:solidFill>
                    <a:srgbClr val="073E87">
                      <a:lumMod val="60000"/>
                      <a:lumOff val="40000"/>
                    </a:srgbClr>
                  </a:solidFill>
                  <a:latin typeface="Times New Roman" panose="02020603050405020304" pitchFamily="18" charset="0"/>
                  <a:ea typeface="宋体" pitchFamily="2" charset="-122"/>
                </a:rPr>
                <a:t>p</a:t>
              </a:r>
              <a:r>
                <a:rPr lang="en-US" altLang="zh-CN" sz="2667" b="1" dirty="0">
                  <a:solidFill>
                    <a:srgbClr val="073E87">
                      <a:lumMod val="60000"/>
                      <a:lumOff val="40000"/>
                    </a:srgbClr>
                  </a:solidFill>
                  <a:latin typeface="Times New Roman" panose="02020603050405020304" pitchFamily="18" charset="0"/>
                  <a:ea typeface="宋体" pitchFamily="2" charset="-122"/>
                </a:rPr>
                <a:t>(1,9)</a:t>
              </a:r>
            </a:p>
          </p:txBody>
        </p:sp>
        <p:sp>
          <p:nvSpPr>
            <p:cNvPr id="75790" name="Rectangle 13"/>
            <p:cNvSpPr>
              <a:spLocks noChangeArrowheads="1"/>
            </p:cNvSpPr>
            <p:nvPr/>
          </p:nvSpPr>
          <p:spPr bwMode="auto">
            <a:xfrm>
              <a:off x="6285252" y="1619481"/>
              <a:ext cx="1253219" cy="359890"/>
            </a:xfrm>
            <a:prstGeom prst="rect">
              <a:avLst/>
            </a:prstGeom>
            <a:noFill/>
            <a:ln w="9525">
              <a:noFill/>
              <a:miter lim="800000"/>
              <a:headEnd/>
              <a:tailEnd/>
            </a:ln>
          </p:spPr>
          <p:txBody>
            <a:bodyPr/>
            <a:lstStyle/>
            <a:p>
              <a:pPr algn="just" defTabSz="1219170" eaLnBrk="0" fontAlgn="base" hangingPunct="0">
                <a:spcBef>
                  <a:spcPct val="0"/>
                </a:spcBef>
                <a:spcAft>
                  <a:spcPct val="0"/>
                </a:spcAft>
                <a:defRPr/>
              </a:pPr>
              <a:r>
                <a:rPr lang="en-US" altLang="zh-CN" sz="2667" b="1" i="1" dirty="0">
                  <a:solidFill>
                    <a:srgbClr val="073E87">
                      <a:lumMod val="60000"/>
                      <a:lumOff val="40000"/>
                    </a:srgbClr>
                  </a:solidFill>
                  <a:latin typeface="Times New Roman" panose="02020603050405020304" pitchFamily="18" charset="0"/>
                  <a:ea typeface="宋体" pitchFamily="2" charset="-122"/>
                </a:rPr>
                <a:t>q</a:t>
              </a:r>
              <a:r>
                <a:rPr lang="en-US" altLang="zh-CN" sz="2667" b="1" dirty="0">
                  <a:solidFill>
                    <a:srgbClr val="073E87">
                      <a:lumMod val="60000"/>
                      <a:lumOff val="40000"/>
                    </a:srgbClr>
                  </a:solidFill>
                  <a:latin typeface="Times New Roman" panose="02020603050405020304" pitchFamily="18" charset="0"/>
                  <a:ea typeface="宋体" pitchFamily="2" charset="-122"/>
                </a:rPr>
                <a:t>(1,3)</a:t>
              </a:r>
            </a:p>
          </p:txBody>
        </p:sp>
        <p:sp>
          <p:nvSpPr>
            <p:cNvPr id="103438" name="Line 14"/>
            <p:cNvSpPr>
              <a:spLocks noChangeShapeType="1"/>
            </p:cNvSpPr>
            <p:nvPr/>
          </p:nvSpPr>
          <p:spPr bwMode="auto">
            <a:xfrm flipH="1">
              <a:off x="6894116" y="2114551"/>
              <a:ext cx="0" cy="28733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5792" name="Rectangle 15"/>
            <p:cNvSpPr>
              <a:spLocks noChangeArrowheads="1"/>
            </p:cNvSpPr>
            <p:nvPr/>
          </p:nvSpPr>
          <p:spPr bwMode="auto">
            <a:xfrm>
              <a:off x="6367812" y="2330793"/>
              <a:ext cx="1170658" cy="414932"/>
            </a:xfrm>
            <a:prstGeom prst="rect">
              <a:avLst/>
            </a:prstGeom>
            <a:noFill/>
            <a:ln w="9525">
              <a:noFill/>
              <a:miter lim="800000"/>
              <a:headEnd/>
              <a:tailEnd/>
            </a:ln>
          </p:spPr>
          <p:txBody>
            <a:bodyPr/>
            <a:lstStyle/>
            <a:p>
              <a:pPr algn="just" defTabSz="1219170" eaLnBrk="0" fontAlgn="base" hangingPunct="0">
                <a:spcBef>
                  <a:spcPct val="0"/>
                </a:spcBef>
                <a:spcAft>
                  <a:spcPct val="0"/>
                </a:spcAft>
                <a:defRPr/>
              </a:pPr>
              <a:r>
                <a:rPr lang="en-US" altLang="zh-CN" sz="2667" b="1" i="1" dirty="0">
                  <a:solidFill>
                    <a:srgbClr val="073E87">
                      <a:lumMod val="60000"/>
                      <a:lumOff val="40000"/>
                    </a:srgbClr>
                  </a:solidFill>
                  <a:latin typeface="Times New Roman" panose="02020603050405020304" pitchFamily="18" charset="0"/>
                  <a:ea typeface="宋体" pitchFamily="2" charset="-122"/>
                </a:rPr>
                <a:t>q</a:t>
              </a:r>
              <a:r>
                <a:rPr lang="en-US" altLang="zh-CN" sz="2667" b="1" dirty="0">
                  <a:solidFill>
                    <a:srgbClr val="073E87">
                      <a:lumMod val="60000"/>
                      <a:lumOff val="40000"/>
                    </a:srgbClr>
                  </a:solidFill>
                  <a:latin typeface="Times New Roman" panose="02020603050405020304" pitchFamily="18" charset="0"/>
                  <a:ea typeface="宋体" pitchFamily="2" charset="-122"/>
                </a:rPr>
                <a:t>(1,0)</a:t>
              </a:r>
            </a:p>
          </p:txBody>
        </p:sp>
        <p:sp>
          <p:nvSpPr>
            <p:cNvPr id="75793" name="Rectangle 16"/>
            <p:cNvSpPr>
              <a:spLocks noChangeArrowheads="1"/>
            </p:cNvSpPr>
            <p:nvPr/>
          </p:nvSpPr>
          <p:spPr bwMode="auto">
            <a:xfrm>
              <a:off x="5434248" y="2351963"/>
              <a:ext cx="1136789" cy="410698"/>
            </a:xfrm>
            <a:prstGeom prst="rect">
              <a:avLst/>
            </a:prstGeom>
            <a:noFill/>
            <a:ln w="9525">
              <a:noFill/>
              <a:miter lim="800000"/>
              <a:headEnd/>
              <a:tailEnd/>
            </a:ln>
          </p:spPr>
          <p:txBody>
            <a:bodyPr/>
            <a:lstStyle/>
            <a:p>
              <a:pPr algn="just" defTabSz="1219170" eaLnBrk="0" fontAlgn="base" hangingPunct="0">
                <a:spcBef>
                  <a:spcPct val="0"/>
                </a:spcBef>
                <a:spcAft>
                  <a:spcPct val="0"/>
                </a:spcAft>
                <a:defRPr/>
              </a:pPr>
              <a:r>
                <a:rPr lang="en-US" altLang="zh-CN" sz="2667" b="1" i="1" dirty="0">
                  <a:solidFill>
                    <a:srgbClr val="073E87">
                      <a:lumMod val="60000"/>
                      <a:lumOff val="40000"/>
                    </a:srgbClr>
                  </a:solidFill>
                  <a:latin typeface="Times New Roman" panose="02020603050405020304" pitchFamily="18" charset="0"/>
                  <a:ea typeface="宋体" pitchFamily="2" charset="-122"/>
                </a:rPr>
                <a:t>p</a:t>
              </a:r>
              <a:r>
                <a:rPr lang="en-US" altLang="zh-CN" sz="2667" b="1" dirty="0">
                  <a:solidFill>
                    <a:srgbClr val="073E87">
                      <a:lumMod val="60000"/>
                      <a:lumOff val="40000"/>
                    </a:srgbClr>
                  </a:solidFill>
                  <a:latin typeface="Times New Roman" panose="02020603050405020304" pitchFamily="18" charset="0"/>
                  <a:ea typeface="宋体" pitchFamily="2" charset="-122"/>
                </a:rPr>
                <a:t>(1,3)</a:t>
              </a:r>
            </a:p>
          </p:txBody>
        </p:sp>
        <p:sp>
          <p:nvSpPr>
            <p:cNvPr id="103441" name="Line 17"/>
            <p:cNvSpPr>
              <a:spLocks noChangeShapeType="1"/>
            </p:cNvSpPr>
            <p:nvPr/>
          </p:nvSpPr>
          <p:spPr bwMode="auto">
            <a:xfrm flipH="1">
              <a:off x="6190335" y="2095796"/>
              <a:ext cx="712787" cy="3603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5795" name="Rectangle 18"/>
            <p:cNvSpPr>
              <a:spLocks noChangeArrowheads="1"/>
            </p:cNvSpPr>
            <p:nvPr/>
          </p:nvSpPr>
          <p:spPr bwMode="auto">
            <a:xfrm>
              <a:off x="7428390" y="2286335"/>
              <a:ext cx="1143139" cy="357774"/>
            </a:xfrm>
            <a:prstGeom prst="rect">
              <a:avLst/>
            </a:prstGeom>
            <a:noFill/>
            <a:ln w="9525">
              <a:noFill/>
              <a:miter lim="800000"/>
              <a:headEnd/>
              <a:tailEnd/>
            </a:ln>
          </p:spPr>
          <p:txBody>
            <a:bodyPr/>
            <a:lstStyle/>
            <a:p>
              <a:pPr algn="just" defTabSz="1219170" eaLnBrk="0" fontAlgn="base" hangingPunct="0">
                <a:spcBef>
                  <a:spcPct val="0"/>
                </a:spcBef>
                <a:spcAft>
                  <a:spcPct val="0"/>
                </a:spcAft>
                <a:defRPr/>
              </a:pPr>
              <a:r>
                <a:rPr lang="en-US" altLang="zh-CN" sz="2667" b="1" i="1" dirty="0">
                  <a:solidFill>
                    <a:srgbClr val="073E87">
                      <a:lumMod val="60000"/>
                      <a:lumOff val="40000"/>
                    </a:srgbClr>
                  </a:solidFill>
                  <a:latin typeface="Times New Roman" panose="02020603050405020304" pitchFamily="18" charset="0"/>
                  <a:ea typeface="宋体" pitchFamily="2" charset="-122"/>
                </a:rPr>
                <a:t>q</a:t>
              </a:r>
              <a:r>
                <a:rPr lang="en-US" altLang="zh-CN" sz="2667" b="1" dirty="0">
                  <a:solidFill>
                    <a:srgbClr val="073E87">
                      <a:lumMod val="60000"/>
                      <a:lumOff val="40000"/>
                    </a:srgbClr>
                  </a:solidFill>
                  <a:latin typeface="Times New Roman" panose="02020603050405020304" pitchFamily="18" charset="0"/>
                  <a:ea typeface="宋体" pitchFamily="2" charset="-122"/>
                </a:rPr>
                <a:t>(2,3)</a:t>
              </a:r>
            </a:p>
          </p:txBody>
        </p:sp>
        <p:sp>
          <p:nvSpPr>
            <p:cNvPr id="103443" name="Line 19"/>
            <p:cNvSpPr>
              <a:spLocks noChangeShapeType="1"/>
            </p:cNvSpPr>
            <p:nvPr/>
          </p:nvSpPr>
          <p:spPr bwMode="auto">
            <a:xfrm>
              <a:off x="6899903" y="2095796"/>
              <a:ext cx="731839" cy="32067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5797" name="Rectangle 26"/>
            <p:cNvSpPr>
              <a:spLocks noChangeArrowheads="1"/>
            </p:cNvSpPr>
            <p:nvPr/>
          </p:nvSpPr>
          <p:spPr bwMode="auto">
            <a:xfrm>
              <a:off x="8285745" y="1714745"/>
              <a:ext cx="1160074" cy="395880"/>
            </a:xfrm>
            <a:prstGeom prst="rect">
              <a:avLst/>
            </a:prstGeom>
            <a:noFill/>
            <a:ln w="9525">
              <a:noFill/>
              <a:miter lim="800000"/>
              <a:headEnd/>
              <a:tailEnd/>
            </a:ln>
          </p:spPr>
          <p:txBody>
            <a:bodyPr/>
            <a:lstStyle/>
            <a:p>
              <a:pPr algn="just" defTabSz="1219170" eaLnBrk="0" fontAlgn="base" hangingPunct="0">
                <a:spcBef>
                  <a:spcPct val="0"/>
                </a:spcBef>
                <a:spcAft>
                  <a:spcPct val="0"/>
                </a:spcAft>
                <a:defRPr/>
              </a:pPr>
              <a:r>
                <a:rPr lang="en-US" altLang="zh-CN" sz="2667" b="1" i="1" dirty="0">
                  <a:solidFill>
                    <a:srgbClr val="073E87">
                      <a:lumMod val="60000"/>
                      <a:lumOff val="40000"/>
                    </a:srgbClr>
                  </a:solidFill>
                  <a:latin typeface="Times New Roman" panose="02020603050405020304" pitchFamily="18" charset="0"/>
                  <a:ea typeface="宋体" pitchFamily="2" charset="-122"/>
                </a:rPr>
                <a:t>q</a:t>
              </a:r>
              <a:r>
                <a:rPr lang="en-US" altLang="zh-CN" sz="2667" b="1" dirty="0">
                  <a:solidFill>
                    <a:srgbClr val="073E87">
                      <a:lumMod val="60000"/>
                      <a:lumOff val="40000"/>
                    </a:srgbClr>
                  </a:solidFill>
                  <a:latin typeface="Times New Roman" panose="02020603050405020304" pitchFamily="18" charset="0"/>
                  <a:ea typeface="宋体" pitchFamily="2" charset="-122"/>
                </a:rPr>
                <a:t>(5,9)</a:t>
              </a:r>
            </a:p>
          </p:txBody>
        </p:sp>
        <p:sp>
          <p:nvSpPr>
            <p:cNvPr id="103445" name="Line 38"/>
            <p:cNvSpPr>
              <a:spLocks noChangeShapeType="1"/>
            </p:cNvSpPr>
            <p:nvPr/>
          </p:nvSpPr>
          <p:spPr bwMode="auto">
            <a:xfrm>
              <a:off x="6875066" y="1292226"/>
              <a:ext cx="1944687" cy="50323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3446" name="Line 12"/>
            <p:cNvSpPr>
              <a:spLocks noChangeShapeType="1"/>
            </p:cNvSpPr>
            <p:nvPr/>
          </p:nvSpPr>
          <p:spPr bwMode="auto">
            <a:xfrm flipH="1">
              <a:off x="5265341" y="2204864"/>
              <a:ext cx="0" cy="39211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3447" name="Rectangle 22"/>
            <p:cNvSpPr>
              <a:spLocks noChangeArrowheads="1"/>
            </p:cNvSpPr>
            <p:nvPr/>
          </p:nvSpPr>
          <p:spPr bwMode="auto">
            <a:xfrm>
              <a:off x="5046852" y="2404887"/>
              <a:ext cx="359877" cy="357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srgbClr val="2D83F4"/>
                  </a:solidFill>
                  <a:ea typeface="宋体" panose="02010600030101010101" pitchFamily="2" charset="-122"/>
                </a:rPr>
                <a:t>e</a:t>
              </a:r>
            </a:p>
          </p:txBody>
        </p:sp>
        <p:sp>
          <p:nvSpPr>
            <p:cNvPr id="103448" name="Line 12"/>
            <p:cNvSpPr>
              <a:spLocks noChangeShapeType="1"/>
            </p:cNvSpPr>
            <p:nvPr/>
          </p:nvSpPr>
          <p:spPr bwMode="auto">
            <a:xfrm flipH="1">
              <a:off x="5895578" y="2841626"/>
              <a:ext cx="0" cy="39211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3449" name="Rectangle 22"/>
            <p:cNvSpPr>
              <a:spLocks noChangeArrowheads="1"/>
            </p:cNvSpPr>
            <p:nvPr/>
          </p:nvSpPr>
          <p:spPr bwMode="auto">
            <a:xfrm>
              <a:off x="5724267" y="3164891"/>
              <a:ext cx="359877" cy="3577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srgbClr val="2D83F4"/>
                  </a:solidFill>
                  <a:ea typeface="宋体" panose="02010600030101010101" pitchFamily="2" charset="-122"/>
                </a:rPr>
                <a:t>e</a:t>
              </a:r>
            </a:p>
          </p:txBody>
        </p:sp>
      </p:grpSp>
      <p:sp>
        <p:nvSpPr>
          <p:cNvPr id="30" name="矩形 29"/>
          <p:cNvSpPr/>
          <p:nvPr/>
        </p:nvSpPr>
        <p:spPr>
          <a:xfrm>
            <a:off x="207434" y="1104901"/>
            <a:ext cx="10902951" cy="5707140"/>
          </a:xfrm>
          <a:prstGeom prst="rect">
            <a:avLst/>
          </a:prstGeom>
          <a:noFill/>
          <a:ln>
            <a:noFill/>
          </a:ln>
        </p:spPr>
        <p:txBody>
          <a:bodyPr lIns="91440" tIns="45720" rIns="91440" bIns="45720">
            <a:spAutoFit/>
          </a:bodyPr>
          <a:lstStyle/>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program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sort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input</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output</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array</a:t>
            </a:r>
            <a:r>
              <a:rPr lang="en-US" altLang="zh-CN" sz="2667" b="1" kern="0" dirty="0">
                <a:solidFill>
                  <a:srgbClr val="000000"/>
                </a:solidFill>
                <a:latin typeface="Times New Roman" panose="02020603050405020304" pitchFamily="18" charset="0"/>
                <a:ea typeface="楷体_GB2312" pitchFamily="49" charset="-122"/>
              </a:rPr>
              <a:t>[0..10] </a:t>
            </a:r>
            <a:r>
              <a:rPr lang="en-US" altLang="zh-CN" sz="2667" b="1" i="1" kern="0" dirty="0">
                <a:solidFill>
                  <a:srgbClr val="000000"/>
                </a:solidFill>
                <a:latin typeface="Times New Roman" panose="02020603050405020304" pitchFamily="18" charset="0"/>
                <a:ea typeface="楷体_GB2312" pitchFamily="49" charset="-122"/>
              </a:rPr>
              <a:t>of 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           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FF0000"/>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 </a:t>
            </a:r>
            <a:r>
              <a:rPr lang="zh-CN" altLang="en-US"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exchang</a:t>
            </a:r>
            <a:r>
              <a:rPr lang="en-US" altLang="zh-CN" sz="2667" b="1" kern="0" dirty="0">
                <a:solidFill>
                  <a:srgbClr val="FF0000"/>
                </a:solidFill>
                <a:latin typeface="Times New Roman" panose="02020603050405020304" pitchFamily="18" charset="0"/>
                <a:ea typeface="楷体_GB2312" pitchFamily="49" charset="-122"/>
              </a:rPr>
              <a:t>e</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err="1">
                <a:solidFill>
                  <a:prstClr val="black"/>
                </a:solidFill>
                <a:latin typeface="Times New Roman" panose="02020603050405020304" pitchFamily="18" charset="0"/>
                <a:ea typeface="楷体_GB2312" pitchFamily="49" charset="-122"/>
              </a:rPr>
              <a:t>i</a:t>
            </a:r>
            <a:r>
              <a:rPr lang="en-US" altLang="zh-CN" sz="2667" b="1" kern="0" dirty="0">
                <a:solidFill>
                  <a:prstClr val="black"/>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a:t>
            </a:r>
            <a:r>
              <a:rPr lang="en-US" altLang="zh-CN" sz="2667" b="1" kern="0" dirty="0">
                <a:solidFill>
                  <a:srgbClr val="0000FF"/>
                </a:solidFill>
                <a:latin typeface="Times New Roman" panose="02020603050405020304" pitchFamily="18" charset="0"/>
                <a:ea typeface="楷体_GB2312" pitchFamily="49" charset="-122"/>
              </a:rPr>
              <a:t>e</a:t>
            </a:r>
            <a:r>
              <a:rPr lang="en-US" altLang="zh-CN" sz="2667" b="1" kern="0" dirty="0">
                <a:solidFill>
                  <a:srgbClr val="000000"/>
                </a:solidFill>
                <a:latin typeface="Times New Roman" panose="02020603050405020304" pitchFamily="18" charset="0"/>
                <a:ea typeface="楷体_GB2312" pitchFamily="49" charset="-122"/>
              </a:rPr>
              <a:t>} </a:t>
            </a:r>
            <a:r>
              <a:rPr lang="zh-CN" altLang="en-US"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quicksort</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n</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k</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v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function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partition</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y</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z</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a:t>
            </a:r>
            <a:r>
              <a:rPr lang="en-US" altLang="zh-CN" sz="2667" b="1" kern="0" dirty="0">
                <a:solidFill>
                  <a:srgbClr val="000000"/>
                </a:solidFill>
                <a:latin typeface="Times New Roman" panose="02020603050405020304" pitchFamily="18" charset="0"/>
                <a:ea typeface="楷体_GB2312" pitchFamily="49" charset="-122"/>
              </a:rPr>
              <a:t>r;</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exchange</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err="1">
                <a:solidFill>
                  <a:prstClr val="black"/>
                </a:solidFill>
                <a:latin typeface="Times New Roman" panose="02020603050405020304" pitchFamily="18" charset="0"/>
                <a:ea typeface="楷体_GB2312" pitchFamily="49" charset="-122"/>
              </a:rPr>
              <a:t>i</a:t>
            </a:r>
            <a:r>
              <a:rPr lang="en-US" altLang="zh-CN" sz="2667" b="1" kern="0" dirty="0">
                <a:solidFill>
                  <a:prstClr val="black"/>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 </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00"/>
                </a:solidFill>
                <a:latin typeface="Times New Roman" panose="02020603050405020304" pitchFamily="18" charset="0"/>
                <a:ea typeface="楷体_GB2312" pitchFamily="49" charset="-122"/>
              </a:rPr>
              <a:t>} </a:t>
            </a:r>
            <a:r>
              <a:rPr lang="zh-CN" altLang="en-US"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sort</a:t>
            </a:r>
            <a:r>
              <a:rPr lang="en-US" altLang="zh-CN" sz="2667" b="1" kern="0" dirty="0">
                <a:solidFill>
                  <a:srgbClr val="000000"/>
                </a:solidFill>
                <a:latin typeface="Times New Roman" panose="02020603050405020304" pitchFamily="18" charset="0"/>
                <a:ea typeface="楷体_GB2312" pitchFamily="49" charset="-122"/>
              </a:rPr>
              <a:t>}</a:t>
            </a:r>
            <a:r>
              <a:rPr lang="zh-CN" altLang="en-US" sz="2667" b="1" kern="0" dirty="0">
                <a:solidFill>
                  <a:srgbClr val="000000"/>
                </a:solidFill>
                <a:latin typeface="Times New Roman" panose="02020603050405020304" pitchFamily="18" charset="0"/>
                <a:ea typeface="楷体_GB2312" pitchFamily="49" charset="-122"/>
              </a:rPr>
              <a:t>；</a:t>
            </a:r>
            <a:endParaRPr lang="en-US" altLang="zh-CN" sz="2667" b="1" kern="0" dirty="0">
              <a:solidFill>
                <a:srgbClr val="000000"/>
              </a:solidFill>
              <a:latin typeface="Times New Roman" panose="02020603050405020304" pitchFamily="18" charset="0"/>
              <a:ea typeface="楷体_GB2312" pitchFamily="49" charset="-122"/>
            </a:endParaRPr>
          </a:p>
        </p:txBody>
      </p:sp>
      <p:grpSp>
        <p:nvGrpSpPr>
          <p:cNvPr id="27" name="组合 113">
            <a:extLst>
              <a:ext uri="{FF2B5EF4-FFF2-40B4-BE49-F238E27FC236}">
                <a16:creationId xmlns:a16="http://schemas.microsoft.com/office/drawing/2014/main" id="{75EB7F82-26B0-4C18-BB16-2E9135EFE9F4}"/>
              </a:ext>
            </a:extLst>
          </p:cNvPr>
          <p:cNvGrpSpPr>
            <a:grpSpLocks/>
          </p:cNvGrpSpPr>
          <p:nvPr/>
        </p:nvGrpSpPr>
        <p:grpSpPr bwMode="auto">
          <a:xfrm>
            <a:off x="8438285" y="3646287"/>
            <a:ext cx="3677714" cy="1886232"/>
            <a:chOff x="5002489" y="491263"/>
            <a:chExt cx="2883812" cy="1476051"/>
          </a:xfrm>
        </p:grpSpPr>
        <p:sp>
          <p:nvSpPr>
            <p:cNvPr id="28" name="Rectangle 4">
              <a:extLst>
                <a:ext uri="{FF2B5EF4-FFF2-40B4-BE49-F238E27FC236}">
                  <a16:creationId xmlns:a16="http://schemas.microsoft.com/office/drawing/2014/main" id="{6682C8E6-7B4A-4C88-9525-D1D77257AC6E}"/>
                </a:ext>
              </a:extLst>
            </p:cNvPr>
            <p:cNvSpPr>
              <a:spLocks noChangeArrowheads="1"/>
            </p:cNvSpPr>
            <p:nvPr/>
          </p:nvSpPr>
          <p:spPr bwMode="auto">
            <a:xfrm>
              <a:off x="5002489" y="491263"/>
              <a:ext cx="2883812" cy="1476051"/>
            </a:xfrm>
            <a:prstGeom prst="rect">
              <a:avLst/>
            </a:prstGeom>
            <a:solidFill>
              <a:schemeClr val="accent5">
                <a:lumMod val="60000"/>
                <a:lumOff val="40000"/>
                <a:alpha val="99000"/>
              </a:schemeClr>
            </a:solidFill>
            <a:ln w="9525">
              <a:solidFill>
                <a:schemeClr val="tx1"/>
              </a:solidFill>
              <a:miter lim="800000"/>
              <a:headEnd/>
              <a:tailEnd/>
            </a:ln>
          </p:spPr>
          <p:txBody>
            <a:bodyPr lIns="91440" tIns="45720" rIns="91440" bIns="45720"/>
            <a:lstStyle/>
            <a:p>
              <a:pPr marL="342891" indent="-342891" defTabSz="1219170" fontAlgn="base">
                <a:lnSpc>
                  <a:spcPts val="2000"/>
                </a:lnSpc>
                <a:spcBef>
                  <a:spcPct val="20000"/>
                </a:spcBef>
                <a:spcAft>
                  <a:spcPct val="0"/>
                </a:spcAft>
                <a:buClr>
                  <a:srgbClr val="5EAEFF"/>
                </a:buClr>
                <a:buSzPct val="60000"/>
                <a:defRPr/>
              </a:pPr>
              <a:r>
                <a:rPr lang="zh-CN" altLang="en-US" sz="1400" b="1" dirty="0">
                  <a:solidFill>
                    <a:prstClr val="black"/>
                  </a:solidFill>
                  <a:latin typeface="楷体_GB2312"/>
                  <a:ea typeface="楷体_GB2312"/>
                  <a:cs typeface="楷体_GB2312"/>
                </a:rPr>
                <a:t>	</a:t>
              </a:r>
              <a:r>
                <a:rPr lang="en-US" altLang="zh-CN" sz="2000" b="1" dirty="0">
                  <a:solidFill>
                    <a:srgbClr val="0000FF"/>
                  </a:solidFill>
                  <a:latin typeface="Times New Roman" panose="02020603050405020304" pitchFamily="18" charset="0"/>
                  <a:ea typeface="楷体_GB2312"/>
                  <a:cs typeface="Times New Roman" pitchFamily="18" charset="0"/>
                </a:rPr>
                <a:t>      </a:t>
              </a:r>
              <a:r>
                <a:rPr lang="zh-CN" altLang="en-US" sz="2000" b="1" dirty="0">
                  <a:solidFill>
                    <a:srgbClr val="0000FF"/>
                  </a:solidFill>
                  <a:latin typeface="楷体" pitchFamily="49" charset="-122"/>
                  <a:ea typeface="楷体" pitchFamily="49" charset="-122"/>
                  <a:cs typeface="Times New Roman" pitchFamily="18" charset="0"/>
                </a:rPr>
                <a:t>过程	嵌套深度</a:t>
              </a:r>
              <a:endParaRPr lang="en-US" altLang="zh-CN" sz="20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000"/>
                </a:lnSpc>
                <a:spcBef>
                  <a:spcPct val="20000"/>
                </a:spcBef>
                <a:spcAft>
                  <a:spcPct val="0"/>
                </a:spcAft>
                <a:buClr>
                  <a:srgbClr val="5EAEFF"/>
                </a:buClr>
                <a:buSzPct val="60000"/>
                <a:defRPr/>
              </a:pPr>
              <a:r>
                <a:rPr lang="en-US" altLang="zh-CN" sz="2000" b="1" i="1" dirty="0">
                  <a:solidFill>
                    <a:prstClr val="black"/>
                  </a:solidFill>
                  <a:latin typeface="Times New Roman" panose="02020603050405020304" pitchFamily="18" charset="0"/>
                  <a:ea typeface="楷体_GB2312"/>
                  <a:cs typeface="Times New Roman" pitchFamily="18" charset="0"/>
                </a:rPr>
                <a:t>sort</a:t>
              </a:r>
              <a:r>
                <a:rPr lang="en-US" altLang="zh-CN" sz="20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000"/>
                </a:lnSpc>
                <a:spcBef>
                  <a:spcPct val="20000"/>
                </a:spcBef>
                <a:spcAft>
                  <a:spcPct val="0"/>
                </a:spcAft>
                <a:buClr>
                  <a:srgbClr val="5EAEFF"/>
                </a:buClr>
                <a:buSzPct val="60000"/>
                <a:defRPr/>
              </a:pPr>
              <a:r>
                <a:rPr lang="en-US" altLang="zh-CN" sz="2000" b="1" dirty="0">
                  <a:solidFill>
                    <a:prstClr val="black"/>
                  </a:solidFill>
                  <a:latin typeface="Times New Roman" panose="02020603050405020304" pitchFamily="18" charset="0"/>
                  <a:ea typeface="楷体_GB2312"/>
                  <a:cs typeface="Times New Roman" pitchFamily="18" charset="0"/>
                </a:rPr>
                <a:t>	</a:t>
              </a:r>
              <a:r>
                <a:rPr lang="en-US" altLang="zh-CN" sz="2000" b="1" i="1" dirty="0" err="1">
                  <a:solidFill>
                    <a:prstClr val="black"/>
                  </a:solidFill>
                  <a:latin typeface="Times New Roman" panose="02020603050405020304" pitchFamily="18" charset="0"/>
                  <a:ea typeface="楷体_GB2312"/>
                  <a:cs typeface="Times New Roman" pitchFamily="18" charset="0"/>
                </a:rPr>
                <a:t>readarray</a:t>
              </a:r>
              <a:r>
                <a:rPr lang="en-US" altLang="zh-CN" sz="20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000"/>
                </a:lnSpc>
                <a:spcBef>
                  <a:spcPct val="20000"/>
                </a:spcBef>
                <a:spcAft>
                  <a:spcPct val="0"/>
                </a:spcAft>
                <a:buClr>
                  <a:srgbClr val="5EAEFF"/>
                </a:buClr>
                <a:buSzPct val="60000"/>
                <a:defRPr/>
              </a:pPr>
              <a:r>
                <a:rPr lang="en-US" altLang="zh-CN" sz="2000" b="1" dirty="0">
                  <a:solidFill>
                    <a:prstClr val="black"/>
                  </a:solidFill>
                  <a:latin typeface="Times New Roman" panose="02020603050405020304" pitchFamily="18" charset="0"/>
                  <a:ea typeface="楷体_GB2312"/>
                  <a:cs typeface="Times New Roman" pitchFamily="18" charset="0"/>
                </a:rPr>
                <a:t>	</a:t>
              </a:r>
              <a:r>
                <a:rPr lang="en-US" altLang="zh-CN" sz="2000" b="1" i="1" dirty="0">
                  <a:solidFill>
                    <a:prstClr val="black"/>
                  </a:solidFill>
                  <a:latin typeface="Times New Roman" panose="02020603050405020304" pitchFamily="18" charset="0"/>
                  <a:ea typeface="楷体_GB2312"/>
                  <a:cs typeface="Times New Roman" pitchFamily="18" charset="0"/>
                </a:rPr>
                <a:t>exchange</a:t>
              </a:r>
              <a:r>
                <a:rPr lang="en-US" altLang="zh-CN" sz="20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000"/>
                </a:lnSpc>
                <a:spcBef>
                  <a:spcPct val="20000"/>
                </a:spcBef>
                <a:spcAft>
                  <a:spcPct val="0"/>
                </a:spcAft>
                <a:buClr>
                  <a:srgbClr val="5EAEFF"/>
                </a:buClr>
                <a:buSzPct val="60000"/>
                <a:defRPr/>
              </a:pPr>
              <a:r>
                <a:rPr lang="en-US" altLang="zh-CN" sz="2000" b="1" dirty="0">
                  <a:solidFill>
                    <a:prstClr val="black"/>
                  </a:solidFill>
                  <a:latin typeface="Times New Roman" panose="02020603050405020304" pitchFamily="18" charset="0"/>
                  <a:ea typeface="楷体_GB2312"/>
                  <a:cs typeface="Times New Roman" pitchFamily="18" charset="0"/>
                </a:rPr>
                <a:t>	</a:t>
              </a:r>
              <a:r>
                <a:rPr lang="en-US" altLang="zh-CN" sz="2000" b="1" i="1" dirty="0">
                  <a:solidFill>
                    <a:prstClr val="black"/>
                  </a:solidFill>
                  <a:latin typeface="Times New Roman" panose="02020603050405020304" pitchFamily="18" charset="0"/>
                  <a:ea typeface="楷体_GB2312"/>
                  <a:cs typeface="Times New Roman" pitchFamily="18" charset="0"/>
                </a:rPr>
                <a:t>quicksort</a:t>
              </a:r>
              <a:r>
                <a:rPr lang="en-US" altLang="zh-CN" sz="20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000"/>
                </a:lnSpc>
                <a:spcBef>
                  <a:spcPct val="20000"/>
                </a:spcBef>
                <a:spcAft>
                  <a:spcPct val="0"/>
                </a:spcAft>
                <a:buClr>
                  <a:srgbClr val="5EAEFF"/>
                </a:buClr>
                <a:buSzPct val="60000"/>
                <a:defRPr/>
              </a:pPr>
              <a:r>
                <a:rPr lang="en-US" altLang="zh-CN" sz="2000" b="1" dirty="0">
                  <a:solidFill>
                    <a:prstClr val="black"/>
                  </a:solidFill>
                  <a:latin typeface="Times New Roman" panose="02020603050405020304" pitchFamily="18" charset="0"/>
                  <a:ea typeface="楷体_GB2312"/>
                  <a:cs typeface="Times New Roman" pitchFamily="18" charset="0"/>
                </a:rPr>
                <a:t>		</a:t>
              </a:r>
              <a:r>
                <a:rPr lang="en-US" altLang="zh-CN" sz="2000" b="1" i="1" dirty="0">
                  <a:solidFill>
                    <a:prstClr val="black"/>
                  </a:solidFill>
                  <a:latin typeface="Times New Roman" panose="02020603050405020304" pitchFamily="18" charset="0"/>
                  <a:ea typeface="楷体_GB2312"/>
                  <a:cs typeface="Times New Roman" pitchFamily="18" charset="0"/>
                </a:rPr>
                <a:t>partition	       </a:t>
              </a:r>
              <a:r>
                <a:rPr lang="en-US" altLang="zh-CN" sz="2000" b="1" dirty="0">
                  <a:solidFill>
                    <a:prstClr val="black"/>
                  </a:solidFill>
                  <a:latin typeface="Times New Roman" panose="02020603050405020304" pitchFamily="18" charset="0"/>
                  <a:ea typeface="楷体_GB2312"/>
                  <a:cs typeface="Times New Roman" pitchFamily="18" charset="0"/>
                </a:rPr>
                <a:t>3</a:t>
              </a:r>
              <a:endParaRPr lang="en-US" altLang="zh-CN" sz="2400" b="1" dirty="0">
                <a:solidFill>
                  <a:prstClr val="black"/>
                </a:solidFill>
                <a:latin typeface="Times New Roman" panose="02020603050405020304" pitchFamily="18" charset="0"/>
                <a:ea typeface="楷体_GB2312"/>
                <a:cs typeface="Times New Roman" pitchFamily="18" charset="0"/>
              </a:endParaRPr>
            </a:p>
          </p:txBody>
        </p:sp>
        <p:cxnSp>
          <p:nvCxnSpPr>
            <p:cNvPr id="29" name="直接连接符 28">
              <a:extLst>
                <a:ext uri="{FF2B5EF4-FFF2-40B4-BE49-F238E27FC236}">
                  <a16:creationId xmlns:a16="http://schemas.microsoft.com/office/drawing/2014/main" id="{C0625CD9-50B1-43FA-A062-9084653A07E5}"/>
                </a:ext>
              </a:extLst>
            </p:cNvPr>
            <p:cNvCxnSpPr>
              <a:cxnSpLocks/>
            </p:cNvCxnSpPr>
            <p:nvPr/>
          </p:nvCxnSpPr>
          <p:spPr>
            <a:xfrm>
              <a:off x="5003799" y="798196"/>
              <a:ext cx="288250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5D190F2E-395B-4D34-B0C5-8AFE399229F0}"/>
                </a:ext>
              </a:extLst>
            </p:cNvPr>
            <p:cNvCxnSpPr>
              <a:cxnSpLocks/>
            </p:cNvCxnSpPr>
            <p:nvPr/>
          </p:nvCxnSpPr>
          <p:spPr>
            <a:xfrm>
              <a:off x="6921279" y="500048"/>
              <a:ext cx="0" cy="146726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 name="矩形 31">
            <a:extLst>
              <a:ext uri="{FF2B5EF4-FFF2-40B4-BE49-F238E27FC236}">
                <a16:creationId xmlns:a16="http://schemas.microsoft.com/office/drawing/2014/main" id="{FFC07006-8748-4C3F-B9D1-E45B5627D63E}"/>
              </a:ext>
            </a:extLst>
          </p:cNvPr>
          <p:cNvSpPr/>
          <p:nvPr/>
        </p:nvSpPr>
        <p:spPr>
          <a:xfrm>
            <a:off x="10079634" y="5603130"/>
            <a:ext cx="2061502" cy="523220"/>
          </a:xfrm>
          <a:prstGeom prst="rect">
            <a:avLst/>
          </a:prstGeom>
        </p:spPr>
        <p:txBody>
          <a:bodyPr wrap="square">
            <a:spAutoFit/>
          </a:bodyPr>
          <a:lstStyle/>
          <a:p>
            <a:pPr defTabSz="1219170" eaLnBrk="0" fontAlgn="base" hangingPunct="0">
              <a:spcBef>
                <a:spcPct val="0"/>
              </a:spcBef>
              <a:spcAft>
                <a:spcPct val="0"/>
              </a:spcAft>
            </a:pPr>
            <a:r>
              <a:rPr lang="zh-CN" altLang="en-US" sz="1400" b="1" dirty="0">
                <a:solidFill>
                  <a:srgbClr val="FF0000"/>
                </a:solidFill>
                <a:latin typeface="Times New Roman" panose="02020603050405020304" pitchFamily="18" charset="0"/>
                <a:ea typeface="楷体_GB2312" pitchFamily="49" charset="-122"/>
              </a:rPr>
              <a:t>不内嵌在任何其它块中的块，设其嵌套深度为</a:t>
            </a:r>
            <a:r>
              <a:rPr lang="en-US" altLang="zh-CN" sz="1400" b="1" dirty="0">
                <a:solidFill>
                  <a:srgbClr val="FF0000"/>
                </a:solidFill>
                <a:latin typeface="Times New Roman" panose="02020603050405020304" pitchFamily="18" charset="0"/>
                <a:ea typeface="楷体_GB2312" pitchFamily="49" charset="-122"/>
              </a:rPr>
              <a:t>1</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animEffect transition="in" filter="fade">
                                      <p:cBhvr>
                                        <p:cTn id="9" dur="500"/>
                                        <p:tgtEl>
                                          <p:spTgt spid="2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500" fill="hold"/>
                                        <p:tgtEl>
                                          <p:spTgt spid="2"/>
                                        </p:tgtEl>
                                        <p:attrNameLst>
                                          <p:attrName>ppt_w</p:attrName>
                                        </p:attrNameLst>
                                      </p:cBhvr>
                                      <p:tavLst>
                                        <p:tav tm="0">
                                          <p:val>
                                            <p:fltVal val="0"/>
                                          </p:val>
                                        </p:tav>
                                        <p:tav tm="100000">
                                          <p:val>
                                            <p:strVal val="#ppt_w"/>
                                          </p:val>
                                        </p:tav>
                                      </p:tavLst>
                                    </p:anim>
                                    <p:anim calcmode="lin" valueType="num">
                                      <p:cBhvr>
                                        <p:cTn id="20" dur="500" fill="hold"/>
                                        <p:tgtEl>
                                          <p:spTgt spid="2"/>
                                        </p:tgtEl>
                                        <p:attrNameLst>
                                          <p:attrName>ppt_h</p:attrName>
                                        </p:attrNameLst>
                                      </p:cBhvr>
                                      <p:tavLst>
                                        <p:tav tm="0">
                                          <p:val>
                                            <p:fltVal val="0"/>
                                          </p:val>
                                        </p:tav>
                                        <p:tav tm="100000">
                                          <p:val>
                                            <p:strVal val="#ppt_h"/>
                                          </p:val>
                                        </p:tav>
                                      </p:tavLst>
                                    </p:anim>
                                    <p:animEffect transition="in" filter="fade">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rPr>
              <a:t>s</a:t>
            </a:r>
          </a:p>
        </p:txBody>
      </p:sp>
      <p:sp>
        <p:nvSpPr>
          <p:cNvPr id="105475"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05476" name="Group 99"/>
          <p:cNvGrpSpPr>
            <a:grpSpLocks/>
          </p:cNvGrpSpPr>
          <p:nvPr/>
        </p:nvGrpSpPr>
        <p:grpSpPr bwMode="auto">
          <a:xfrm>
            <a:off x="5198534" y="592667"/>
            <a:ext cx="1231900" cy="863600"/>
            <a:chOff x="975" y="2750"/>
            <a:chExt cx="776" cy="544"/>
          </a:xfrm>
        </p:grpSpPr>
        <p:sp>
          <p:nvSpPr>
            <p:cNvPr id="18"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548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548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sp>
          <p:nvSpPr>
            <p:cNvPr id="105485"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22"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3"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05477"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5478" name="组合 113"/>
          <p:cNvGrpSpPr>
            <a:grpSpLocks/>
          </p:cNvGrpSpPr>
          <p:nvPr/>
        </p:nvGrpSpPr>
        <p:grpSpPr bwMode="auto">
          <a:xfrm>
            <a:off x="239185" y="3716867"/>
            <a:ext cx="4186767" cy="2305051"/>
            <a:chOff x="5003799" y="500048"/>
            <a:chExt cx="3282977" cy="1803794"/>
          </a:xfrm>
        </p:grpSpPr>
        <p:sp>
          <p:nvSpPr>
            <p:cNvPr id="26" name="Rectangle 4"/>
            <p:cNvSpPr>
              <a:spLocks noChangeArrowheads="1"/>
            </p:cNvSpPr>
            <p:nvPr/>
          </p:nvSpPr>
          <p:spPr bwMode="auto">
            <a:xfrm>
              <a:off x="5003799" y="500048"/>
              <a:ext cx="3282977" cy="1788886"/>
            </a:xfrm>
            <a:prstGeom prst="rect">
              <a:avLst/>
            </a:prstGeom>
            <a:solidFill>
              <a:schemeClr val="accent5">
                <a:lumMod val="60000"/>
                <a:lumOff val="40000"/>
                <a:alpha val="99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7" name="直接连接符 26"/>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234500"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234502" name="Line 21"/>
          <p:cNvSpPr>
            <a:spLocks noChangeShapeType="1"/>
          </p:cNvSpPr>
          <p:nvPr/>
        </p:nvSpPr>
        <p:spPr bwMode="auto">
          <a:xfrm flipH="1">
            <a:off x="7579784" y="2313518"/>
            <a:ext cx="1244600" cy="52070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7525"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sp>
        <p:nvSpPr>
          <p:cNvPr id="107526"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7527" name="组合 113"/>
          <p:cNvGrpSpPr>
            <a:grpSpLocks/>
          </p:cNvGrpSpPr>
          <p:nvPr/>
        </p:nvGrpSpPr>
        <p:grpSpPr bwMode="auto">
          <a:xfrm>
            <a:off x="239185" y="3716867"/>
            <a:ext cx="4186767" cy="2305051"/>
            <a:chOff x="5003799" y="500048"/>
            <a:chExt cx="3282977" cy="1803794"/>
          </a:xfrm>
        </p:grpSpPr>
        <p:sp>
          <p:nvSpPr>
            <p:cNvPr id="12"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13" name="直接连接符 12"/>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7528" name="Group 99"/>
          <p:cNvGrpSpPr>
            <a:grpSpLocks/>
          </p:cNvGrpSpPr>
          <p:nvPr/>
        </p:nvGrpSpPr>
        <p:grpSpPr bwMode="auto">
          <a:xfrm>
            <a:off x="5198534" y="592667"/>
            <a:ext cx="1231900" cy="863600"/>
            <a:chOff x="975" y="2750"/>
            <a:chExt cx="776" cy="544"/>
          </a:xfrm>
        </p:grpSpPr>
        <p:sp>
          <p:nvSpPr>
            <p:cNvPr id="26"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7539"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7540"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sp>
          <p:nvSpPr>
            <p:cNvPr id="107541"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30"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1"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4" name="Group 99"/>
          <p:cNvGrpSpPr>
            <a:grpSpLocks/>
          </p:cNvGrpSpPr>
          <p:nvPr/>
        </p:nvGrpSpPr>
        <p:grpSpPr bwMode="auto">
          <a:xfrm>
            <a:off x="5198534" y="1411817"/>
            <a:ext cx="1231900" cy="863600"/>
            <a:chOff x="975" y="2750"/>
            <a:chExt cx="776" cy="544"/>
          </a:xfrm>
        </p:grpSpPr>
        <p:sp>
          <p:nvSpPr>
            <p:cNvPr id="33"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753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r</a:t>
              </a:r>
            </a:p>
          </p:txBody>
        </p:sp>
        <p:sp>
          <p:nvSpPr>
            <p:cNvPr id="10753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a:t>
              </a:r>
            </a:p>
          </p:txBody>
        </p:sp>
        <p:sp>
          <p:nvSpPr>
            <p:cNvPr id="107535"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37"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8"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41" name="Freeform 56"/>
          <p:cNvSpPr>
            <a:spLocks/>
          </p:cNvSpPr>
          <p:nvPr/>
        </p:nvSpPr>
        <p:spPr bwMode="auto">
          <a:xfrm rot="-511685">
            <a:off x="6432551" y="1164167"/>
            <a:ext cx="245533" cy="66251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8"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234502"/>
                                        </p:tgtEl>
                                        <p:attrNameLst>
                                          <p:attrName>style.visibility</p:attrName>
                                        </p:attrNameLst>
                                      </p:cBhvr>
                                      <p:to>
                                        <p:strVal val="visible"/>
                                      </p:to>
                                    </p:set>
                                    <p:anim calcmode="lin" valueType="num">
                                      <p:cBhvr>
                                        <p:cTn id="7" dur="500" fill="hold"/>
                                        <p:tgtEl>
                                          <p:spTgt spid="234502"/>
                                        </p:tgtEl>
                                        <p:attrNameLst>
                                          <p:attrName>ppt_w</p:attrName>
                                        </p:attrNameLst>
                                      </p:cBhvr>
                                      <p:tavLst>
                                        <p:tav tm="0">
                                          <p:val>
                                            <p:fltVal val="0"/>
                                          </p:val>
                                        </p:tav>
                                        <p:tav tm="100000">
                                          <p:val>
                                            <p:strVal val="#ppt_w"/>
                                          </p:val>
                                        </p:tav>
                                      </p:tavLst>
                                    </p:anim>
                                    <p:anim calcmode="lin" valueType="num">
                                      <p:cBhvr>
                                        <p:cTn id="8" dur="500" fill="hold"/>
                                        <p:tgtEl>
                                          <p:spTgt spid="234502"/>
                                        </p:tgtEl>
                                        <p:attrNameLst>
                                          <p:attrName>ppt_h</p:attrName>
                                        </p:attrNameLst>
                                      </p:cBhvr>
                                      <p:tavLst>
                                        <p:tav tm="0">
                                          <p:val>
                                            <p:fltVal val="0"/>
                                          </p:val>
                                        </p:tav>
                                        <p:tav tm="100000">
                                          <p:val>
                                            <p:strVal val="#ppt_h"/>
                                          </p:val>
                                        </p:tav>
                                      </p:tavLst>
                                    </p:anim>
                                    <p:animEffect transition="in" filter="fade">
                                      <p:cBhvr>
                                        <p:cTn id="9" dur="500"/>
                                        <p:tgtEl>
                                          <p:spTgt spid="234502"/>
                                        </p:tgtEl>
                                      </p:cBhvr>
                                    </p:animEffect>
                                  </p:childTnLst>
                                </p:cTn>
                              </p:par>
                              <p:par>
                                <p:cTn id="10" presetID="53" presetClass="entr" presetSubtype="0" fill="hold" grpId="0" nodeType="withEffect">
                                  <p:stCondLst>
                                    <p:cond delay="0"/>
                                  </p:stCondLst>
                                  <p:childTnLst>
                                    <p:set>
                                      <p:cBhvr>
                                        <p:cTn id="11" dur="1" fill="hold">
                                          <p:stCondLst>
                                            <p:cond delay="0"/>
                                          </p:stCondLst>
                                        </p:cTn>
                                        <p:tgtEl>
                                          <p:spTgt spid="234500"/>
                                        </p:tgtEl>
                                        <p:attrNameLst>
                                          <p:attrName>style.visibility</p:attrName>
                                        </p:attrNameLst>
                                      </p:cBhvr>
                                      <p:to>
                                        <p:strVal val="visible"/>
                                      </p:to>
                                    </p:set>
                                    <p:anim calcmode="lin" valueType="num">
                                      <p:cBhvr>
                                        <p:cTn id="12" dur="500" fill="hold"/>
                                        <p:tgtEl>
                                          <p:spTgt spid="234500"/>
                                        </p:tgtEl>
                                        <p:attrNameLst>
                                          <p:attrName>ppt_w</p:attrName>
                                        </p:attrNameLst>
                                      </p:cBhvr>
                                      <p:tavLst>
                                        <p:tav tm="0">
                                          <p:val>
                                            <p:fltVal val="0"/>
                                          </p:val>
                                        </p:tav>
                                        <p:tav tm="100000">
                                          <p:val>
                                            <p:strVal val="#ppt_w"/>
                                          </p:val>
                                        </p:tav>
                                      </p:tavLst>
                                    </p:anim>
                                    <p:anim calcmode="lin" valueType="num">
                                      <p:cBhvr>
                                        <p:cTn id="13" dur="500" fill="hold"/>
                                        <p:tgtEl>
                                          <p:spTgt spid="234500"/>
                                        </p:tgtEl>
                                        <p:attrNameLst>
                                          <p:attrName>ppt_h</p:attrName>
                                        </p:attrNameLst>
                                      </p:cBhvr>
                                      <p:tavLst>
                                        <p:tav tm="0">
                                          <p:val>
                                            <p:fltVal val="0"/>
                                          </p:val>
                                        </p:tav>
                                        <p:tav tm="100000">
                                          <p:val>
                                            <p:strVal val="#ppt_h"/>
                                          </p:val>
                                        </p:tav>
                                      </p:tavLst>
                                    </p:anim>
                                    <p:animEffect transition="in" filter="fade">
                                      <p:cBhvr>
                                        <p:cTn id="14" dur="500"/>
                                        <p:tgtEl>
                                          <p:spTgt spid="234500"/>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41"/>
                                        </p:tgtEl>
                                        <p:attrNameLst>
                                          <p:attrName>style.visibility</p:attrName>
                                        </p:attrNameLst>
                                      </p:cBhvr>
                                      <p:to>
                                        <p:strVal val="visible"/>
                                      </p:to>
                                    </p:set>
                                    <p:anim calcmode="lin" valueType="num">
                                      <p:cBhvr>
                                        <p:cTn id="26" dur="500" fill="hold"/>
                                        <p:tgtEl>
                                          <p:spTgt spid="41"/>
                                        </p:tgtEl>
                                        <p:attrNameLst>
                                          <p:attrName>ppt_w</p:attrName>
                                        </p:attrNameLst>
                                      </p:cBhvr>
                                      <p:tavLst>
                                        <p:tav tm="0">
                                          <p:val>
                                            <p:fltVal val="0"/>
                                          </p:val>
                                        </p:tav>
                                        <p:tav tm="100000">
                                          <p:val>
                                            <p:strVal val="#ppt_w"/>
                                          </p:val>
                                        </p:tav>
                                      </p:tavLst>
                                    </p:anim>
                                    <p:anim calcmode="lin" valueType="num">
                                      <p:cBhvr>
                                        <p:cTn id="27" dur="500" fill="hold"/>
                                        <p:tgtEl>
                                          <p:spTgt spid="41"/>
                                        </p:tgtEl>
                                        <p:attrNameLst>
                                          <p:attrName>ppt_h</p:attrName>
                                        </p:attrNameLst>
                                      </p:cBhvr>
                                      <p:tavLst>
                                        <p:tav tm="0">
                                          <p:val>
                                            <p:fltVal val="0"/>
                                          </p:val>
                                        </p:tav>
                                        <p:tav tm="100000">
                                          <p:val>
                                            <p:strVal val="#ppt_h"/>
                                          </p:val>
                                        </p:tav>
                                      </p:tavLst>
                                    </p:anim>
                                    <p:animEffect transition="in" filter="fade">
                                      <p:cBhvr>
                                        <p:cTn id="28" dur="500"/>
                                        <p:tgtEl>
                                          <p:spTgt spid="4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28"/>
                                        </p:tgtEl>
                                        <p:attrNameLst>
                                          <p:attrName>style.visibility</p:attrName>
                                        </p:attrNameLst>
                                      </p:cBhvr>
                                      <p:to>
                                        <p:strVal val="visible"/>
                                      </p:to>
                                    </p:set>
                                    <p:anim calcmode="lin" valueType="num">
                                      <p:cBhvr>
                                        <p:cTn id="33" dur="500" fill="hold"/>
                                        <p:tgtEl>
                                          <p:spTgt spid="28"/>
                                        </p:tgtEl>
                                        <p:attrNameLst>
                                          <p:attrName>ppt_w</p:attrName>
                                        </p:attrNameLst>
                                      </p:cBhvr>
                                      <p:tavLst>
                                        <p:tav tm="0">
                                          <p:val>
                                            <p:fltVal val="0"/>
                                          </p:val>
                                        </p:tav>
                                        <p:tav tm="100000">
                                          <p:val>
                                            <p:strVal val="#ppt_w"/>
                                          </p:val>
                                        </p:tav>
                                      </p:tavLst>
                                    </p:anim>
                                    <p:anim calcmode="lin" valueType="num">
                                      <p:cBhvr>
                                        <p:cTn id="34" dur="500" fill="hold"/>
                                        <p:tgtEl>
                                          <p:spTgt spid="28"/>
                                        </p:tgtEl>
                                        <p:attrNameLst>
                                          <p:attrName>ppt_h</p:attrName>
                                        </p:attrNameLst>
                                      </p:cBhvr>
                                      <p:tavLst>
                                        <p:tav tm="0">
                                          <p:val>
                                            <p:fltVal val="0"/>
                                          </p:val>
                                        </p:tav>
                                        <p:tav tm="100000">
                                          <p:val>
                                            <p:strVal val="#ppt_h"/>
                                          </p:val>
                                        </p:tav>
                                      </p:tavLst>
                                    </p:anim>
                                    <p:animEffect transition="in" filter="fade">
                                      <p:cBhvr>
                                        <p:cTn id="35" dur="500"/>
                                        <p:tgtEl>
                                          <p:spTgt spid="28"/>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3" presetClass="exit" presetSubtype="32" fill="hold" nodeType="clickEffect">
                                  <p:stCondLst>
                                    <p:cond delay="0"/>
                                  </p:stCondLst>
                                  <p:childTnLst>
                                    <p:anim calcmode="lin" valueType="num">
                                      <p:cBhvr>
                                        <p:cTn id="39" dur="500"/>
                                        <p:tgtEl>
                                          <p:spTgt spid="4"/>
                                        </p:tgtEl>
                                        <p:attrNameLst>
                                          <p:attrName>ppt_w</p:attrName>
                                        </p:attrNameLst>
                                      </p:cBhvr>
                                      <p:tavLst>
                                        <p:tav tm="0">
                                          <p:val>
                                            <p:strVal val="ppt_w"/>
                                          </p:val>
                                        </p:tav>
                                        <p:tav tm="100000">
                                          <p:val>
                                            <p:fltVal val="0"/>
                                          </p:val>
                                        </p:tav>
                                      </p:tavLst>
                                    </p:anim>
                                    <p:anim calcmode="lin" valueType="num">
                                      <p:cBhvr>
                                        <p:cTn id="40" dur="500"/>
                                        <p:tgtEl>
                                          <p:spTgt spid="4"/>
                                        </p:tgtEl>
                                        <p:attrNameLst>
                                          <p:attrName>ppt_h</p:attrName>
                                        </p:attrNameLst>
                                      </p:cBhvr>
                                      <p:tavLst>
                                        <p:tav tm="0">
                                          <p:val>
                                            <p:strVal val="ppt_h"/>
                                          </p:val>
                                        </p:tav>
                                        <p:tav tm="100000">
                                          <p:val>
                                            <p:fltVal val="0"/>
                                          </p:val>
                                        </p:tav>
                                      </p:tavLst>
                                    </p:anim>
                                    <p:animEffect transition="out" filter="fade">
                                      <p:cBhvr>
                                        <p:cTn id="41" dur="500"/>
                                        <p:tgtEl>
                                          <p:spTgt spid="4"/>
                                        </p:tgtEl>
                                      </p:cBhvr>
                                    </p:animEffect>
                                    <p:set>
                                      <p:cBhvr>
                                        <p:cTn id="42" dur="1" fill="hold">
                                          <p:stCondLst>
                                            <p:cond delay="499"/>
                                          </p:stCondLst>
                                        </p:cTn>
                                        <p:tgtEl>
                                          <p:spTgt spid="4"/>
                                        </p:tgtEl>
                                        <p:attrNameLst>
                                          <p:attrName>style.visibility</p:attrName>
                                        </p:attrNameLst>
                                      </p:cBhvr>
                                      <p:to>
                                        <p:strVal val="hidden"/>
                                      </p:to>
                                    </p:set>
                                  </p:childTnLst>
                                </p:cTn>
                              </p:par>
                              <p:par>
                                <p:cTn id="43" presetID="53" presetClass="exit" presetSubtype="32" fill="hold" grpId="1" nodeType="withEffect">
                                  <p:stCondLst>
                                    <p:cond delay="0"/>
                                  </p:stCondLst>
                                  <p:childTnLst>
                                    <p:anim calcmode="lin" valueType="num">
                                      <p:cBhvr>
                                        <p:cTn id="44" dur="500"/>
                                        <p:tgtEl>
                                          <p:spTgt spid="41"/>
                                        </p:tgtEl>
                                        <p:attrNameLst>
                                          <p:attrName>ppt_w</p:attrName>
                                        </p:attrNameLst>
                                      </p:cBhvr>
                                      <p:tavLst>
                                        <p:tav tm="0">
                                          <p:val>
                                            <p:strVal val="ppt_w"/>
                                          </p:val>
                                        </p:tav>
                                        <p:tav tm="100000">
                                          <p:val>
                                            <p:fltVal val="0"/>
                                          </p:val>
                                        </p:tav>
                                      </p:tavLst>
                                    </p:anim>
                                    <p:anim calcmode="lin" valueType="num">
                                      <p:cBhvr>
                                        <p:cTn id="45" dur="500"/>
                                        <p:tgtEl>
                                          <p:spTgt spid="41"/>
                                        </p:tgtEl>
                                        <p:attrNameLst>
                                          <p:attrName>ppt_h</p:attrName>
                                        </p:attrNameLst>
                                      </p:cBhvr>
                                      <p:tavLst>
                                        <p:tav tm="0">
                                          <p:val>
                                            <p:strVal val="ppt_h"/>
                                          </p:val>
                                        </p:tav>
                                        <p:tav tm="100000">
                                          <p:val>
                                            <p:fltVal val="0"/>
                                          </p:val>
                                        </p:tav>
                                      </p:tavLst>
                                    </p:anim>
                                    <p:animEffect transition="out" filter="fade">
                                      <p:cBhvr>
                                        <p:cTn id="46" dur="500"/>
                                        <p:tgtEl>
                                          <p:spTgt spid="41"/>
                                        </p:tgtEl>
                                      </p:cBhvr>
                                    </p:animEffect>
                                    <p:set>
                                      <p:cBhvr>
                                        <p:cTn id="47" dur="1" fill="hold">
                                          <p:stCondLst>
                                            <p:cond delay="499"/>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500" grpId="0"/>
      <p:bldP spid="234502" grpId="0" animBg="1"/>
      <p:bldP spid="41" grpId="0" animBg="1"/>
      <p:bldP spid="41"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238595"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2"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238597"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5062"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38599"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8601"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7"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09578" name="Group 99"/>
          <p:cNvGrpSpPr>
            <a:grpSpLocks/>
          </p:cNvGrpSpPr>
          <p:nvPr/>
        </p:nvGrpSpPr>
        <p:grpSpPr bwMode="auto">
          <a:xfrm>
            <a:off x="5198534" y="592667"/>
            <a:ext cx="1231900" cy="863600"/>
            <a:chOff x="975" y="2750"/>
            <a:chExt cx="776" cy="544"/>
          </a:xfrm>
        </p:grpSpPr>
        <p:sp>
          <p:nvSpPr>
            <p:cNvPr id="16"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1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961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sp>
          <p:nvSpPr>
            <p:cNvPr id="109615"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20"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1"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09579"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9580" name="组合 113"/>
          <p:cNvGrpSpPr>
            <a:grpSpLocks/>
          </p:cNvGrpSpPr>
          <p:nvPr/>
        </p:nvGrpSpPr>
        <p:grpSpPr bwMode="auto">
          <a:xfrm>
            <a:off x="239185" y="3716867"/>
            <a:ext cx="4186767" cy="2305051"/>
            <a:chOff x="5003799" y="500048"/>
            <a:chExt cx="3282977" cy="1803794"/>
          </a:xfrm>
        </p:grpSpPr>
        <p:sp>
          <p:nvSpPr>
            <p:cNvPr id="24"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5" name="直接连接符 24"/>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oup 99"/>
          <p:cNvGrpSpPr>
            <a:grpSpLocks/>
          </p:cNvGrpSpPr>
          <p:nvPr/>
        </p:nvGrpSpPr>
        <p:grpSpPr bwMode="auto">
          <a:xfrm>
            <a:off x="5207000" y="1428751"/>
            <a:ext cx="1272117" cy="848783"/>
            <a:chOff x="948" y="2750"/>
            <a:chExt cx="802" cy="534"/>
          </a:xfrm>
        </p:grpSpPr>
        <p:sp>
          <p:nvSpPr>
            <p:cNvPr id="2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0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0960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sp>
          <p:nvSpPr>
            <p:cNvPr id="109606"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32"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3"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5" name="Group 99"/>
          <p:cNvGrpSpPr>
            <a:grpSpLocks/>
          </p:cNvGrpSpPr>
          <p:nvPr/>
        </p:nvGrpSpPr>
        <p:grpSpPr bwMode="auto">
          <a:xfrm>
            <a:off x="5207000" y="2277533"/>
            <a:ext cx="1272117" cy="846667"/>
            <a:chOff x="948" y="2750"/>
            <a:chExt cx="802" cy="534"/>
          </a:xfrm>
        </p:grpSpPr>
        <p:sp>
          <p:nvSpPr>
            <p:cNvPr id="3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(1, 9)</a:t>
              </a:r>
            </a:p>
          </p:txBody>
        </p:sp>
        <p:sp>
          <p:nvSpPr>
            <p:cNvPr id="10959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sp>
          <p:nvSpPr>
            <p:cNvPr id="109600"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4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43" name="Line 12"/>
          <p:cNvSpPr>
            <a:spLocks noChangeShapeType="1"/>
          </p:cNvSpPr>
          <p:nvPr/>
        </p:nvSpPr>
        <p:spPr bwMode="auto">
          <a:xfrm flipH="1">
            <a:off x="7509933" y="40364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4"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grpSp>
        <p:nvGrpSpPr>
          <p:cNvPr id="6" name="Group 99"/>
          <p:cNvGrpSpPr>
            <a:grpSpLocks/>
          </p:cNvGrpSpPr>
          <p:nvPr/>
        </p:nvGrpSpPr>
        <p:grpSpPr bwMode="auto">
          <a:xfrm>
            <a:off x="5207000" y="3141133"/>
            <a:ext cx="1272117" cy="846667"/>
            <a:chOff x="948" y="2750"/>
            <a:chExt cx="802" cy="534"/>
          </a:xfrm>
        </p:grpSpPr>
        <p:sp>
          <p:nvSpPr>
            <p:cNvPr id="4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0959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sp>
          <p:nvSpPr>
            <p:cNvPr id="109594"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52" name="任意多边形 51"/>
          <p:cNvSpPr/>
          <p:nvPr/>
        </p:nvSpPr>
        <p:spPr>
          <a:xfrm>
            <a:off x="6432552" y="1138767"/>
            <a:ext cx="613833" cy="2451100"/>
          </a:xfrm>
          <a:custGeom>
            <a:avLst/>
            <a:gdLst>
              <a:gd name="connsiteX0" fmla="*/ 0 w 460464"/>
              <a:gd name="connsiteY0" fmla="*/ 1768642 h 1768642"/>
              <a:gd name="connsiteX1" fmla="*/ 433137 w 460464"/>
              <a:gd name="connsiteY1" fmla="*/ 902369 h 1768642"/>
              <a:gd name="connsiteX2" fmla="*/ 372979 w 460464"/>
              <a:gd name="connsiteY2" fmla="*/ 156411 h 1768642"/>
              <a:gd name="connsiteX3" fmla="*/ 24063 w 460464"/>
              <a:gd name="connsiteY3" fmla="*/ 0 h 1768642"/>
            </a:gdLst>
            <a:ahLst/>
            <a:cxnLst>
              <a:cxn ang="0">
                <a:pos x="connsiteX0" y="connsiteY0"/>
              </a:cxn>
              <a:cxn ang="0">
                <a:pos x="connsiteX1" y="connsiteY1"/>
              </a:cxn>
              <a:cxn ang="0">
                <a:pos x="connsiteX2" y="connsiteY2"/>
              </a:cxn>
              <a:cxn ang="0">
                <a:pos x="connsiteX3" y="connsiteY3"/>
              </a:cxn>
            </a:cxnLst>
            <a:rect l="l" t="t" r="r" b="b"/>
            <a:pathLst>
              <a:path w="460464" h="1768642">
                <a:moveTo>
                  <a:pt x="0" y="1768642"/>
                </a:moveTo>
                <a:cubicBezTo>
                  <a:pt x="185487" y="1469858"/>
                  <a:pt x="370974" y="1171074"/>
                  <a:pt x="433137" y="902369"/>
                </a:cubicBezTo>
                <a:cubicBezTo>
                  <a:pt x="495300" y="633664"/>
                  <a:pt x="441158" y="306806"/>
                  <a:pt x="372979" y="156411"/>
                </a:cubicBezTo>
                <a:cubicBezTo>
                  <a:pt x="304800" y="6016"/>
                  <a:pt x="164431" y="3008"/>
                  <a:pt x="24063" y="0"/>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53" name="Freeform 56"/>
          <p:cNvSpPr>
            <a:spLocks/>
          </p:cNvSpPr>
          <p:nvPr/>
        </p:nvSpPr>
        <p:spPr bwMode="auto">
          <a:xfrm rot="-511685">
            <a:off x="6426201" y="2012951"/>
            <a:ext cx="368300" cy="60536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56" name="Freeform 56"/>
          <p:cNvSpPr>
            <a:spLocks/>
          </p:cNvSpPr>
          <p:nvPr/>
        </p:nvSpPr>
        <p:spPr bwMode="auto">
          <a:xfrm rot="-511685">
            <a:off x="6432552" y="1170518"/>
            <a:ext cx="171449" cy="662516"/>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8"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9" name="Line 22"/>
          <p:cNvSpPr>
            <a:spLocks noChangeShapeType="1"/>
          </p:cNvSpPr>
          <p:nvPr/>
        </p:nvSpPr>
        <p:spPr bwMode="auto">
          <a:xfrm flipH="1">
            <a:off x="7584018" y="3145368"/>
            <a:ext cx="946149" cy="47201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238597"/>
                                        </p:tgtEl>
                                        <p:attrNameLst>
                                          <p:attrName>style.visibility</p:attrName>
                                        </p:attrNameLst>
                                      </p:cBhvr>
                                      <p:to>
                                        <p:strVal val="visible"/>
                                      </p:to>
                                    </p:set>
                                    <p:anim calcmode="lin" valueType="num">
                                      <p:cBhvr>
                                        <p:cTn id="7" dur="500" fill="hold"/>
                                        <p:tgtEl>
                                          <p:spTgt spid="238597"/>
                                        </p:tgtEl>
                                        <p:attrNameLst>
                                          <p:attrName>ppt_w</p:attrName>
                                        </p:attrNameLst>
                                      </p:cBhvr>
                                      <p:tavLst>
                                        <p:tav tm="0">
                                          <p:val>
                                            <p:fltVal val="0"/>
                                          </p:val>
                                        </p:tav>
                                        <p:tav tm="100000">
                                          <p:val>
                                            <p:strVal val="#ppt_w"/>
                                          </p:val>
                                        </p:tav>
                                      </p:tavLst>
                                    </p:anim>
                                    <p:anim calcmode="lin" valueType="num">
                                      <p:cBhvr>
                                        <p:cTn id="8" dur="500" fill="hold"/>
                                        <p:tgtEl>
                                          <p:spTgt spid="238597"/>
                                        </p:tgtEl>
                                        <p:attrNameLst>
                                          <p:attrName>ppt_h</p:attrName>
                                        </p:attrNameLst>
                                      </p:cBhvr>
                                      <p:tavLst>
                                        <p:tav tm="0">
                                          <p:val>
                                            <p:fltVal val="0"/>
                                          </p:val>
                                        </p:tav>
                                        <p:tav tm="100000">
                                          <p:val>
                                            <p:strVal val="#ppt_h"/>
                                          </p:val>
                                        </p:tav>
                                      </p:tavLst>
                                    </p:anim>
                                    <p:animEffect transition="in" filter="fade">
                                      <p:cBhvr>
                                        <p:cTn id="9" dur="500"/>
                                        <p:tgtEl>
                                          <p:spTgt spid="238597"/>
                                        </p:tgtEl>
                                      </p:cBhvr>
                                    </p:animEffect>
                                  </p:childTnLst>
                                </p:cTn>
                              </p:par>
                              <p:par>
                                <p:cTn id="10" presetID="53" presetClass="entr" presetSubtype="0" fill="hold" nodeType="withEffect">
                                  <p:stCondLst>
                                    <p:cond delay="0"/>
                                  </p:stCondLst>
                                  <p:childTnLst>
                                    <p:set>
                                      <p:cBhvr>
                                        <p:cTn id="11" dur="1" fill="hold">
                                          <p:stCondLst>
                                            <p:cond delay="0"/>
                                          </p:stCondLst>
                                        </p:cTn>
                                        <p:tgtEl>
                                          <p:spTgt spid="238595"/>
                                        </p:tgtEl>
                                        <p:attrNameLst>
                                          <p:attrName>style.visibility</p:attrName>
                                        </p:attrNameLst>
                                      </p:cBhvr>
                                      <p:to>
                                        <p:strVal val="visible"/>
                                      </p:to>
                                    </p:set>
                                    <p:anim calcmode="lin" valueType="num">
                                      <p:cBhvr>
                                        <p:cTn id="12" dur="500" fill="hold"/>
                                        <p:tgtEl>
                                          <p:spTgt spid="238595"/>
                                        </p:tgtEl>
                                        <p:attrNameLst>
                                          <p:attrName>ppt_w</p:attrName>
                                        </p:attrNameLst>
                                      </p:cBhvr>
                                      <p:tavLst>
                                        <p:tav tm="0">
                                          <p:val>
                                            <p:fltVal val="0"/>
                                          </p:val>
                                        </p:tav>
                                        <p:tav tm="100000">
                                          <p:val>
                                            <p:strVal val="#ppt_w"/>
                                          </p:val>
                                        </p:tav>
                                      </p:tavLst>
                                    </p:anim>
                                    <p:anim calcmode="lin" valueType="num">
                                      <p:cBhvr>
                                        <p:cTn id="13" dur="500" fill="hold"/>
                                        <p:tgtEl>
                                          <p:spTgt spid="238595"/>
                                        </p:tgtEl>
                                        <p:attrNameLst>
                                          <p:attrName>ppt_h</p:attrName>
                                        </p:attrNameLst>
                                      </p:cBhvr>
                                      <p:tavLst>
                                        <p:tav tm="0">
                                          <p:val>
                                            <p:fltVal val="0"/>
                                          </p:val>
                                        </p:tav>
                                        <p:tav tm="100000">
                                          <p:val>
                                            <p:strVal val="#ppt_h"/>
                                          </p:val>
                                        </p:tav>
                                      </p:tavLst>
                                    </p:anim>
                                    <p:animEffect transition="in" filter="fade">
                                      <p:cBhvr>
                                        <p:cTn id="14" dur="500"/>
                                        <p:tgtEl>
                                          <p:spTgt spid="238595"/>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56"/>
                                        </p:tgtEl>
                                        <p:attrNameLst>
                                          <p:attrName>style.visibility</p:attrName>
                                        </p:attrNameLst>
                                      </p:cBhvr>
                                      <p:to>
                                        <p:strVal val="visible"/>
                                      </p:to>
                                    </p:set>
                                    <p:anim calcmode="lin" valueType="num">
                                      <p:cBhvr>
                                        <p:cTn id="26" dur="500" fill="hold"/>
                                        <p:tgtEl>
                                          <p:spTgt spid="56"/>
                                        </p:tgtEl>
                                        <p:attrNameLst>
                                          <p:attrName>ppt_w</p:attrName>
                                        </p:attrNameLst>
                                      </p:cBhvr>
                                      <p:tavLst>
                                        <p:tav tm="0">
                                          <p:val>
                                            <p:fltVal val="0"/>
                                          </p:val>
                                        </p:tav>
                                        <p:tav tm="100000">
                                          <p:val>
                                            <p:strVal val="#ppt_w"/>
                                          </p:val>
                                        </p:tav>
                                      </p:tavLst>
                                    </p:anim>
                                    <p:anim calcmode="lin" valueType="num">
                                      <p:cBhvr>
                                        <p:cTn id="27" dur="500" fill="hold"/>
                                        <p:tgtEl>
                                          <p:spTgt spid="56"/>
                                        </p:tgtEl>
                                        <p:attrNameLst>
                                          <p:attrName>ppt_h</p:attrName>
                                        </p:attrNameLst>
                                      </p:cBhvr>
                                      <p:tavLst>
                                        <p:tav tm="0">
                                          <p:val>
                                            <p:fltVal val="0"/>
                                          </p:val>
                                        </p:tav>
                                        <p:tav tm="100000">
                                          <p:val>
                                            <p:strVal val="#ppt_h"/>
                                          </p:val>
                                        </p:tav>
                                      </p:tavLst>
                                    </p:anim>
                                    <p:animEffect transition="in" filter="fade">
                                      <p:cBhvr>
                                        <p:cTn id="28" dur="500"/>
                                        <p:tgtEl>
                                          <p:spTgt spid="5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grpId="0" nodeType="clickEffect">
                                  <p:stCondLst>
                                    <p:cond delay="0"/>
                                  </p:stCondLst>
                                  <p:childTnLst>
                                    <p:set>
                                      <p:cBhvr>
                                        <p:cTn id="32" dur="1" fill="hold">
                                          <p:stCondLst>
                                            <p:cond delay="0"/>
                                          </p:stCondLst>
                                        </p:cTn>
                                        <p:tgtEl>
                                          <p:spTgt spid="238599"/>
                                        </p:tgtEl>
                                        <p:attrNameLst>
                                          <p:attrName>style.visibility</p:attrName>
                                        </p:attrNameLst>
                                      </p:cBhvr>
                                      <p:to>
                                        <p:strVal val="visible"/>
                                      </p:to>
                                    </p:set>
                                    <p:anim calcmode="lin" valueType="num">
                                      <p:cBhvr>
                                        <p:cTn id="33" dur="500" fill="hold"/>
                                        <p:tgtEl>
                                          <p:spTgt spid="238599"/>
                                        </p:tgtEl>
                                        <p:attrNameLst>
                                          <p:attrName>ppt_w</p:attrName>
                                        </p:attrNameLst>
                                      </p:cBhvr>
                                      <p:tavLst>
                                        <p:tav tm="0">
                                          <p:val>
                                            <p:fltVal val="0"/>
                                          </p:val>
                                        </p:tav>
                                        <p:tav tm="100000">
                                          <p:val>
                                            <p:strVal val="#ppt_w"/>
                                          </p:val>
                                        </p:tav>
                                      </p:tavLst>
                                    </p:anim>
                                    <p:anim calcmode="lin" valueType="num">
                                      <p:cBhvr>
                                        <p:cTn id="34" dur="500" fill="hold"/>
                                        <p:tgtEl>
                                          <p:spTgt spid="238599"/>
                                        </p:tgtEl>
                                        <p:attrNameLst>
                                          <p:attrName>ppt_h</p:attrName>
                                        </p:attrNameLst>
                                      </p:cBhvr>
                                      <p:tavLst>
                                        <p:tav tm="0">
                                          <p:val>
                                            <p:fltVal val="0"/>
                                          </p:val>
                                        </p:tav>
                                        <p:tav tm="100000">
                                          <p:val>
                                            <p:strVal val="#ppt_h"/>
                                          </p:val>
                                        </p:tav>
                                      </p:tavLst>
                                    </p:anim>
                                    <p:animEffect transition="in" filter="fade">
                                      <p:cBhvr>
                                        <p:cTn id="35" dur="500"/>
                                        <p:tgtEl>
                                          <p:spTgt spid="238599"/>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238601"/>
                                        </p:tgtEl>
                                        <p:attrNameLst>
                                          <p:attrName>style.visibility</p:attrName>
                                        </p:attrNameLst>
                                      </p:cBhvr>
                                      <p:to>
                                        <p:strVal val="visible"/>
                                      </p:to>
                                    </p:set>
                                    <p:anim calcmode="lin" valueType="num">
                                      <p:cBhvr>
                                        <p:cTn id="38" dur="500" fill="hold"/>
                                        <p:tgtEl>
                                          <p:spTgt spid="238601"/>
                                        </p:tgtEl>
                                        <p:attrNameLst>
                                          <p:attrName>ppt_w</p:attrName>
                                        </p:attrNameLst>
                                      </p:cBhvr>
                                      <p:tavLst>
                                        <p:tav tm="0">
                                          <p:val>
                                            <p:fltVal val="0"/>
                                          </p:val>
                                        </p:tav>
                                        <p:tav tm="100000">
                                          <p:val>
                                            <p:strVal val="#ppt_w"/>
                                          </p:val>
                                        </p:tav>
                                      </p:tavLst>
                                    </p:anim>
                                    <p:anim calcmode="lin" valueType="num">
                                      <p:cBhvr>
                                        <p:cTn id="39" dur="500" fill="hold"/>
                                        <p:tgtEl>
                                          <p:spTgt spid="238601"/>
                                        </p:tgtEl>
                                        <p:attrNameLst>
                                          <p:attrName>ppt_h</p:attrName>
                                        </p:attrNameLst>
                                      </p:cBhvr>
                                      <p:tavLst>
                                        <p:tav tm="0">
                                          <p:val>
                                            <p:fltVal val="0"/>
                                          </p:val>
                                        </p:tav>
                                        <p:tav tm="100000">
                                          <p:val>
                                            <p:strVal val="#ppt_h"/>
                                          </p:val>
                                        </p:tav>
                                      </p:tavLst>
                                    </p:anim>
                                    <p:animEffect transition="in" filter="fade">
                                      <p:cBhvr>
                                        <p:cTn id="40" dur="500"/>
                                        <p:tgtEl>
                                          <p:spTgt spid="238601"/>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16" fill="hold" nodeType="click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500" fill="hold"/>
                                        <p:tgtEl>
                                          <p:spTgt spid="5"/>
                                        </p:tgtEl>
                                        <p:attrNameLst>
                                          <p:attrName>ppt_w</p:attrName>
                                        </p:attrNameLst>
                                      </p:cBhvr>
                                      <p:tavLst>
                                        <p:tav tm="0">
                                          <p:val>
                                            <p:fltVal val="0"/>
                                          </p:val>
                                        </p:tav>
                                        <p:tav tm="100000">
                                          <p:val>
                                            <p:strVal val="#ppt_w"/>
                                          </p:val>
                                        </p:tav>
                                      </p:tavLst>
                                    </p:anim>
                                    <p:anim calcmode="lin" valueType="num">
                                      <p:cBhvr>
                                        <p:cTn id="46" dur="500" fill="hold"/>
                                        <p:tgtEl>
                                          <p:spTgt spid="5"/>
                                        </p:tgtEl>
                                        <p:attrNameLst>
                                          <p:attrName>ppt_h</p:attrName>
                                        </p:attrNameLst>
                                      </p:cBhvr>
                                      <p:tavLst>
                                        <p:tav tm="0">
                                          <p:val>
                                            <p:fltVal val="0"/>
                                          </p:val>
                                        </p:tav>
                                        <p:tav tm="100000">
                                          <p:val>
                                            <p:strVal val="#ppt_h"/>
                                          </p:val>
                                        </p:tav>
                                      </p:tavLst>
                                    </p:anim>
                                    <p:animEffect transition="in" filter="fade">
                                      <p:cBhvr>
                                        <p:cTn id="47" dur="500"/>
                                        <p:tgtEl>
                                          <p:spTgt spid="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16" fill="hold" grpId="0" nodeType="clickEffect">
                                  <p:stCondLst>
                                    <p:cond delay="0"/>
                                  </p:stCondLst>
                                  <p:childTnLst>
                                    <p:set>
                                      <p:cBhvr>
                                        <p:cTn id="51" dur="1" fill="hold">
                                          <p:stCondLst>
                                            <p:cond delay="0"/>
                                          </p:stCondLst>
                                        </p:cTn>
                                        <p:tgtEl>
                                          <p:spTgt spid="53"/>
                                        </p:tgtEl>
                                        <p:attrNameLst>
                                          <p:attrName>style.visibility</p:attrName>
                                        </p:attrNameLst>
                                      </p:cBhvr>
                                      <p:to>
                                        <p:strVal val="visible"/>
                                      </p:to>
                                    </p:set>
                                    <p:anim calcmode="lin" valueType="num">
                                      <p:cBhvr>
                                        <p:cTn id="52" dur="500" fill="hold"/>
                                        <p:tgtEl>
                                          <p:spTgt spid="53"/>
                                        </p:tgtEl>
                                        <p:attrNameLst>
                                          <p:attrName>ppt_w</p:attrName>
                                        </p:attrNameLst>
                                      </p:cBhvr>
                                      <p:tavLst>
                                        <p:tav tm="0">
                                          <p:val>
                                            <p:fltVal val="0"/>
                                          </p:val>
                                        </p:tav>
                                        <p:tav tm="100000">
                                          <p:val>
                                            <p:strVal val="#ppt_w"/>
                                          </p:val>
                                        </p:tav>
                                      </p:tavLst>
                                    </p:anim>
                                    <p:anim calcmode="lin" valueType="num">
                                      <p:cBhvr>
                                        <p:cTn id="53" dur="500" fill="hold"/>
                                        <p:tgtEl>
                                          <p:spTgt spid="53"/>
                                        </p:tgtEl>
                                        <p:attrNameLst>
                                          <p:attrName>ppt_h</p:attrName>
                                        </p:attrNameLst>
                                      </p:cBhvr>
                                      <p:tavLst>
                                        <p:tav tm="0">
                                          <p:val>
                                            <p:fltVal val="0"/>
                                          </p:val>
                                        </p:tav>
                                        <p:tav tm="100000">
                                          <p:val>
                                            <p:strVal val="#ppt_h"/>
                                          </p:val>
                                        </p:tav>
                                      </p:tavLst>
                                    </p:anim>
                                    <p:animEffect transition="in" filter="fade">
                                      <p:cBhvr>
                                        <p:cTn id="54" dur="500"/>
                                        <p:tgtEl>
                                          <p:spTgt spid="53"/>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43"/>
                                        </p:tgtEl>
                                        <p:attrNameLst>
                                          <p:attrName>style.visibility</p:attrName>
                                        </p:attrNameLst>
                                      </p:cBhvr>
                                      <p:to>
                                        <p:strVal val="visible"/>
                                      </p:to>
                                    </p:set>
                                    <p:anim calcmode="lin" valueType="num">
                                      <p:cBhvr>
                                        <p:cTn id="59" dur="500" fill="hold"/>
                                        <p:tgtEl>
                                          <p:spTgt spid="43"/>
                                        </p:tgtEl>
                                        <p:attrNameLst>
                                          <p:attrName>ppt_w</p:attrName>
                                        </p:attrNameLst>
                                      </p:cBhvr>
                                      <p:tavLst>
                                        <p:tav tm="0">
                                          <p:val>
                                            <p:fltVal val="0"/>
                                          </p:val>
                                        </p:tav>
                                        <p:tav tm="100000">
                                          <p:val>
                                            <p:strVal val="#ppt_w"/>
                                          </p:val>
                                        </p:tav>
                                      </p:tavLst>
                                    </p:anim>
                                    <p:anim calcmode="lin" valueType="num">
                                      <p:cBhvr>
                                        <p:cTn id="60" dur="500" fill="hold"/>
                                        <p:tgtEl>
                                          <p:spTgt spid="43"/>
                                        </p:tgtEl>
                                        <p:attrNameLst>
                                          <p:attrName>ppt_h</p:attrName>
                                        </p:attrNameLst>
                                      </p:cBhvr>
                                      <p:tavLst>
                                        <p:tav tm="0">
                                          <p:val>
                                            <p:fltVal val="0"/>
                                          </p:val>
                                        </p:tav>
                                        <p:tav tm="100000">
                                          <p:val>
                                            <p:strVal val="#ppt_h"/>
                                          </p:val>
                                        </p:tav>
                                      </p:tavLst>
                                    </p:anim>
                                    <p:animEffect transition="in" filter="fade">
                                      <p:cBhvr>
                                        <p:cTn id="61" dur="500"/>
                                        <p:tgtEl>
                                          <p:spTgt spid="43"/>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44"/>
                                        </p:tgtEl>
                                        <p:attrNameLst>
                                          <p:attrName>style.visibility</p:attrName>
                                        </p:attrNameLst>
                                      </p:cBhvr>
                                      <p:to>
                                        <p:strVal val="visible"/>
                                      </p:to>
                                    </p:set>
                                    <p:anim calcmode="lin" valueType="num">
                                      <p:cBhvr>
                                        <p:cTn id="64" dur="500" fill="hold"/>
                                        <p:tgtEl>
                                          <p:spTgt spid="44"/>
                                        </p:tgtEl>
                                        <p:attrNameLst>
                                          <p:attrName>ppt_w</p:attrName>
                                        </p:attrNameLst>
                                      </p:cBhvr>
                                      <p:tavLst>
                                        <p:tav tm="0">
                                          <p:val>
                                            <p:fltVal val="0"/>
                                          </p:val>
                                        </p:tav>
                                        <p:tav tm="100000">
                                          <p:val>
                                            <p:strVal val="#ppt_w"/>
                                          </p:val>
                                        </p:tav>
                                      </p:tavLst>
                                    </p:anim>
                                    <p:anim calcmode="lin" valueType="num">
                                      <p:cBhvr>
                                        <p:cTn id="65" dur="500" fill="hold"/>
                                        <p:tgtEl>
                                          <p:spTgt spid="44"/>
                                        </p:tgtEl>
                                        <p:attrNameLst>
                                          <p:attrName>ppt_h</p:attrName>
                                        </p:attrNameLst>
                                      </p:cBhvr>
                                      <p:tavLst>
                                        <p:tav tm="0">
                                          <p:val>
                                            <p:fltVal val="0"/>
                                          </p:val>
                                        </p:tav>
                                        <p:tav tm="100000">
                                          <p:val>
                                            <p:strVal val="#ppt_h"/>
                                          </p:val>
                                        </p:tav>
                                      </p:tavLst>
                                    </p:anim>
                                    <p:animEffect transition="in" filter="fade">
                                      <p:cBhvr>
                                        <p:cTn id="66" dur="500"/>
                                        <p:tgtEl>
                                          <p:spTgt spid="44"/>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53" presetClass="entr" presetSubtype="16" fill="hold" nodeType="click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500" fill="hold"/>
                                        <p:tgtEl>
                                          <p:spTgt spid="6"/>
                                        </p:tgtEl>
                                        <p:attrNameLst>
                                          <p:attrName>ppt_w</p:attrName>
                                        </p:attrNameLst>
                                      </p:cBhvr>
                                      <p:tavLst>
                                        <p:tav tm="0">
                                          <p:val>
                                            <p:fltVal val="0"/>
                                          </p:val>
                                        </p:tav>
                                        <p:tav tm="100000">
                                          <p:val>
                                            <p:strVal val="#ppt_w"/>
                                          </p:val>
                                        </p:tav>
                                      </p:tavLst>
                                    </p:anim>
                                    <p:anim calcmode="lin" valueType="num">
                                      <p:cBhvr>
                                        <p:cTn id="72" dur="500" fill="hold"/>
                                        <p:tgtEl>
                                          <p:spTgt spid="6"/>
                                        </p:tgtEl>
                                        <p:attrNameLst>
                                          <p:attrName>ppt_h</p:attrName>
                                        </p:attrNameLst>
                                      </p:cBhvr>
                                      <p:tavLst>
                                        <p:tav tm="0">
                                          <p:val>
                                            <p:fltVal val="0"/>
                                          </p:val>
                                        </p:tav>
                                        <p:tav tm="100000">
                                          <p:val>
                                            <p:strVal val="#ppt_h"/>
                                          </p:val>
                                        </p:tav>
                                      </p:tavLst>
                                    </p:anim>
                                    <p:animEffect transition="in" filter="fade">
                                      <p:cBhvr>
                                        <p:cTn id="73" dur="500"/>
                                        <p:tgtEl>
                                          <p:spTgt spid="6"/>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53" presetClass="entr" presetSubtype="16" fill="hold" nodeType="clickEffect">
                                  <p:stCondLst>
                                    <p:cond delay="0"/>
                                  </p:stCondLst>
                                  <p:childTnLst>
                                    <p:set>
                                      <p:cBhvr>
                                        <p:cTn id="77" dur="1" fill="hold">
                                          <p:stCondLst>
                                            <p:cond delay="0"/>
                                          </p:stCondLst>
                                        </p:cTn>
                                        <p:tgtEl>
                                          <p:spTgt spid="52"/>
                                        </p:tgtEl>
                                        <p:attrNameLst>
                                          <p:attrName>style.visibility</p:attrName>
                                        </p:attrNameLst>
                                      </p:cBhvr>
                                      <p:to>
                                        <p:strVal val="visible"/>
                                      </p:to>
                                    </p:set>
                                    <p:anim calcmode="lin" valueType="num">
                                      <p:cBhvr>
                                        <p:cTn id="78" dur="500" fill="hold"/>
                                        <p:tgtEl>
                                          <p:spTgt spid="52"/>
                                        </p:tgtEl>
                                        <p:attrNameLst>
                                          <p:attrName>ppt_w</p:attrName>
                                        </p:attrNameLst>
                                      </p:cBhvr>
                                      <p:tavLst>
                                        <p:tav tm="0">
                                          <p:val>
                                            <p:fltVal val="0"/>
                                          </p:val>
                                        </p:tav>
                                        <p:tav tm="100000">
                                          <p:val>
                                            <p:strVal val="#ppt_w"/>
                                          </p:val>
                                        </p:tav>
                                      </p:tavLst>
                                    </p:anim>
                                    <p:anim calcmode="lin" valueType="num">
                                      <p:cBhvr>
                                        <p:cTn id="79" dur="500" fill="hold"/>
                                        <p:tgtEl>
                                          <p:spTgt spid="52"/>
                                        </p:tgtEl>
                                        <p:attrNameLst>
                                          <p:attrName>ppt_h</p:attrName>
                                        </p:attrNameLst>
                                      </p:cBhvr>
                                      <p:tavLst>
                                        <p:tav tm="0">
                                          <p:val>
                                            <p:fltVal val="0"/>
                                          </p:val>
                                        </p:tav>
                                        <p:tav tm="100000">
                                          <p:val>
                                            <p:strVal val="#ppt_h"/>
                                          </p:val>
                                        </p:tav>
                                      </p:tavLst>
                                    </p:anim>
                                    <p:animEffect transition="in" filter="fade">
                                      <p:cBhvr>
                                        <p:cTn id="80" dur="500"/>
                                        <p:tgtEl>
                                          <p:spTgt spid="52"/>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53" presetClass="entr" presetSubtype="16" fill="hold" nodeType="clickEffect">
                                  <p:stCondLst>
                                    <p:cond delay="0"/>
                                  </p:stCondLst>
                                  <p:childTnLst>
                                    <p:set>
                                      <p:cBhvr>
                                        <p:cTn id="84" dur="1" fill="hold">
                                          <p:stCondLst>
                                            <p:cond delay="0"/>
                                          </p:stCondLst>
                                        </p:cTn>
                                        <p:tgtEl>
                                          <p:spTgt spid="48"/>
                                        </p:tgtEl>
                                        <p:attrNameLst>
                                          <p:attrName>style.visibility</p:attrName>
                                        </p:attrNameLst>
                                      </p:cBhvr>
                                      <p:to>
                                        <p:strVal val="visible"/>
                                      </p:to>
                                    </p:set>
                                    <p:anim calcmode="lin" valueType="num">
                                      <p:cBhvr>
                                        <p:cTn id="85" dur="500" fill="hold"/>
                                        <p:tgtEl>
                                          <p:spTgt spid="48"/>
                                        </p:tgtEl>
                                        <p:attrNameLst>
                                          <p:attrName>ppt_w</p:attrName>
                                        </p:attrNameLst>
                                      </p:cBhvr>
                                      <p:tavLst>
                                        <p:tav tm="0">
                                          <p:val>
                                            <p:fltVal val="0"/>
                                          </p:val>
                                        </p:tav>
                                        <p:tav tm="100000">
                                          <p:val>
                                            <p:strVal val="#ppt_w"/>
                                          </p:val>
                                        </p:tav>
                                      </p:tavLst>
                                    </p:anim>
                                    <p:anim calcmode="lin" valueType="num">
                                      <p:cBhvr>
                                        <p:cTn id="86" dur="500" fill="hold"/>
                                        <p:tgtEl>
                                          <p:spTgt spid="48"/>
                                        </p:tgtEl>
                                        <p:attrNameLst>
                                          <p:attrName>ppt_h</p:attrName>
                                        </p:attrNameLst>
                                      </p:cBhvr>
                                      <p:tavLst>
                                        <p:tav tm="0">
                                          <p:val>
                                            <p:fltVal val="0"/>
                                          </p:val>
                                        </p:tav>
                                        <p:tav tm="100000">
                                          <p:val>
                                            <p:strVal val="#ppt_h"/>
                                          </p:val>
                                        </p:tav>
                                      </p:tavLst>
                                    </p:anim>
                                    <p:animEffect transition="in" filter="fade">
                                      <p:cBhvr>
                                        <p:cTn id="87" dur="500"/>
                                        <p:tgtEl>
                                          <p:spTgt spid="48"/>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53" presetClass="exit" presetSubtype="32" fill="hold" nodeType="clickEffect">
                                  <p:stCondLst>
                                    <p:cond delay="0"/>
                                  </p:stCondLst>
                                  <p:childTnLst>
                                    <p:anim calcmode="lin" valueType="num">
                                      <p:cBhvr>
                                        <p:cTn id="91" dur="500"/>
                                        <p:tgtEl>
                                          <p:spTgt spid="6"/>
                                        </p:tgtEl>
                                        <p:attrNameLst>
                                          <p:attrName>ppt_w</p:attrName>
                                        </p:attrNameLst>
                                      </p:cBhvr>
                                      <p:tavLst>
                                        <p:tav tm="0">
                                          <p:val>
                                            <p:strVal val="ppt_w"/>
                                          </p:val>
                                        </p:tav>
                                        <p:tav tm="100000">
                                          <p:val>
                                            <p:fltVal val="0"/>
                                          </p:val>
                                        </p:tav>
                                      </p:tavLst>
                                    </p:anim>
                                    <p:anim calcmode="lin" valueType="num">
                                      <p:cBhvr>
                                        <p:cTn id="92" dur="500"/>
                                        <p:tgtEl>
                                          <p:spTgt spid="6"/>
                                        </p:tgtEl>
                                        <p:attrNameLst>
                                          <p:attrName>ppt_h</p:attrName>
                                        </p:attrNameLst>
                                      </p:cBhvr>
                                      <p:tavLst>
                                        <p:tav tm="0">
                                          <p:val>
                                            <p:strVal val="ppt_h"/>
                                          </p:val>
                                        </p:tav>
                                        <p:tav tm="100000">
                                          <p:val>
                                            <p:fltVal val="0"/>
                                          </p:val>
                                        </p:tav>
                                      </p:tavLst>
                                    </p:anim>
                                    <p:animEffect transition="out" filter="fade">
                                      <p:cBhvr>
                                        <p:cTn id="93" dur="500"/>
                                        <p:tgtEl>
                                          <p:spTgt spid="6"/>
                                        </p:tgtEl>
                                      </p:cBhvr>
                                    </p:animEffect>
                                    <p:set>
                                      <p:cBhvr>
                                        <p:cTn id="94" dur="1" fill="hold">
                                          <p:stCondLst>
                                            <p:cond delay="499"/>
                                          </p:stCondLst>
                                        </p:cTn>
                                        <p:tgtEl>
                                          <p:spTgt spid="6"/>
                                        </p:tgtEl>
                                        <p:attrNameLst>
                                          <p:attrName>style.visibility</p:attrName>
                                        </p:attrNameLst>
                                      </p:cBhvr>
                                      <p:to>
                                        <p:strVal val="hidden"/>
                                      </p:to>
                                    </p:set>
                                  </p:childTnLst>
                                </p:cTn>
                              </p:par>
                              <p:par>
                                <p:cTn id="95" presetID="53" presetClass="exit" presetSubtype="32" fill="hold" nodeType="withEffect">
                                  <p:stCondLst>
                                    <p:cond delay="0"/>
                                  </p:stCondLst>
                                  <p:childTnLst>
                                    <p:anim calcmode="lin" valueType="num">
                                      <p:cBhvr>
                                        <p:cTn id="96" dur="500"/>
                                        <p:tgtEl>
                                          <p:spTgt spid="52"/>
                                        </p:tgtEl>
                                        <p:attrNameLst>
                                          <p:attrName>ppt_w</p:attrName>
                                        </p:attrNameLst>
                                      </p:cBhvr>
                                      <p:tavLst>
                                        <p:tav tm="0">
                                          <p:val>
                                            <p:strVal val="ppt_w"/>
                                          </p:val>
                                        </p:tav>
                                        <p:tav tm="100000">
                                          <p:val>
                                            <p:fltVal val="0"/>
                                          </p:val>
                                        </p:tav>
                                      </p:tavLst>
                                    </p:anim>
                                    <p:anim calcmode="lin" valueType="num">
                                      <p:cBhvr>
                                        <p:cTn id="97" dur="500"/>
                                        <p:tgtEl>
                                          <p:spTgt spid="52"/>
                                        </p:tgtEl>
                                        <p:attrNameLst>
                                          <p:attrName>ppt_h</p:attrName>
                                        </p:attrNameLst>
                                      </p:cBhvr>
                                      <p:tavLst>
                                        <p:tav tm="0">
                                          <p:val>
                                            <p:strVal val="ppt_h"/>
                                          </p:val>
                                        </p:tav>
                                        <p:tav tm="100000">
                                          <p:val>
                                            <p:fltVal val="0"/>
                                          </p:val>
                                        </p:tav>
                                      </p:tavLst>
                                    </p:anim>
                                    <p:animEffect transition="out" filter="fade">
                                      <p:cBhvr>
                                        <p:cTn id="98" dur="500"/>
                                        <p:tgtEl>
                                          <p:spTgt spid="52"/>
                                        </p:tgtEl>
                                      </p:cBhvr>
                                    </p:animEffect>
                                    <p:set>
                                      <p:cBhvr>
                                        <p:cTn id="99" dur="1" fill="hold">
                                          <p:stCondLst>
                                            <p:cond delay="499"/>
                                          </p:stCondLst>
                                        </p:cTn>
                                        <p:tgtEl>
                                          <p:spTgt spid="52"/>
                                        </p:tgtEl>
                                        <p:attrNameLst>
                                          <p:attrName>style.visibility</p:attrName>
                                        </p:attrNameLst>
                                      </p:cBhvr>
                                      <p:to>
                                        <p:strVal val="hidden"/>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53" presetClass="entr" presetSubtype="0" fill="hold" nodeType="clickEffect">
                                  <p:stCondLst>
                                    <p:cond delay="0"/>
                                  </p:stCondLst>
                                  <p:childTnLst>
                                    <p:set>
                                      <p:cBhvr>
                                        <p:cTn id="103" dur="1" fill="hold">
                                          <p:stCondLst>
                                            <p:cond delay="0"/>
                                          </p:stCondLst>
                                        </p:cTn>
                                        <p:tgtEl>
                                          <p:spTgt spid="49"/>
                                        </p:tgtEl>
                                        <p:attrNameLst>
                                          <p:attrName>style.visibility</p:attrName>
                                        </p:attrNameLst>
                                      </p:cBhvr>
                                      <p:to>
                                        <p:strVal val="visible"/>
                                      </p:to>
                                    </p:set>
                                    <p:anim calcmode="lin" valueType="num">
                                      <p:cBhvr>
                                        <p:cTn id="104" dur="500" fill="hold"/>
                                        <p:tgtEl>
                                          <p:spTgt spid="49"/>
                                        </p:tgtEl>
                                        <p:attrNameLst>
                                          <p:attrName>ppt_w</p:attrName>
                                        </p:attrNameLst>
                                      </p:cBhvr>
                                      <p:tavLst>
                                        <p:tav tm="0">
                                          <p:val>
                                            <p:fltVal val="0"/>
                                          </p:val>
                                        </p:tav>
                                        <p:tav tm="100000">
                                          <p:val>
                                            <p:strVal val="#ppt_w"/>
                                          </p:val>
                                        </p:tav>
                                      </p:tavLst>
                                    </p:anim>
                                    <p:anim calcmode="lin" valueType="num">
                                      <p:cBhvr>
                                        <p:cTn id="105" dur="500" fill="hold"/>
                                        <p:tgtEl>
                                          <p:spTgt spid="49"/>
                                        </p:tgtEl>
                                        <p:attrNameLst>
                                          <p:attrName>ppt_h</p:attrName>
                                        </p:attrNameLst>
                                      </p:cBhvr>
                                      <p:tavLst>
                                        <p:tav tm="0">
                                          <p:val>
                                            <p:fltVal val="0"/>
                                          </p:val>
                                        </p:tav>
                                        <p:tav tm="100000">
                                          <p:val>
                                            <p:strVal val="#ppt_h"/>
                                          </p:val>
                                        </p:tav>
                                      </p:tavLst>
                                    </p:anim>
                                    <p:animEffect transition="in" filter="fade">
                                      <p:cBhvr>
                                        <p:cTn id="106" dur="500"/>
                                        <p:tgtEl>
                                          <p:spTgt spid="49"/>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53" presetClass="exit" presetSubtype="32" fill="hold" nodeType="clickEffect">
                                  <p:stCondLst>
                                    <p:cond delay="0"/>
                                  </p:stCondLst>
                                  <p:childTnLst>
                                    <p:anim calcmode="lin" valueType="num">
                                      <p:cBhvr>
                                        <p:cTn id="110" dur="500"/>
                                        <p:tgtEl>
                                          <p:spTgt spid="5"/>
                                        </p:tgtEl>
                                        <p:attrNameLst>
                                          <p:attrName>ppt_w</p:attrName>
                                        </p:attrNameLst>
                                      </p:cBhvr>
                                      <p:tavLst>
                                        <p:tav tm="0">
                                          <p:val>
                                            <p:strVal val="ppt_w"/>
                                          </p:val>
                                        </p:tav>
                                        <p:tav tm="100000">
                                          <p:val>
                                            <p:fltVal val="0"/>
                                          </p:val>
                                        </p:tav>
                                      </p:tavLst>
                                    </p:anim>
                                    <p:anim calcmode="lin" valueType="num">
                                      <p:cBhvr>
                                        <p:cTn id="111" dur="500"/>
                                        <p:tgtEl>
                                          <p:spTgt spid="5"/>
                                        </p:tgtEl>
                                        <p:attrNameLst>
                                          <p:attrName>ppt_h</p:attrName>
                                        </p:attrNameLst>
                                      </p:cBhvr>
                                      <p:tavLst>
                                        <p:tav tm="0">
                                          <p:val>
                                            <p:strVal val="ppt_h"/>
                                          </p:val>
                                        </p:tav>
                                        <p:tav tm="100000">
                                          <p:val>
                                            <p:fltVal val="0"/>
                                          </p:val>
                                        </p:tav>
                                      </p:tavLst>
                                    </p:anim>
                                    <p:animEffect transition="out" filter="fade">
                                      <p:cBhvr>
                                        <p:cTn id="112" dur="500"/>
                                        <p:tgtEl>
                                          <p:spTgt spid="5"/>
                                        </p:tgtEl>
                                      </p:cBhvr>
                                    </p:animEffect>
                                    <p:set>
                                      <p:cBhvr>
                                        <p:cTn id="113" dur="1" fill="hold">
                                          <p:stCondLst>
                                            <p:cond delay="499"/>
                                          </p:stCondLst>
                                        </p:cTn>
                                        <p:tgtEl>
                                          <p:spTgt spid="5"/>
                                        </p:tgtEl>
                                        <p:attrNameLst>
                                          <p:attrName>style.visibility</p:attrName>
                                        </p:attrNameLst>
                                      </p:cBhvr>
                                      <p:to>
                                        <p:strVal val="hidden"/>
                                      </p:to>
                                    </p:set>
                                  </p:childTnLst>
                                </p:cTn>
                              </p:par>
                              <p:par>
                                <p:cTn id="114" presetID="53" presetClass="exit" presetSubtype="32" fill="hold" grpId="1" nodeType="withEffect">
                                  <p:stCondLst>
                                    <p:cond delay="0"/>
                                  </p:stCondLst>
                                  <p:childTnLst>
                                    <p:anim calcmode="lin" valueType="num">
                                      <p:cBhvr>
                                        <p:cTn id="115" dur="500"/>
                                        <p:tgtEl>
                                          <p:spTgt spid="53"/>
                                        </p:tgtEl>
                                        <p:attrNameLst>
                                          <p:attrName>ppt_w</p:attrName>
                                        </p:attrNameLst>
                                      </p:cBhvr>
                                      <p:tavLst>
                                        <p:tav tm="0">
                                          <p:val>
                                            <p:strVal val="ppt_w"/>
                                          </p:val>
                                        </p:tav>
                                        <p:tav tm="100000">
                                          <p:val>
                                            <p:fltVal val="0"/>
                                          </p:val>
                                        </p:tav>
                                      </p:tavLst>
                                    </p:anim>
                                    <p:anim calcmode="lin" valueType="num">
                                      <p:cBhvr>
                                        <p:cTn id="116" dur="500"/>
                                        <p:tgtEl>
                                          <p:spTgt spid="53"/>
                                        </p:tgtEl>
                                        <p:attrNameLst>
                                          <p:attrName>ppt_h</p:attrName>
                                        </p:attrNameLst>
                                      </p:cBhvr>
                                      <p:tavLst>
                                        <p:tav tm="0">
                                          <p:val>
                                            <p:strVal val="ppt_h"/>
                                          </p:val>
                                        </p:tav>
                                        <p:tav tm="100000">
                                          <p:val>
                                            <p:fltVal val="0"/>
                                          </p:val>
                                        </p:tav>
                                      </p:tavLst>
                                    </p:anim>
                                    <p:animEffect transition="out" filter="fade">
                                      <p:cBhvr>
                                        <p:cTn id="117" dur="500"/>
                                        <p:tgtEl>
                                          <p:spTgt spid="53"/>
                                        </p:tgtEl>
                                      </p:cBhvr>
                                    </p:animEffect>
                                    <p:set>
                                      <p:cBhvr>
                                        <p:cTn id="118" dur="1" fill="hold">
                                          <p:stCondLst>
                                            <p:cond delay="499"/>
                                          </p:stCondLst>
                                        </p:cTn>
                                        <p:tgtEl>
                                          <p:spTgt spid="5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597" grpId="0" animBg="1"/>
      <p:bldP spid="238599" grpId="0" animBg="1"/>
      <p:bldP spid="238601" grpId="0"/>
      <p:bldP spid="43" grpId="0" animBg="1"/>
      <p:bldP spid="44" grpId="0"/>
      <p:bldP spid="53" grpId="0" animBg="1"/>
      <p:bldP spid="53" grpId="1" animBg="1"/>
      <p:bldP spid="5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111619"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11620"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111621"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6086"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6087" name="Line 22"/>
          <p:cNvSpPr>
            <a:spLocks noChangeShapeType="1"/>
          </p:cNvSpPr>
          <p:nvPr/>
        </p:nvSpPr>
        <p:spPr bwMode="auto">
          <a:xfrm flipH="1">
            <a:off x="7584018" y="3141134"/>
            <a:ext cx="946149" cy="472017"/>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44744" name="Line 23"/>
          <p:cNvSpPr>
            <a:spLocks noChangeShapeType="1"/>
          </p:cNvSpPr>
          <p:nvPr/>
        </p:nvSpPr>
        <p:spPr bwMode="auto">
          <a:xfrm flipH="1">
            <a:off x="8981017" y="314325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5"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244746" name="Rectangle 25"/>
          <p:cNvSpPr>
            <a:spLocks noChangeArrowheads="1"/>
          </p:cNvSpPr>
          <p:nvPr/>
        </p:nvSpPr>
        <p:spPr bwMode="auto">
          <a:xfrm>
            <a:off x="8401051" y="3613151"/>
            <a:ext cx="1286933" cy="709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244749" name="Rectangle 28"/>
          <p:cNvSpPr>
            <a:spLocks noChangeArrowheads="1"/>
          </p:cNvSpPr>
          <p:nvPr/>
        </p:nvSpPr>
        <p:spPr bwMode="auto">
          <a:xfrm>
            <a:off x="7495118" y="4559300"/>
            <a:ext cx="1289049"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244750" name="Line 29"/>
          <p:cNvSpPr>
            <a:spLocks noChangeShapeType="1"/>
          </p:cNvSpPr>
          <p:nvPr/>
        </p:nvSpPr>
        <p:spPr bwMode="auto">
          <a:xfrm flipH="1">
            <a:off x="7865534" y="4074584"/>
            <a:ext cx="802217" cy="5926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9"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11630" name="组合 113"/>
          <p:cNvGrpSpPr>
            <a:grpSpLocks/>
          </p:cNvGrpSpPr>
          <p:nvPr/>
        </p:nvGrpSpPr>
        <p:grpSpPr bwMode="auto">
          <a:xfrm>
            <a:off x="239185" y="3716867"/>
            <a:ext cx="4186767" cy="2305051"/>
            <a:chOff x="5003799" y="500048"/>
            <a:chExt cx="3282977" cy="1803794"/>
          </a:xfrm>
        </p:grpSpPr>
        <p:sp>
          <p:nvSpPr>
            <p:cNvPr id="21"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2" name="直接连接符 21"/>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31" name="Group 99"/>
          <p:cNvGrpSpPr>
            <a:grpSpLocks/>
          </p:cNvGrpSpPr>
          <p:nvPr/>
        </p:nvGrpSpPr>
        <p:grpSpPr bwMode="auto">
          <a:xfrm>
            <a:off x="5198534" y="592667"/>
            <a:ext cx="1231900" cy="863600"/>
            <a:chOff x="975" y="2750"/>
            <a:chExt cx="776" cy="544"/>
          </a:xfrm>
        </p:grpSpPr>
        <p:sp>
          <p:nvSpPr>
            <p:cNvPr id="25"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70"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11671"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sp>
          <p:nvSpPr>
            <p:cNvPr id="111672"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29"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0"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11632"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11633" name="Group 99"/>
          <p:cNvGrpSpPr>
            <a:grpSpLocks/>
          </p:cNvGrpSpPr>
          <p:nvPr/>
        </p:nvGrpSpPr>
        <p:grpSpPr bwMode="auto">
          <a:xfrm>
            <a:off x="5207000" y="1428751"/>
            <a:ext cx="1272117" cy="848783"/>
            <a:chOff x="948" y="2750"/>
            <a:chExt cx="802" cy="534"/>
          </a:xfrm>
        </p:grpSpPr>
        <p:sp>
          <p:nvSpPr>
            <p:cNvPr id="33"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6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1166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sp>
          <p:nvSpPr>
            <p:cNvPr id="111666"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37"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8"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7" name="Group 99"/>
          <p:cNvGrpSpPr>
            <a:grpSpLocks/>
          </p:cNvGrpSpPr>
          <p:nvPr/>
        </p:nvGrpSpPr>
        <p:grpSpPr bwMode="auto">
          <a:xfrm>
            <a:off x="5207000" y="2277533"/>
            <a:ext cx="1272117" cy="846667"/>
            <a:chOff x="948" y="2750"/>
            <a:chExt cx="802" cy="534"/>
          </a:xfrm>
        </p:grpSpPr>
        <p:sp>
          <p:nvSpPr>
            <p:cNvPr id="49"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(1, 3)</a:t>
              </a:r>
            </a:p>
          </p:txBody>
        </p:sp>
        <p:sp>
          <p:nvSpPr>
            <p:cNvPr id="11165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sp>
          <p:nvSpPr>
            <p:cNvPr id="111660"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3"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4"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8" name="Group 99"/>
          <p:cNvGrpSpPr>
            <a:grpSpLocks/>
          </p:cNvGrpSpPr>
          <p:nvPr/>
        </p:nvGrpSpPr>
        <p:grpSpPr bwMode="auto">
          <a:xfrm>
            <a:off x="5207000" y="3141133"/>
            <a:ext cx="1272117" cy="846667"/>
            <a:chOff x="948" y="2750"/>
            <a:chExt cx="802" cy="534"/>
          </a:xfrm>
        </p:grpSpPr>
        <p:sp>
          <p:nvSpPr>
            <p:cNvPr id="5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(1, 3)</a:t>
              </a:r>
            </a:p>
          </p:txBody>
        </p:sp>
        <p:sp>
          <p:nvSpPr>
            <p:cNvPr id="11165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sp>
          <p:nvSpPr>
            <p:cNvPr id="111654"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6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62"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p:spPr>
        <p:txBody>
          <a:bodyPr/>
          <a:lstStyle/>
          <a:p>
            <a:pPr defTabSz="1219170" fontAlgn="base">
              <a:spcBef>
                <a:spcPct val="0"/>
              </a:spcBef>
              <a:spcAft>
                <a:spcPct val="0"/>
              </a:spcAft>
              <a:defRPr/>
            </a:pPr>
            <a:endParaRPr lang="zh-CN" altLang="en-US" sz="1467" b="1">
              <a:solidFill>
                <a:prstClr val="black"/>
              </a:solidFill>
              <a:latin typeface="Times New Roman" panose="02020603050405020304" pitchFamily="18" charset="0"/>
              <a:ea typeface="宋体" pitchFamily="2" charset="-122"/>
            </a:endParaRPr>
          </a:p>
        </p:txBody>
      </p:sp>
      <p:sp>
        <p:nvSpPr>
          <p:cNvPr id="111637"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sp>
        <p:nvSpPr>
          <p:cNvPr id="64" name="Freeform 56"/>
          <p:cNvSpPr>
            <a:spLocks/>
          </p:cNvSpPr>
          <p:nvPr/>
        </p:nvSpPr>
        <p:spPr bwMode="auto">
          <a:xfrm rot="-511685">
            <a:off x="6434667" y="2874433"/>
            <a:ext cx="330200" cy="69426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39" name="Freeform 56"/>
          <p:cNvSpPr>
            <a:spLocks/>
          </p:cNvSpPr>
          <p:nvPr/>
        </p:nvSpPr>
        <p:spPr bwMode="auto">
          <a:xfrm rot="-511685">
            <a:off x="6432552" y="1170518"/>
            <a:ext cx="171449" cy="662516"/>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7" name="Line 12"/>
          <p:cNvSpPr>
            <a:spLocks noChangeShapeType="1"/>
          </p:cNvSpPr>
          <p:nvPr/>
        </p:nvSpPr>
        <p:spPr bwMode="auto">
          <a:xfrm flipH="1">
            <a:off x="7778751" y="49889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8" name="Rectangle 22"/>
          <p:cNvSpPr>
            <a:spLocks noChangeArrowheads="1"/>
          </p:cNvSpPr>
          <p:nvPr/>
        </p:nvSpPr>
        <p:spPr bwMode="auto">
          <a:xfrm>
            <a:off x="7560734" y="52768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grpSp>
        <p:nvGrpSpPr>
          <p:cNvPr id="9" name="Group 99"/>
          <p:cNvGrpSpPr>
            <a:grpSpLocks/>
          </p:cNvGrpSpPr>
          <p:nvPr/>
        </p:nvGrpSpPr>
        <p:grpSpPr bwMode="auto">
          <a:xfrm>
            <a:off x="5207000" y="4004733"/>
            <a:ext cx="1272117" cy="848784"/>
            <a:chOff x="948" y="2750"/>
            <a:chExt cx="802" cy="534"/>
          </a:xfrm>
        </p:grpSpPr>
        <p:sp>
          <p:nvSpPr>
            <p:cNvPr id="70"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46"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11647"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sp>
          <p:nvSpPr>
            <p:cNvPr id="111648"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74"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5"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3" name="任意多边形 2"/>
          <p:cNvSpPr/>
          <p:nvPr/>
        </p:nvSpPr>
        <p:spPr>
          <a:xfrm>
            <a:off x="6432551" y="1138767"/>
            <a:ext cx="586316" cy="3257551"/>
          </a:xfrm>
          <a:custGeom>
            <a:avLst/>
            <a:gdLst>
              <a:gd name="connsiteX0" fmla="*/ 0 w 438897"/>
              <a:gd name="connsiteY0" fmla="*/ 2442758 h 2442758"/>
              <a:gd name="connsiteX1" fmla="*/ 421105 w 438897"/>
              <a:gd name="connsiteY1" fmla="*/ 1347884 h 2442758"/>
              <a:gd name="connsiteX2" fmla="*/ 324853 w 438897"/>
              <a:gd name="connsiteY2" fmla="*/ 192852 h 2442758"/>
              <a:gd name="connsiteX3" fmla="*/ 0 w 438897"/>
              <a:gd name="connsiteY3" fmla="*/ 12379 h 2442758"/>
            </a:gdLst>
            <a:ahLst/>
            <a:cxnLst>
              <a:cxn ang="0">
                <a:pos x="connsiteX0" y="connsiteY0"/>
              </a:cxn>
              <a:cxn ang="0">
                <a:pos x="connsiteX1" y="connsiteY1"/>
              </a:cxn>
              <a:cxn ang="0">
                <a:pos x="connsiteX2" y="connsiteY2"/>
              </a:cxn>
              <a:cxn ang="0">
                <a:pos x="connsiteX3" y="connsiteY3"/>
              </a:cxn>
            </a:cxnLst>
            <a:rect l="l" t="t" r="r" b="b"/>
            <a:pathLst>
              <a:path w="438897" h="2442758">
                <a:moveTo>
                  <a:pt x="0" y="2442758"/>
                </a:moveTo>
                <a:cubicBezTo>
                  <a:pt x="183481" y="2082813"/>
                  <a:pt x="366963" y="1722868"/>
                  <a:pt x="421105" y="1347884"/>
                </a:cubicBezTo>
                <a:cubicBezTo>
                  <a:pt x="475247" y="972900"/>
                  <a:pt x="395037" y="415436"/>
                  <a:pt x="324853" y="192852"/>
                </a:cubicBezTo>
                <a:cubicBezTo>
                  <a:pt x="254669" y="-29732"/>
                  <a:pt x="127334" y="-8677"/>
                  <a:pt x="0" y="12379"/>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4" name="任意多边形 3"/>
          <p:cNvSpPr/>
          <p:nvPr/>
        </p:nvSpPr>
        <p:spPr>
          <a:xfrm>
            <a:off x="6400801" y="1155700"/>
            <a:ext cx="336551" cy="1475317"/>
          </a:xfrm>
          <a:custGeom>
            <a:avLst/>
            <a:gdLst>
              <a:gd name="connsiteX0" fmla="*/ 0 w 252896"/>
              <a:gd name="connsiteY0" fmla="*/ 1106905 h 1106905"/>
              <a:gd name="connsiteX1" fmla="*/ 252663 w 252896"/>
              <a:gd name="connsiteY1" fmla="*/ 204537 h 1106905"/>
              <a:gd name="connsiteX2" fmla="*/ 36095 w 252896"/>
              <a:gd name="connsiteY2" fmla="*/ 0 h 1106905"/>
            </a:gdLst>
            <a:ahLst/>
            <a:cxnLst>
              <a:cxn ang="0">
                <a:pos x="connsiteX0" y="connsiteY0"/>
              </a:cxn>
              <a:cxn ang="0">
                <a:pos x="connsiteX1" y="connsiteY1"/>
              </a:cxn>
              <a:cxn ang="0">
                <a:pos x="connsiteX2" y="connsiteY2"/>
              </a:cxn>
            </a:cxnLst>
            <a:rect l="l" t="t" r="r" b="b"/>
            <a:pathLst>
              <a:path w="252896" h="1106905">
                <a:moveTo>
                  <a:pt x="0" y="1106905"/>
                </a:moveTo>
                <a:cubicBezTo>
                  <a:pt x="123323" y="747963"/>
                  <a:pt x="246647" y="389021"/>
                  <a:pt x="252663" y="204537"/>
                </a:cubicBezTo>
                <a:cubicBezTo>
                  <a:pt x="258679" y="20053"/>
                  <a:pt x="147387" y="10026"/>
                  <a:pt x="36095" y="0"/>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244746"/>
                                        </p:tgtEl>
                                        <p:attrNameLst>
                                          <p:attrName>style.visibility</p:attrName>
                                        </p:attrNameLst>
                                      </p:cBhvr>
                                      <p:to>
                                        <p:strVal val="visible"/>
                                      </p:to>
                                    </p:set>
                                    <p:anim calcmode="lin" valueType="num">
                                      <p:cBhvr>
                                        <p:cTn id="7" dur="500" fill="hold"/>
                                        <p:tgtEl>
                                          <p:spTgt spid="244746"/>
                                        </p:tgtEl>
                                        <p:attrNameLst>
                                          <p:attrName>ppt_w</p:attrName>
                                        </p:attrNameLst>
                                      </p:cBhvr>
                                      <p:tavLst>
                                        <p:tav tm="0">
                                          <p:val>
                                            <p:fltVal val="0"/>
                                          </p:val>
                                        </p:tav>
                                        <p:tav tm="100000">
                                          <p:val>
                                            <p:strVal val="#ppt_w"/>
                                          </p:val>
                                        </p:tav>
                                      </p:tavLst>
                                    </p:anim>
                                    <p:anim calcmode="lin" valueType="num">
                                      <p:cBhvr>
                                        <p:cTn id="8" dur="500" fill="hold"/>
                                        <p:tgtEl>
                                          <p:spTgt spid="244746"/>
                                        </p:tgtEl>
                                        <p:attrNameLst>
                                          <p:attrName>ppt_h</p:attrName>
                                        </p:attrNameLst>
                                      </p:cBhvr>
                                      <p:tavLst>
                                        <p:tav tm="0">
                                          <p:val>
                                            <p:fltVal val="0"/>
                                          </p:val>
                                        </p:tav>
                                        <p:tav tm="100000">
                                          <p:val>
                                            <p:strVal val="#ppt_h"/>
                                          </p:val>
                                        </p:tav>
                                      </p:tavLst>
                                    </p:anim>
                                    <p:animEffect transition="in" filter="fade">
                                      <p:cBhvr>
                                        <p:cTn id="9" dur="500"/>
                                        <p:tgtEl>
                                          <p:spTgt spid="244746"/>
                                        </p:tgtEl>
                                      </p:cBhvr>
                                    </p:animEffect>
                                  </p:childTnLst>
                                </p:cTn>
                              </p:par>
                              <p:par>
                                <p:cTn id="10" presetID="53" presetClass="entr" presetSubtype="0" fill="hold" grpId="0" nodeType="withEffect">
                                  <p:stCondLst>
                                    <p:cond delay="0"/>
                                  </p:stCondLst>
                                  <p:childTnLst>
                                    <p:set>
                                      <p:cBhvr>
                                        <p:cTn id="11" dur="1" fill="hold">
                                          <p:stCondLst>
                                            <p:cond delay="0"/>
                                          </p:stCondLst>
                                        </p:cTn>
                                        <p:tgtEl>
                                          <p:spTgt spid="244744"/>
                                        </p:tgtEl>
                                        <p:attrNameLst>
                                          <p:attrName>style.visibility</p:attrName>
                                        </p:attrNameLst>
                                      </p:cBhvr>
                                      <p:to>
                                        <p:strVal val="visible"/>
                                      </p:to>
                                    </p:set>
                                    <p:anim calcmode="lin" valueType="num">
                                      <p:cBhvr>
                                        <p:cTn id="12" dur="500" fill="hold"/>
                                        <p:tgtEl>
                                          <p:spTgt spid="244744"/>
                                        </p:tgtEl>
                                        <p:attrNameLst>
                                          <p:attrName>ppt_w</p:attrName>
                                        </p:attrNameLst>
                                      </p:cBhvr>
                                      <p:tavLst>
                                        <p:tav tm="0">
                                          <p:val>
                                            <p:fltVal val="0"/>
                                          </p:val>
                                        </p:tav>
                                        <p:tav tm="100000">
                                          <p:val>
                                            <p:strVal val="#ppt_w"/>
                                          </p:val>
                                        </p:tav>
                                      </p:tavLst>
                                    </p:anim>
                                    <p:anim calcmode="lin" valueType="num">
                                      <p:cBhvr>
                                        <p:cTn id="13" dur="500" fill="hold"/>
                                        <p:tgtEl>
                                          <p:spTgt spid="244744"/>
                                        </p:tgtEl>
                                        <p:attrNameLst>
                                          <p:attrName>ppt_h</p:attrName>
                                        </p:attrNameLst>
                                      </p:cBhvr>
                                      <p:tavLst>
                                        <p:tav tm="0">
                                          <p:val>
                                            <p:fltVal val="0"/>
                                          </p:val>
                                        </p:tav>
                                        <p:tav tm="100000">
                                          <p:val>
                                            <p:strVal val="#ppt_h"/>
                                          </p:val>
                                        </p:tav>
                                      </p:tavLst>
                                    </p:anim>
                                    <p:animEffect transition="in" filter="fade">
                                      <p:cBhvr>
                                        <p:cTn id="14" dur="500"/>
                                        <p:tgtEl>
                                          <p:spTgt spid="244744"/>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Effect transition="in" filter="fade">
                                      <p:cBhvr>
                                        <p:cTn id="21" dur="500"/>
                                        <p:tgtEl>
                                          <p:spTgt spid="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16" fill="hold" nodeType="click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500" fill="hold"/>
                                        <p:tgtEl>
                                          <p:spTgt spid="4"/>
                                        </p:tgtEl>
                                        <p:attrNameLst>
                                          <p:attrName>ppt_w</p:attrName>
                                        </p:attrNameLst>
                                      </p:cBhvr>
                                      <p:tavLst>
                                        <p:tav tm="0">
                                          <p:val>
                                            <p:fltVal val="0"/>
                                          </p:val>
                                        </p:tav>
                                        <p:tav tm="100000">
                                          <p:val>
                                            <p:strVal val="#ppt_w"/>
                                          </p:val>
                                        </p:tav>
                                      </p:tavLst>
                                    </p:anim>
                                    <p:anim calcmode="lin" valueType="num">
                                      <p:cBhvr>
                                        <p:cTn id="27" dur="500" fill="hold"/>
                                        <p:tgtEl>
                                          <p:spTgt spid="4"/>
                                        </p:tgtEl>
                                        <p:attrNameLst>
                                          <p:attrName>ppt_h</p:attrName>
                                        </p:attrNameLst>
                                      </p:cBhvr>
                                      <p:tavLst>
                                        <p:tav tm="0">
                                          <p:val>
                                            <p:fltVal val="0"/>
                                          </p:val>
                                        </p:tav>
                                        <p:tav tm="100000">
                                          <p:val>
                                            <p:strVal val="#ppt_h"/>
                                          </p:val>
                                        </p:tav>
                                      </p:tavLst>
                                    </p:anim>
                                    <p:animEffect transition="in" filter="fade">
                                      <p:cBhvr>
                                        <p:cTn id="28" dur="500"/>
                                        <p:tgtEl>
                                          <p:spTgt spid="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grpId="0" nodeType="clickEffect">
                                  <p:stCondLst>
                                    <p:cond delay="0"/>
                                  </p:stCondLst>
                                  <p:childTnLst>
                                    <p:set>
                                      <p:cBhvr>
                                        <p:cTn id="32" dur="1" fill="hold">
                                          <p:stCondLst>
                                            <p:cond delay="0"/>
                                          </p:stCondLst>
                                        </p:cTn>
                                        <p:tgtEl>
                                          <p:spTgt spid="244750"/>
                                        </p:tgtEl>
                                        <p:attrNameLst>
                                          <p:attrName>style.visibility</p:attrName>
                                        </p:attrNameLst>
                                      </p:cBhvr>
                                      <p:to>
                                        <p:strVal val="visible"/>
                                      </p:to>
                                    </p:set>
                                    <p:anim calcmode="lin" valueType="num">
                                      <p:cBhvr>
                                        <p:cTn id="33" dur="500" fill="hold"/>
                                        <p:tgtEl>
                                          <p:spTgt spid="244750"/>
                                        </p:tgtEl>
                                        <p:attrNameLst>
                                          <p:attrName>ppt_w</p:attrName>
                                        </p:attrNameLst>
                                      </p:cBhvr>
                                      <p:tavLst>
                                        <p:tav tm="0">
                                          <p:val>
                                            <p:fltVal val="0"/>
                                          </p:val>
                                        </p:tav>
                                        <p:tav tm="100000">
                                          <p:val>
                                            <p:strVal val="#ppt_w"/>
                                          </p:val>
                                        </p:tav>
                                      </p:tavLst>
                                    </p:anim>
                                    <p:anim calcmode="lin" valueType="num">
                                      <p:cBhvr>
                                        <p:cTn id="34" dur="500" fill="hold"/>
                                        <p:tgtEl>
                                          <p:spTgt spid="244750"/>
                                        </p:tgtEl>
                                        <p:attrNameLst>
                                          <p:attrName>ppt_h</p:attrName>
                                        </p:attrNameLst>
                                      </p:cBhvr>
                                      <p:tavLst>
                                        <p:tav tm="0">
                                          <p:val>
                                            <p:fltVal val="0"/>
                                          </p:val>
                                        </p:tav>
                                        <p:tav tm="100000">
                                          <p:val>
                                            <p:strVal val="#ppt_h"/>
                                          </p:val>
                                        </p:tav>
                                      </p:tavLst>
                                    </p:anim>
                                    <p:animEffect transition="in" filter="fade">
                                      <p:cBhvr>
                                        <p:cTn id="35" dur="500"/>
                                        <p:tgtEl>
                                          <p:spTgt spid="244750"/>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244749"/>
                                        </p:tgtEl>
                                        <p:attrNameLst>
                                          <p:attrName>style.visibility</p:attrName>
                                        </p:attrNameLst>
                                      </p:cBhvr>
                                      <p:to>
                                        <p:strVal val="visible"/>
                                      </p:to>
                                    </p:set>
                                    <p:anim calcmode="lin" valueType="num">
                                      <p:cBhvr>
                                        <p:cTn id="38" dur="500" fill="hold"/>
                                        <p:tgtEl>
                                          <p:spTgt spid="244749"/>
                                        </p:tgtEl>
                                        <p:attrNameLst>
                                          <p:attrName>ppt_w</p:attrName>
                                        </p:attrNameLst>
                                      </p:cBhvr>
                                      <p:tavLst>
                                        <p:tav tm="0">
                                          <p:val>
                                            <p:fltVal val="0"/>
                                          </p:val>
                                        </p:tav>
                                        <p:tav tm="100000">
                                          <p:val>
                                            <p:strVal val="#ppt_w"/>
                                          </p:val>
                                        </p:tav>
                                      </p:tavLst>
                                    </p:anim>
                                    <p:anim calcmode="lin" valueType="num">
                                      <p:cBhvr>
                                        <p:cTn id="39" dur="500" fill="hold"/>
                                        <p:tgtEl>
                                          <p:spTgt spid="244749"/>
                                        </p:tgtEl>
                                        <p:attrNameLst>
                                          <p:attrName>ppt_h</p:attrName>
                                        </p:attrNameLst>
                                      </p:cBhvr>
                                      <p:tavLst>
                                        <p:tav tm="0">
                                          <p:val>
                                            <p:fltVal val="0"/>
                                          </p:val>
                                        </p:tav>
                                        <p:tav tm="100000">
                                          <p:val>
                                            <p:strVal val="#ppt_h"/>
                                          </p:val>
                                        </p:tav>
                                      </p:tavLst>
                                    </p:anim>
                                    <p:animEffect transition="in" filter="fade">
                                      <p:cBhvr>
                                        <p:cTn id="40" dur="500"/>
                                        <p:tgtEl>
                                          <p:spTgt spid="24474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16" fill="hold" nodeType="click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p:cTn id="45" dur="500" fill="hold"/>
                                        <p:tgtEl>
                                          <p:spTgt spid="8"/>
                                        </p:tgtEl>
                                        <p:attrNameLst>
                                          <p:attrName>ppt_w</p:attrName>
                                        </p:attrNameLst>
                                      </p:cBhvr>
                                      <p:tavLst>
                                        <p:tav tm="0">
                                          <p:val>
                                            <p:fltVal val="0"/>
                                          </p:val>
                                        </p:tav>
                                        <p:tav tm="100000">
                                          <p:val>
                                            <p:strVal val="#ppt_w"/>
                                          </p:val>
                                        </p:tav>
                                      </p:tavLst>
                                    </p:anim>
                                    <p:anim calcmode="lin" valueType="num">
                                      <p:cBhvr>
                                        <p:cTn id="46" dur="500" fill="hold"/>
                                        <p:tgtEl>
                                          <p:spTgt spid="8"/>
                                        </p:tgtEl>
                                        <p:attrNameLst>
                                          <p:attrName>ppt_h</p:attrName>
                                        </p:attrNameLst>
                                      </p:cBhvr>
                                      <p:tavLst>
                                        <p:tav tm="0">
                                          <p:val>
                                            <p:fltVal val="0"/>
                                          </p:val>
                                        </p:tav>
                                        <p:tav tm="100000">
                                          <p:val>
                                            <p:strVal val="#ppt_h"/>
                                          </p:val>
                                        </p:tav>
                                      </p:tavLst>
                                    </p:anim>
                                    <p:animEffect transition="in" filter="fade">
                                      <p:cBhvr>
                                        <p:cTn id="47" dur="500"/>
                                        <p:tgtEl>
                                          <p:spTgt spid="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16" fill="hold" grpId="0" nodeType="clickEffect">
                                  <p:stCondLst>
                                    <p:cond delay="0"/>
                                  </p:stCondLst>
                                  <p:childTnLst>
                                    <p:set>
                                      <p:cBhvr>
                                        <p:cTn id="51" dur="1" fill="hold">
                                          <p:stCondLst>
                                            <p:cond delay="0"/>
                                          </p:stCondLst>
                                        </p:cTn>
                                        <p:tgtEl>
                                          <p:spTgt spid="64"/>
                                        </p:tgtEl>
                                        <p:attrNameLst>
                                          <p:attrName>style.visibility</p:attrName>
                                        </p:attrNameLst>
                                      </p:cBhvr>
                                      <p:to>
                                        <p:strVal val="visible"/>
                                      </p:to>
                                    </p:set>
                                    <p:anim calcmode="lin" valueType="num">
                                      <p:cBhvr>
                                        <p:cTn id="52" dur="500" fill="hold"/>
                                        <p:tgtEl>
                                          <p:spTgt spid="64"/>
                                        </p:tgtEl>
                                        <p:attrNameLst>
                                          <p:attrName>ppt_w</p:attrName>
                                        </p:attrNameLst>
                                      </p:cBhvr>
                                      <p:tavLst>
                                        <p:tav tm="0">
                                          <p:val>
                                            <p:fltVal val="0"/>
                                          </p:val>
                                        </p:tav>
                                        <p:tav tm="100000">
                                          <p:val>
                                            <p:strVal val="#ppt_w"/>
                                          </p:val>
                                        </p:tav>
                                      </p:tavLst>
                                    </p:anim>
                                    <p:anim calcmode="lin" valueType="num">
                                      <p:cBhvr>
                                        <p:cTn id="53" dur="500" fill="hold"/>
                                        <p:tgtEl>
                                          <p:spTgt spid="64"/>
                                        </p:tgtEl>
                                        <p:attrNameLst>
                                          <p:attrName>ppt_h</p:attrName>
                                        </p:attrNameLst>
                                      </p:cBhvr>
                                      <p:tavLst>
                                        <p:tav tm="0">
                                          <p:val>
                                            <p:fltVal val="0"/>
                                          </p:val>
                                        </p:tav>
                                        <p:tav tm="100000">
                                          <p:val>
                                            <p:strVal val="#ppt_h"/>
                                          </p:val>
                                        </p:tav>
                                      </p:tavLst>
                                    </p:anim>
                                    <p:animEffect transition="in" filter="fade">
                                      <p:cBhvr>
                                        <p:cTn id="54" dur="500"/>
                                        <p:tgtEl>
                                          <p:spTgt spid="64"/>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p:cTn id="59" dur="500" fill="hold"/>
                                        <p:tgtEl>
                                          <p:spTgt spid="67"/>
                                        </p:tgtEl>
                                        <p:attrNameLst>
                                          <p:attrName>ppt_w</p:attrName>
                                        </p:attrNameLst>
                                      </p:cBhvr>
                                      <p:tavLst>
                                        <p:tav tm="0">
                                          <p:val>
                                            <p:fltVal val="0"/>
                                          </p:val>
                                        </p:tav>
                                        <p:tav tm="100000">
                                          <p:val>
                                            <p:strVal val="#ppt_w"/>
                                          </p:val>
                                        </p:tav>
                                      </p:tavLst>
                                    </p:anim>
                                    <p:anim calcmode="lin" valueType="num">
                                      <p:cBhvr>
                                        <p:cTn id="60" dur="500" fill="hold"/>
                                        <p:tgtEl>
                                          <p:spTgt spid="67"/>
                                        </p:tgtEl>
                                        <p:attrNameLst>
                                          <p:attrName>ppt_h</p:attrName>
                                        </p:attrNameLst>
                                      </p:cBhvr>
                                      <p:tavLst>
                                        <p:tav tm="0">
                                          <p:val>
                                            <p:fltVal val="0"/>
                                          </p:val>
                                        </p:tav>
                                        <p:tav tm="100000">
                                          <p:val>
                                            <p:strVal val="#ppt_h"/>
                                          </p:val>
                                        </p:tav>
                                      </p:tavLst>
                                    </p:anim>
                                    <p:animEffect transition="in" filter="fade">
                                      <p:cBhvr>
                                        <p:cTn id="61" dur="500"/>
                                        <p:tgtEl>
                                          <p:spTgt spid="67"/>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68"/>
                                        </p:tgtEl>
                                        <p:attrNameLst>
                                          <p:attrName>style.visibility</p:attrName>
                                        </p:attrNameLst>
                                      </p:cBhvr>
                                      <p:to>
                                        <p:strVal val="visible"/>
                                      </p:to>
                                    </p:set>
                                    <p:anim calcmode="lin" valueType="num">
                                      <p:cBhvr>
                                        <p:cTn id="64" dur="500" fill="hold"/>
                                        <p:tgtEl>
                                          <p:spTgt spid="68"/>
                                        </p:tgtEl>
                                        <p:attrNameLst>
                                          <p:attrName>ppt_w</p:attrName>
                                        </p:attrNameLst>
                                      </p:cBhvr>
                                      <p:tavLst>
                                        <p:tav tm="0">
                                          <p:val>
                                            <p:fltVal val="0"/>
                                          </p:val>
                                        </p:tav>
                                        <p:tav tm="100000">
                                          <p:val>
                                            <p:strVal val="#ppt_w"/>
                                          </p:val>
                                        </p:tav>
                                      </p:tavLst>
                                    </p:anim>
                                    <p:anim calcmode="lin" valueType="num">
                                      <p:cBhvr>
                                        <p:cTn id="65" dur="500" fill="hold"/>
                                        <p:tgtEl>
                                          <p:spTgt spid="68"/>
                                        </p:tgtEl>
                                        <p:attrNameLst>
                                          <p:attrName>ppt_h</p:attrName>
                                        </p:attrNameLst>
                                      </p:cBhvr>
                                      <p:tavLst>
                                        <p:tav tm="0">
                                          <p:val>
                                            <p:fltVal val="0"/>
                                          </p:val>
                                        </p:tav>
                                        <p:tav tm="100000">
                                          <p:val>
                                            <p:strVal val="#ppt_h"/>
                                          </p:val>
                                        </p:tav>
                                      </p:tavLst>
                                    </p:anim>
                                    <p:animEffect transition="in" filter="fade">
                                      <p:cBhvr>
                                        <p:cTn id="66" dur="500"/>
                                        <p:tgtEl>
                                          <p:spTgt spid="6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53" presetClass="entr" presetSubtype="16"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 calcmode="lin" valueType="num">
                                      <p:cBhvr>
                                        <p:cTn id="71" dur="500" fill="hold"/>
                                        <p:tgtEl>
                                          <p:spTgt spid="9"/>
                                        </p:tgtEl>
                                        <p:attrNameLst>
                                          <p:attrName>ppt_w</p:attrName>
                                        </p:attrNameLst>
                                      </p:cBhvr>
                                      <p:tavLst>
                                        <p:tav tm="0">
                                          <p:val>
                                            <p:fltVal val="0"/>
                                          </p:val>
                                        </p:tav>
                                        <p:tav tm="100000">
                                          <p:val>
                                            <p:strVal val="#ppt_w"/>
                                          </p:val>
                                        </p:tav>
                                      </p:tavLst>
                                    </p:anim>
                                    <p:anim calcmode="lin" valueType="num">
                                      <p:cBhvr>
                                        <p:cTn id="72" dur="500" fill="hold"/>
                                        <p:tgtEl>
                                          <p:spTgt spid="9"/>
                                        </p:tgtEl>
                                        <p:attrNameLst>
                                          <p:attrName>ppt_h</p:attrName>
                                        </p:attrNameLst>
                                      </p:cBhvr>
                                      <p:tavLst>
                                        <p:tav tm="0">
                                          <p:val>
                                            <p:fltVal val="0"/>
                                          </p:val>
                                        </p:tav>
                                        <p:tav tm="100000">
                                          <p:val>
                                            <p:strVal val="#ppt_h"/>
                                          </p:val>
                                        </p:tav>
                                      </p:tavLst>
                                    </p:anim>
                                    <p:animEffect transition="in" filter="fade">
                                      <p:cBhvr>
                                        <p:cTn id="73" dur="500"/>
                                        <p:tgtEl>
                                          <p:spTgt spid="9"/>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53" presetClass="entr" presetSubtype="16" fill="hold" nodeType="clickEffect">
                                  <p:stCondLst>
                                    <p:cond delay="0"/>
                                  </p:stCondLst>
                                  <p:childTnLst>
                                    <p:set>
                                      <p:cBhvr>
                                        <p:cTn id="77" dur="1" fill="hold">
                                          <p:stCondLst>
                                            <p:cond delay="0"/>
                                          </p:stCondLst>
                                        </p:cTn>
                                        <p:tgtEl>
                                          <p:spTgt spid="3"/>
                                        </p:tgtEl>
                                        <p:attrNameLst>
                                          <p:attrName>style.visibility</p:attrName>
                                        </p:attrNameLst>
                                      </p:cBhvr>
                                      <p:to>
                                        <p:strVal val="visible"/>
                                      </p:to>
                                    </p:set>
                                    <p:anim calcmode="lin" valueType="num">
                                      <p:cBhvr>
                                        <p:cTn id="78" dur="500" fill="hold"/>
                                        <p:tgtEl>
                                          <p:spTgt spid="3"/>
                                        </p:tgtEl>
                                        <p:attrNameLst>
                                          <p:attrName>ppt_w</p:attrName>
                                        </p:attrNameLst>
                                      </p:cBhvr>
                                      <p:tavLst>
                                        <p:tav tm="0">
                                          <p:val>
                                            <p:fltVal val="0"/>
                                          </p:val>
                                        </p:tav>
                                        <p:tav tm="100000">
                                          <p:val>
                                            <p:strVal val="#ppt_w"/>
                                          </p:val>
                                        </p:tav>
                                      </p:tavLst>
                                    </p:anim>
                                    <p:anim calcmode="lin" valueType="num">
                                      <p:cBhvr>
                                        <p:cTn id="79" dur="500" fill="hold"/>
                                        <p:tgtEl>
                                          <p:spTgt spid="3"/>
                                        </p:tgtEl>
                                        <p:attrNameLst>
                                          <p:attrName>ppt_h</p:attrName>
                                        </p:attrNameLst>
                                      </p:cBhvr>
                                      <p:tavLst>
                                        <p:tav tm="0">
                                          <p:val>
                                            <p:fltVal val="0"/>
                                          </p:val>
                                        </p:tav>
                                        <p:tav tm="100000">
                                          <p:val>
                                            <p:strVal val="#ppt_h"/>
                                          </p:val>
                                        </p:tav>
                                      </p:tavLst>
                                    </p:anim>
                                    <p:animEffect transition="in" filter="fade">
                                      <p:cBhvr>
                                        <p:cTn id="8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44" grpId="0" animBg="1"/>
      <p:bldP spid="244746" grpId="0"/>
      <p:bldP spid="244749" grpId="0"/>
      <p:bldP spid="244750" grpId="0" animBg="1"/>
      <p:bldP spid="64" grpId="0" animBg="1"/>
      <p:bldP spid="67" grpId="0" animBg="1"/>
      <p:bldP spid="6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778" name="Rectangle 2"/>
          <p:cNvSpPr>
            <a:spLocks noGrp="1" noChangeArrowheads="1"/>
          </p:cNvSpPr>
          <p:nvPr>
            <p:ph idx="1"/>
          </p:nvPr>
        </p:nvSpPr>
        <p:spPr>
          <a:xfrm>
            <a:off x="476252" y="952500"/>
            <a:ext cx="7715249" cy="4301067"/>
          </a:xfrm>
        </p:spPr>
        <p:txBody>
          <a:bodyPr/>
          <a:lstStyle/>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建立访问链的代码属于</a:t>
            </a:r>
            <a:r>
              <a:rPr lang="zh-CN" altLang="en-US" sz="2667" b="1" dirty="0">
                <a:solidFill>
                  <a:schemeClr val="tx2">
                    <a:lumMod val="60000"/>
                    <a:lumOff val="40000"/>
                  </a:schemeClr>
                </a:solidFill>
                <a:cs typeface="Times New Roman" pitchFamily="18" charset="0"/>
              </a:rPr>
              <a:t>调用序列</a:t>
            </a:r>
            <a:r>
              <a:rPr lang="zh-CN" altLang="en-US" sz="2667" b="1" dirty="0">
                <a:solidFill>
                  <a:schemeClr val="tx1"/>
                </a:solidFill>
                <a:cs typeface="Times New Roman" pitchFamily="18" charset="0"/>
              </a:rPr>
              <a:t>的一部分</a:t>
            </a:r>
            <a:endParaRPr lang="en-US" altLang="zh-CN" sz="2667" b="1" dirty="0">
              <a:solidFill>
                <a:schemeClr val="tx1"/>
              </a:solidFill>
              <a:cs typeface="Times New Roman" pitchFamily="18" charset="0"/>
            </a:endParaRPr>
          </a:p>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假设嵌套深度为</a:t>
            </a:r>
            <a:r>
              <a:rPr lang="en-US" altLang="zh-CN" sz="2667" b="1" i="1" dirty="0">
                <a:solidFill>
                  <a:schemeClr val="tx1"/>
                </a:solidFill>
                <a:ea typeface="楷体_GB2312"/>
                <a:cs typeface="Times New Roman" pitchFamily="18" charset="0"/>
              </a:rPr>
              <a:t>n</a:t>
            </a:r>
            <a:r>
              <a:rPr lang="en-US" altLang="zh-CN" sz="2667" b="1" i="1" baseline="-30000" dirty="0">
                <a:solidFill>
                  <a:schemeClr val="tx1"/>
                </a:solidFill>
                <a:ea typeface="楷体_GB2312"/>
                <a:cs typeface="Times New Roman" pitchFamily="18" charset="0"/>
              </a:rPr>
              <a:t>x</a:t>
            </a:r>
            <a:r>
              <a:rPr lang="zh-CN" altLang="en-US" sz="2667" b="1" dirty="0">
                <a:solidFill>
                  <a:schemeClr val="tx1"/>
                </a:solidFill>
                <a:cs typeface="Times New Roman" pitchFamily="18" charset="0"/>
              </a:rPr>
              <a:t>的过程</a:t>
            </a:r>
            <a:r>
              <a:rPr lang="en-US" altLang="zh-CN" sz="2667" b="1" i="1" dirty="0">
                <a:solidFill>
                  <a:schemeClr val="tx1"/>
                </a:solidFill>
                <a:cs typeface="Times New Roman" pitchFamily="18" charset="0"/>
              </a:rPr>
              <a:t>x</a:t>
            </a:r>
            <a:r>
              <a:rPr lang="zh-CN" altLang="en-US" sz="2667" b="1" dirty="0">
                <a:solidFill>
                  <a:schemeClr val="tx1"/>
                </a:solidFill>
                <a:cs typeface="Times New Roman" pitchFamily="18" charset="0"/>
              </a:rPr>
              <a:t>调用嵌套深度为</a:t>
            </a:r>
            <a:r>
              <a:rPr lang="en-US" altLang="zh-CN" sz="2667" b="1" i="1" dirty="0" err="1">
                <a:solidFill>
                  <a:schemeClr val="tx1"/>
                </a:solidFill>
                <a:ea typeface="楷体_GB2312"/>
                <a:cs typeface="楷体_GB2312"/>
              </a:rPr>
              <a:t>n</a:t>
            </a:r>
            <a:r>
              <a:rPr lang="en-US" altLang="zh-CN" sz="2667" b="1" i="1" baseline="-30000" dirty="0" err="1">
                <a:solidFill>
                  <a:schemeClr val="tx1"/>
                </a:solidFill>
                <a:ea typeface="楷体_GB2312"/>
                <a:cs typeface="楷体_GB2312"/>
              </a:rPr>
              <a:t>y</a:t>
            </a:r>
            <a:r>
              <a:rPr lang="zh-CN" altLang="en-US" sz="2667" b="1" dirty="0">
                <a:solidFill>
                  <a:schemeClr val="tx1"/>
                </a:solidFill>
              </a:rPr>
              <a:t>的过程</a:t>
            </a:r>
            <a:r>
              <a:rPr lang="en-US" altLang="zh-CN" sz="2667" b="1" i="1" dirty="0">
                <a:solidFill>
                  <a:schemeClr val="tx1"/>
                </a:solidFill>
              </a:rPr>
              <a:t>y</a:t>
            </a:r>
            <a:r>
              <a:rPr lang="zh-CN" altLang="en-US" sz="2667" b="1" dirty="0">
                <a:solidFill>
                  <a:schemeClr val="tx1"/>
                </a:solidFill>
              </a:rPr>
              <a:t> </a:t>
            </a:r>
            <a:r>
              <a:rPr lang="en-US" altLang="zh-CN" sz="2667" b="1" dirty="0">
                <a:solidFill>
                  <a:schemeClr val="tx1"/>
                </a:solidFill>
                <a:ea typeface="楷体_GB2312"/>
                <a:cs typeface="楷体_GB2312"/>
              </a:rPr>
              <a:t>(</a:t>
            </a:r>
            <a:r>
              <a:rPr lang="en-US" altLang="zh-CN" sz="2667" b="1" i="1" dirty="0" err="1">
                <a:solidFill>
                  <a:schemeClr val="tx1"/>
                </a:solidFill>
                <a:ea typeface="楷体_GB2312"/>
                <a:cs typeface="楷体_GB2312"/>
              </a:rPr>
              <a:t>x</a:t>
            </a:r>
            <a:r>
              <a:rPr lang="en-US" altLang="zh-CN" sz="2667" b="1" dirty="0" err="1">
                <a:solidFill>
                  <a:schemeClr val="tx1"/>
                </a:solidFill>
                <a:ea typeface="楷体_GB2312"/>
                <a:cs typeface="楷体_GB2312"/>
              </a:rPr>
              <a:t>→</a:t>
            </a:r>
            <a:r>
              <a:rPr lang="en-US" altLang="zh-CN" sz="2667" b="1" i="1" dirty="0" err="1">
                <a:solidFill>
                  <a:schemeClr val="tx1"/>
                </a:solidFill>
                <a:ea typeface="楷体_GB2312"/>
                <a:cs typeface="楷体_GB2312"/>
              </a:rPr>
              <a:t>y</a:t>
            </a:r>
            <a:r>
              <a:rPr lang="en-US" altLang="zh-CN" sz="2667" b="1" dirty="0">
                <a:solidFill>
                  <a:schemeClr val="tx1"/>
                </a:solidFill>
                <a:ea typeface="楷体_GB2312"/>
                <a:cs typeface="楷体_GB2312"/>
              </a:rPr>
              <a:t>)</a:t>
            </a:r>
          </a:p>
          <a:p>
            <a:pPr lvl="1" eaLnBrk="1" hangingPunct="1">
              <a:lnSpc>
                <a:spcPts val="3467"/>
              </a:lnSpc>
              <a:buClrTx/>
              <a:buFont typeface="Wingdings" pitchFamily="2" charset="2"/>
              <a:buChar char="Ø"/>
              <a:defRPr/>
            </a:pPr>
            <a:r>
              <a:rPr lang="en-US" altLang="zh-CN" sz="2667" b="1" i="1" dirty="0">
                <a:solidFill>
                  <a:schemeClr val="tx1"/>
                </a:solidFill>
                <a:ea typeface="楷体_GB2312"/>
                <a:cs typeface="楷体_GB2312"/>
              </a:rPr>
              <a:t>n</a:t>
            </a:r>
            <a:r>
              <a:rPr lang="en-US" altLang="zh-CN" sz="2667" b="1" i="1" baseline="-30000" dirty="0">
                <a:solidFill>
                  <a:schemeClr val="tx1"/>
                </a:solidFill>
                <a:ea typeface="楷体_GB2312"/>
                <a:cs typeface="楷体_GB2312"/>
              </a:rPr>
              <a:t>x </a:t>
            </a:r>
            <a:r>
              <a:rPr lang="en-US" altLang="zh-CN" sz="2667" b="1" dirty="0">
                <a:solidFill>
                  <a:schemeClr val="tx1"/>
                </a:solidFill>
                <a:ea typeface="楷体_GB2312"/>
                <a:cs typeface="楷体_GB2312"/>
              </a:rPr>
              <a:t>&lt; </a:t>
            </a:r>
            <a:r>
              <a:rPr lang="en-US" altLang="zh-CN" sz="2667" b="1" i="1" dirty="0" err="1">
                <a:solidFill>
                  <a:schemeClr val="tx1"/>
                </a:solidFill>
                <a:ea typeface="楷体_GB2312"/>
                <a:cs typeface="楷体_GB2312"/>
              </a:rPr>
              <a:t>n</a:t>
            </a:r>
            <a:r>
              <a:rPr lang="en-US" altLang="zh-CN" sz="2400" b="1" i="1" baseline="-30000" dirty="0" err="1">
                <a:solidFill>
                  <a:schemeClr val="tx1"/>
                </a:solidFill>
                <a:ea typeface="楷体_GB2312"/>
                <a:cs typeface="楷体_GB2312"/>
              </a:rPr>
              <a:t>y</a:t>
            </a:r>
            <a:r>
              <a:rPr lang="zh-CN" altLang="en-US" sz="2667" b="1" dirty="0">
                <a:solidFill>
                  <a:schemeClr val="tx1"/>
                </a:solidFill>
                <a:latin typeface="楷体" pitchFamily="49" charset="-122"/>
              </a:rPr>
              <a:t>的情况</a:t>
            </a:r>
            <a:r>
              <a:rPr lang="en-US" altLang="zh-CN" sz="2667" b="1" dirty="0">
                <a:solidFill>
                  <a:schemeClr val="tx1"/>
                </a:solidFill>
                <a:ea typeface="楷体_GB2312"/>
                <a:cs typeface="楷体_GB2312"/>
              </a:rPr>
              <a:t>(</a:t>
            </a:r>
            <a:r>
              <a:rPr lang="zh-CN" altLang="en-US" sz="2667" b="1" dirty="0">
                <a:solidFill>
                  <a:schemeClr val="tx1"/>
                </a:solidFill>
                <a:latin typeface="楷体" pitchFamily="49" charset="-122"/>
              </a:rPr>
              <a:t>外层调用内层</a:t>
            </a:r>
            <a:r>
              <a:rPr lang="en-US" altLang="zh-CN" sz="2667" b="1" dirty="0">
                <a:solidFill>
                  <a:schemeClr val="tx1"/>
                </a:solidFill>
                <a:ea typeface="楷体_GB2312"/>
                <a:cs typeface="楷体_GB2312"/>
              </a:rPr>
              <a:t>)</a:t>
            </a:r>
            <a:endParaRPr lang="zh-CN" altLang="en-US" sz="2667" b="1" dirty="0">
              <a:solidFill>
                <a:schemeClr val="tx1"/>
              </a:solidFill>
              <a:ea typeface="楷体_GB2312"/>
              <a:cs typeface="楷体_GB2312"/>
            </a:endParaRPr>
          </a:p>
          <a:p>
            <a:pPr lvl="2">
              <a:lnSpc>
                <a:spcPts val="3467"/>
              </a:lnSpc>
              <a:buClrTx/>
              <a:buFont typeface="Wingdings" pitchFamily="2" charset="2"/>
              <a:buChar char="Ø"/>
              <a:defRPr/>
            </a:pPr>
            <a:r>
              <a:rPr lang="en-US" altLang="zh-CN" sz="2400" b="1" i="1" dirty="0">
                <a:solidFill>
                  <a:schemeClr val="tx1"/>
                </a:solidFill>
              </a:rPr>
              <a:t>y</a:t>
            </a:r>
            <a:r>
              <a:rPr lang="zh-CN" altLang="en-US" sz="2400" b="1" dirty="0">
                <a:solidFill>
                  <a:schemeClr val="tx1"/>
                </a:solidFill>
              </a:rPr>
              <a:t>一定是</a:t>
            </a:r>
            <a:r>
              <a:rPr lang="zh-CN" altLang="en-US" sz="2400" b="1" dirty="0">
                <a:solidFill>
                  <a:schemeClr val="tx2">
                    <a:lumMod val="60000"/>
                    <a:lumOff val="40000"/>
                  </a:schemeClr>
                </a:solidFill>
              </a:rPr>
              <a:t>直接</a:t>
            </a:r>
            <a:r>
              <a:rPr lang="zh-CN" altLang="en-US" sz="2400" b="1" dirty="0">
                <a:solidFill>
                  <a:schemeClr val="tx1"/>
                </a:solidFill>
              </a:rPr>
              <a:t>在</a:t>
            </a:r>
            <a:r>
              <a:rPr lang="en-US" altLang="zh-CN" sz="2400" b="1" i="1" dirty="0">
                <a:solidFill>
                  <a:schemeClr val="tx1"/>
                </a:solidFill>
              </a:rPr>
              <a:t>x</a:t>
            </a:r>
            <a:r>
              <a:rPr lang="zh-CN" altLang="en-US" sz="2400" b="1" dirty="0">
                <a:solidFill>
                  <a:schemeClr val="tx1"/>
                </a:solidFill>
              </a:rPr>
              <a:t>中定义的 </a:t>
            </a:r>
            <a:r>
              <a:rPr lang="en-US" altLang="zh-CN" sz="2400" b="1" dirty="0">
                <a:solidFill>
                  <a:schemeClr val="tx1"/>
                </a:solidFill>
                <a:ea typeface="楷体_GB2312"/>
                <a:cs typeface="楷体_GB2312"/>
              </a:rPr>
              <a:t>(</a:t>
            </a:r>
            <a:r>
              <a:rPr lang="zh-CN" altLang="en-US" sz="2400" b="1" dirty="0">
                <a:solidFill>
                  <a:schemeClr val="tx1"/>
                </a:solidFill>
                <a:latin typeface="楷体" pitchFamily="49" charset="-122"/>
              </a:rPr>
              <a:t>例如</a:t>
            </a:r>
            <a:r>
              <a:rPr lang="zh-CN" altLang="en-US" sz="2400" b="1" dirty="0">
                <a:solidFill>
                  <a:schemeClr val="tx1"/>
                </a:solidFill>
                <a:ea typeface="楷体_GB2312"/>
                <a:cs typeface="楷体_GB2312"/>
              </a:rPr>
              <a:t>：</a:t>
            </a:r>
            <a:r>
              <a:rPr lang="en-US" altLang="zh-CN" sz="2400" b="1" i="1" dirty="0">
                <a:solidFill>
                  <a:schemeClr val="tx1"/>
                </a:solidFill>
                <a:ea typeface="楷体_GB2312"/>
                <a:cs typeface="楷体_GB2312"/>
              </a:rPr>
              <a:t>s</a:t>
            </a:r>
            <a:r>
              <a:rPr lang="zh-CN" altLang="en-US" sz="2400" b="1" dirty="0">
                <a:solidFill>
                  <a:schemeClr val="tx1"/>
                </a:solidFill>
                <a:ea typeface="楷体_GB2312"/>
                <a:cs typeface="楷体_GB2312"/>
              </a:rPr>
              <a:t>→</a:t>
            </a:r>
            <a:r>
              <a:rPr lang="en-US" altLang="zh-CN" sz="2400" b="1" i="1" dirty="0">
                <a:solidFill>
                  <a:schemeClr val="tx1"/>
                </a:solidFill>
                <a:ea typeface="楷体_GB2312"/>
                <a:cs typeface="楷体_GB2312"/>
              </a:rPr>
              <a:t>q</a:t>
            </a:r>
            <a:r>
              <a:rPr lang="en-US" altLang="zh-CN" sz="2400" b="1" dirty="0">
                <a:solidFill>
                  <a:schemeClr val="tx1"/>
                </a:solidFill>
                <a:ea typeface="楷体_GB2312"/>
                <a:cs typeface="楷体_GB2312"/>
              </a:rPr>
              <a:t>, </a:t>
            </a:r>
            <a:r>
              <a:rPr lang="zh-CN" altLang="en-US" sz="2400" b="1" dirty="0">
                <a:solidFill>
                  <a:schemeClr val="tx1"/>
                </a:solidFill>
                <a:ea typeface="楷体_GB2312"/>
                <a:cs typeface="楷体_GB2312"/>
              </a:rPr>
              <a:t> </a:t>
            </a:r>
            <a:r>
              <a:rPr lang="en-US" altLang="zh-CN" sz="2400" b="1" i="1" dirty="0" err="1">
                <a:solidFill>
                  <a:schemeClr val="tx1"/>
                </a:solidFill>
                <a:ea typeface="楷体_GB2312"/>
                <a:cs typeface="楷体_GB2312"/>
              </a:rPr>
              <a:t>q</a:t>
            </a:r>
            <a:r>
              <a:rPr lang="en-US" altLang="zh-CN" sz="2400" b="1" dirty="0" err="1">
                <a:solidFill>
                  <a:schemeClr val="tx1"/>
                </a:solidFill>
                <a:ea typeface="楷体_GB2312"/>
                <a:cs typeface="楷体_GB2312"/>
              </a:rPr>
              <a:t>→</a:t>
            </a:r>
            <a:r>
              <a:rPr lang="en-US" altLang="zh-CN" sz="2400" b="1" i="1" dirty="0" err="1">
                <a:solidFill>
                  <a:schemeClr val="tx1"/>
                </a:solidFill>
                <a:ea typeface="楷体_GB2312"/>
                <a:cs typeface="楷体_GB2312"/>
              </a:rPr>
              <a:t>p</a:t>
            </a:r>
            <a:r>
              <a:rPr lang="en-US" altLang="zh-CN" sz="2400" b="1" dirty="0">
                <a:solidFill>
                  <a:schemeClr val="tx1"/>
                </a:solidFill>
                <a:ea typeface="楷体_GB2312"/>
                <a:cs typeface="楷体_GB2312"/>
              </a:rPr>
              <a:t>) </a:t>
            </a:r>
            <a:r>
              <a:rPr lang="zh-CN" altLang="en-US" sz="2400" b="1" dirty="0">
                <a:solidFill>
                  <a:schemeClr val="tx1"/>
                </a:solidFill>
              </a:rPr>
              <a:t>，因此，</a:t>
            </a:r>
            <a:r>
              <a:rPr lang="en-US" altLang="zh-CN" sz="2400" b="1" i="1" dirty="0" err="1">
                <a:solidFill>
                  <a:schemeClr val="tx1"/>
                </a:solidFill>
                <a:ea typeface="楷体_GB2312"/>
                <a:cs typeface="楷体_GB2312"/>
              </a:rPr>
              <a:t>n</a:t>
            </a:r>
            <a:r>
              <a:rPr lang="en-US" altLang="zh-CN" sz="2400" b="1" i="1" baseline="-30000" dirty="0" err="1">
                <a:solidFill>
                  <a:schemeClr val="tx1"/>
                </a:solidFill>
                <a:ea typeface="楷体_GB2312"/>
                <a:cs typeface="楷体_GB2312"/>
              </a:rPr>
              <a:t>y</a:t>
            </a:r>
            <a:r>
              <a:rPr lang="en-US" altLang="zh-CN" sz="2400" b="1" dirty="0">
                <a:solidFill>
                  <a:schemeClr val="tx1"/>
                </a:solidFill>
                <a:ea typeface="楷体_GB2312"/>
                <a:cs typeface="楷体_GB2312"/>
              </a:rPr>
              <a:t>=</a:t>
            </a:r>
            <a:r>
              <a:rPr lang="en-US" altLang="zh-CN" sz="2400" b="1" i="1" dirty="0">
                <a:solidFill>
                  <a:schemeClr val="tx1"/>
                </a:solidFill>
                <a:ea typeface="楷体_GB2312"/>
                <a:cs typeface="楷体_GB2312"/>
              </a:rPr>
              <a:t>n</a:t>
            </a:r>
            <a:r>
              <a:rPr lang="en-US" altLang="zh-CN" sz="2400" b="1" i="1" baseline="-30000" dirty="0">
                <a:solidFill>
                  <a:schemeClr val="tx1"/>
                </a:solidFill>
                <a:ea typeface="楷体_GB2312"/>
                <a:cs typeface="楷体_GB2312"/>
              </a:rPr>
              <a:t>x </a:t>
            </a:r>
            <a:r>
              <a:rPr lang="en-US" altLang="zh-CN" sz="2400" b="1" dirty="0">
                <a:solidFill>
                  <a:schemeClr val="tx1"/>
                </a:solidFill>
                <a:ea typeface="楷体_GB2312"/>
                <a:cs typeface="楷体_GB2312"/>
              </a:rPr>
              <a:t>+1</a:t>
            </a:r>
          </a:p>
          <a:p>
            <a:pPr lvl="2">
              <a:lnSpc>
                <a:spcPts val="3467"/>
              </a:lnSpc>
              <a:buClrTx/>
              <a:buFont typeface="Wingdings" pitchFamily="2" charset="2"/>
              <a:buChar char="Ø"/>
              <a:defRPr/>
            </a:pPr>
            <a:r>
              <a:rPr lang="zh-CN" altLang="en-US" sz="2400" b="1" dirty="0">
                <a:solidFill>
                  <a:schemeClr val="tx1"/>
                </a:solidFill>
              </a:rPr>
              <a:t>在调用代码序列中增加一个步骤：在</a:t>
            </a:r>
            <a:r>
              <a:rPr lang="en-US" altLang="zh-CN" sz="2400" b="1" i="1" dirty="0">
                <a:solidFill>
                  <a:schemeClr val="tx1"/>
                </a:solidFill>
              </a:rPr>
              <a:t>y</a:t>
            </a:r>
            <a:r>
              <a:rPr lang="zh-CN" altLang="en-US" sz="2400" b="1" dirty="0">
                <a:solidFill>
                  <a:schemeClr val="tx1"/>
                </a:solidFill>
              </a:rPr>
              <a:t>的访问链中放置一个指向</a:t>
            </a:r>
            <a:r>
              <a:rPr lang="en-US" altLang="zh-CN" sz="2400" b="1" i="1" dirty="0">
                <a:solidFill>
                  <a:schemeClr val="tx1"/>
                </a:solidFill>
              </a:rPr>
              <a:t>x</a:t>
            </a:r>
            <a:r>
              <a:rPr lang="zh-CN" altLang="en-US" sz="2400" b="1" dirty="0">
                <a:solidFill>
                  <a:schemeClr val="tx1"/>
                </a:solidFill>
              </a:rPr>
              <a:t>的活动记录的指针</a:t>
            </a:r>
            <a:endParaRPr lang="en-US" altLang="zh-CN" sz="2400" b="1" dirty="0">
              <a:solidFill>
                <a:schemeClr val="tx1"/>
              </a:solidFill>
              <a:ea typeface="楷体_GB2312"/>
              <a:cs typeface="楷体_GB2312"/>
            </a:endParaRPr>
          </a:p>
        </p:txBody>
      </p:sp>
      <p:sp>
        <p:nvSpPr>
          <p:cNvPr id="113667" name="Rectangle 3"/>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访问链的建立</a:t>
            </a:r>
          </a:p>
        </p:txBody>
      </p:sp>
      <p:grpSp>
        <p:nvGrpSpPr>
          <p:cNvPr id="113668" name="Group 99"/>
          <p:cNvGrpSpPr>
            <a:grpSpLocks/>
          </p:cNvGrpSpPr>
          <p:nvPr/>
        </p:nvGrpSpPr>
        <p:grpSpPr bwMode="auto">
          <a:xfrm>
            <a:off x="8303685" y="129117"/>
            <a:ext cx="1231900" cy="863600"/>
            <a:chOff x="975" y="2750"/>
            <a:chExt cx="776" cy="544"/>
          </a:xfrm>
        </p:grpSpPr>
        <p:sp>
          <p:nvSpPr>
            <p:cNvPr id="45"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3706"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s</a:t>
              </a:r>
            </a:p>
          </p:txBody>
        </p:sp>
        <p:sp>
          <p:nvSpPr>
            <p:cNvPr id="113707"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a</a:t>
              </a:r>
            </a:p>
          </p:txBody>
        </p:sp>
        <p:sp>
          <p:nvSpPr>
            <p:cNvPr id="113708"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49"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0"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3669" name="Group 99"/>
          <p:cNvGrpSpPr>
            <a:grpSpLocks/>
          </p:cNvGrpSpPr>
          <p:nvPr/>
        </p:nvGrpSpPr>
        <p:grpSpPr bwMode="auto">
          <a:xfrm>
            <a:off x="8312151" y="965200"/>
            <a:ext cx="1272116" cy="848784"/>
            <a:chOff x="948" y="2750"/>
            <a:chExt cx="802" cy="534"/>
          </a:xfrm>
        </p:grpSpPr>
        <p:sp>
          <p:nvSpPr>
            <p:cNvPr id="52"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3700"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q</a:t>
              </a:r>
              <a:r>
                <a:rPr lang="en-US" altLang="zh-CN" sz="1600">
                  <a:solidFill>
                    <a:srgbClr val="000000"/>
                  </a:solidFill>
                  <a:cs typeface="Times New Roman" panose="02020603050405020304" pitchFamily="18" charset="0"/>
                </a:rPr>
                <a:t> (1, 9)</a:t>
              </a:r>
            </a:p>
          </p:txBody>
        </p:sp>
        <p:sp>
          <p:nvSpPr>
            <p:cNvPr id="113701"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v</a:t>
              </a:r>
            </a:p>
          </p:txBody>
        </p:sp>
        <p:sp>
          <p:nvSpPr>
            <p:cNvPr id="113702"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6"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7"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3670" name="Group 99"/>
          <p:cNvGrpSpPr>
            <a:grpSpLocks/>
          </p:cNvGrpSpPr>
          <p:nvPr/>
        </p:nvGrpSpPr>
        <p:grpSpPr bwMode="auto">
          <a:xfrm>
            <a:off x="8312151" y="1813984"/>
            <a:ext cx="1272116" cy="846667"/>
            <a:chOff x="948" y="2750"/>
            <a:chExt cx="802" cy="534"/>
          </a:xfrm>
        </p:grpSpPr>
        <p:sp>
          <p:nvSpPr>
            <p:cNvPr id="59"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369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q</a:t>
              </a:r>
              <a:r>
                <a:rPr lang="en-US" altLang="zh-CN" sz="1600">
                  <a:solidFill>
                    <a:srgbClr val="000000"/>
                  </a:solidFill>
                  <a:cs typeface="Times New Roman" panose="02020603050405020304" pitchFamily="18" charset="0"/>
                </a:rPr>
                <a:t> (1, 3)</a:t>
              </a:r>
            </a:p>
          </p:txBody>
        </p:sp>
        <p:sp>
          <p:nvSpPr>
            <p:cNvPr id="11369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v</a:t>
              </a:r>
            </a:p>
          </p:txBody>
        </p:sp>
        <p:sp>
          <p:nvSpPr>
            <p:cNvPr id="113696"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63"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4"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3671" name="Group 99"/>
          <p:cNvGrpSpPr>
            <a:grpSpLocks/>
          </p:cNvGrpSpPr>
          <p:nvPr/>
        </p:nvGrpSpPr>
        <p:grpSpPr bwMode="auto">
          <a:xfrm>
            <a:off x="8312151" y="2677584"/>
            <a:ext cx="1272116" cy="846667"/>
            <a:chOff x="948" y="2750"/>
            <a:chExt cx="802" cy="534"/>
          </a:xfrm>
        </p:grpSpPr>
        <p:sp>
          <p:nvSpPr>
            <p:cNvPr id="6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368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p</a:t>
              </a:r>
              <a:r>
                <a:rPr lang="en-US" altLang="zh-CN" sz="1600">
                  <a:solidFill>
                    <a:srgbClr val="000000"/>
                  </a:solidFill>
                  <a:cs typeface="Times New Roman" panose="02020603050405020304" pitchFamily="18" charset="0"/>
                </a:rPr>
                <a:t> (1, 3)</a:t>
              </a:r>
            </a:p>
          </p:txBody>
        </p:sp>
        <p:sp>
          <p:nvSpPr>
            <p:cNvPr id="11368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i, j</a:t>
              </a:r>
            </a:p>
          </p:txBody>
        </p:sp>
        <p:sp>
          <p:nvSpPr>
            <p:cNvPr id="113690"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7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72" name="Freeform 56"/>
          <p:cNvSpPr>
            <a:spLocks/>
          </p:cNvSpPr>
          <p:nvPr/>
        </p:nvSpPr>
        <p:spPr bwMode="auto">
          <a:xfrm rot="-511685">
            <a:off x="9539817" y="2410884"/>
            <a:ext cx="330200" cy="69426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3" name="Freeform 56"/>
          <p:cNvSpPr>
            <a:spLocks/>
          </p:cNvSpPr>
          <p:nvPr/>
        </p:nvSpPr>
        <p:spPr bwMode="auto">
          <a:xfrm rot="-511685">
            <a:off x="9537700" y="706967"/>
            <a:ext cx="171451" cy="66251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13674" name="Group 99"/>
          <p:cNvGrpSpPr>
            <a:grpSpLocks/>
          </p:cNvGrpSpPr>
          <p:nvPr/>
        </p:nvGrpSpPr>
        <p:grpSpPr bwMode="auto">
          <a:xfrm>
            <a:off x="8312151" y="3541185"/>
            <a:ext cx="1272116" cy="848783"/>
            <a:chOff x="948" y="2750"/>
            <a:chExt cx="802" cy="534"/>
          </a:xfrm>
        </p:grpSpPr>
        <p:sp>
          <p:nvSpPr>
            <p:cNvPr id="75"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368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e</a:t>
              </a:r>
              <a:endParaRPr lang="en-US" altLang="zh-CN" sz="1600">
                <a:solidFill>
                  <a:srgbClr val="000000"/>
                </a:solidFill>
                <a:cs typeface="Times New Roman" panose="02020603050405020304" pitchFamily="18" charset="0"/>
              </a:endParaRPr>
            </a:p>
          </p:txBody>
        </p:sp>
        <p:sp>
          <p:nvSpPr>
            <p:cNvPr id="11368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srgbClr val="000000"/>
                </a:solidFill>
                <a:cs typeface="Times New Roman" panose="02020603050405020304" pitchFamily="18" charset="0"/>
              </a:endParaRPr>
            </a:p>
          </p:txBody>
        </p:sp>
        <p:sp>
          <p:nvSpPr>
            <p:cNvPr id="113684"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79"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80"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81" name="任意多边形 80"/>
          <p:cNvSpPr/>
          <p:nvPr/>
        </p:nvSpPr>
        <p:spPr>
          <a:xfrm>
            <a:off x="9537700" y="675218"/>
            <a:ext cx="586317" cy="3257549"/>
          </a:xfrm>
          <a:custGeom>
            <a:avLst/>
            <a:gdLst>
              <a:gd name="connsiteX0" fmla="*/ 0 w 438897"/>
              <a:gd name="connsiteY0" fmla="*/ 2442758 h 2442758"/>
              <a:gd name="connsiteX1" fmla="*/ 421105 w 438897"/>
              <a:gd name="connsiteY1" fmla="*/ 1347884 h 2442758"/>
              <a:gd name="connsiteX2" fmla="*/ 324853 w 438897"/>
              <a:gd name="connsiteY2" fmla="*/ 192852 h 2442758"/>
              <a:gd name="connsiteX3" fmla="*/ 0 w 438897"/>
              <a:gd name="connsiteY3" fmla="*/ 12379 h 2442758"/>
            </a:gdLst>
            <a:ahLst/>
            <a:cxnLst>
              <a:cxn ang="0">
                <a:pos x="connsiteX0" y="connsiteY0"/>
              </a:cxn>
              <a:cxn ang="0">
                <a:pos x="connsiteX1" y="connsiteY1"/>
              </a:cxn>
              <a:cxn ang="0">
                <a:pos x="connsiteX2" y="connsiteY2"/>
              </a:cxn>
              <a:cxn ang="0">
                <a:pos x="connsiteX3" y="connsiteY3"/>
              </a:cxn>
            </a:cxnLst>
            <a:rect l="l" t="t" r="r" b="b"/>
            <a:pathLst>
              <a:path w="438897" h="2442758">
                <a:moveTo>
                  <a:pt x="0" y="2442758"/>
                </a:moveTo>
                <a:cubicBezTo>
                  <a:pt x="183481" y="2082813"/>
                  <a:pt x="366963" y="1722868"/>
                  <a:pt x="421105" y="1347884"/>
                </a:cubicBezTo>
                <a:cubicBezTo>
                  <a:pt x="475247" y="972900"/>
                  <a:pt x="395037" y="415436"/>
                  <a:pt x="324853" y="192852"/>
                </a:cubicBezTo>
                <a:cubicBezTo>
                  <a:pt x="254669" y="-29732"/>
                  <a:pt x="127334" y="-8677"/>
                  <a:pt x="0" y="12379"/>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82" name="任意多边形 81"/>
          <p:cNvSpPr/>
          <p:nvPr/>
        </p:nvSpPr>
        <p:spPr>
          <a:xfrm>
            <a:off x="9505951" y="692151"/>
            <a:ext cx="336549" cy="1475316"/>
          </a:xfrm>
          <a:custGeom>
            <a:avLst/>
            <a:gdLst>
              <a:gd name="connsiteX0" fmla="*/ 0 w 252896"/>
              <a:gd name="connsiteY0" fmla="*/ 1106905 h 1106905"/>
              <a:gd name="connsiteX1" fmla="*/ 252663 w 252896"/>
              <a:gd name="connsiteY1" fmla="*/ 204537 h 1106905"/>
              <a:gd name="connsiteX2" fmla="*/ 36095 w 252896"/>
              <a:gd name="connsiteY2" fmla="*/ 0 h 1106905"/>
            </a:gdLst>
            <a:ahLst/>
            <a:cxnLst>
              <a:cxn ang="0">
                <a:pos x="connsiteX0" y="connsiteY0"/>
              </a:cxn>
              <a:cxn ang="0">
                <a:pos x="connsiteX1" y="connsiteY1"/>
              </a:cxn>
              <a:cxn ang="0">
                <a:pos x="connsiteX2" y="connsiteY2"/>
              </a:cxn>
            </a:cxnLst>
            <a:rect l="l" t="t" r="r" b="b"/>
            <a:pathLst>
              <a:path w="252896" h="1106905">
                <a:moveTo>
                  <a:pt x="0" y="1106905"/>
                </a:moveTo>
                <a:cubicBezTo>
                  <a:pt x="123323" y="747963"/>
                  <a:pt x="246647" y="389021"/>
                  <a:pt x="252663" y="204537"/>
                </a:cubicBezTo>
                <a:cubicBezTo>
                  <a:pt x="258679" y="20053"/>
                  <a:pt x="147387" y="10026"/>
                  <a:pt x="36095" y="0"/>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grpSp>
        <p:nvGrpSpPr>
          <p:cNvPr id="113677" name="组合 82"/>
          <p:cNvGrpSpPr>
            <a:grpSpLocks/>
          </p:cNvGrpSpPr>
          <p:nvPr/>
        </p:nvGrpSpPr>
        <p:grpSpPr bwMode="auto">
          <a:xfrm>
            <a:off x="8312152" y="4459818"/>
            <a:ext cx="3016249" cy="2305049"/>
            <a:chOff x="78177" y="3363243"/>
            <a:chExt cx="2261575" cy="1728787"/>
          </a:xfrm>
        </p:grpSpPr>
        <p:sp>
          <p:nvSpPr>
            <p:cNvPr id="84" name="Rectangle 4"/>
            <p:cNvSpPr>
              <a:spLocks noChangeArrowheads="1"/>
            </p:cNvSpPr>
            <p:nvPr/>
          </p:nvSpPr>
          <p:spPr bwMode="auto">
            <a:xfrm>
              <a:off x="78177" y="3363243"/>
              <a:ext cx="2261575" cy="1714500"/>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i="1" dirty="0">
                  <a:solidFill>
                    <a:prstClr val="black"/>
                  </a:solidFill>
                  <a:latin typeface="Times New Roman" panose="02020603050405020304" pitchFamily="18" charset="0"/>
                  <a:ea typeface="楷体_GB2312"/>
                  <a:cs typeface="Times New Roman" pitchFamily="18" charset="0"/>
                </a:rPr>
                <a:t>	</a:t>
              </a:r>
              <a:r>
                <a:rPr lang="en-US" altLang="zh-CN" sz="2400" b="1" dirty="0">
                  <a:solidFill>
                    <a:prstClr val="black"/>
                  </a:solidFill>
                  <a:latin typeface="Times New Roman" panose="02020603050405020304" pitchFamily="18" charset="0"/>
                  <a:ea typeface="楷体_GB2312"/>
                  <a:cs typeface="Times New Roman" pitchFamily="18" charset="0"/>
                </a:rPr>
                <a:t>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85" name="直接连接符 84"/>
            <p:cNvCxnSpPr/>
            <p:nvPr/>
          </p:nvCxnSpPr>
          <p:spPr bwMode="auto">
            <a:xfrm>
              <a:off x="78177" y="3648993"/>
              <a:ext cx="22615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直接连接符 85"/>
            <p:cNvCxnSpPr/>
            <p:nvPr/>
          </p:nvCxnSpPr>
          <p:spPr bwMode="auto">
            <a:xfrm>
              <a:off x="1331963" y="3363243"/>
              <a:ext cx="0" cy="1728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715778">
                                            <p:txEl>
                                              <p:pRg st="0" end="0"/>
                                            </p:txEl>
                                          </p:spTgt>
                                        </p:tgtEl>
                                        <p:attrNameLst>
                                          <p:attrName>style.visibility</p:attrName>
                                        </p:attrNameLst>
                                      </p:cBhvr>
                                      <p:to>
                                        <p:strVal val="visible"/>
                                      </p:to>
                                    </p:set>
                                    <p:anim calcmode="lin" valueType="num">
                                      <p:cBhvr>
                                        <p:cTn id="7" dur="500" fill="hold"/>
                                        <p:tgtEl>
                                          <p:spTgt spid="715778">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715778">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715778">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nodeType="clickEffect">
                                  <p:stCondLst>
                                    <p:cond delay="0"/>
                                  </p:stCondLst>
                                  <p:childTnLst>
                                    <p:set>
                                      <p:cBhvr>
                                        <p:cTn id="13" dur="1" fill="hold">
                                          <p:stCondLst>
                                            <p:cond delay="0"/>
                                          </p:stCondLst>
                                        </p:cTn>
                                        <p:tgtEl>
                                          <p:spTgt spid="715778">
                                            <p:txEl>
                                              <p:pRg st="1" end="1"/>
                                            </p:txEl>
                                          </p:spTgt>
                                        </p:tgtEl>
                                        <p:attrNameLst>
                                          <p:attrName>style.visibility</p:attrName>
                                        </p:attrNameLst>
                                      </p:cBhvr>
                                      <p:to>
                                        <p:strVal val="visible"/>
                                      </p:to>
                                    </p:set>
                                    <p:anim calcmode="lin" valueType="num">
                                      <p:cBhvr>
                                        <p:cTn id="14" dur="500" fill="hold"/>
                                        <p:tgtEl>
                                          <p:spTgt spid="715778">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715778">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715778">
                                            <p:txEl>
                                              <p:pRg st="1" end="1"/>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0" fill="hold" nodeType="clickEffect">
                                  <p:stCondLst>
                                    <p:cond delay="0"/>
                                  </p:stCondLst>
                                  <p:childTnLst>
                                    <p:set>
                                      <p:cBhvr>
                                        <p:cTn id="20" dur="1" fill="hold">
                                          <p:stCondLst>
                                            <p:cond delay="0"/>
                                          </p:stCondLst>
                                        </p:cTn>
                                        <p:tgtEl>
                                          <p:spTgt spid="715778">
                                            <p:txEl>
                                              <p:pRg st="2" end="2"/>
                                            </p:txEl>
                                          </p:spTgt>
                                        </p:tgtEl>
                                        <p:attrNameLst>
                                          <p:attrName>style.visibility</p:attrName>
                                        </p:attrNameLst>
                                      </p:cBhvr>
                                      <p:to>
                                        <p:strVal val="visible"/>
                                      </p:to>
                                    </p:set>
                                    <p:anim calcmode="lin" valueType="num">
                                      <p:cBhvr>
                                        <p:cTn id="21" dur="500" fill="hold"/>
                                        <p:tgtEl>
                                          <p:spTgt spid="715778">
                                            <p:txEl>
                                              <p:pRg st="2" end="2"/>
                                            </p:txEl>
                                          </p:spTgt>
                                        </p:tgtEl>
                                        <p:attrNameLst>
                                          <p:attrName>ppt_w</p:attrName>
                                        </p:attrNameLst>
                                      </p:cBhvr>
                                      <p:tavLst>
                                        <p:tav tm="0">
                                          <p:val>
                                            <p:fltVal val="0"/>
                                          </p:val>
                                        </p:tav>
                                        <p:tav tm="100000">
                                          <p:val>
                                            <p:strVal val="#ppt_w"/>
                                          </p:val>
                                        </p:tav>
                                      </p:tavLst>
                                    </p:anim>
                                    <p:anim calcmode="lin" valueType="num">
                                      <p:cBhvr>
                                        <p:cTn id="22" dur="500" fill="hold"/>
                                        <p:tgtEl>
                                          <p:spTgt spid="715778">
                                            <p:txEl>
                                              <p:pRg st="2" end="2"/>
                                            </p:txEl>
                                          </p:spTgt>
                                        </p:tgtEl>
                                        <p:attrNameLst>
                                          <p:attrName>ppt_h</p:attrName>
                                        </p:attrNameLst>
                                      </p:cBhvr>
                                      <p:tavLst>
                                        <p:tav tm="0">
                                          <p:val>
                                            <p:fltVal val="0"/>
                                          </p:val>
                                        </p:tav>
                                        <p:tav tm="100000">
                                          <p:val>
                                            <p:strVal val="#ppt_h"/>
                                          </p:val>
                                        </p:tav>
                                      </p:tavLst>
                                    </p:anim>
                                    <p:animEffect transition="in" filter="fade">
                                      <p:cBhvr>
                                        <p:cTn id="23" dur="500"/>
                                        <p:tgtEl>
                                          <p:spTgt spid="715778">
                                            <p:txEl>
                                              <p:pRg st="2" end="2"/>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3" presetClass="entr" presetSubtype="0" fill="hold" nodeType="clickEffect">
                                  <p:stCondLst>
                                    <p:cond delay="0"/>
                                  </p:stCondLst>
                                  <p:childTnLst>
                                    <p:set>
                                      <p:cBhvr>
                                        <p:cTn id="27" dur="1" fill="hold">
                                          <p:stCondLst>
                                            <p:cond delay="0"/>
                                          </p:stCondLst>
                                        </p:cTn>
                                        <p:tgtEl>
                                          <p:spTgt spid="715778">
                                            <p:txEl>
                                              <p:pRg st="3" end="3"/>
                                            </p:txEl>
                                          </p:spTgt>
                                        </p:tgtEl>
                                        <p:attrNameLst>
                                          <p:attrName>style.visibility</p:attrName>
                                        </p:attrNameLst>
                                      </p:cBhvr>
                                      <p:to>
                                        <p:strVal val="visible"/>
                                      </p:to>
                                    </p:set>
                                    <p:anim calcmode="lin" valueType="num">
                                      <p:cBhvr>
                                        <p:cTn id="28" dur="500" fill="hold"/>
                                        <p:tgtEl>
                                          <p:spTgt spid="715778">
                                            <p:txEl>
                                              <p:pRg st="3" end="3"/>
                                            </p:txEl>
                                          </p:spTgt>
                                        </p:tgtEl>
                                        <p:attrNameLst>
                                          <p:attrName>ppt_w</p:attrName>
                                        </p:attrNameLst>
                                      </p:cBhvr>
                                      <p:tavLst>
                                        <p:tav tm="0">
                                          <p:val>
                                            <p:fltVal val="0"/>
                                          </p:val>
                                        </p:tav>
                                        <p:tav tm="100000">
                                          <p:val>
                                            <p:strVal val="#ppt_w"/>
                                          </p:val>
                                        </p:tav>
                                      </p:tavLst>
                                    </p:anim>
                                    <p:anim calcmode="lin" valueType="num">
                                      <p:cBhvr>
                                        <p:cTn id="29" dur="500" fill="hold"/>
                                        <p:tgtEl>
                                          <p:spTgt spid="715778">
                                            <p:txEl>
                                              <p:pRg st="3" end="3"/>
                                            </p:txEl>
                                          </p:spTgt>
                                        </p:tgtEl>
                                        <p:attrNameLst>
                                          <p:attrName>ppt_h</p:attrName>
                                        </p:attrNameLst>
                                      </p:cBhvr>
                                      <p:tavLst>
                                        <p:tav tm="0">
                                          <p:val>
                                            <p:fltVal val="0"/>
                                          </p:val>
                                        </p:tav>
                                        <p:tav tm="100000">
                                          <p:val>
                                            <p:strVal val="#ppt_h"/>
                                          </p:val>
                                        </p:tav>
                                      </p:tavLst>
                                    </p:anim>
                                    <p:animEffect transition="in" filter="fade">
                                      <p:cBhvr>
                                        <p:cTn id="30" dur="500"/>
                                        <p:tgtEl>
                                          <p:spTgt spid="715778">
                                            <p:txEl>
                                              <p:pRg st="3" end="3"/>
                                            </p:txEl>
                                          </p:spTgt>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3" presetClass="entr" presetSubtype="0" fill="hold" nodeType="clickEffect">
                                  <p:stCondLst>
                                    <p:cond delay="0"/>
                                  </p:stCondLst>
                                  <p:childTnLst>
                                    <p:set>
                                      <p:cBhvr>
                                        <p:cTn id="34" dur="1" fill="hold">
                                          <p:stCondLst>
                                            <p:cond delay="0"/>
                                          </p:stCondLst>
                                        </p:cTn>
                                        <p:tgtEl>
                                          <p:spTgt spid="715778">
                                            <p:txEl>
                                              <p:pRg st="4" end="4"/>
                                            </p:txEl>
                                          </p:spTgt>
                                        </p:tgtEl>
                                        <p:attrNameLst>
                                          <p:attrName>style.visibility</p:attrName>
                                        </p:attrNameLst>
                                      </p:cBhvr>
                                      <p:to>
                                        <p:strVal val="visible"/>
                                      </p:to>
                                    </p:set>
                                    <p:anim calcmode="lin" valueType="num">
                                      <p:cBhvr>
                                        <p:cTn id="35" dur="500" fill="hold"/>
                                        <p:tgtEl>
                                          <p:spTgt spid="715778">
                                            <p:txEl>
                                              <p:pRg st="4" end="4"/>
                                            </p:txEl>
                                          </p:spTgt>
                                        </p:tgtEl>
                                        <p:attrNameLst>
                                          <p:attrName>ppt_w</p:attrName>
                                        </p:attrNameLst>
                                      </p:cBhvr>
                                      <p:tavLst>
                                        <p:tav tm="0">
                                          <p:val>
                                            <p:fltVal val="0"/>
                                          </p:val>
                                        </p:tav>
                                        <p:tav tm="100000">
                                          <p:val>
                                            <p:strVal val="#ppt_w"/>
                                          </p:val>
                                        </p:tav>
                                      </p:tavLst>
                                    </p:anim>
                                    <p:anim calcmode="lin" valueType="num">
                                      <p:cBhvr>
                                        <p:cTn id="36" dur="500" fill="hold"/>
                                        <p:tgtEl>
                                          <p:spTgt spid="715778">
                                            <p:txEl>
                                              <p:pRg st="4" end="4"/>
                                            </p:txEl>
                                          </p:spTgt>
                                        </p:tgtEl>
                                        <p:attrNameLst>
                                          <p:attrName>ppt_h</p:attrName>
                                        </p:attrNameLst>
                                      </p:cBhvr>
                                      <p:tavLst>
                                        <p:tav tm="0">
                                          <p:val>
                                            <p:fltVal val="0"/>
                                          </p:val>
                                        </p:tav>
                                        <p:tav tm="100000">
                                          <p:val>
                                            <p:strVal val="#ppt_h"/>
                                          </p:val>
                                        </p:tav>
                                      </p:tavLst>
                                    </p:anim>
                                    <p:animEffect transition="in" filter="fade">
                                      <p:cBhvr>
                                        <p:cTn id="37" dur="500"/>
                                        <p:tgtEl>
                                          <p:spTgt spid="715778">
                                            <p:txEl>
                                              <p:pRg st="4" end="4"/>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7" presetClass="emph" presetSubtype="1" nodeType="clickEffect">
                                  <p:stCondLst>
                                    <p:cond delay="0"/>
                                  </p:stCondLst>
                                  <p:childTnLst>
                                    <p:set>
                                      <p:cBhvr>
                                        <p:cTn id="41" dur="indefinite"/>
                                        <p:tgtEl>
                                          <p:spTgt spid="73"/>
                                        </p:tgtEl>
                                        <p:attrNameLst>
                                          <p:attrName>stroke.color</p:attrName>
                                        </p:attrNameLst>
                                      </p:cBhvr>
                                      <p:to>
                                        <p:clrVal>
                                          <a:srgbClr val="FF0000"/>
                                        </p:clrVal>
                                      </p:to>
                                    </p:set>
                                    <p:set>
                                      <p:cBhvr>
                                        <p:cTn id="42" dur="indefinite"/>
                                        <p:tgtEl>
                                          <p:spTgt spid="73"/>
                                        </p:tgtEl>
                                        <p:attrNameLst>
                                          <p:attrName>stroke.on</p:attrName>
                                        </p:attrNameLst>
                                      </p:cBhvr>
                                      <p:to>
                                        <p:strVal val="true"/>
                                      </p:to>
                                    </p:set>
                                  </p:childTnLst>
                                </p:cTn>
                              </p:par>
                              <p:par>
                                <p:cTn id="43" presetID="7" presetClass="emph" presetSubtype="1" nodeType="withEffect">
                                  <p:stCondLst>
                                    <p:cond delay="0"/>
                                  </p:stCondLst>
                                  <p:childTnLst>
                                    <p:set>
                                      <p:cBhvr>
                                        <p:cTn id="44" dur="indefinite"/>
                                        <p:tgtEl>
                                          <p:spTgt spid="72"/>
                                        </p:tgtEl>
                                        <p:attrNameLst>
                                          <p:attrName>stroke.color</p:attrName>
                                        </p:attrNameLst>
                                      </p:cBhvr>
                                      <p:to>
                                        <p:clrVal>
                                          <a:srgbClr val="FF0000"/>
                                        </p:clrVal>
                                      </p:to>
                                    </p:set>
                                    <p:set>
                                      <p:cBhvr>
                                        <p:cTn id="45" dur="indefinite"/>
                                        <p:tgtEl>
                                          <p:spTgt spid="72"/>
                                        </p:tgtEl>
                                        <p:attrNameLst>
                                          <p:attrName>stroke.on</p:attrName>
                                        </p:attrNameLst>
                                      </p:cBhvr>
                                      <p:to>
                                        <p:strVal val="tru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53" presetClass="exit" presetSubtype="0" fill="hold" nodeType="clickEffect">
                                  <p:stCondLst>
                                    <p:cond delay="0"/>
                                  </p:stCondLst>
                                  <p:childTnLst>
                                    <p:anim calcmode="lin" valueType="num">
                                      <p:cBhvr>
                                        <p:cTn id="49" dur="500"/>
                                        <p:tgtEl>
                                          <p:spTgt spid="715778">
                                            <p:txEl>
                                              <p:pRg st="3" end="3"/>
                                            </p:txEl>
                                          </p:spTgt>
                                        </p:tgtEl>
                                        <p:attrNameLst>
                                          <p:attrName>ppt_w</p:attrName>
                                        </p:attrNameLst>
                                      </p:cBhvr>
                                      <p:tavLst>
                                        <p:tav tm="0">
                                          <p:val>
                                            <p:strVal val="ppt_w"/>
                                          </p:val>
                                        </p:tav>
                                        <p:tav tm="100000">
                                          <p:val>
                                            <p:fltVal val="0"/>
                                          </p:val>
                                        </p:tav>
                                      </p:tavLst>
                                    </p:anim>
                                    <p:anim calcmode="lin" valueType="num">
                                      <p:cBhvr>
                                        <p:cTn id="50" dur="500"/>
                                        <p:tgtEl>
                                          <p:spTgt spid="715778">
                                            <p:txEl>
                                              <p:pRg st="3" end="3"/>
                                            </p:txEl>
                                          </p:spTgt>
                                        </p:tgtEl>
                                        <p:attrNameLst>
                                          <p:attrName>ppt_h</p:attrName>
                                        </p:attrNameLst>
                                      </p:cBhvr>
                                      <p:tavLst>
                                        <p:tav tm="0">
                                          <p:val>
                                            <p:strVal val="ppt_h"/>
                                          </p:val>
                                        </p:tav>
                                        <p:tav tm="100000">
                                          <p:val>
                                            <p:fltVal val="0"/>
                                          </p:val>
                                        </p:tav>
                                      </p:tavLst>
                                    </p:anim>
                                    <p:animEffect transition="out" filter="fade">
                                      <p:cBhvr>
                                        <p:cTn id="51" dur="500"/>
                                        <p:tgtEl>
                                          <p:spTgt spid="715778">
                                            <p:txEl>
                                              <p:pRg st="3" end="3"/>
                                            </p:txEl>
                                          </p:spTgt>
                                        </p:tgtEl>
                                      </p:cBhvr>
                                    </p:animEffect>
                                    <p:set>
                                      <p:cBhvr>
                                        <p:cTn id="52" dur="1" fill="hold">
                                          <p:stCondLst>
                                            <p:cond delay="499"/>
                                          </p:stCondLst>
                                        </p:cTn>
                                        <p:tgtEl>
                                          <p:spTgt spid="715778">
                                            <p:txEl>
                                              <p:pRg st="3" end="3"/>
                                            </p:txEl>
                                          </p:spTgt>
                                        </p:tgtEl>
                                        <p:attrNameLst>
                                          <p:attrName>style.visibility</p:attrName>
                                        </p:attrNameLst>
                                      </p:cBhvr>
                                      <p:to>
                                        <p:strVal val="hidden"/>
                                      </p:to>
                                    </p:set>
                                  </p:childTnLst>
                                </p:cTn>
                              </p:par>
                              <p:par>
                                <p:cTn id="53" presetID="53" presetClass="exit" presetSubtype="0" fill="hold" nodeType="withEffect">
                                  <p:stCondLst>
                                    <p:cond delay="0"/>
                                  </p:stCondLst>
                                  <p:childTnLst>
                                    <p:anim calcmode="lin" valueType="num">
                                      <p:cBhvr>
                                        <p:cTn id="54" dur="500"/>
                                        <p:tgtEl>
                                          <p:spTgt spid="715778">
                                            <p:txEl>
                                              <p:pRg st="4" end="4"/>
                                            </p:txEl>
                                          </p:spTgt>
                                        </p:tgtEl>
                                        <p:attrNameLst>
                                          <p:attrName>ppt_w</p:attrName>
                                        </p:attrNameLst>
                                      </p:cBhvr>
                                      <p:tavLst>
                                        <p:tav tm="0">
                                          <p:val>
                                            <p:strVal val="ppt_w"/>
                                          </p:val>
                                        </p:tav>
                                        <p:tav tm="100000">
                                          <p:val>
                                            <p:fltVal val="0"/>
                                          </p:val>
                                        </p:tav>
                                      </p:tavLst>
                                    </p:anim>
                                    <p:anim calcmode="lin" valueType="num">
                                      <p:cBhvr>
                                        <p:cTn id="55" dur="500"/>
                                        <p:tgtEl>
                                          <p:spTgt spid="715778">
                                            <p:txEl>
                                              <p:pRg st="4" end="4"/>
                                            </p:txEl>
                                          </p:spTgt>
                                        </p:tgtEl>
                                        <p:attrNameLst>
                                          <p:attrName>ppt_h</p:attrName>
                                        </p:attrNameLst>
                                      </p:cBhvr>
                                      <p:tavLst>
                                        <p:tav tm="0">
                                          <p:val>
                                            <p:strVal val="ppt_h"/>
                                          </p:val>
                                        </p:tav>
                                        <p:tav tm="100000">
                                          <p:val>
                                            <p:fltVal val="0"/>
                                          </p:val>
                                        </p:tav>
                                      </p:tavLst>
                                    </p:anim>
                                    <p:animEffect transition="out" filter="fade">
                                      <p:cBhvr>
                                        <p:cTn id="56" dur="500"/>
                                        <p:tgtEl>
                                          <p:spTgt spid="715778">
                                            <p:txEl>
                                              <p:pRg st="4" end="4"/>
                                            </p:txEl>
                                          </p:spTgt>
                                        </p:tgtEl>
                                      </p:cBhvr>
                                    </p:animEffect>
                                    <p:set>
                                      <p:cBhvr>
                                        <p:cTn id="57" dur="1" fill="hold">
                                          <p:stCondLst>
                                            <p:cond delay="499"/>
                                          </p:stCondLst>
                                        </p:cTn>
                                        <p:tgtEl>
                                          <p:spTgt spid="715778">
                                            <p:txEl>
                                              <p:pRg st="4" end="4"/>
                                            </p:txEl>
                                          </p:spTgt>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p:cNvSpPr txBox="1">
            <a:spLocks noChangeArrowheads="1"/>
          </p:cNvSpPr>
          <p:nvPr/>
        </p:nvSpPr>
        <p:spPr bwMode="auto">
          <a:xfrm>
            <a:off x="452967" y="3949700"/>
            <a:ext cx="6953251" cy="2262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marL="342900" indent="-342900">
              <a:defRPr sz="1100" b="1">
                <a:solidFill>
                  <a:schemeClr val="tx1"/>
                </a:solidFill>
                <a:latin typeface="Times New Roman" panose="02020603050405020304" pitchFamily="18" charset="0"/>
                <a:ea typeface="楷体_GB2312" pitchFamily="49" charset="-122"/>
              </a:defRPr>
            </a:lvl1pPr>
            <a:lvl2pPr marL="557213" indent="-214313">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742932" lvl="1" indent="-285744" defTabSz="1219170" fontAlgn="base">
              <a:lnSpc>
                <a:spcPts val="3467"/>
              </a:lnSpc>
              <a:spcBef>
                <a:spcPct val="20000"/>
              </a:spcBef>
              <a:spcAft>
                <a:spcPct val="0"/>
              </a:spcAft>
              <a:buSzPct val="100000"/>
              <a:buFont typeface="Wingdings" panose="05000000000000000000" pitchFamily="2" charset="2"/>
              <a:buChar char="Ø"/>
            </a:pPr>
            <a:endParaRPr lang="zh-CN" altLang="en-US" sz="2400">
              <a:solidFill>
                <a:prstClr val="black"/>
              </a:solidFill>
              <a:ea typeface="楷体" panose="02010609060101010101" pitchFamily="49" charset="-122"/>
              <a:cs typeface="Times New Roman" panose="02020603050405020304" pitchFamily="18" charset="0"/>
            </a:endParaRPr>
          </a:p>
        </p:txBody>
      </p:sp>
      <p:grpSp>
        <p:nvGrpSpPr>
          <p:cNvPr id="115715" name="Group 99"/>
          <p:cNvGrpSpPr>
            <a:grpSpLocks/>
          </p:cNvGrpSpPr>
          <p:nvPr/>
        </p:nvGrpSpPr>
        <p:grpSpPr bwMode="auto">
          <a:xfrm>
            <a:off x="8303685" y="129117"/>
            <a:ext cx="1231900" cy="863600"/>
            <a:chOff x="975" y="2750"/>
            <a:chExt cx="776" cy="544"/>
          </a:xfrm>
        </p:grpSpPr>
        <p:sp>
          <p:nvSpPr>
            <p:cNvPr id="47"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5755"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15756"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sp>
          <p:nvSpPr>
            <p:cNvPr id="115757"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1"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2"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5716" name="Group 99"/>
          <p:cNvGrpSpPr>
            <a:grpSpLocks/>
          </p:cNvGrpSpPr>
          <p:nvPr/>
        </p:nvGrpSpPr>
        <p:grpSpPr bwMode="auto">
          <a:xfrm>
            <a:off x="8312151" y="965200"/>
            <a:ext cx="1272116" cy="848784"/>
            <a:chOff x="948" y="2750"/>
            <a:chExt cx="802" cy="534"/>
          </a:xfrm>
        </p:grpSpPr>
        <p:sp>
          <p:nvSpPr>
            <p:cNvPr id="54"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5749"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15750"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sp>
          <p:nvSpPr>
            <p:cNvPr id="115751"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8"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9"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5717" name="Group 99"/>
          <p:cNvGrpSpPr>
            <a:grpSpLocks/>
          </p:cNvGrpSpPr>
          <p:nvPr/>
        </p:nvGrpSpPr>
        <p:grpSpPr bwMode="auto">
          <a:xfrm>
            <a:off x="8312151" y="1813984"/>
            <a:ext cx="1272116" cy="846667"/>
            <a:chOff x="948" y="2750"/>
            <a:chExt cx="802" cy="534"/>
          </a:xfrm>
        </p:grpSpPr>
        <p:sp>
          <p:nvSpPr>
            <p:cNvPr id="61"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574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(1, 3)</a:t>
              </a:r>
            </a:p>
          </p:txBody>
        </p:sp>
        <p:sp>
          <p:nvSpPr>
            <p:cNvPr id="11574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sp>
          <p:nvSpPr>
            <p:cNvPr id="115745"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65"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6"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5718" name="Group 99"/>
          <p:cNvGrpSpPr>
            <a:grpSpLocks/>
          </p:cNvGrpSpPr>
          <p:nvPr/>
        </p:nvGrpSpPr>
        <p:grpSpPr bwMode="auto">
          <a:xfrm>
            <a:off x="8312151" y="2677584"/>
            <a:ext cx="1272116" cy="846667"/>
            <a:chOff x="948" y="2750"/>
            <a:chExt cx="802" cy="534"/>
          </a:xfrm>
        </p:grpSpPr>
        <p:sp>
          <p:nvSpPr>
            <p:cNvPr id="6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5737"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(1, 3)</a:t>
              </a:r>
            </a:p>
          </p:txBody>
        </p:sp>
        <p:sp>
          <p:nvSpPr>
            <p:cNvPr id="115738"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sp>
          <p:nvSpPr>
            <p:cNvPr id="115739"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72"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3"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15719" name="Freeform 56"/>
          <p:cNvSpPr>
            <a:spLocks/>
          </p:cNvSpPr>
          <p:nvPr/>
        </p:nvSpPr>
        <p:spPr bwMode="auto">
          <a:xfrm rot="-511685">
            <a:off x="9539817" y="2410884"/>
            <a:ext cx="330200" cy="69426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rgbClr val="FF0000"/>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5720" name="Freeform 56"/>
          <p:cNvSpPr>
            <a:spLocks/>
          </p:cNvSpPr>
          <p:nvPr/>
        </p:nvSpPr>
        <p:spPr bwMode="auto">
          <a:xfrm rot="-511685">
            <a:off x="9537700" y="706967"/>
            <a:ext cx="171451" cy="66251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rgbClr val="FF0000"/>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15721" name="Group 99"/>
          <p:cNvGrpSpPr>
            <a:grpSpLocks/>
          </p:cNvGrpSpPr>
          <p:nvPr/>
        </p:nvGrpSpPr>
        <p:grpSpPr bwMode="auto">
          <a:xfrm>
            <a:off x="8312151" y="3541185"/>
            <a:ext cx="1272116" cy="848783"/>
            <a:chOff x="948" y="2750"/>
            <a:chExt cx="802" cy="534"/>
          </a:xfrm>
        </p:grpSpPr>
        <p:sp>
          <p:nvSpPr>
            <p:cNvPr id="77"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5731"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15732"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sp>
          <p:nvSpPr>
            <p:cNvPr id="115733"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prstClr val="black"/>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81"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82"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83" name="任意多边形 82"/>
          <p:cNvSpPr/>
          <p:nvPr/>
        </p:nvSpPr>
        <p:spPr>
          <a:xfrm>
            <a:off x="9537700" y="675218"/>
            <a:ext cx="586317" cy="3257549"/>
          </a:xfrm>
          <a:custGeom>
            <a:avLst/>
            <a:gdLst>
              <a:gd name="connsiteX0" fmla="*/ 0 w 438897"/>
              <a:gd name="connsiteY0" fmla="*/ 2442758 h 2442758"/>
              <a:gd name="connsiteX1" fmla="*/ 421105 w 438897"/>
              <a:gd name="connsiteY1" fmla="*/ 1347884 h 2442758"/>
              <a:gd name="connsiteX2" fmla="*/ 324853 w 438897"/>
              <a:gd name="connsiteY2" fmla="*/ 192852 h 2442758"/>
              <a:gd name="connsiteX3" fmla="*/ 0 w 438897"/>
              <a:gd name="connsiteY3" fmla="*/ 12379 h 2442758"/>
            </a:gdLst>
            <a:ahLst/>
            <a:cxnLst>
              <a:cxn ang="0">
                <a:pos x="connsiteX0" y="connsiteY0"/>
              </a:cxn>
              <a:cxn ang="0">
                <a:pos x="connsiteX1" y="connsiteY1"/>
              </a:cxn>
              <a:cxn ang="0">
                <a:pos x="connsiteX2" y="connsiteY2"/>
              </a:cxn>
              <a:cxn ang="0">
                <a:pos x="connsiteX3" y="connsiteY3"/>
              </a:cxn>
            </a:cxnLst>
            <a:rect l="l" t="t" r="r" b="b"/>
            <a:pathLst>
              <a:path w="438897" h="2442758">
                <a:moveTo>
                  <a:pt x="0" y="2442758"/>
                </a:moveTo>
                <a:cubicBezTo>
                  <a:pt x="183481" y="2082813"/>
                  <a:pt x="366963" y="1722868"/>
                  <a:pt x="421105" y="1347884"/>
                </a:cubicBezTo>
                <a:cubicBezTo>
                  <a:pt x="475247" y="972900"/>
                  <a:pt x="395037" y="415436"/>
                  <a:pt x="324853" y="192852"/>
                </a:cubicBezTo>
                <a:cubicBezTo>
                  <a:pt x="254669" y="-29732"/>
                  <a:pt x="127334" y="-8677"/>
                  <a:pt x="0" y="12379"/>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84" name="任意多边形 83"/>
          <p:cNvSpPr/>
          <p:nvPr/>
        </p:nvSpPr>
        <p:spPr>
          <a:xfrm>
            <a:off x="9505951" y="692151"/>
            <a:ext cx="336549" cy="1475316"/>
          </a:xfrm>
          <a:custGeom>
            <a:avLst/>
            <a:gdLst>
              <a:gd name="connsiteX0" fmla="*/ 0 w 252896"/>
              <a:gd name="connsiteY0" fmla="*/ 1106905 h 1106905"/>
              <a:gd name="connsiteX1" fmla="*/ 252663 w 252896"/>
              <a:gd name="connsiteY1" fmla="*/ 204537 h 1106905"/>
              <a:gd name="connsiteX2" fmla="*/ 36095 w 252896"/>
              <a:gd name="connsiteY2" fmla="*/ 0 h 1106905"/>
            </a:gdLst>
            <a:ahLst/>
            <a:cxnLst>
              <a:cxn ang="0">
                <a:pos x="connsiteX0" y="connsiteY0"/>
              </a:cxn>
              <a:cxn ang="0">
                <a:pos x="connsiteX1" y="connsiteY1"/>
              </a:cxn>
              <a:cxn ang="0">
                <a:pos x="connsiteX2" y="connsiteY2"/>
              </a:cxn>
            </a:cxnLst>
            <a:rect l="l" t="t" r="r" b="b"/>
            <a:pathLst>
              <a:path w="252896" h="1106905">
                <a:moveTo>
                  <a:pt x="0" y="1106905"/>
                </a:moveTo>
                <a:cubicBezTo>
                  <a:pt x="123323" y="747963"/>
                  <a:pt x="246647" y="389021"/>
                  <a:pt x="252663" y="204537"/>
                </a:cubicBezTo>
                <a:cubicBezTo>
                  <a:pt x="258679" y="20053"/>
                  <a:pt x="147387" y="10026"/>
                  <a:pt x="36095" y="0"/>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grpSp>
        <p:nvGrpSpPr>
          <p:cNvPr id="115724" name="组合 84"/>
          <p:cNvGrpSpPr>
            <a:grpSpLocks/>
          </p:cNvGrpSpPr>
          <p:nvPr/>
        </p:nvGrpSpPr>
        <p:grpSpPr bwMode="auto">
          <a:xfrm>
            <a:off x="8312152" y="4459818"/>
            <a:ext cx="3016249" cy="2305049"/>
            <a:chOff x="78177" y="3363243"/>
            <a:chExt cx="2261575" cy="1728787"/>
          </a:xfrm>
        </p:grpSpPr>
        <p:sp>
          <p:nvSpPr>
            <p:cNvPr id="86" name="Rectangle 4"/>
            <p:cNvSpPr>
              <a:spLocks noChangeArrowheads="1"/>
            </p:cNvSpPr>
            <p:nvPr/>
          </p:nvSpPr>
          <p:spPr bwMode="auto">
            <a:xfrm>
              <a:off x="78177" y="3363243"/>
              <a:ext cx="2261575" cy="1714500"/>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i="1" dirty="0">
                  <a:solidFill>
                    <a:prstClr val="black"/>
                  </a:solidFill>
                  <a:latin typeface="Times New Roman" panose="02020603050405020304" pitchFamily="18" charset="0"/>
                  <a:ea typeface="楷体_GB2312"/>
                  <a:cs typeface="Times New Roman" pitchFamily="18" charset="0"/>
                </a:rPr>
                <a:t>	</a:t>
              </a:r>
              <a:r>
                <a:rPr lang="en-US" altLang="zh-CN" sz="2400" b="1" dirty="0">
                  <a:solidFill>
                    <a:prstClr val="black"/>
                  </a:solidFill>
                  <a:latin typeface="Times New Roman" panose="02020603050405020304" pitchFamily="18" charset="0"/>
                  <a:ea typeface="楷体_GB2312"/>
                  <a:cs typeface="Times New Roman" pitchFamily="18" charset="0"/>
                </a:rPr>
                <a:t>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87" name="直接连接符 86"/>
            <p:cNvCxnSpPr/>
            <p:nvPr/>
          </p:nvCxnSpPr>
          <p:spPr bwMode="auto">
            <a:xfrm>
              <a:off x="78177" y="3648993"/>
              <a:ext cx="22615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接连接符 87"/>
            <p:cNvCxnSpPr/>
            <p:nvPr/>
          </p:nvCxnSpPr>
          <p:spPr bwMode="auto">
            <a:xfrm>
              <a:off x="1331963" y="3363243"/>
              <a:ext cx="0" cy="1728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5725" name="标题 1"/>
          <p:cNvSpPr>
            <a:spLocks noGrp="1"/>
          </p:cNvSpPr>
          <p:nvPr>
            <p:ph type="title"/>
          </p:nvPr>
        </p:nvSpPr>
        <p:spPr>
          <a:xfrm>
            <a:off x="1007533" y="357718"/>
            <a:ext cx="10574867" cy="478367"/>
          </a:xfrm>
        </p:spPr>
        <p:txBody>
          <a:bodyPr/>
          <a:lstStyle/>
          <a:p>
            <a:r>
              <a:rPr lang="zh-CN" altLang="en-US" sz="400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访问链的建立</a:t>
            </a:r>
            <a:endParaRPr lang="zh-CN" altLang="en-US">
              <a:ea typeface="微软雅黑" panose="020B0503020204020204" pitchFamily="34" charset="-122"/>
              <a:cs typeface="Times New Roman" panose="02020603050405020304" pitchFamily="18" charset="0"/>
            </a:endParaRPr>
          </a:p>
        </p:txBody>
      </p:sp>
      <p:sp>
        <p:nvSpPr>
          <p:cNvPr id="89" name="Rectangle 2"/>
          <p:cNvSpPr>
            <a:spLocks noGrp="1" noChangeArrowheads="1"/>
          </p:cNvSpPr>
          <p:nvPr>
            <p:ph idx="1"/>
          </p:nvPr>
        </p:nvSpPr>
        <p:spPr>
          <a:xfrm>
            <a:off x="476251" y="952500"/>
            <a:ext cx="7717368" cy="4301067"/>
          </a:xfrm>
        </p:spPr>
        <p:txBody>
          <a:bodyPr/>
          <a:lstStyle/>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建立访问链的代码属于</a:t>
            </a:r>
            <a:r>
              <a:rPr lang="zh-CN" altLang="en-US" sz="2667" b="1" dirty="0">
                <a:solidFill>
                  <a:schemeClr val="tx2">
                    <a:lumMod val="60000"/>
                    <a:lumOff val="40000"/>
                  </a:schemeClr>
                </a:solidFill>
                <a:cs typeface="Times New Roman" pitchFamily="18" charset="0"/>
              </a:rPr>
              <a:t>调用序列</a:t>
            </a:r>
            <a:r>
              <a:rPr lang="zh-CN" altLang="en-US" sz="2667" b="1" dirty="0">
                <a:solidFill>
                  <a:schemeClr val="tx1"/>
                </a:solidFill>
                <a:cs typeface="Times New Roman" pitchFamily="18" charset="0"/>
              </a:rPr>
              <a:t>的一部分</a:t>
            </a:r>
            <a:endParaRPr lang="en-US" altLang="zh-CN" sz="2667" b="1" dirty="0">
              <a:solidFill>
                <a:schemeClr val="tx1"/>
              </a:solidFill>
              <a:cs typeface="Times New Roman" pitchFamily="18" charset="0"/>
            </a:endParaRPr>
          </a:p>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假设嵌套深度为</a:t>
            </a:r>
            <a:r>
              <a:rPr lang="en-US" altLang="zh-CN" sz="2667" b="1" i="1" dirty="0">
                <a:solidFill>
                  <a:schemeClr val="tx1"/>
                </a:solidFill>
                <a:ea typeface="楷体_GB2312"/>
                <a:cs typeface="Times New Roman" pitchFamily="18" charset="0"/>
              </a:rPr>
              <a:t>n</a:t>
            </a:r>
            <a:r>
              <a:rPr lang="en-US" altLang="zh-CN" sz="2667" b="1" i="1" baseline="-30000" dirty="0">
                <a:solidFill>
                  <a:schemeClr val="tx1"/>
                </a:solidFill>
                <a:ea typeface="楷体_GB2312"/>
                <a:cs typeface="Times New Roman" pitchFamily="18" charset="0"/>
              </a:rPr>
              <a:t>x</a:t>
            </a:r>
            <a:r>
              <a:rPr lang="zh-CN" altLang="en-US" sz="2667" b="1" dirty="0">
                <a:solidFill>
                  <a:schemeClr val="tx1"/>
                </a:solidFill>
                <a:cs typeface="Times New Roman" pitchFamily="18" charset="0"/>
              </a:rPr>
              <a:t>的过程</a:t>
            </a:r>
            <a:r>
              <a:rPr lang="en-US" altLang="zh-CN" sz="2667" b="1" i="1" dirty="0">
                <a:solidFill>
                  <a:schemeClr val="tx1"/>
                </a:solidFill>
                <a:cs typeface="Times New Roman" pitchFamily="18" charset="0"/>
              </a:rPr>
              <a:t>x</a:t>
            </a:r>
            <a:r>
              <a:rPr lang="zh-CN" altLang="en-US" sz="2667" b="1" dirty="0">
                <a:solidFill>
                  <a:schemeClr val="tx1"/>
                </a:solidFill>
                <a:cs typeface="Times New Roman" pitchFamily="18" charset="0"/>
              </a:rPr>
              <a:t>调用嵌套深度为</a:t>
            </a:r>
            <a:r>
              <a:rPr lang="en-US" altLang="zh-CN" sz="2667" b="1" i="1" dirty="0" err="1">
                <a:solidFill>
                  <a:schemeClr val="tx1"/>
                </a:solidFill>
                <a:ea typeface="楷体_GB2312"/>
                <a:cs typeface="楷体_GB2312"/>
              </a:rPr>
              <a:t>n</a:t>
            </a:r>
            <a:r>
              <a:rPr lang="en-US" altLang="zh-CN" sz="2667" b="1" i="1" baseline="-30000" dirty="0" err="1">
                <a:solidFill>
                  <a:schemeClr val="tx1"/>
                </a:solidFill>
                <a:ea typeface="楷体_GB2312"/>
                <a:cs typeface="楷体_GB2312"/>
              </a:rPr>
              <a:t>y</a:t>
            </a:r>
            <a:r>
              <a:rPr lang="zh-CN" altLang="en-US" sz="2667" b="1" dirty="0">
                <a:solidFill>
                  <a:schemeClr val="tx1"/>
                </a:solidFill>
              </a:rPr>
              <a:t>的过程</a:t>
            </a:r>
            <a:r>
              <a:rPr lang="en-US" altLang="zh-CN" sz="2667" b="1" i="1" dirty="0">
                <a:solidFill>
                  <a:schemeClr val="tx1"/>
                </a:solidFill>
              </a:rPr>
              <a:t>y</a:t>
            </a:r>
            <a:r>
              <a:rPr lang="zh-CN" altLang="en-US" sz="2667" b="1" dirty="0">
                <a:solidFill>
                  <a:schemeClr val="tx1"/>
                </a:solidFill>
              </a:rPr>
              <a:t> </a:t>
            </a:r>
            <a:r>
              <a:rPr lang="en-US" altLang="zh-CN" sz="2667" b="1" dirty="0">
                <a:solidFill>
                  <a:schemeClr val="tx1"/>
                </a:solidFill>
                <a:ea typeface="楷体_GB2312"/>
                <a:cs typeface="楷体_GB2312"/>
              </a:rPr>
              <a:t>(</a:t>
            </a:r>
            <a:r>
              <a:rPr lang="en-US" altLang="zh-CN" sz="2667" b="1" i="1" dirty="0" err="1">
                <a:solidFill>
                  <a:schemeClr val="tx1"/>
                </a:solidFill>
                <a:ea typeface="楷体_GB2312"/>
                <a:cs typeface="楷体_GB2312"/>
              </a:rPr>
              <a:t>x</a:t>
            </a:r>
            <a:r>
              <a:rPr lang="en-US" altLang="zh-CN" sz="2667" b="1" dirty="0" err="1">
                <a:solidFill>
                  <a:schemeClr val="tx1"/>
                </a:solidFill>
                <a:ea typeface="楷体_GB2312"/>
                <a:cs typeface="楷体_GB2312"/>
              </a:rPr>
              <a:t>→</a:t>
            </a:r>
            <a:r>
              <a:rPr lang="en-US" altLang="zh-CN" sz="2667" b="1" i="1" dirty="0" err="1">
                <a:solidFill>
                  <a:schemeClr val="tx1"/>
                </a:solidFill>
                <a:ea typeface="楷体_GB2312"/>
                <a:cs typeface="楷体_GB2312"/>
              </a:rPr>
              <a:t>y</a:t>
            </a:r>
            <a:r>
              <a:rPr lang="en-US" altLang="zh-CN" sz="2667" b="1" dirty="0">
                <a:solidFill>
                  <a:schemeClr val="tx1"/>
                </a:solidFill>
                <a:ea typeface="楷体_GB2312"/>
                <a:cs typeface="楷体_GB2312"/>
              </a:rPr>
              <a:t>)</a:t>
            </a:r>
          </a:p>
          <a:p>
            <a:pPr lvl="1" eaLnBrk="1" hangingPunct="1">
              <a:lnSpc>
                <a:spcPts val="3467"/>
              </a:lnSpc>
              <a:buClrTx/>
              <a:buFont typeface="Wingdings" pitchFamily="2" charset="2"/>
              <a:buChar char="Ø"/>
              <a:defRPr/>
            </a:pPr>
            <a:r>
              <a:rPr lang="en-US" altLang="zh-CN" sz="2667" b="1" i="1" dirty="0">
                <a:solidFill>
                  <a:schemeClr val="tx1"/>
                </a:solidFill>
                <a:ea typeface="楷体_GB2312"/>
                <a:cs typeface="楷体_GB2312"/>
              </a:rPr>
              <a:t>n</a:t>
            </a:r>
            <a:r>
              <a:rPr lang="en-US" altLang="zh-CN" sz="2667" b="1" i="1" baseline="-30000" dirty="0">
                <a:solidFill>
                  <a:schemeClr val="tx1"/>
                </a:solidFill>
                <a:ea typeface="楷体_GB2312"/>
                <a:cs typeface="楷体_GB2312"/>
              </a:rPr>
              <a:t>x </a:t>
            </a:r>
            <a:r>
              <a:rPr lang="en-US" altLang="zh-CN" sz="2667" b="1" dirty="0">
                <a:solidFill>
                  <a:schemeClr val="tx1"/>
                </a:solidFill>
                <a:ea typeface="楷体_GB2312"/>
                <a:cs typeface="楷体_GB2312"/>
              </a:rPr>
              <a:t>&lt; </a:t>
            </a:r>
            <a:r>
              <a:rPr lang="en-US" altLang="zh-CN" sz="2667" b="1" i="1" dirty="0" err="1">
                <a:solidFill>
                  <a:schemeClr val="tx1"/>
                </a:solidFill>
                <a:ea typeface="楷体_GB2312"/>
                <a:cs typeface="楷体_GB2312"/>
              </a:rPr>
              <a:t>n</a:t>
            </a:r>
            <a:r>
              <a:rPr lang="en-US" altLang="zh-CN" sz="2400" b="1" i="1" baseline="-30000" dirty="0" err="1">
                <a:solidFill>
                  <a:schemeClr val="tx1"/>
                </a:solidFill>
                <a:ea typeface="楷体_GB2312"/>
                <a:cs typeface="楷体_GB2312"/>
              </a:rPr>
              <a:t>y</a:t>
            </a:r>
            <a:r>
              <a:rPr lang="zh-CN" altLang="en-US" sz="2667" b="1" dirty="0">
                <a:solidFill>
                  <a:schemeClr val="tx1"/>
                </a:solidFill>
                <a:latin typeface="楷体" pitchFamily="49" charset="-122"/>
              </a:rPr>
              <a:t>的情况</a:t>
            </a:r>
            <a:r>
              <a:rPr lang="en-US" altLang="zh-CN" sz="2667" b="1" dirty="0">
                <a:solidFill>
                  <a:schemeClr val="tx1"/>
                </a:solidFill>
                <a:ea typeface="楷体_GB2312"/>
                <a:cs typeface="楷体_GB2312"/>
              </a:rPr>
              <a:t>(</a:t>
            </a:r>
            <a:r>
              <a:rPr lang="zh-CN" altLang="en-US" sz="2667" b="1" dirty="0">
                <a:solidFill>
                  <a:schemeClr val="tx1"/>
                </a:solidFill>
                <a:latin typeface="楷体" pitchFamily="49" charset="-122"/>
              </a:rPr>
              <a:t>外层调用内层</a:t>
            </a:r>
            <a:r>
              <a:rPr lang="en-US" altLang="zh-CN" sz="2667" b="1" dirty="0">
                <a:solidFill>
                  <a:schemeClr val="tx1"/>
                </a:solidFill>
                <a:ea typeface="楷体_GB2312"/>
                <a:cs typeface="楷体_GB2312"/>
              </a:rPr>
              <a:t>)</a:t>
            </a:r>
          </a:p>
          <a:p>
            <a:pPr lvl="1" eaLnBrk="1" hangingPunct="1">
              <a:lnSpc>
                <a:spcPts val="3467"/>
              </a:lnSpc>
              <a:buClrTx/>
              <a:buFont typeface="Wingdings" pitchFamily="2" charset="2"/>
              <a:buChar char="Ø"/>
              <a:defRPr/>
            </a:pPr>
            <a:r>
              <a:rPr lang="en-US" altLang="zh-CN" sz="2667" b="1" i="1" dirty="0" err="1">
                <a:solidFill>
                  <a:prstClr val="black"/>
                </a:solidFill>
                <a:ea typeface="楷体_GB2312" pitchFamily="49" charset="-122"/>
              </a:rPr>
              <a:t>n</a:t>
            </a:r>
            <a:r>
              <a:rPr lang="en-US" altLang="zh-CN" sz="2667" b="1" i="1" baseline="-30000" dirty="0" err="1">
                <a:solidFill>
                  <a:prstClr val="black"/>
                </a:solidFill>
                <a:ea typeface="楷体" panose="02010609060101010101" pitchFamily="49" charset="-122"/>
                <a:cs typeface="Times New Roman" panose="02020603050405020304" pitchFamily="18" charset="0"/>
              </a:rPr>
              <a:t>x</a:t>
            </a:r>
            <a:r>
              <a:rPr lang="en-US" altLang="zh-CN" sz="2667" b="1" i="1" baseline="-30000" dirty="0">
                <a:solidFill>
                  <a:prstClr val="black"/>
                </a:solidFill>
                <a:ea typeface="楷体" panose="02010609060101010101" pitchFamily="49" charset="-122"/>
                <a:cs typeface="Times New Roman" panose="02020603050405020304" pitchFamily="18" charset="0"/>
              </a:rPr>
              <a:t> </a:t>
            </a:r>
            <a:r>
              <a:rPr lang="en-US" altLang="zh-CN" sz="2667" b="1" dirty="0">
                <a:solidFill>
                  <a:prstClr val="black"/>
                </a:solidFill>
                <a:ea typeface="楷体" panose="02010609060101010101" pitchFamily="49" charset="-122"/>
                <a:cs typeface="Times New Roman" panose="02020603050405020304" pitchFamily="18" charset="0"/>
              </a:rPr>
              <a:t>= </a:t>
            </a:r>
            <a:r>
              <a:rPr lang="en-US" altLang="zh-CN" sz="2667"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y</a:t>
            </a:r>
            <a:r>
              <a:rPr lang="zh-CN" altLang="en-US" sz="2667" b="1" dirty="0">
                <a:solidFill>
                  <a:prstClr val="black"/>
                </a:solidFill>
                <a:ea typeface="楷体" panose="02010609060101010101" pitchFamily="49" charset="-122"/>
                <a:cs typeface="Times New Roman" panose="02020603050405020304" pitchFamily="18" charset="0"/>
              </a:rPr>
              <a:t>的情况</a:t>
            </a:r>
            <a:r>
              <a:rPr lang="en-US" altLang="zh-CN" sz="2667" b="1" dirty="0">
                <a:solidFill>
                  <a:prstClr val="black"/>
                </a:solidFill>
                <a:ea typeface="楷体" panose="02010609060101010101" pitchFamily="49" charset="-122"/>
                <a:cs typeface="Times New Roman" panose="02020603050405020304" pitchFamily="18" charset="0"/>
              </a:rPr>
              <a:t>(</a:t>
            </a:r>
            <a:r>
              <a:rPr lang="zh-CN" altLang="en-US" sz="2667" b="1" dirty="0">
                <a:solidFill>
                  <a:schemeClr val="tx1"/>
                </a:solidFill>
                <a:latin typeface="楷体" pitchFamily="49" charset="-122"/>
              </a:rPr>
              <a:t>本层调用本层</a:t>
            </a:r>
            <a:r>
              <a:rPr lang="en-US" altLang="zh-CN" sz="2667" b="1" dirty="0">
                <a:solidFill>
                  <a:prstClr val="black"/>
                </a:solidFill>
                <a:ea typeface="楷体" panose="02010609060101010101" pitchFamily="49" charset="-122"/>
                <a:cs typeface="Times New Roman" panose="02020603050405020304" pitchFamily="18" charset="0"/>
              </a:rPr>
              <a:t> )</a:t>
            </a:r>
          </a:p>
          <a:p>
            <a:pPr marL="914377" lvl="2" indent="304792">
              <a:lnSpc>
                <a:spcPts val="3467"/>
              </a:lnSpc>
              <a:spcBef>
                <a:spcPct val="0"/>
              </a:spcBef>
              <a:buClrTx/>
              <a:buSzTx/>
              <a:buFont typeface="Wingdings" panose="05000000000000000000" pitchFamily="2" charset="2"/>
              <a:buChar char="Ø"/>
              <a:defRPr/>
            </a:pPr>
            <a:r>
              <a:rPr lang="zh-CN" altLang="en-US" sz="2400" b="1" dirty="0">
                <a:solidFill>
                  <a:prstClr val="black"/>
                </a:solidFill>
                <a:ea typeface="楷体" panose="02010609060101010101" pitchFamily="49" charset="-122"/>
                <a:cs typeface="Times New Roman" panose="02020603050405020304" pitchFamily="18" charset="0"/>
              </a:rPr>
              <a:t>例如：递归调用 </a:t>
            </a:r>
            <a:r>
              <a:rPr lang="en-US" altLang="zh-CN" sz="2400" b="1" dirty="0">
                <a:solidFill>
                  <a:prstClr val="black"/>
                </a:solidFill>
                <a:ea typeface="楷体" panose="02010609060101010101" pitchFamily="49" charset="-122"/>
                <a:cs typeface="Times New Roman" panose="02020603050405020304" pitchFamily="18" charset="0"/>
              </a:rPr>
              <a:t>(</a:t>
            </a:r>
            <a:r>
              <a:rPr lang="en-US" altLang="zh-CN" sz="2400" b="1" i="1" dirty="0" err="1">
                <a:solidFill>
                  <a:prstClr val="black"/>
                </a:solidFill>
                <a:ea typeface="楷体" panose="02010609060101010101" pitchFamily="49" charset="-122"/>
                <a:cs typeface="Times New Roman" panose="02020603050405020304" pitchFamily="18" charset="0"/>
              </a:rPr>
              <a:t>q</a:t>
            </a:r>
            <a:r>
              <a:rPr lang="en-US" altLang="zh-CN" sz="2400" b="1" dirty="0" err="1">
                <a:solidFill>
                  <a:prstClr val="black"/>
                </a:solidFill>
                <a:ea typeface="楷体" panose="02010609060101010101" pitchFamily="49" charset="-122"/>
                <a:cs typeface="Times New Roman" panose="02020603050405020304" pitchFamily="18" charset="0"/>
              </a:rPr>
              <a:t>→</a:t>
            </a:r>
            <a:r>
              <a:rPr lang="en-US" altLang="zh-CN" sz="2400" b="1" i="1" dirty="0" err="1">
                <a:solidFill>
                  <a:prstClr val="black"/>
                </a:solidFill>
                <a:ea typeface="楷体" panose="02010609060101010101" pitchFamily="49" charset="-122"/>
                <a:cs typeface="Times New Roman" panose="02020603050405020304" pitchFamily="18" charset="0"/>
              </a:rPr>
              <a:t>q</a:t>
            </a:r>
            <a:r>
              <a:rPr lang="en-US" altLang="zh-CN" sz="2400" b="1" dirty="0">
                <a:solidFill>
                  <a:prstClr val="black"/>
                </a:solidFill>
                <a:ea typeface="楷体" panose="02010609060101010101" pitchFamily="49" charset="-122"/>
                <a:cs typeface="Times New Roman" panose="02020603050405020304" pitchFamily="18" charset="0"/>
              </a:rPr>
              <a:t> )</a:t>
            </a:r>
          </a:p>
          <a:p>
            <a:pPr marL="914377" lvl="2" indent="304792">
              <a:lnSpc>
                <a:spcPts val="3467"/>
              </a:lnSpc>
              <a:spcBef>
                <a:spcPct val="0"/>
              </a:spcBef>
              <a:buClrTx/>
              <a:buSzTx/>
              <a:buFont typeface="Wingdings" panose="05000000000000000000" pitchFamily="2" charset="2"/>
              <a:buChar char="Ø"/>
              <a:defRPr/>
            </a:pPr>
            <a:r>
              <a:rPr lang="zh-CN" altLang="en-US" sz="2400" b="1" dirty="0">
                <a:solidFill>
                  <a:prstClr val="black"/>
                </a:solidFill>
                <a:ea typeface="楷体" panose="02010609060101010101" pitchFamily="49" charset="-122"/>
                <a:cs typeface="Times New Roman" panose="02020603050405020304" pitchFamily="18" charset="0"/>
              </a:rPr>
              <a:t>被调用者的活动记录的访问链与调用者的活动记录的访问链是相同的，可以</a:t>
            </a:r>
            <a:r>
              <a:rPr lang="zh-CN" altLang="en-US" sz="2400" b="1" dirty="0">
                <a:solidFill>
                  <a:schemeClr val="tx2">
                    <a:lumMod val="60000"/>
                    <a:lumOff val="40000"/>
                  </a:schemeClr>
                </a:solidFill>
                <a:ea typeface="楷体" panose="02010609060101010101" pitchFamily="49" charset="-122"/>
                <a:cs typeface="Times New Roman" panose="02020603050405020304" pitchFamily="18" charset="0"/>
              </a:rPr>
              <a:t>直接复制</a:t>
            </a:r>
          </a:p>
          <a:p>
            <a:pPr lvl="1" eaLnBrk="1" hangingPunct="1">
              <a:lnSpc>
                <a:spcPts val="3467"/>
              </a:lnSpc>
              <a:buClrTx/>
              <a:buFont typeface="Wingdings" pitchFamily="2" charset="2"/>
              <a:buChar char="Ø"/>
              <a:defRPr/>
            </a:pPr>
            <a:endParaRPr lang="zh-CN" altLang="en-US" sz="2667" b="1" dirty="0">
              <a:solidFill>
                <a:schemeClr val="tx1"/>
              </a:solidFill>
              <a:ea typeface="楷体_GB2312"/>
              <a:cs typeface="楷体_GB231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nodeType="withEffect">
                                  <p:stCondLst>
                                    <p:cond delay="0"/>
                                  </p:stCondLst>
                                  <p:childTnLst>
                                    <p:set>
                                      <p:cBhvr>
                                        <p:cTn id="6" dur="1" fill="hold">
                                          <p:stCondLst>
                                            <p:cond delay="0"/>
                                          </p:stCondLst>
                                        </p:cTn>
                                        <p:tgtEl>
                                          <p:spTgt spid="89">
                                            <p:txEl>
                                              <p:pRg st="3" end="3"/>
                                            </p:txEl>
                                          </p:spTgt>
                                        </p:tgtEl>
                                        <p:attrNameLst>
                                          <p:attrName>style.visibility</p:attrName>
                                        </p:attrNameLst>
                                      </p:cBhvr>
                                      <p:to>
                                        <p:strVal val="visible"/>
                                      </p:to>
                                    </p:set>
                                    <p:anim calcmode="lin" valueType="num">
                                      <p:cBhvr>
                                        <p:cTn id="7" dur="500" fill="hold"/>
                                        <p:tgtEl>
                                          <p:spTgt spid="89">
                                            <p:txEl>
                                              <p:pRg st="3" end="3"/>
                                            </p:txEl>
                                          </p:spTgt>
                                        </p:tgtEl>
                                        <p:attrNameLst>
                                          <p:attrName>ppt_w</p:attrName>
                                        </p:attrNameLst>
                                      </p:cBhvr>
                                      <p:tavLst>
                                        <p:tav tm="0">
                                          <p:val>
                                            <p:fltVal val="0"/>
                                          </p:val>
                                        </p:tav>
                                        <p:tav tm="100000">
                                          <p:val>
                                            <p:strVal val="#ppt_w"/>
                                          </p:val>
                                        </p:tav>
                                      </p:tavLst>
                                    </p:anim>
                                    <p:anim calcmode="lin" valueType="num">
                                      <p:cBhvr>
                                        <p:cTn id="8" dur="500" fill="hold"/>
                                        <p:tgtEl>
                                          <p:spTgt spid="89">
                                            <p:txEl>
                                              <p:pRg st="3" end="3"/>
                                            </p:txEl>
                                          </p:spTgt>
                                        </p:tgtEl>
                                        <p:attrNameLst>
                                          <p:attrName>ppt_h</p:attrName>
                                        </p:attrNameLst>
                                      </p:cBhvr>
                                      <p:tavLst>
                                        <p:tav tm="0">
                                          <p:val>
                                            <p:fltVal val="0"/>
                                          </p:val>
                                        </p:tav>
                                        <p:tav tm="100000">
                                          <p:val>
                                            <p:strVal val="#ppt_h"/>
                                          </p:val>
                                        </p:tav>
                                      </p:tavLst>
                                    </p:anim>
                                    <p:animEffect transition="in" filter="fade">
                                      <p:cBhvr>
                                        <p:cTn id="9" dur="500"/>
                                        <p:tgtEl>
                                          <p:spTgt spid="89">
                                            <p:txEl>
                                              <p:pRg st="3" end="3"/>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nodeType="clickEffect">
                                  <p:stCondLst>
                                    <p:cond delay="0"/>
                                  </p:stCondLst>
                                  <p:childTnLst>
                                    <p:set>
                                      <p:cBhvr>
                                        <p:cTn id="13" dur="1" fill="hold">
                                          <p:stCondLst>
                                            <p:cond delay="0"/>
                                          </p:stCondLst>
                                        </p:cTn>
                                        <p:tgtEl>
                                          <p:spTgt spid="89">
                                            <p:txEl>
                                              <p:pRg st="4" end="4"/>
                                            </p:txEl>
                                          </p:spTgt>
                                        </p:tgtEl>
                                        <p:attrNameLst>
                                          <p:attrName>style.visibility</p:attrName>
                                        </p:attrNameLst>
                                      </p:cBhvr>
                                      <p:to>
                                        <p:strVal val="visible"/>
                                      </p:to>
                                    </p:set>
                                    <p:anim calcmode="lin" valueType="num">
                                      <p:cBhvr>
                                        <p:cTn id="14" dur="500" fill="hold"/>
                                        <p:tgtEl>
                                          <p:spTgt spid="89">
                                            <p:txEl>
                                              <p:pRg st="4" end="4"/>
                                            </p:txEl>
                                          </p:spTgt>
                                        </p:tgtEl>
                                        <p:attrNameLst>
                                          <p:attrName>ppt_w</p:attrName>
                                        </p:attrNameLst>
                                      </p:cBhvr>
                                      <p:tavLst>
                                        <p:tav tm="0">
                                          <p:val>
                                            <p:fltVal val="0"/>
                                          </p:val>
                                        </p:tav>
                                        <p:tav tm="100000">
                                          <p:val>
                                            <p:strVal val="#ppt_w"/>
                                          </p:val>
                                        </p:tav>
                                      </p:tavLst>
                                    </p:anim>
                                    <p:anim calcmode="lin" valueType="num">
                                      <p:cBhvr>
                                        <p:cTn id="15" dur="500" fill="hold"/>
                                        <p:tgtEl>
                                          <p:spTgt spid="89">
                                            <p:txEl>
                                              <p:pRg st="4" end="4"/>
                                            </p:txEl>
                                          </p:spTgt>
                                        </p:tgtEl>
                                        <p:attrNameLst>
                                          <p:attrName>ppt_h</p:attrName>
                                        </p:attrNameLst>
                                      </p:cBhvr>
                                      <p:tavLst>
                                        <p:tav tm="0">
                                          <p:val>
                                            <p:fltVal val="0"/>
                                          </p:val>
                                        </p:tav>
                                        <p:tav tm="100000">
                                          <p:val>
                                            <p:strVal val="#ppt_h"/>
                                          </p:val>
                                        </p:tav>
                                      </p:tavLst>
                                    </p:anim>
                                    <p:animEffect transition="in" filter="fade">
                                      <p:cBhvr>
                                        <p:cTn id="16" dur="500"/>
                                        <p:tgtEl>
                                          <p:spTgt spid="89">
                                            <p:txEl>
                                              <p:pRg st="4" end="4"/>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16" fill="hold" nodeType="clickEffect">
                                  <p:stCondLst>
                                    <p:cond delay="0"/>
                                  </p:stCondLst>
                                  <p:childTnLst>
                                    <p:set>
                                      <p:cBhvr>
                                        <p:cTn id="20" dur="1" fill="hold">
                                          <p:stCondLst>
                                            <p:cond delay="0"/>
                                          </p:stCondLst>
                                        </p:cTn>
                                        <p:tgtEl>
                                          <p:spTgt spid="89">
                                            <p:txEl>
                                              <p:pRg st="5" end="5"/>
                                            </p:txEl>
                                          </p:spTgt>
                                        </p:tgtEl>
                                        <p:attrNameLst>
                                          <p:attrName>style.visibility</p:attrName>
                                        </p:attrNameLst>
                                      </p:cBhvr>
                                      <p:to>
                                        <p:strVal val="visible"/>
                                      </p:to>
                                    </p:set>
                                    <p:anim calcmode="lin" valueType="num">
                                      <p:cBhvr>
                                        <p:cTn id="21" dur="500" fill="hold"/>
                                        <p:tgtEl>
                                          <p:spTgt spid="89">
                                            <p:txEl>
                                              <p:pRg st="5" end="5"/>
                                            </p:txEl>
                                          </p:spTgt>
                                        </p:tgtEl>
                                        <p:attrNameLst>
                                          <p:attrName>ppt_w</p:attrName>
                                        </p:attrNameLst>
                                      </p:cBhvr>
                                      <p:tavLst>
                                        <p:tav tm="0">
                                          <p:val>
                                            <p:fltVal val="0"/>
                                          </p:val>
                                        </p:tav>
                                        <p:tav tm="100000">
                                          <p:val>
                                            <p:strVal val="#ppt_w"/>
                                          </p:val>
                                        </p:tav>
                                      </p:tavLst>
                                    </p:anim>
                                    <p:anim calcmode="lin" valueType="num">
                                      <p:cBhvr>
                                        <p:cTn id="22" dur="500" fill="hold"/>
                                        <p:tgtEl>
                                          <p:spTgt spid="89">
                                            <p:txEl>
                                              <p:pRg st="5" end="5"/>
                                            </p:txEl>
                                          </p:spTgt>
                                        </p:tgtEl>
                                        <p:attrNameLst>
                                          <p:attrName>ppt_h</p:attrName>
                                        </p:attrNameLst>
                                      </p:cBhvr>
                                      <p:tavLst>
                                        <p:tav tm="0">
                                          <p:val>
                                            <p:fltVal val="0"/>
                                          </p:val>
                                        </p:tav>
                                        <p:tav tm="100000">
                                          <p:val>
                                            <p:strVal val="#ppt_h"/>
                                          </p:val>
                                        </p:tav>
                                      </p:tavLst>
                                    </p:anim>
                                    <p:animEffect transition="in" filter="fade">
                                      <p:cBhvr>
                                        <p:cTn id="23" dur="500"/>
                                        <p:tgtEl>
                                          <p:spTgt spid="89">
                                            <p:txEl>
                                              <p:pRg st="5" end="5"/>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7" presetClass="emph" presetSubtype="1" nodeType="clickEffect">
                                  <p:stCondLst>
                                    <p:cond delay="0"/>
                                  </p:stCondLst>
                                  <p:childTnLst>
                                    <p:set>
                                      <p:cBhvr>
                                        <p:cTn id="27" dur="indefinite"/>
                                        <p:tgtEl>
                                          <p:spTgt spid="84"/>
                                        </p:tgtEl>
                                        <p:attrNameLst>
                                          <p:attrName>stroke.color</p:attrName>
                                        </p:attrNameLst>
                                      </p:cBhvr>
                                      <p:to>
                                        <p:clrVal>
                                          <a:schemeClr val="accent2"/>
                                        </p:clrVal>
                                      </p:to>
                                    </p:set>
                                    <p:set>
                                      <p:cBhvr>
                                        <p:cTn id="28" dur="indefinite"/>
                                        <p:tgtEl>
                                          <p:spTgt spid="84"/>
                                        </p:tgtEl>
                                        <p:attrNameLst>
                                          <p:attrName>stroke.on</p:attrName>
                                        </p:attrNameLst>
                                      </p:cBhvr>
                                      <p:to>
                                        <p:strVal val="tru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xit" presetSubtype="32" fill="hold" nodeType="clickEffect">
                                  <p:stCondLst>
                                    <p:cond delay="0"/>
                                  </p:stCondLst>
                                  <p:childTnLst>
                                    <p:anim calcmode="lin" valueType="num">
                                      <p:cBhvr>
                                        <p:cTn id="32" dur="500"/>
                                        <p:tgtEl>
                                          <p:spTgt spid="89">
                                            <p:txEl>
                                              <p:pRg st="4" end="4"/>
                                            </p:txEl>
                                          </p:spTgt>
                                        </p:tgtEl>
                                        <p:attrNameLst>
                                          <p:attrName>ppt_w</p:attrName>
                                        </p:attrNameLst>
                                      </p:cBhvr>
                                      <p:tavLst>
                                        <p:tav tm="0">
                                          <p:val>
                                            <p:strVal val="ppt_w"/>
                                          </p:val>
                                        </p:tav>
                                        <p:tav tm="100000">
                                          <p:val>
                                            <p:fltVal val="0"/>
                                          </p:val>
                                        </p:tav>
                                      </p:tavLst>
                                    </p:anim>
                                    <p:anim calcmode="lin" valueType="num">
                                      <p:cBhvr>
                                        <p:cTn id="33" dur="500"/>
                                        <p:tgtEl>
                                          <p:spTgt spid="89">
                                            <p:txEl>
                                              <p:pRg st="4" end="4"/>
                                            </p:txEl>
                                          </p:spTgt>
                                        </p:tgtEl>
                                        <p:attrNameLst>
                                          <p:attrName>ppt_h</p:attrName>
                                        </p:attrNameLst>
                                      </p:cBhvr>
                                      <p:tavLst>
                                        <p:tav tm="0">
                                          <p:val>
                                            <p:strVal val="ppt_h"/>
                                          </p:val>
                                        </p:tav>
                                        <p:tav tm="100000">
                                          <p:val>
                                            <p:fltVal val="0"/>
                                          </p:val>
                                        </p:tav>
                                      </p:tavLst>
                                    </p:anim>
                                    <p:animEffect transition="out" filter="fade">
                                      <p:cBhvr>
                                        <p:cTn id="34" dur="500"/>
                                        <p:tgtEl>
                                          <p:spTgt spid="89">
                                            <p:txEl>
                                              <p:pRg st="4" end="4"/>
                                            </p:txEl>
                                          </p:spTgt>
                                        </p:tgtEl>
                                      </p:cBhvr>
                                    </p:animEffect>
                                    <p:set>
                                      <p:cBhvr>
                                        <p:cTn id="35" dur="1" fill="hold">
                                          <p:stCondLst>
                                            <p:cond delay="499"/>
                                          </p:stCondLst>
                                        </p:cTn>
                                        <p:tgtEl>
                                          <p:spTgt spid="89">
                                            <p:txEl>
                                              <p:pRg st="4" end="4"/>
                                            </p:txEl>
                                          </p:spTgt>
                                        </p:tgtEl>
                                        <p:attrNameLst>
                                          <p:attrName>style.visibility</p:attrName>
                                        </p:attrNameLst>
                                      </p:cBhvr>
                                      <p:to>
                                        <p:strVal val="hidden"/>
                                      </p:to>
                                    </p:set>
                                  </p:childTnLst>
                                </p:cTn>
                              </p:par>
                              <p:par>
                                <p:cTn id="36" presetID="53" presetClass="exit" presetSubtype="32" fill="hold" nodeType="withEffect">
                                  <p:stCondLst>
                                    <p:cond delay="0"/>
                                  </p:stCondLst>
                                  <p:childTnLst>
                                    <p:anim calcmode="lin" valueType="num">
                                      <p:cBhvr>
                                        <p:cTn id="37" dur="500"/>
                                        <p:tgtEl>
                                          <p:spTgt spid="89">
                                            <p:txEl>
                                              <p:pRg st="5" end="5"/>
                                            </p:txEl>
                                          </p:spTgt>
                                        </p:tgtEl>
                                        <p:attrNameLst>
                                          <p:attrName>ppt_w</p:attrName>
                                        </p:attrNameLst>
                                      </p:cBhvr>
                                      <p:tavLst>
                                        <p:tav tm="0">
                                          <p:val>
                                            <p:strVal val="ppt_w"/>
                                          </p:val>
                                        </p:tav>
                                        <p:tav tm="100000">
                                          <p:val>
                                            <p:fltVal val="0"/>
                                          </p:val>
                                        </p:tav>
                                      </p:tavLst>
                                    </p:anim>
                                    <p:anim calcmode="lin" valueType="num">
                                      <p:cBhvr>
                                        <p:cTn id="38" dur="500"/>
                                        <p:tgtEl>
                                          <p:spTgt spid="89">
                                            <p:txEl>
                                              <p:pRg st="5" end="5"/>
                                            </p:txEl>
                                          </p:spTgt>
                                        </p:tgtEl>
                                        <p:attrNameLst>
                                          <p:attrName>ppt_h</p:attrName>
                                        </p:attrNameLst>
                                      </p:cBhvr>
                                      <p:tavLst>
                                        <p:tav tm="0">
                                          <p:val>
                                            <p:strVal val="ppt_h"/>
                                          </p:val>
                                        </p:tav>
                                        <p:tav tm="100000">
                                          <p:val>
                                            <p:fltVal val="0"/>
                                          </p:val>
                                        </p:tav>
                                      </p:tavLst>
                                    </p:anim>
                                    <p:animEffect transition="out" filter="fade">
                                      <p:cBhvr>
                                        <p:cTn id="39" dur="500"/>
                                        <p:tgtEl>
                                          <p:spTgt spid="89">
                                            <p:txEl>
                                              <p:pRg st="5" end="5"/>
                                            </p:txEl>
                                          </p:spTgt>
                                        </p:tgtEl>
                                      </p:cBhvr>
                                    </p:animEffect>
                                    <p:set>
                                      <p:cBhvr>
                                        <p:cTn id="40" dur="1" fill="hold">
                                          <p:stCondLst>
                                            <p:cond delay="499"/>
                                          </p:stCondLst>
                                        </p:cTn>
                                        <p:tgtEl>
                                          <p:spTgt spid="89">
                                            <p:txEl>
                                              <p:pRg st="5" end="5"/>
                                            </p:txEl>
                                          </p:spTgt>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p:cNvSpPr txBox="1">
            <a:spLocks noChangeArrowheads="1"/>
          </p:cNvSpPr>
          <p:nvPr/>
        </p:nvSpPr>
        <p:spPr bwMode="auto">
          <a:xfrm>
            <a:off x="452967" y="3949700"/>
            <a:ext cx="6953251" cy="2262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marL="342900" indent="-342900">
              <a:defRPr sz="1100" b="1">
                <a:solidFill>
                  <a:schemeClr val="tx1"/>
                </a:solidFill>
                <a:latin typeface="Times New Roman" panose="02020603050405020304" pitchFamily="18" charset="0"/>
                <a:ea typeface="楷体_GB2312" pitchFamily="49" charset="-122"/>
              </a:defRPr>
            </a:lvl1pPr>
            <a:lvl2pPr marL="557213" indent="-214313">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742932" lvl="1" indent="-285744" defTabSz="1219170" fontAlgn="base">
              <a:lnSpc>
                <a:spcPts val="3467"/>
              </a:lnSpc>
              <a:spcBef>
                <a:spcPct val="20000"/>
              </a:spcBef>
              <a:spcAft>
                <a:spcPct val="0"/>
              </a:spcAft>
              <a:buSzPct val="100000"/>
              <a:buFont typeface="Wingdings" panose="05000000000000000000" pitchFamily="2" charset="2"/>
              <a:buChar char="Ø"/>
            </a:pPr>
            <a:endParaRPr lang="zh-CN" altLang="en-US" sz="2400">
              <a:solidFill>
                <a:srgbClr val="000000"/>
              </a:solidFill>
              <a:ea typeface="楷体" panose="02010609060101010101" pitchFamily="49" charset="-122"/>
              <a:cs typeface="Times New Roman" panose="02020603050405020304" pitchFamily="18" charset="0"/>
            </a:endParaRPr>
          </a:p>
        </p:txBody>
      </p:sp>
      <p:grpSp>
        <p:nvGrpSpPr>
          <p:cNvPr id="117763" name="Group 99"/>
          <p:cNvGrpSpPr>
            <a:grpSpLocks/>
          </p:cNvGrpSpPr>
          <p:nvPr/>
        </p:nvGrpSpPr>
        <p:grpSpPr bwMode="auto">
          <a:xfrm>
            <a:off x="8303685" y="129117"/>
            <a:ext cx="1231900" cy="863600"/>
            <a:chOff x="975" y="2750"/>
            <a:chExt cx="776" cy="544"/>
          </a:xfrm>
        </p:grpSpPr>
        <p:sp>
          <p:nvSpPr>
            <p:cNvPr id="47"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80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s</a:t>
              </a:r>
            </a:p>
          </p:txBody>
        </p:sp>
        <p:sp>
          <p:nvSpPr>
            <p:cNvPr id="11780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a</a:t>
              </a:r>
            </a:p>
          </p:txBody>
        </p:sp>
        <p:sp>
          <p:nvSpPr>
            <p:cNvPr id="117805"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1"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2"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7764" name="Group 99"/>
          <p:cNvGrpSpPr>
            <a:grpSpLocks/>
          </p:cNvGrpSpPr>
          <p:nvPr/>
        </p:nvGrpSpPr>
        <p:grpSpPr bwMode="auto">
          <a:xfrm>
            <a:off x="8312151" y="965200"/>
            <a:ext cx="1272116" cy="848784"/>
            <a:chOff x="948" y="2750"/>
            <a:chExt cx="802" cy="534"/>
          </a:xfrm>
        </p:grpSpPr>
        <p:sp>
          <p:nvSpPr>
            <p:cNvPr id="54"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97"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q</a:t>
              </a:r>
              <a:r>
                <a:rPr lang="en-US" altLang="zh-CN" sz="1600">
                  <a:solidFill>
                    <a:srgbClr val="000000"/>
                  </a:solidFill>
                  <a:cs typeface="Times New Roman" panose="02020603050405020304" pitchFamily="18" charset="0"/>
                </a:rPr>
                <a:t> (1, 9)</a:t>
              </a:r>
            </a:p>
          </p:txBody>
        </p:sp>
        <p:sp>
          <p:nvSpPr>
            <p:cNvPr id="117798"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v</a:t>
              </a:r>
            </a:p>
          </p:txBody>
        </p:sp>
        <p:sp>
          <p:nvSpPr>
            <p:cNvPr id="117799"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8"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9"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7765" name="Group 99"/>
          <p:cNvGrpSpPr>
            <a:grpSpLocks/>
          </p:cNvGrpSpPr>
          <p:nvPr/>
        </p:nvGrpSpPr>
        <p:grpSpPr bwMode="auto">
          <a:xfrm>
            <a:off x="8312151" y="1813984"/>
            <a:ext cx="1272116" cy="846667"/>
            <a:chOff x="948" y="2750"/>
            <a:chExt cx="802" cy="534"/>
          </a:xfrm>
        </p:grpSpPr>
        <p:sp>
          <p:nvSpPr>
            <p:cNvPr id="61"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91"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q</a:t>
              </a:r>
              <a:r>
                <a:rPr lang="en-US" altLang="zh-CN" sz="1600">
                  <a:solidFill>
                    <a:srgbClr val="000000"/>
                  </a:solidFill>
                  <a:cs typeface="Times New Roman" panose="02020603050405020304" pitchFamily="18" charset="0"/>
                </a:rPr>
                <a:t> (1, 3)</a:t>
              </a:r>
            </a:p>
          </p:txBody>
        </p:sp>
        <p:sp>
          <p:nvSpPr>
            <p:cNvPr id="117792"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v</a:t>
              </a:r>
            </a:p>
          </p:txBody>
        </p:sp>
        <p:sp>
          <p:nvSpPr>
            <p:cNvPr id="117793"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65"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6"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7766" name="Group 99"/>
          <p:cNvGrpSpPr>
            <a:grpSpLocks/>
          </p:cNvGrpSpPr>
          <p:nvPr/>
        </p:nvGrpSpPr>
        <p:grpSpPr bwMode="auto">
          <a:xfrm>
            <a:off x="8312151" y="2677584"/>
            <a:ext cx="1272116" cy="846667"/>
            <a:chOff x="948" y="2750"/>
            <a:chExt cx="802" cy="534"/>
          </a:xfrm>
        </p:grpSpPr>
        <p:sp>
          <p:nvSpPr>
            <p:cNvPr id="6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85"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p</a:t>
              </a:r>
              <a:r>
                <a:rPr lang="en-US" altLang="zh-CN" sz="1600">
                  <a:solidFill>
                    <a:srgbClr val="000000"/>
                  </a:solidFill>
                  <a:cs typeface="Times New Roman" panose="02020603050405020304" pitchFamily="18" charset="0"/>
                </a:rPr>
                <a:t> (1, 3)</a:t>
              </a:r>
            </a:p>
          </p:txBody>
        </p:sp>
        <p:sp>
          <p:nvSpPr>
            <p:cNvPr id="117786"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i, j</a:t>
              </a:r>
            </a:p>
          </p:txBody>
        </p:sp>
        <p:sp>
          <p:nvSpPr>
            <p:cNvPr id="117787"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72"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3"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17767" name="Freeform 56"/>
          <p:cNvSpPr>
            <a:spLocks/>
          </p:cNvSpPr>
          <p:nvPr/>
        </p:nvSpPr>
        <p:spPr bwMode="auto">
          <a:xfrm rot="-511685">
            <a:off x="9539817" y="2410884"/>
            <a:ext cx="330200" cy="69426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rgbClr val="FF0000"/>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7768" name="Freeform 56"/>
          <p:cNvSpPr>
            <a:spLocks/>
          </p:cNvSpPr>
          <p:nvPr/>
        </p:nvSpPr>
        <p:spPr bwMode="auto">
          <a:xfrm rot="-511685">
            <a:off x="9537700" y="706967"/>
            <a:ext cx="171451" cy="66251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rgbClr val="FF0000"/>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17769" name="Group 99"/>
          <p:cNvGrpSpPr>
            <a:grpSpLocks/>
          </p:cNvGrpSpPr>
          <p:nvPr/>
        </p:nvGrpSpPr>
        <p:grpSpPr bwMode="auto">
          <a:xfrm>
            <a:off x="8312151" y="3541185"/>
            <a:ext cx="1272116" cy="848783"/>
            <a:chOff x="948" y="2750"/>
            <a:chExt cx="802" cy="534"/>
          </a:xfrm>
        </p:grpSpPr>
        <p:sp>
          <p:nvSpPr>
            <p:cNvPr id="77"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79"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e</a:t>
              </a:r>
              <a:endParaRPr lang="en-US" altLang="zh-CN" sz="1600">
                <a:solidFill>
                  <a:srgbClr val="000000"/>
                </a:solidFill>
                <a:cs typeface="Times New Roman" panose="02020603050405020304" pitchFamily="18" charset="0"/>
              </a:endParaRPr>
            </a:p>
          </p:txBody>
        </p:sp>
        <p:sp>
          <p:nvSpPr>
            <p:cNvPr id="117780"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srgbClr val="000000"/>
                </a:solidFill>
                <a:cs typeface="Times New Roman" panose="02020603050405020304" pitchFamily="18" charset="0"/>
              </a:endParaRPr>
            </a:p>
          </p:txBody>
        </p:sp>
        <p:sp>
          <p:nvSpPr>
            <p:cNvPr id="117781"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81"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82"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83" name="任意多边形 82"/>
          <p:cNvSpPr/>
          <p:nvPr/>
        </p:nvSpPr>
        <p:spPr>
          <a:xfrm>
            <a:off x="9537700" y="675218"/>
            <a:ext cx="586317" cy="3257549"/>
          </a:xfrm>
          <a:custGeom>
            <a:avLst/>
            <a:gdLst>
              <a:gd name="connsiteX0" fmla="*/ 0 w 438897"/>
              <a:gd name="connsiteY0" fmla="*/ 2442758 h 2442758"/>
              <a:gd name="connsiteX1" fmla="*/ 421105 w 438897"/>
              <a:gd name="connsiteY1" fmla="*/ 1347884 h 2442758"/>
              <a:gd name="connsiteX2" fmla="*/ 324853 w 438897"/>
              <a:gd name="connsiteY2" fmla="*/ 192852 h 2442758"/>
              <a:gd name="connsiteX3" fmla="*/ 0 w 438897"/>
              <a:gd name="connsiteY3" fmla="*/ 12379 h 2442758"/>
            </a:gdLst>
            <a:ahLst/>
            <a:cxnLst>
              <a:cxn ang="0">
                <a:pos x="connsiteX0" y="connsiteY0"/>
              </a:cxn>
              <a:cxn ang="0">
                <a:pos x="connsiteX1" y="connsiteY1"/>
              </a:cxn>
              <a:cxn ang="0">
                <a:pos x="connsiteX2" y="connsiteY2"/>
              </a:cxn>
              <a:cxn ang="0">
                <a:pos x="connsiteX3" y="connsiteY3"/>
              </a:cxn>
            </a:cxnLst>
            <a:rect l="l" t="t" r="r" b="b"/>
            <a:pathLst>
              <a:path w="438897" h="2442758">
                <a:moveTo>
                  <a:pt x="0" y="2442758"/>
                </a:moveTo>
                <a:cubicBezTo>
                  <a:pt x="183481" y="2082813"/>
                  <a:pt x="366963" y="1722868"/>
                  <a:pt x="421105" y="1347884"/>
                </a:cubicBezTo>
                <a:cubicBezTo>
                  <a:pt x="475247" y="972900"/>
                  <a:pt x="395037" y="415436"/>
                  <a:pt x="324853" y="192852"/>
                </a:cubicBezTo>
                <a:cubicBezTo>
                  <a:pt x="254669" y="-29732"/>
                  <a:pt x="127334" y="-8677"/>
                  <a:pt x="0" y="12379"/>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84" name="任意多边形 83"/>
          <p:cNvSpPr/>
          <p:nvPr/>
        </p:nvSpPr>
        <p:spPr>
          <a:xfrm>
            <a:off x="9505951" y="692151"/>
            <a:ext cx="336549" cy="1475316"/>
          </a:xfrm>
          <a:custGeom>
            <a:avLst/>
            <a:gdLst>
              <a:gd name="connsiteX0" fmla="*/ 0 w 252896"/>
              <a:gd name="connsiteY0" fmla="*/ 1106905 h 1106905"/>
              <a:gd name="connsiteX1" fmla="*/ 252663 w 252896"/>
              <a:gd name="connsiteY1" fmla="*/ 204537 h 1106905"/>
              <a:gd name="connsiteX2" fmla="*/ 36095 w 252896"/>
              <a:gd name="connsiteY2" fmla="*/ 0 h 1106905"/>
            </a:gdLst>
            <a:ahLst/>
            <a:cxnLst>
              <a:cxn ang="0">
                <a:pos x="connsiteX0" y="connsiteY0"/>
              </a:cxn>
              <a:cxn ang="0">
                <a:pos x="connsiteX1" y="connsiteY1"/>
              </a:cxn>
              <a:cxn ang="0">
                <a:pos x="connsiteX2" y="connsiteY2"/>
              </a:cxn>
            </a:cxnLst>
            <a:rect l="l" t="t" r="r" b="b"/>
            <a:pathLst>
              <a:path w="252896" h="1106905">
                <a:moveTo>
                  <a:pt x="0" y="1106905"/>
                </a:moveTo>
                <a:cubicBezTo>
                  <a:pt x="123323" y="747963"/>
                  <a:pt x="246647" y="389021"/>
                  <a:pt x="252663" y="204537"/>
                </a:cubicBezTo>
                <a:cubicBezTo>
                  <a:pt x="258679" y="20053"/>
                  <a:pt x="147387" y="10026"/>
                  <a:pt x="36095" y="0"/>
                </a:cubicBezTo>
              </a:path>
            </a:pathLst>
          </a:custGeom>
          <a:noFill/>
          <a:ln w="25400">
            <a:solidFill>
              <a:schemeClr val="tx2">
                <a:lumMod val="60000"/>
                <a:lumOff val="40000"/>
              </a:schemeClr>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grpSp>
        <p:nvGrpSpPr>
          <p:cNvPr id="117772" name="组合 84"/>
          <p:cNvGrpSpPr>
            <a:grpSpLocks/>
          </p:cNvGrpSpPr>
          <p:nvPr/>
        </p:nvGrpSpPr>
        <p:grpSpPr bwMode="auto">
          <a:xfrm>
            <a:off x="8312152" y="4459818"/>
            <a:ext cx="3016249" cy="2305049"/>
            <a:chOff x="78177" y="3363243"/>
            <a:chExt cx="2261575" cy="1728787"/>
          </a:xfrm>
        </p:grpSpPr>
        <p:sp>
          <p:nvSpPr>
            <p:cNvPr id="86" name="Rectangle 4"/>
            <p:cNvSpPr>
              <a:spLocks noChangeArrowheads="1"/>
            </p:cNvSpPr>
            <p:nvPr/>
          </p:nvSpPr>
          <p:spPr bwMode="auto">
            <a:xfrm>
              <a:off x="78177" y="3363243"/>
              <a:ext cx="2261575" cy="1714500"/>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i="1" dirty="0">
                  <a:solidFill>
                    <a:prstClr val="black"/>
                  </a:solidFill>
                  <a:latin typeface="Times New Roman" panose="02020603050405020304" pitchFamily="18" charset="0"/>
                  <a:ea typeface="楷体_GB2312"/>
                  <a:cs typeface="Times New Roman" pitchFamily="18" charset="0"/>
                </a:rPr>
                <a:t>	</a:t>
              </a:r>
              <a:r>
                <a:rPr lang="en-US" altLang="zh-CN" sz="2400" b="1" dirty="0">
                  <a:solidFill>
                    <a:prstClr val="black"/>
                  </a:solidFill>
                  <a:latin typeface="Times New Roman" panose="02020603050405020304" pitchFamily="18" charset="0"/>
                  <a:ea typeface="楷体_GB2312"/>
                  <a:cs typeface="Times New Roman" pitchFamily="18" charset="0"/>
                </a:rPr>
                <a:t>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87" name="直接连接符 86"/>
            <p:cNvCxnSpPr/>
            <p:nvPr/>
          </p:nvCxnSpPr>
          <p:spPr bwMode="auto">
            <a:xfrm>
              <a:off x="78177" y="3648993"/>
              <a:ext cx="22615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接连接符 87"/>
            <p:cNvCxnSpPr/>
            <p:nvPr/>
          </p:nvCxnSpPr>
          <p:spPr bwMode="auto">
            <a:xfrm>
              <a:off x="1331963" y="3363243"/>
              <a:ext cx="0" cy="1728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7773" name="标题 1"/>
          <p:cNvSpPr>
            <a:spLocks noGrp="1"/>
          </p:cNvSpPr>
          <p:nvPr>
            <p:ph type="title"/>
          </p:nvPr>
        </p:nvSpPr>
        <p:spPr>
          <a:xfrm>
            <a:off x="1007533" y="357718"/>
            <a:ext cx="10574867" cy="478367"/>
          </a:xfrm>
        </p:spPr>
        <p:txBody>
          <a:bodyPr/>
          <a:lstStyle/>
          <a:p>
            <a:r>
              <a:rPr lang="zh-CN" altLang="en-US" sz="40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访问链的建立</a:t>
            </a:r>
            <a:endParaRPr lang="zh-CN" altLang="en-US" dirty="0">
              <a:ea typeface="微软雅黑" panose="020B0503020204020204" pitchFamily="34" charset="-122"/>
              <a:cs typeface="Times New Roman" panose="02020603050405020304" pitchFamily="18" charset="0"/>
            </a:endParaRPr>
          </a:p>
        </p:txBody>
      </p:sp>
      <p:sp>
        <p:nvSpPr>
          <p:cNvPr id="89" name="Rectangle 2"/>
          <p:cNvSpPr>
            <a:spLocks noGrp="1" noChangeArrowheads="1"/>
          </p:cNvSpPr>
          <p:nvPr>
            <p:ph idx="1"/>
          </p:nvPr>
        </p:nvSpPr>
        <p:spPr>
          <a:xfrm>
            <a:off x="476251" y="952500"/>
            <a:ext cx="7747023" cy="5793317"/>
          </a:xfrm>
        </p:spPr>
        <p:txBody>
          <a:bodyPr/>
          <a:lstStyle/>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建立访问链的代码属于</a:t>
            </a:r>
            <a:r>
              <a:rPr lang="zh-CN" altLang="en-US" sz="2667" b="1" dirty="0">
                <a:solidFill>
                  <a:schemeClr val="tx2">
                    <a:lumMod val="60000"/>
                    <a:lumOff val="40000"/>
                  </a:schemeClr>
                </a:solidFill>
                <a:cs typeface="Times New Roman" pitchFamily="18" charset="0"/>
              </a:rPr>
              <a:t>调用序列</a:t>
            </a:r>
            <a:r>
              <a:rPr lang="zh-CN" altLang="en-US" sz="2667" b="1" dirty="0">
                <a:solidFill>
                  <a:schemeClr val="tx1"/>
                </a:solidFill>
                <a:cs typeface="Times New Roman" pitchFamily="18" charset="0"/>
              </a:rPr>
              <a:t>的一部分</a:t>
            </a:r>
            <a:endParaRPr lang="en-US" altLang="zh-CN" sz="2667" b="1" dirty="0">
              <a:solidFill>
                <a:schemeClr val="tx1"/>
              </a:solidFill>
              <a:cs typeface="Times New Roman" pitchFamily="18" charset="0"/>
            </a:endParaRPr>
          </a:p>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假设嵌套深度为</a:t>
            </a:r>
            <a:r>
              <a:rPr lang="en-US" altLang="zh-CN" sz="2667" b="1" i="1" dirty="0">
                <a:solidFill>
                  <a:schemeClr val="tx1"/>
                </a:solidFill>
                <a:ea typeface="楷体_GB2312"/>
                <a:cs typeface="Times New Roman" pitchFamily="18" charset="0"/>
              </a:rPr>
              <a:t>n</a:t>
            </a:r>
            <a:r>
              <a:rPr lang="en-US" altLang="zh-CN" sz="2667" b="1" i="1" baseline="-30000" dirty="0">
                <a:solidFill>
                  <a:schemeClr val="tx1"/>
                </a:solidFill>
                <a:ea typeface="楷体_GB2312"/>
                <a:cs typeface="Times New Roman" pitchFamily="18" charset="0"/>
              </a:rPr>
              <a:t>x</a:t>
            </a:r>
            <a:r>
              <a:rPr lang="zh-CN" altLang="en-US" sz="2667" b="1" dirty="0">
                <a:solidFill>
                  <a:schemeClr val="tx1"/>
                </a:solidFill>
                <a:cs typeface="Times New Roman" pitchFamily="18" charset="0"/>
              </a:rPr>
              <a:t>的过程</a:t>
            </a:r>
            <a:r>
              <a:rPr lang="en-US" altLang="zh-CN" sz="2667" b="1" i="1" dirty="0">
                <a:solidFill>
                  <a:schemeClr val="tx1"/>
                </a:solidFill>
                <a:cs typeface="Times New Roman" pitchFamily="18" charset="0"/>
              </a:rPr>
              <a:t>x</a:t>
            </a:r>
            <a:r>
              <a:rPr lang="zh-CN" altLang="en-US" sz="2667" b="1" dirty="0">
                <a:solidFill>
                  <a:schemeClr val="tx1"/>
                </a:solidFill>
                <a:cs typeface="Times New Roman" pitchFamily="18" charset="0"/>
              </a:rPr>
              <a:t>调用嵌套深度为</a:t>
            </a:r>
            <a:r>
              <a:rPr lang="en-US" altLang="zh-CN" sz="2667" b="1" i="1" dirty="0" err="1">
                <a:solidFill>
                  <a:schemeClr val="tx1"/>
                </a:solidFill>
                <a:ea typeface="楷体_GB2312"/>
                <a:cs typeface="楷体_GB2312"/>
              </a:rPr>
              <a:t>n</a:t>
            </a:r>
            <a:r>
              <a:rPr lang="en-US" altLang="zh-CN" sz="2667" b="1" i="1" baseline="-30000" dirty="0" err="1">
                <a:solidFill>
                  <a:schemeClr val="tx1"/>
                </a:solidFill>
                <a:ea typeface="楷体_GB2312"/>
                <a:cs typeface="楷体_GB2312"/>
              </a:rPr>
              <a:t>y</a:t>
            </a:r>
            <a:r>
              <a:rPr lang="zh-CN" altLang="en-US" sz="2667" b="1" dirty="0">
                <a:solidFill>
                  <a:schemeClr val="tx1"/>
                </a:solidFill>
              </a:rPr>
              <a:t>的过程</a:t>
            </a:r>
            <a:r>
              <a:rPr lang="en-US" altLang="zh-CN" sz="2667" b="1" i="1" dirty="0">
                <a:solidFill>
                  <a:schemeClr val="tx1"/>
                </a:solidFill>
              </a:rPr>
              <a:t>y</a:t>
            </a:r>
            <a:r>
              <a:rPr lang="zh-CN" altLang="en-US" sz="2667" b="1" dirty="0">
                <a:solidFill>
                  <a:schemeClr val="tx1"/>
                </a:solidFill>
              </a:rPr>
              <a:t> </a:t>
            </a:r>
            <a:r>
              <a:rPr lang="en-US" altLang="zh-CN" sz="2667" b="1" dirty="0">
                <a:solidFill>
                  <a:schemeClr val="tx1"/>
                </a:solidFill>
                <a:ea typeface="楷体_GB2312"/>
                <a:cs typeface="楷体_GB2312"/>
              </a:rPr>
              <a:t>(</a:t>
            </a:r>
            <a:r>
              <a:rPr lang="en-US" altLang="zh-CN" sz="2667" b="1" i="1" dirty="0" err="1">
                <a:solidFill>
                  <a:schemeClr val="tx1"/>
                </a:solidFill>
                <a:ea typeface="楷体_GB2312"/>
                <a:cs typeface="楷体_GB2312"/>
              </a:rPr>
              <a:t>x</a:t>
            </a:r>
            <a:r>
              <a:rPr lang="en-US" altLang="zh-CN" sz="2667" b="1" dirty="0" err="1">
                <a:solidFill>
                  <a:schemeClr val="tx1"/>
                </a:solidFill>
                <a:ea typeface="楷体_GB2312"/>
                <a:cs typeface="楷体_GB2312"/>
              </a:rPr>
              <a:t>→</a:t>
            </a:r>
            <a:r>
              <a:rPr lang="en-US" altLang="zh-CN" sz="2667" b="1" i="1" dirty="0" err="1">
                <a:solidFill>
                  <a:schemeClr val="tx1"/>
                </a:solidFill>
                <a:ea typeface="楷体_GB2312"/>
                <a:cs typeface="楷体_GB2312"/>
              </a:rPr>
              <a:t>y</a:t>
            </a:r>
            <a:r>
              <a:rPr lang="en-US" altLang="zh-CN" sz="2667" b="1" dirty="0">
                <a:solidFill>
                  <a:schemeClr val="tx1"/>
                </a:solidFill>
                <a:ea typeface="楷体_GB2312"/>
                <a:cs typeface="楷体_GB2312"/>
              </a:rPr>
              <a:t>)</a:t>
            </a:r>
          </a:p>
          <a:p>
            <a:pPr lvl="1" eaLnBrk="1" hangingPunct="1">
              <a:lnSpc>
                <a:spcPts val="3467"/>
              </a:lnSpc>
              <a:buClrTx/>
              <a:buFont typeface="Wingdings" pitchFamily="2" charset="2"/>
              <a:buChar char="Ø"/>
              <a:defRPr/>
            </a:pPr>
            <a:r>
              <a:rPr lang="en-US" altLang="zh-CN" sz="2667" b="1" i="1" dirty="0">
                <a:solidFill>
                  <a:schemeClr val="tx1"/>
                </a:solidFill>
                <a:ea typeface="楷体_GB2312"/>
                <a:cs typeface="楷体_GB2312"/>
              </a:rPr>
              <a:t>n</a:t>
            </a:r>
            <a:r>
              <a:rPr lang="en-US" altLang="zh-CN" sz="2667" b="1" i="1" baseline="-30000" dirty="0">
                <a:solidFill>
                  <a:schemeClr val="tx1"/>
                </a:solidFill>
                <a:ea typeface="楷体_GB2312"/>
                <a:cs typeface="楷体_GB2312"/>
              </a:rPr>
              <a:t>x </a:t>
            </a:r>
            <a:r>
              <a:rPr lang="en-US" altLang="zh-CN" sz="2667" b="1" dirty="0">
                <a:solidFill>
                  <a:schemeClr val="tx1"/>
                </a:solidFill>
                <a:ea typeface="楷体_GB2312"/>
                <a:cs typeface="楷体_GB2312"/>
              </a:rPr>
              <a:t>&lt; </a:t>
            </a:r>
            <a:r>
              <a:rPr lang="en-US" altLang="zh-CN" sz="2667" b="1" i="1" dirty="0" err="1">
                <a:solidFill>
                  <a:schemeClr val="tx1"/>
                </a:solidFill>
                <a:ea typeface="楷体_GB2312"/>
                <a:cs typeface="楷体_GB2312"/>
              </a:rPr>
              <a:t>n</a:t>
            </a:r>
            <a:r>
              <a:rPr lang="en-US" altLang="zh-CN" sz="2400" b="1" i="1" baseline="-30000" dirty="0" err="1">
                <a:solidFill>
                  <a:schemeClr val="tx1"/>
                </a:solidFill>
                <a:ea typeface="楷体_GB2312"/>
                <a:cs typeface="楷体_GB2312"/>
              </a:rPr>
              <a:t>y</a:t>
            </a:r>
            <a:r>
              <a:rPr lang="zh-CN" altLang="en-US" sz="2667" b="1" dirty="0">
                <a:solidFill>
                  <a:schemeClr val="tx1"/>
                </a:solidFill>
                <a:latin typeface="楷体" pitchFamily="49" charset="-122"/>
              </a:rPr>
              <a:t>的情况</a:t>
            </a:r>
            <a:r>
              <a:rPr lang="en-US" altLang="zh-CN" sz="2667" b="1" dirty="0">
                <a:solidFill>
                  <a:schemeClr val="tx1"/>
                </a:solidFill>
                <a:ea typeface="楷体_GB2312"/>
                <a:cs typeface="楷体_GB2312"/>
              </a:rPr>
              <a:t>(</a:t>
            </a:r>
            <a:r>
              <a:rPr lang="zh-CN" altLang="en-US" sz="2667" b="1" dirty="0">
                <a:solidFill>
                  <a:schemeClr val="tx1"/>
                </a:solidFill>
                <a:latin typeface="楷体" pitchFamily="49" charset="-122"/>
              </a:rPr>
              <a:t>外层调用内层</a:t>
            </a:r>
            <a:r>
              <a:rPr lang="en-US" altLang="zh-CN" sz="2667" b="1" dirty="0">
                <a:solidFill>
                  <a:schemeClr val="tx1"/>
                </a:solidFill>
                <a:ea typeface="楷体_GB2312"/>
                <a:cs typeface="楷体_GB2312"/>
              </a:rPr>
              <a:t>)</a:t>
            </a:r>
          </a:p>
          <a:p>
            <a:pPr lvl="1" eaLnBrk="1" hangingPunct="1">
              <a:lnSpc>
                <a:spcPts val="3467"/>
              </a:lnSpc>
              <a:buClrTx/>
              <a:buFont typeface="Wingdings" pitchFamily="2" charset="2"/>
              <a:buChar char="Ø"/>
              <a:defRPr/>
            </a:pPr>
            <a:r>
              <a:rPr lang="en-US" altLang="zh-CN" sz="2667" b="1" i="1" dirty="0" err="1">
                <a:solidFill>
                  <a:prstClr val="black"/>
                </a:solidFill>
                <a:ea typeface="楷体_GB2312" pitchFamily="49" charset="-122"/>
              </a:rPr>
              <a:t>n</a:t>
            </a:r>
            <a:r>
              <a:rPr lang="en-US" altLang="zh-CN" sz="2667" b="1" i="1" baseline="-30000" dirty="0" err="1">
                <a:solidFill>
                  <a:prstClr val="black"/>
                </a:solidFill>
                <a:ea typeface="楷体" panose="02010609060101010101" pitchFamily="49" charset="-122"/>
                <a:cs typeface="Times New Roman" panose="02020603050405020304" pitchFamily="18" charset="0"/>
              </a:rPr>
              <a:t>x</a:t>
            </a:r>
            <a:r>
              <a:rPr lang="en-US" altLang="zh-CN" sz="2667" b="1" i="1" baseline="-30000" dirty="0">
                <a:solidFill>
                  <a:prstClr val="black"/>
                </a:solidFill>
                <a:ea typeface="楷体" panose="02010609060101010101" pitchFamily="49" charset="-122"/>
                <a:cs typeface="Times New Roman" panose="02020603050405020304" pitchFamily="18" charset="0"/>
              </a:rPr>
              <a:t> </a:t>
            </a:r>
            <a:r>
              <a:rPr lang="en-US" altLang="zh-CN" sz="2667" b="1" dirty="0">
                <a:solidFill>
                  <a:prstClr val="black"/>
                </a:solidFill>
                <a:ea typeface="楷体" panose="02010609060101010101" pitchFamily="49" charset="-122"/>
                <a:cs typeface="Times New Roman" panose="02020603050405020304" pitchFamily="18" charset="0"/>
              </a:rPr>
              <a:t>= </a:t>
            </a:r>
            <a:r>
              <a:rPr lang="en-US" altLang="zh-CN" sz="2667"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y</a:t>
            </a:r>
            <a:r>
              <a:rPr lang="zh-CN" altLang="en-US" sz="2667" b="1" dirty="0">
                <a:solidFill>
                  <a:prstClr val="black"/>
                </a:solidFill>
                <a:ea typeface="楷体" panose="02010609060101010101" pitchFamily="49" charset="-122"/>
                <a:cs typeface="Times New Roman" panose="02020603050405020304" pitchFamily="18" charset="0"/>
              </a:rPr>
              <a:t>的情况</a:t>
            </a:r>
            <a:r>
              <a:rPr lang="en-US" altLang="zh-CN" sz="2667" b="1" dirty="0">
                <a:solidFill>
                  <a:prstClr val="black"/>
                </a:solidFill>
                <a:ea typeface="楷体" panose="02010609060101010101" pitchFamily="49" charset="-122"/>
                <a:cs typeface="Times New Roman" panose="02020603050405020304" pitchFamily="18" charset="0"/>
              </a:rPr>
              <a:t>(</a:t>
            </a:r>
            <a:r>
              <a:rPr lang="zh-CN" altLang="en-US" sz="2667" b="1" dirty="0">
                <a:solidFill>
                  <a:schemeClr val="tx1"/>
                </a:solidFill>
                <a:latin typeface="楷体" pitchFamily="49" charset="-122"/>
              </a:rPr>
              <a:t>本层调用本层</a:t>
            </a:r>
            <a:r>
              <a:rPr lang="en-US" altLang="zh-CN" sz="2667" b="1" dirty="0">
                <a:solidFill>
                  <a:prstClr val="black"/>
                </a:solidFill>
                <a:ea typeface="楷体" panose="02010609060101010101" pitchFamily="49" charset="-122"/>
                <a:cs typeface="Times New Roman" panose="02020603050405020304" pitchFamily="18" charset="0"/>
              </a:rPr>
              <a:t> )</a:t>
            </a:r>
          </a:p>
          <a:p>
            <a:pPr lvl="1" eaLnBrk="1" hangingPunct="1">
              <a:lnSpc>
                <a:spcPts val="3467"/>
              </a:lnSpc>
              <a:buClrTx/>
              <a:buFont typeface="Wingdings" pitchFamily="2" charset="2"/>
              <a:buChar char="Ø"/>
              <a:defRPr/>
            </a:pPr>
            <a:r>
              <a:rPr lang="en-US" altLang="zh-CN" sz="2667" b="1" i="1" dirty="0" err="1">
                <a:solidFill>
                  <a:prstClr val="black"/>
                </a:solidFill>
                <a:ea typeface="楷体" panose="02010609060101010101" pitchFamily="49" charset="-122"/>
                <a:cs typeface="Times New Roman" panose="02020603050405020304" pitchFamily="18" charset="0"/>
              </a:rPr>
              <a:t>n</a:t>
            </a:r>
            <a:r>
              <a:rPr lang="en-US" altLang="zh-CN" sz="2667" b="1" i="1" baseline="-30000" dirty="0" err="1">
                <a:solidFill>
                  <a:prstClr val="black"/>
                </a:solidFill>
                <a:ea typeface="楷体" panose="02010609060101010101" pitchFamily="49" charset="-122"/>
                <a:cs typeface="Times New Roman" panose="02020603050405020304" pitchFamily="18" charset="0"/>
              </a:rPr>
              <a:t>x</a:t>
            </a:r>
            <a:r>
              <a:rPr lang="en-US" altLang="zh-CN" sz="2667" b="1" i="1" baseline="-30000" dirty="0">
                <a:solidFill>
                  <a:prstClr val="black"/>
                </a:solidFill>
                <a:ea typeface="楷体" panose="02010609060101010101" pitchFamily="49" charset="-122"/>
                <a:cs typeface="Times New Roman" panose="02020603050405020304" pitchFamily="18" charset="0"/>
              </a:rPr>
              <a:t> </a:t>
            </a:r>
            <a:r>
              <a:rPr lang="en-US" altLang="zh-CN" sz="2667" b="1" dirty="0">
                <a:solidFill>
                  <a:prstClr val="black"/>
                </a:solidFill>
                <a:ea typeface="楷体" panose="02010609060101010101" pitchFamily="49" charset="-122"/>
                <a:cs typeface="Times New Roman" panose="02020603050405020304" pitchFamily="18" charset="0"/>
              </a:rPr>
              <a:t>&gt; </a:t>
            </a:r>
            <a:r>
              <a:rPr lang="en-US" altLang="zh-CN" sz="2667"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y</a:t>
            </a:r>
            <a:r>
              <a:rPr lang="zh-CN" altLang="en-US" sz="2667" b="1" dirty="0">
                <a:solidFill>
                  <a:prstClr val="black"/>
                </a:solidFill>
                <a:ea typeface="楷体" panose="02010609060101010101" pitchFamily="49" charset="-122"/>
                <a:cs typeface="Times New Roman" panose="02020603050405020304" pitchFamily="18" charset="0"/>
              </a:rPr>
              <a:t>的情况</a:t>
            </a:r>
            <a:r>
              <a:rPr lang="en-US" altLang="zh-CN" sz="2667" b="1" dirty="0">
                <a:solidFill>
                  <a:prstClr val="black"/>
                </a:solidFill>
                <a:ea typeface="楷体" panose="02010609060101010101" pitchFamily="49" charset="-122"/>
                <a:cs typeface="Times New Roman" panose="02020603050405020304" pitchFamily="18" charset="0"/>
              </a:rPr>
              <a:t>(</a:t>
            </a:r>
            <a:r>
              <a:rPr lang="zh-CN" altLang="en-US" sz="2667" b="1" dirty="0">
                <a:solidFill>
                  <a:schemeClr val="tx1"/>
                </a:solidFill>
                <a:latin typeface="楷体" pitchFamily="49" charset="-122"/>
              </a:rPr>
              <a:t>内层调用外层，</a:t>
            </a:r>
            <a:r>
              <a:rPr lang="zh-CN" altLang="en-US" sz="2667" b="1" dirty="0">
                <a:solidFill>
                  <a:prstClr val="black"/>
                </a:solidFill>
                <a:ea typeface="楷体" panose="02010609060101010101" pitchFamily="49" charset="-122"/>
                <a:cs typeface="Times New Roman" panose="02020603050405020304" pitchFamily="18" charset="0"/>
              </a:rPr>
              <a:t>如： </a:t>
            </a:r>
            <a:r>
              <a:rPr lang="en-US" altLang="zh-CN" sz="2667" b="1" i="1" dirty="0" err="1">
                <a:solidFill>
                  <a:prstClr val="black"/>
                </a:solidFill>
                <a:ea typeface="楷体" panose="02010609060101010101" pitchFamily="49" charset="-122"/>
                <a:cs typeface="Times New Roman" panose="02020603050405020304" pitchFamily="18" charset="0"/>
              </a:rPr>
              <a:t>p</a:t>
            </a:r>
            <a:r>
              <a:rPr lang="en-US" altLang="zh-CN" sz="2667" b="1" dirty="0" err="1">
                <a:solidFill>
                  <a:prstClr val="black"/>
                </a:solidFill>
                <a:ea typeface="楷体" panose="02010609060101010101" pitchFamily="49" charset="-122"/>
                <a:cs typeface="Times New Roman" panose="02020603050405020304" pitchFamily="18" charset="0"/>
              </a:rPr>
              <a:t>→</a:t>
            </a:r>
            <a:r>
              <a:rPr lang="en-US" altLang="zh-CN" sz="2667" b="1" i="1" dirty="0" err="1">
                <a:solidFill>
                  <a:prstClr val="black"/>
                </a:solidFill>
                <a:ea typeface="楷体" panose="02010609060101010101" pitchFamily="49" charset="-122"/>
                <a:cs typeface="Times New Roman" panose="02020603050405020304" pitchFamily="18" charset="0"/>
              </a:rPr>
              <a:t>e</a:t>
            </a:r>
            <a:r>
              <a:rPr lang="en-US" altLang="zh-CN" sz="2667" b="1" dirty="0">
                <a:solidFill>
                  <a:prstClr val="black"/>
                </a:solidFill>
                <a:ea typeface="楷体" panose="02010609060101010101" pitchFamily="49" charset="-122"/>
                <a:cs typeface="Times New Roman" panose="02020603050405020304" pitchFamily="18" charset="0"/>
              </a:rPr>
              <a:t> )</a:t>
            </a:r>
          </a:p>
          <a:p>
            <a:pPr lvl="2" eaLnBrk="1" hangingPunct="1">
              <a:lnSpc>
                <a:spcPts val="3467"/>
              </a:lnSpc>
              <a:buClrTx/>
              <a:buFont typeface="Wingdings" pitchFamily="2" charset="2"/>
              <a:buChar char="Ø"/>
              <a:defRPr/>
            </a:pPr>
            <a:r>
              <a:rPr lang="zh-CN" altLang="en-US" sz="2400" b="1" dirty="0">
                <a:solidFill>
                  <a:prstClr val="black"/>
                </a:solidFill>
                <a:ea typeface="楷体" panose="02010609060101010101" pitchFamily="49" charset="-122"/>
                <a:cs typeface="Times New Roman" panose="02020603050405020304" pitchFamily="18" charset="0"/>
              </a:rPr>
              <a:t>调用者</a:t>
            </a:r>
            <a:r>
              <a:rPr lang="en-US" altLang="zh-CN" sz="2400" b="1" i="1" dirty="0">
                <a:solidFill>
                  <a:prstClr val="black"/>
                </a:solidFill>
                <a:ea typeface="楷体" panose="02010609060101010101" pitchFamily="49" charset="-122"/>
                <a:cs typeface="Times New Roman" panose="02020603050405020304" pitchFamily="18" charset="0"/>
              </a:rPr>
              <a:t>x</a:t>
            </a:r>
            <a:r>
              <a:rPr lang="zh-CN" altLang="en-US" sz="2400" b="1" dirty="0">
                <a:solidFill>
                  <a:prstClr val="black"/>
                </a:solidFill>
                <a:ea typeface="楷体" panose="02010609060101010101" pitchFamily="49" charset="-122"/>
                <a:cs typeface="Times New Roman" panose="02020603050405020304" pitchFamily="18" charset="0"/>
              </a:rPr>
              <a:t>必定嵌套在某个过程</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prstClr val="black"/>
                </a:solidFill>
                <a:ea typeface="楷体" panose="02010609060101010101" pitchFamily="49" charset="-122"/>
                <a:cs typeface="Times New Roman" panose="02020603050405020304" pitchFamily="18" charset="0"/>
              </a:rPr>
              <a:t>中，而</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schemeClr val="tx1"/>
                </a:solidFill>
                <a:ea typeface="楷体" panose="02010609060101010101" pitchFamily="49" charset="-122"/>
                <a:cs typeface="Times New Roman" panose="02020603050405020304" pitchFamily="18" charset="0"/>
              </a:rPr>
              <a:t>中</a:t>
            </a:r>
            <a:r>
              <a:rPr lang="zh-CN" altLang="en-US" sz="2400" b="1" dirty="0">
                <a:solidFill>
                  <a:schemeClr val="tx2">
                    <a:lumMod val="60000"/>
                    <a:lumOff val="40000"/>
                  </a:schemeClr>
                </a:solidFill>
                <a:ea typeface="楷体" panose="02010609060101010101" pitchFamily="49" charset="-122"/>
                <a:cs typeface="Times New Roman" panose="02020603050405020304" pitchFamily="18" charset="0"/>
              </a:rPr>
              <a:t>直接定义</a:t>
            </a:r>
            <a:r>
              <a:rPr lang="zh-CN" altLang="en-US" sz="2400" b="1" dirty="0">
                <a:solidFill>
                  <a:prstClr val="black"/>
                </a:solidFill>
                <a:ea typeface="楷体" panose="02010609060101010101" pitchFamily="49" charset="-122"/>
                <a:cs typeface="Times New Roman" panose="02020603050405020304" pitchFamily="18" charset="0"/>
              </a:rPr>
              <a:t>了被调用者</a:t>
            </a:r>
            <a:r>
              <a:rPr lang="en-US" altLang="zh-CN" sz="2400" b="1" i="1" dirty="0">
                <a:solidFill>
                  <a:prstClr val="black"/>
                </a:solidFill>
                <a:ea typeface="楷体" panose="02010609060101010101" pitchFamily="49" charset="-122"/>
                <a:cs typeface="Times New Roman" panose="02020603050405020304" pitchFamily="18" charset="0"/>
              </a:rPr>
              <a:t>y</a:t>
            </a:r>
          </a:p>
          <a:p>
            <a:pPr lvl="2" eaLnBrk="1" hangingPunct="1">
              <a:lnSpc>
                <a:spcPts val="3467"/>
              </a:lnSpc>
              <a:buClrTx/>
              <a:buFont typeface="Wingdings" pitchFamily="2" charset="2"/>
              <a:buChar char="Ø"/>
              <a:defRPr/>
            </a:pPr>
            <a:r>
              <a:rPr lang="zh-CN" altLang="en-US" sz="2400" b="1" dirty="0">
                <a:solidFill>
                  <a:prstClr val="black"/>
                </a:solidFill>
                <a:ea typeface="楷体" panose="02010609060101010101" pitchFamily="49" charset="-122"/>
                <a:cs typeface="Times New Roman" panose="02020603050405020304" pitchFamily="18" charset="0"/>
              </a:rPr>
              <a:t>从</a:t>
            </a:r>
            <a:r>
              <a:rPr lang="en-US" altLang="zh-CN" sz="2400" b="1" i="1" dirty="0">
                <a:solidFill>
                  <a:prstClr val="black"/>
                </a:solidFill>
                <a:ea typeface="楷体" panose="02010609060101010101" pitchFamily="49" charset="-122"/>
                <a:cs typeface="Times New Roman" panose="02020603050405020304" pitchFamily="18" charset="0"/>
              </a:rPr>
              <a:t>x</a:t>
            </a:r>
            <a:r>
              <a:rPr lang="zh-CN" altLang="en-US" sz="2400" b="1" dirty="0">
                <a:solidFill>
                  <a:prstClr val="black"/>
                </a:solidFill>
                <a:ea typeface="楷体" panose="02010609060101010101" pitchFamily="49" charset="-122"/>
                <a:cs typeface="Times New Roman" panose="02020603050405020304" pitchFamily="18" charset="0"/>
              </a:rPr>
              <a:t>的活动记录开始，沿着访问链经过</a:t>
            </a:r>
            <a:r>
              <a:rPr lang="en-US" altLang="zh-CN" sz="2400"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x</a:t>
            </a:r>
            <a:r>
              <a:rPr lang="en-US" altLang="zh-CN" sz="2400" b="1" i="1" dirty="0">
                <a:solidFill>
                  <a:prstClr val="black"/>
                </a:solidFill>
                <a:ea typeface="楷体" panose="02010609060101010101" pitchFamily="49" charset="-122"/>
                <a:cs typeface="Times New Roman" panose="02020603050405020304" pitchFamily="18" charset="0"/>
              </a:rPr>
              <a:t> </a:t>
            </a:r>
            <a:r>
              <a:rPr lang="en-US" altLang="zh-CN" sz="2400" b="1" dirty="0">
                <a:solidFill>
                  <a:prstClr val="black"/>
                </a:solidFill>
                <a:ea typeface="楷体" panose="02010609060101010101" pitchFamily="49" charset="-122"/>
                <a:cs typeface="Times New Roman" panose="02020603050405020304" pitchFamily="18" charset="0"/>
              </a:rPr>
              <a:t>- </a:t>
            </a:r>
            <a:r>
              <a:rPr lang="en-US" altLang="zh-CN" sz="2400"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y</a:t>
            </a:r>
            <a:r>
              <a:rPr lang="en-US" altLang="zh-CN" sz="2400" b="1" i="1" dirty="0">
                <a:solidFill>
                  <a:prstClr val="black"/>
                </a:solidFill>
                <a:ea typeface="楷体" panose="02010609060101010101" pitchFamily="49" charset="-122"/>
                <a:cs typeface="Times New Roman" panose="02020603050405020304" pitchFamily="18" charset="0"/>
              </a:rPr>
              <a:t> </a:t>
            </a:r>
            <a:r>
              <a:rPr lang="en-US" altLang="zh-CN" sz="2400" b="1" dirty="0">
                <a:solidFill>
                  <a:prstClr val="black"/>
                </a:solidFill>
                <a:ea typeface="楷体" panose="02010609060101010101" pitchFamily="49" charset="-122"/>
                <a:cs typeface="Times New Roman" panose="02020603050405020304" pitchFamily="18" charset="0"/>
              </a:rPr>
              <a:t>+ 1</a:t>
            </a:r>
            <a:r>
              <a:rPr lang="zh-CN" altLang="en-US" sz="2400" b="1" dirty="0">
                <a:solidFill>
                  <a:prstClr val="black"/>
                </a:solidFill>
                <a:ea typeface="楷体" panose="02010609060101010101" pitchFamily="49" charset="-122"/>
                <a:cs typeface="Times New Roman" panose="02020603050405020304" pitchFamily="18" charset="0"/>
              </a:rPr>
              <a:t>步就可以找到离栈顶最近的</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prstClr val="black"/>
                </a:solidFill>
                <a:ea typeface="楷体" panose="02010609060101010101" pitchFamily="49" charset="-122"/>
                <a:cs typeface="Times New Roman" panose="02020603050405020304" pitchFamily="18" charset="0"/>
              </a:rPr>
              <a:t>的活动记录。</a:t>
            </a:r>
            <a:r>
              <a:rPr lang="en-US" altLang="zh-CN" sz="2400" b="1" i="1" dirty="0">
                <a:solidFill>
                  <a:prstClr val="black"/>
                </a:solidFill>
                <a:ea typeface="楷体" panose="02010609060101010101" pitchFamily="49" charset="-122"/>
                <a:cs typeface="Times New Roman" panose="02020603050405020304" pitchFamily="18" charset="0"/>
              </a:rPr>
              <a:t> y</a:t>
            </a:r>
            <a:r>
              <a:rPr lang="zh-CN" altLang="en-US" sz="2400" b="1" dirty="0">
                <a:solidFill>
                  <a:prstClr val="black"/>
                </a:solidFill>
                <a:ea typeface="楷体" panose="02010609060101010101" pitchFamily="49" charset="-122"/>
                <a:cs typeface="Times New Roman" panose="02020603050405020304" pitchFamily="18" charset="0"/>
              </a:rPr>
              <a:t>的访问链必须指向</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prstClr val="black"/>
                </a:solidFill>
                <a:ea typeface="楷体" panose="02010609060101010101" pitchFamily="49" charset="-122"/>
                <a:cs typeface="Times New Roman" panose="02020603050405020304" pitchFamily="18" charset="0"/>
              </a:rPr>
              <a:t>的这个活动记录</a:t>
            </a:r>
          </a:p>
          <a:p>
            <a:pPr lvl="1" eaLnBrk="1" hangingPunct="1">
              <a:lnSpc>
                <a:spcPts val="3467"/>
              </a:lnSpc>
              <a:buClrTx/>
              <a:buFont typeface="Wingdings" pitchFamily="2" charset="2"/>
              <a:buChar char="Ø"/>
              <a:defRPr/>
            </a:pPr>
            <a:endParaRPr lang="zh-CN" altLang="en-US" sz="2400" b="1" dirty="0">
              <a:solidFill>
                <a:schemeClr val="tx1"/>
              </a:solidFill>
              <a:ea typeface="楷体_GB2312"/>
              <a:cs typeface="楷体_GB2312"/>
            </a:endParaRPr>
          </a:p>
        </p:txBody>
      </p:sp>
      <p:sp>
        <p:nvSpPr>
          <p:cNvPr id="48" name="矩形 47">
            <a:extLst>
              <a:ext uri="{FF2B5EF4-FFF2-40B4-BE49-F238E27FC236}">
                <a16:creationId xmlns:a16="http://schemas.microsoft.com/office/drawing/2014/main" id="{566221E9-3995-40A5-A17D-CC978ABE9CB9}"/>
              </a:ext>
            </a:extLst>
          </p:cNvPr>
          <p:cNvSpPr/>
          <p:nvPr/>
        </p:nvSpPr>
        <p:spPr>
          <a:xfrm>
            <a:off x="215755" y="6252333"/>
            <a:ext cx="7388561" cy="502766"/>
          </a:xfrm>
          <a:prstGeom prst="rect">
            <a:avLst/>
          </a:prstGeom>
          <a:solidFill>
            <a:schemeClr val="accent5">
              <a:lumMod val="60000"/>
              <a:lumOff val="40000"/>
            </a:schemeClr>
          </a:solidFill>
          <a:ln>
            <a:solidFill>
              <a:schemeClr val="tx1"/>
            </a:solidFill>
          </a:ln>
        </p:spPr>
        <p:txBody>
          <a:bodyPr wrap="none">
            <a:spAutoFit/>
          </a:bodyPr>
          <a:lstStyle/>
          <a:p>
            <a:pPr defTabSz="1219170" eaLnBrk="0" fontAlgn="base" hangingPunct="0">
              <a:spcBef>
                <a:spcPct val="0"/>
              </a:spcBef>
              <a:spcAft>
                <a:spcPct val="0"/>
              </a:spcAft>
              <a:defRPr/>
            </a:pPr>
            <a:r>
              <a:rPr lang="zh-CN" altLang="en-US" sz="2667" b="1" dirty="0">
                <a:solidFill>
                  <a:prstClr val="black"/>
                </a:solidFill>
                <a:latin typeface="华文楷体" panose="02010600040101010101" pitchFamily="2" charset="-122"/>
                <a:ea typeface="华文楷体" panose="02010600040101010101" pitchFamily="2" charset="-122"/>
              </a:rPr>
              <a:t>嵌套深度是在编译阶段通过</a:t>
            </a:r>
            <a:r>
              <a:rPr lang="zh-CN" altLang="en-US" sz="2667" b="1" dirty="0">
                <a:solidFill>
                  <a:srgbClr val="FF0000"/>
                </a:solidFill>
                <a:latin typeface="华文楷体" panose="02010600040101010101" pitchFamily="2" charset="-122"/>
                <a:ea typeface="华文楷体" panose="02010600040101010101" pitchFamily="2" charset="-122"/>
              </a:rPr>
              <a:t>静态分析</a:t>
            </a:r>
            <a:r>
              <a:rPr lang="zh-CN" altLang="en-US" sz="2667" b="1" dirty="0">
                <a:solidFill>
                  <a:prstClr val="black"/>
                </a:solidFill>
                <a:latin typeface="华文楷体" panose="02010600040101010101" pitchFamily="2" charset="-122"/>
                <a:ea typeface="华文楷体" panose="02010600040101010101" pitchFamily="2" charset="-122"/>
              </a:rPr>
              <a:t>就能确定的</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nodeType="withEffect">
                                  <p:stCondLst>
                                    <p:cond delay="0"/>
                                  </p:stCondLst>
                                  <p:childTnLst>
                                    <p:set>
                                      <p:cBhvr>
                                        <p:cTn id="6" dur="1" fill="hold">
                                          <p:stCondLst>
                                            <p:cond delay="0"/>
                                          </p:stCondLst>
                                        </p:cTn>
                                        <p:tgtEl>
                                          <p:spTgt spid="89">
                                            <p:txEl>
                                              <p:pRg st="4" end="4"/>
                                            </p:txEl>
                                          </p:spTgt>
                                        </p:tgtEl>
                                        <p:attrNameLst>
                                          <p:attrName>style.visibility</p:attrName>
                                        </p:attrNameLst>
                                      </p:cBhvr>
                                      <p:to>
                                        <p:strVal val="visible"/>
                                      </p:to>
                                    </p:set>
                                    <p:anim calcmode="lin" valueType="num">
                                      <p:cBhvr>
                                        <p:cTn id="7" dur="500" fill="hold"/>
                                        <p:tgtEl>
                                          <p:spTgt spid="89">
                                            <p:txEl>
                                              <p:pRg st="4" end="4"/>
                                            </p:txEl>
                                          </p:spTgt>
                                        </p:tgtEl>
                                        <p:attrNameLst>
                                          <p:attrName>ppt_w</p:attrName>
                                        </p:attrNameLst>
                                      </p:cBhvr>
                                      <p:tavLst>
                                        <p:tav tm="0">
                                          <p:val>
                                            <p:fltVal val="0"/>
                                          </p:val>
                                        </p:tav>
                                        <p:tav tm="100000">
                                          <p:val>
                                            <p:strVal val="#ppt_w"/>
                                          </p:val>
                                        </p:tav>
                                      </p:tavLst>
                                    </p:anim>
                                    <p:anim calcmode="lin" valueType="num">
                                      <p:cBhvr>
                                        <p:cTn id="8" dur="500" fill="hold"/>
                                        <p:tgtEl>
                                          <p:spTgt spid="89">
                                            <p:txEl>
                                              <p:pRg st="4" end="4"/>
                                            </p:txEl>
                                          </p:spTgt>
                                        </p:tgtEl>
                                        <p:attrNameLst>
                                          <p:attrName>ppt_h</p:attrName>
                                        </p:attrNameLst>
                                      </p:cBhvr>
                                      <p:tavLst>
                                        <p:tav tm="0">
                                          <p:val>
                                            <p:fltVal val="0"/>
                                          </p:val>
                                        </p:tav>
                                        <p:tav tm="100000">
                                          <p:val>
                                            <p:strVal val="#ppt_h"/>
                                          </p:val>
                                        </p:tav>
                                      </p:tavLst>
                                    </p:anim>
                                    <p:animEffect transition="in" filter="fade">
                                      <p:cBhvr>
                                        <p:cTn id="9" dur="500"/>
                                        <p:tgtEl>
                                          <p:spTgt spid="89">
                                            <p:txEl>
                                              <p:pRg st="4" end="4"/>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nodeType="clickEffect">
                                  <p:stCondLst>
                                    <p:cond delay="0"/>
                                  </p:stCondLst>
                                  <p:childTnLst>
                                    <p:set>
                                      <p:cBhvr>
                                        <p:cTn id="13" dur="1" fill="hold">
                                          <p:stCondLst>
                                            <p:cond delay="0"/>
                                          </p:stCondLst>
                                        </p:cTn>
                                        <p:tgtEl>
                                          <p:spTgt spid="89">
                                            <p:txEl>
                                              <p:pRg st="5" end="5"/>
                                            </p:txEl>
                                          </p:spTgt>
                                        </p:tgtEl>
                                        <p:attrNameLst>
                                          <p:attrName>style.visibility</p:attrName>
                                        </p:attrNameLst>
                                      </p:cBhvr>
                                      <p:to>
                                        <p:strVal val="visible"/>
                                      </p:to>
                                    </p:set>
                                    <p:anim calcmode="lin" valueType="num">
                                      <p:cBhvr>
                                        <p:cTn id="14" dur="500" fill="hold"/>
                                        <p:tgtEl>
                                          <p:spTgt spid="89">
                                            <p:txEl>
                                              <p:pRg st="5" end="5"/>
                                            </p:txEl>
                                          </p:spTgt>
                                        </p:tgtEl>
                                        <p:attrNameLst>
                                          <p:attrName>ppt_w</p:attrName>
                                        </p:attrNameLst>
                                      </p:cBhvr>
                                      <p:tavLst>
                                        <p:tav tm="0">
                                          <p:val>
                                            <p:fltVal val="0"/>
                                          </p:val>
                                        </p:tav>
                                        <p:tav tm="100000">
                                          <p:val>
                                            <p:strVal val="#ppt_w"/>
                                          </p:val>
                                        </p:tav>
                                      </p:tavLst>
                                    </p:anim>
                                    <p:anim calcmode="lin" valueType="num">
                                      <p:cBhvr>
                                        <p:cTn id="15" dur="500" fill="hold"/>
                                        <p:tgtEl>
                                          <p:spTgt spid="89">
                                            <p:txEl>
                                              <p:pRg st="5" end="5"/>
                                            </p:txEl>
                                          </p:spTgt>
                                        </p:tgtEl>
                                        <p:attrNameLst>
                                          <p:attrName>ppt_h</p:attrName>
                                        </p:attrNameLst>
                                      </p:cBhvr>
                                      <p:tavLst>
                                        <p:tav tm="0">
                                          <p:val>
                                            <p:fltVal val="0"/>
                                          </p:val>
                                        </p:tav>
                                        <p:tav tm="100000">
                                          <p:val>
                                            <p:strVal val="#ppt_h"/>
                                          </p:val>
                                        </p:tav>
                                      </p:tavLst>
                                    </p:anim>
                                    <p:animEffect transition="in" filter="fade">
                                      <p:cBhvr>
                                        <p:cTn id="16" dur="500"/>
                                        <p:tgtEl>
                                          <p:spTgt spid="89">
                                            <p:txEl>
                                              <p:pRg st="5" end="5"/>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16" fill="hold" nodeType="clickEffect">
                                  <p:stCondLst>
                                    <p:cond delay="0"/>
                                  </p:stCondLst>
                                  <p:childTnLst>
                                    <p:set>
                                      <p:cBhvr>
                                        <p:cTn id="20" dur="1" fill="hold">
                                          <p:stCondLst>
                                            <p:cond delay="0"/>
                                          </p:stCondLst>
                                        </p:cTn>
                                        <p:tgtEl>
                                          <p:spTgt spid="89">
                                            <p:txEl>
                                              <p:pRg st="6" end="6"/>
                                            </p:txEl>
                                          </p:spTgt>
                                        </p:tgtEl>
                                        <p:attrNameLst>
                                          <p:attrName>style.visibility</p:attrName>
                                        </p:attrNameLst>
                                      </p:cBhvr>
                                      <p:to>
                                        <p:strVal val="visible"/>
                                      </p:to>
                                    </p:set>
                                    <p:anim calcmode="lin" valueType="num">
                                      <p:cBhvr>
                                        <p:cTn id="21" dur="500" fill="hold"/>
                                        <p:tgtEl>
                                          <p:spTgt spid="89">
                                            <p:txEl>
                                              <p:pRg st="6" end="6"/>
                                            </p:txEl>
                                          </p:spTgt>
                                        </p:tgtEl>
                                        <p:attrNameLst>
                                          <p:attrName>ppt_w</p:attrName>
                                        </p:attrNameLst>
                                      </p:cBhvr>
                                      <p:tavLst>
                                        <p:tav tm="0">
                                          <p:val>
                                            <p:fltVal val="0"/>
                                          </p:val>
                                        </p:tav>
                                        <p:tav tm="100000">
                                          <p:val>
                                            <p:strVal val="#ppt_w"/>
                                          </p:val>
                                        </p:tav>
                                      </p:tavLst>
                                    </p:anim>
                                    <p:anim calcmode="lin" valueType="num">
                                      <p:cBhvr>
                                        <p:cTn id="22" dur="500" fill="hold"/>
                                        <p:tgtEl>
                                          <p:spTgt spid="89">
                                            <p:txEl>
                                              <p:pRg st="6" end="6"/>
                                            </p:txEl>
                                          </p:spTgt>
                                        </p:tgtEl>
                                        <p:attrNameLst>
                                          <p:attrName>ppt_h</p:attrName>
                                        </p:attrNameLst>
                                      </p:cBhvr>
                                      <p:tavLst>
                                        <p:tav tm="0">
                                          <p:val>
                                            <p:fltVal val="0"/>
                                          </p:val>
                                        </p:tav>
                                        <p:tav tm="100000">
                                          <p:val>
                                            <p:strVal val="#ppt_h"/>
                                          </p:val>
                                        </p:tav>
                                      </p:tavLst>
                                    </p:anim>
                                    <p:animEffect transition="in" filter="fade">
                                      <p:cBhvr>
                                        <p:cTn id="23" dur="500"/>
                                        <p:tgtEl>
                                          <p:spTgt spid="89">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48"/>
                                        </p:tgtEl>
                                        <p:attrNameLst>
                                          <p:attrName>style.visibility</p:attrName>
                                        </p:attrNameLst>
                                      </p:cBhvr>
                                      <p:to>
                                        <p:strVal val="visible"/>
                                      </p:to>
                                    </p:set>
                                    <p:anim calcmode="lin" valueType="num">
                                      <p:cBhvr>
                                        <p:cTn id="28" dur="500" fill="hold"/>
                                        <p:tgtEl>
                                          <p:spTgt spid="48"/>
                                        </p:tgtEl>
                                        <p:attrNameLst>
                                          <p:attrName>ppt_w</p:attrName>
                                        </p:attrNameLst>
                                      </p:cBhvr>
                                      <p:tavLst>
                                        <p:tav tm="0">
                                          <p:val>
                                            <p:fltVal val="0"/>
                                          </p:val>
                                        </p:tav>
                                        <p:tav tm="100000">
                                          <p:val>
                                            <p:strVal val="#ppt_w"/>
                                          </p:val>
                                        </p:tav>
                                      </p:tavLst>
                                    </p:anim>
                                    <p:anim calcmode="lin" valueType="num">
                                      <p:cBhvr>
                                        <p:cTn id="29" dur="500" fill="hold"/>
                                        <p:tgtEl>
                                          <p:spTgt spid="48"/>
                                        </p:tgtEl>
                                        <p:attrNameLst>
                                          <p:attrName>ppt_h</p:attrName>
                                        </p:attrNameLst>
                                      </p:cBhvr>
                                      <p:tavLst>
                                        <p:tav tm="0">
                                          <p:val>
                                            <p:fltVal val="0"/>
                                          </p:val>
                                        </p:tav>
                                        <p:tav tm="100000">
                                          <p:val>
                                            <p:strVal val="#ppt_h"/>
                                          </p:val>
                                        </p:tav>
                                      </p:tavLst>
                                    </p:anim>
                                    <p:animEffect transition="in" filter="fade">
                                      <p:cBhvr>
                                        <p:cTn id="30"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9" name="Rectangle 3"/>
          <p:cNvSpPr>
            <a:spLocks noGrp="1" noChangeArrowheads="1"/>
          </p:cNvSpPr>
          <p:nvPr>
            <p:ph idx="1"/>
          </p:nvPr>
        </p:nvSpPr>
        <p:spPr>
          <a:xfrm>
            <a:off x="571501" y="1047751"/>
            <a:ext cx="11188700" cy="5825067"/>
          </a:xfrm>
        </p:spPr>
        <p:txBody>
          <a:bodyPr/>
          <a:lstStyle/>
          <a:p>
            <a:pPr>
              <a:lnSpc>
                <a:spcPts val="4667"/>
              </a:lnSpc>
              <a:buClrTx/>
              <a:buFont typeface="Wingdings" pitchFamily="2" charset="2"/>
              <a:buChar char="Ø"/>
              <a:defRPr/>
            </a:pPr>
            <a:r>
              <a:rPr lang="zh-CN" altLang="en-US" sz="3733" b="1" dirty="0">
                <a:solidFill>
                  <a:schemeClr val="tx1"/>
                </a:solidFill>
                <a:cs typeface="Times New Roman" pitchFamily="18" charset="0"/>
              </a:rPr>
              <a:t>访问链方法存在的问题</a:t>
            </a:r>
            <a:endParaRPr lang="en-US" altLang="zh-CN" sz="3733" b="1" dirty="0">
              <a:solidFill>
                <a:schemeClr val="tx1"/>
              </a:solidFill>
              <a:cs typeface="Times New Roman" pitchFamily="18" charset="0"/>
            </a:endParaRPr>
          </a:p>
          <a:p>
            <a:pPr lvl="1">
              <a:lnSpc>
                <a:spcPts val="4000"/>
              </a:lnSpc>
              <a:buClrTx/>
              <a:buFont typeface="Wingdings" pitchFamily="2" charset="2"/>
              <a:buChar char="Ø"/>
              <a:defRPr/>
            </a:pPr>
            <a:r>
              <a:rPr lang="zh-CN" altLang="en-US" sz="3200" b="1" dirty="0">
                <a:solidFill>
                  <a:schemeClr val="tx1"/>
                </a:solidFill>
                <a:cs typeface="Times New Roman" pitchFamily="18" charset="0"/>
              </a:rPr>
              <a:t>访问外层过程名字的效率比较低</a:t>
            </a:r>
            <a:endParaRPr lang="en-US" altLang="zh-CN" sz="3200" b="1" dirty="0">
              <a:solidFill>
                <a:schemeClr val="tx1"/>
              </a:solidFill>
              <a:cs typeface="Times New Roman" pitchFamily="18" charset="0"/>
            </a:endParaRPr>
          </a:p>
          <a:p>
            <a:pPr>
              <a:lnSpc>
                <a:spcPts val="4667"/>
              </a:lnSpc>
              <a:buClrTx/>
              <a:buFont typeface="Wingdings" pitchFamily="2" charset="2"/>
              <a:buChar char="Ø"/>
              <a:defRPr/>
            </a:pPr>
            <a:r>
              <a:rPr lang="en-US" altLang="zh-CN" sz="3733" b="1" dirty="0">
                <a:solidFill>
                  <a:prstClr val="black"/>
                </a:solidFill>
                <a:cs typeface="Times New Roman" pitchFamily="18" charset="0"/>
              </a:rPr>
              <a:t>display</a:t>
            </a:r>
            <a:r>
              <a:rPr lang="zh-CN" altLang="en-US" sz="3733" b="1" dirty="0">
                <a:solidFill>
                  <a:prstClr val="black"/>
                </a:solidFill>
                <a:cs typeface="Times New Roman" pitchFamily="18" charset="0"/>
              </a:rPr>
              <a:t>表</a:t>
            </a:r>
            <a:endParaRPr lang="en-US" altLang="zh-CN" sz="3733" b="1" dirty="0">
              <a:solidFill>
                <a:prstClr val="black"/>
              </a:solidFill>
              <a:cs typeface="Times New Roman" pitchFamily="18" charset="0"/>
            </a:endParaRPr>
          </a:p>
          <a:p>
            <a:pPr lvl="1">
              <a:lnSpc>
                <a:spcPts val="4000"/>
              </a:lnSpc>
              <a:buClrTx/>
              <a:buFont typeface="Wingdings" pitchFamily="2" charset="2"/>
              <a:buChar char="Ø"/>
              <a:defRPr/>
            </a:pPr>
            <a:r>
              <a:rPr lang="zh-CN" altLang="en-US" sz="3200" b="1" dirty="0">
                <a:solidFill>
                  <a:prstClr val="black"/>
                </a:solidFill>
                <a:cs typeface="Times New Roman" pitchFamily="18" charset="0"/>
              </a:rPr>
              <a:t>是一个</a:t>
            </a:r>
            <a:r>
              <a:rPr lang="zh-CN" altLang="en-US" sz="3200" b="1" dirty="0">
                <a:solidFill>
                  <a:schemeClr val="tx2">
                    <a:lumMod val="60000"/>
                    <a:lumOff val="40000"/>
                  </a:schemeClr>
                </a:solidFill>
                <a:cs typeface="Times New Roman" pitchFamily="18" charset="0"/>
              </a:rPr>
              <a:t>指针数组</a:t>
            </a:r>
            <a:r>
              <a:rPr lang="en-US" altLang="zh-CN" sz="3200" b="1" i="1" dirty="0">
                <a:solidFill>
                  <a:prstClr val="black"/>
                </a:solidFill>
                <a:cs typeface="Times New Roman" pitchFamily="18" charset="0"/>
              </a:rPr>
              <a:t>d</a:t>
            </a:r>
            <a:endParaRPr lang="zh-CN" altLang="en-US" sz="3200" b="1" i="1" dirty="0">
              <a:solidFill>
                <a:prstClr val="black"/>
              </a:solidFill>
              <a:cs typeface="Times New Roman" pitchFamily="18" charset="0"/>
            </a:endParaRPr>
          </a:p>
          <a:p>
            <a:pPr lvl="1">
              <a:lnSpc>
                <a:spcPts val="4000"/>
              </a:lnSpc>
              <a:buClrTx/>
              <a:buFont typeface="Wingdings" pitchFamily="2" charset="2"/>
              <a:buChar char="Ø"/>
              <a:defRPr/>
            </a:pPr>
            <a:r>
              <a:rPr lang="zh-CN" altLang="en-US" sz="3200" b="1" dirty="0">
                <a:solidFill>
                  <a:prstClr val="black"/>
                </a:solidFill>
                <a:cs typeface="Times New Roman" pitchFamily="18" charset="0"/>
              </a:rPr>
              <a:t>在任何时刻，</a:t>
            </a:r>
            <a:r>
              <a:rPr lang="en-US" altLang="zh-CN" sz="3200" b="1" i="1" dirty="0">
                <a:solidFill>
                  <a:prstClr val="black"/>
                </a:solidFill>
                <a:cs typeface="Times New Roman" pitchFamily="18" charset="0"/>
              </a:rPr>
              <a:t>d</a:t>
            </a:r>
            <a:r>
              <a:rPr lang="en-US" altLang="zh-CN" sz="3200" b="1" dirty="0">
                <a:solidFill>
                  <a:prstClr val="black"/>
                </a:solidFill>
                <a:cs typeface="Times New Roman" pitchFamily="18" charset="0"/>
              </a:rPr>
              <a:t>[</a:t>
            </a:r>
            <a:r>
              <a:rPr lang="en-US" altLang="zh-CN" sz="3200" b="1" i="1" dirty="0" err="1">
                <a:solidFill>
                  <a:prstClr val="black"/>
                </a:solidFill>
                <a:cs typeface="Times New Roman" pitchFamily="18" charset="0"/>
              </a:rPr>
              <a:t>i</a:t>
            </a:r>
            <a:r>
              <a:rPr lang="en-US" altLang="zh-CN" sz="3200" b="1" dirty="0">
                <a:solidFill>
                  <a:prstClr val="black"/>
                </a:solidFill>
                <a:cs typeface="Times New Roman" pitchFamily="18" charset="0"/>
              </a:rPr>
              <a:t>]</a:t>
            </a:r>
            <a:r>
              <a:rPr lang="zh-CN" altLang="en-US" sz="3200" b="1" dirty="0">
                <a:solidFill>
                  <a:prstClr val="black"/>
                </a:solidFill>
                <a:cs typeface="Times New Roman" pitchFamily="18" charset="0"/>
              </a:rPr>
              <a:t>均指向运行栈中</a:t>
            </a:r>
            <a:r>
              <a:rPr lang="zh-CN" altLang="en-US" sz="3200" b="1" dirty="0">
                <a:solidFill>
                  <a:schemeClr val="tx2">
                    <a:lumMod val="60000"/>
                    <a:lumOff val="40000"/>
                  </a:schemeClr>
                </a:solidFill>
                <a:cs typeface="Times New Roman" pitchFamily="18" charset="0"/>
              </a:rPr>
              <a:t>最新建立的</a:t>
            </a:r>
            <a:r>
              <a:rPr lang="zh-CN" altLang="en-US" sz="3200" b="1" dirty="0">
                <a:solidFill>
                  <a:prstClr val="black"/>
                </a:solidFill>
                <a:cs typeface="Times New Roman" pitchFamily="18" charset="0"/>
              </a:rPr>
              <a:t>嵌套深度为</a:t>
            </a:r>
            <a:r>
              <a:rPr lang="en-US" altLang="zh-CN" sz="3200" b="1" i="1" dirty="0" err="1">
                <a:solidFill>
                  <a:prstClr val="black"/>
                </a:solidFill>
                <a:cs typeface="Times New Roman" pitchFamily="18" charset="0"/>
              </a:rPr>
              <a:t>i</a:t>
            </a:r>
            <a:r>
              <a:rPr lang="zh-CN" altLang="en-US" sz="3200" b="1" dirty="0">
                <a:solidFill>
                  <a:prstClr val="black"/>
                </a:solidFill>
                <a:cs typeface="Times New Roman" pitchFamily="18" charset="0"/>
              </a:rPr>
              <a:t>的过程的活动记录（在运行栈中</a:t>
            </a:r>
            <a:r>
              <a:rPr lang="zh-CN" altLang="en-US" sz="3200" b="1" dirty="0">
                <a:solidFill>
                  <a:schemeClr val="tx2">
                    <a:lumMod val="60000"/>
                    <a:lumOff val="40000"/>
                  </a:schemeClr>
                </a:solidFill>
                <a:cs typeface="Times New Roman" pitchFamily="18" charset="0"/>
              </a:rPr>
              <a:t>可能</a:t>
            </a:r>
            <a:r>
              <a:rPr lang="zh-CN" altLang="en-US" sz="3200" b="1" dirty="0">
                <a:solidFill>
                  <a:prstClr val="black"/>
                </a:solidFill>
                <a:cs typeface="Times New Roman" pitchFamily="18" charset="0"/>
              </a:rPr>
              <a:t>存在</a:t>
            </a:r>
            <a:r>
              <a:rPr lang="zh-CN" altLang="en-US" sz="3200" b="1" dirty="0">
                <a:solidFill>
                  <a:schemeClr val="tx2">
                    <a:lumMod val="60000"/>
                    <a:lumOff val="40000"/>
                  </a:schemeClr>
                </a:solidFill>
                <a:cs typeface="Times New Roman" pitchFamily="18" charset="0"/>
              </a:rPr>
              <a:t>多个</a:t>
            </a:r>
            <a:r>
              <a:rPr lang="zh-CN" altLang="en-US" sz="3200" b="1" dirty="0">
                <a:solidFill>
                  <a:prstClr val="black"/>
                </a:solidFill>
                <a:cs typeface="Times New Roman" pitchFamily="18" charset="0"/>
              </a:rPr>
              <a:t>嵌套深度为</a:t>
            </a:r>
            <a:r>
              <a:rPr lang="en-US" altLang="zh-CN" sz="3200" b="1" i="1" dirty="0" err="1">
                <a:solidFill>
                  <a:prstClr val="black"/>
                </a:solidFill>
                <a:cs typeface="Times New Roman" pitchFamily="18" charset="0"/>
              </a:rPr>
              <a:t>i</a:t>
            </a:r>
            <a:r>
              <a:rPr lang="zh-CN" altLang="en-US" sz="3200" b="1" dirty="0">
                <a:solidFill>
                  <a:prstClr val="black"/>
                </a:solidFill>
                <a:cs typeface="Times New Roman" pitchFamily="18" charset="0"/>
              </a:rPr>
              <a:t>的过程的活动记录）</a:t>
            </a:r>
            <a:endParaRPr lang="en-US" altLang="zh-CN" sz="3200" b="1" dirty="0">
              <a:solidFill>
                <a:prstClr val="black"/>
              </a:solidFill>
              <a:cs typeface="Times New Roman" pitchFamily="18" charset="0"/>
            </a:endParaRPr>
          </a:p>
          <a:p>
            <a:pPr lvl="1">
              <a:lnSpc>
                <a:spcPts val="4000"/>
              </a:lnSpc>
              <a:buClrTx/>
              <a:buFont typeface="Wingdings" pitchFamily="2" charset="2"/>
              <a:buChar char="Ø"/>
              <a:defRPr/>
            </a:pPr>
            <a:r>
              <a:rPr lang="zh-CN" altLang="en-US" sz="3200" b="1" dirty="0">
                <a:solidFill>
                  <a:prstClr val="black"/>
                </a:solidFill>
                <a:cs typeface="Times New Roman" pitchFamily="18" charset="0"/>
              </a:rPr>
              <a:t>如果要访问某个嵌套深度为</a:t>
            </a:r>
            <a:r>
              <a:rPr lang="en-US" altLang="zh-CN" sz="3200" b="1" i="1" dirty="0" err="1">
                <a:solidFill>
                  <a:prstClr val="black"/>
                </a:solidFill>
                <a:cs typeface="Times New Roman" pitchFamily="18" charset="0"/>
              </a:rPr>
              <a:t>i</a:t>
            </a:r>
            <a:r>
              <a:rPr lang="zh-CN" altLang="en-US" sz="3200" b="1" dirty="0">
                <a:solidFill>
                  <a:prstClr val="black"/>
                </a:solidFill>
                <a:cs typeface="Times New Roman" pitchFamily="18" charset="0"/>
              </a:rPr>
              <a:t>的非局部名字</a:t>
            </a:r>
            <a:r>
              <a:rPr lang="en-US" altLang="zh-CN" sz="3200" b="1" i="1" dirty="0">
                <a:solidFill>
                  <a:prstClr val="black"/>
                </a:solidFill>
                <a:cs typeface="Times New Roman" pitchFamily="18" charset="0"/>
              </a:rPr>
              <a:t>x</a:t>
            </a:r>
            <a:r>
              <a:rPr lang="zh-CN" altLang="en-US" sz="3200" b="1" dirty="0">
                <a:solidFill>
                  <a:prstClr val="black"/>
                </a:solidFill>
                <a:cs typeface="Times New Roman" pitchFamily="18" charset="0"/>
              </a:rPr>
              <a:t>，只要沿着指针</a:t>
            </a:r>
            <a:r>
              <a:rPr lang="en-US" altLang="zh-CN" sz="3200" b="1" i="1" dirty="0">
                <a:solidFill>
                  <a:prstClr val="black"/>
                </a:solidFill>
                <a:cs typeface="Times New Roman" pitchFamily="18" charset="0"/>
              </a:rPr>
              <a:t>d</a:t>
            </a:r>
            <a:r>
              <a:rPr lang="en-US" altLang="zh-CN" sz="3200" b="1" dirty="0">
                <a:solidFill>
                  <a:prstClr val="black"/>
                </a:solidFill>
                <a:cs typeface="Times New Roman" pitchFamily="18" charset="0"/>
              </a:rPr>
              <a:t>[</a:t>
            </a:r>
            <a:r>
              <a:rPr lang="en-US" altLang="zh-CN" sz="3200" b="1" i="1" dirty="0" err="1">
                <a:solidFill>
                  <a:prstClr val="black"/>
                </a:solidFill>
                <a:cs typeface="Times New Roman" pitchFamily="18" charset="0"/>
              </a:rPr>
              <a:t>i</a:t>
            </a:r>
            <a:r>
              <a:rPr lang="en-US" altLang="zh-CN" sz="3200" b="1" dirty="0">
                <a:solidFill>
                  <a:prstClr val="black"/>
                </a:solidFill>
                <a:cs typeface="Times New Roman" pitchFamily="18" charset="0"/>
              </a:rPr>
              <a:t>]</a:t>
            </a:r>
            <a:r>
              <a:rPr lang="zh-CN" altLang="en-US" sz="3200" b="1" dirty="0">
                <a:solidFill>
                  <a:prstClr val="black"/>
                </a:solidFill>
                <a:cs typeface="Times New Roman" pitchFamily="18" charset="0"/>
              </a:rPr>
              <a:t>找到</a:t>
            </a:r>
            <a:r>
              <a:rPr lang="en-US" altLang="zh-CN" sz="3200" b="1" i="1" dirty="0">
                <a:solidFill>
                  <a:prstClr val="black"/>
                </a:solidFill>
                <a:cs typeface="Times New Roman" pitchFamily="18" charset="0"/>
              </a:rPr>
              <a:t>x</a:t>
            </a:r>
            <a:r>
              <a:rPr lang="zh-CN" altLang="en-US" sz="3200" b="1" dirty="0">
                <a:solidFill>
                  <a:prstClr val="black"/>
                </a:solidFill>
                <a:cs typeface="Times New Roman" pitchFamily="18" charset="0"/>
              </a:rPr>
              <a:t>所属过程的活动记录，再根据已知的偏移量就可以在活动记录中找到</a:t>
            </a:r>
            <a:r>
              <a:rPr lang="en-US" altLang="zh-CN" sz="3200" b="1" i="1" dirty="0">
                <a:solidFill>
                  <a:prstClr val="black"/>
                </a:solidFill>
                <a:cs typeface="Times New Roman" pitchFamily="18" charset="0"/>
              </a:rPr>
              <a:t>x</a:t>
            </a:r>
          </a:p>
          <a:p>
            <a:pPr lvl="1">
              <a:lnSpc>
                <a:spcPts val="4667"/>
              </a:lnSpc>
              <a:buClrTx/>
              <a:buFont typeface="Wingdings" pitchFamily="2" charset="2"/>
              <a:buChar char="Ø"/>
              <a:defRPr/>
            </a:pPr>
            <a:endParaRPr lang="zh-CN" altLang="en-US" sz="3467" b="1" dirty="0">
              <a:solidFill>
                <a:prstClr val="black"/>
              </a:solidFill>
              <a:cs typeface="Times New Roman" pitchFamily="18" charset="0"/>
            </a:endParaRPr>
          </a:p>
          <a:p>
            <a:pPr>
              <a:lnSpc>
                <a:spcPts val="4667"/>
              </a:lnSpc>
              <a:buClrTx/>
              <a:buFont typeface="Wingdings" pitchFamily="2" charset="2"/>
              <a:buChar char="Ø"/>
              <a:defRPr/>
            </a:pPr>
            <a:endParaRPr lang="en-US" altLang="zh-CN" sz="3733" b="1" dirty="0">
              <a:solidFill>
                <a:prstClr val="black"/>
              </a:solidFill>
              <a:cs typeface="Times New Roman" pitchFamily="18" charset="0"/>
            </a:endParaRPr>
          </a:p>
          <a:p>
            <a:pPr lvl="1">
              <a:lnSpc>
                <a:spcPts val="4667"/>
              </a:lnSpc>
              <a:buClrTx/>
              <a:buFont typeface="Wingdings" pitchFamily="2" charset="2"/>
              <a:buChar char="Ø"/>
              <a:defRPr/>
            </a:pPr>
            <a:endParaRPr lang="en-US" altLang="zh-CN" sz="3067" b="1" dirty="0">
              <a:solidFill>
                <a:schemeClr val="tx1"/>
              </a:solidFill>
              <a:cs typeface="Times New Roman" pitchFamily="18" charset="0"/>
            </a:endParaRPr>
          </a:p>
        </p:txBody>
      </p:sp>
      <p:sp>
        <p:nvSpPr>
          <p:cNvPr id="101379" name="Rectangle 2"/>
          <p:cNvSpPr>
            <a:spLocks noGrp="1" noChangeArrowheads="1"/>
          </p:cNvSpPr>
          <p:nvPr>
            <p:ph type="title"/>
          </p:nvPr>
        </p:nvSpPr>
        <p:spPr>
          <a:xfrm>
            <a:off x="1007533" y="357718"/>
            <a:ext cx="10574867" cy="478367"/>
          </a:xfrm>
        </p:spPr>
        <p:txBody>
          <a:bodyPr/>
          <a:lstStyle/>
          <a:p>
            <a:pPr eaLnBrk="1" hangingPunct="1"/>
            <a:r>
              <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display</a:t>
            </a:r>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表（嵌套层次显示表）</a:t>
            </a:r>
            <a:endParaRPr lang="zh-CN" altLang="en-US" sz="3333" dirty="0">
              <a:solidFill>
                <a:schemeClr val="tx1"/>
              </a:solidFill>
              <a:ea typeface="楷体_GB2312" pitchFamily="49" charset="-122"/>
              <a:cs typeface="Times New Roman" panose="02020603050405020304" pitchFamily="18" charset="0"/>
            </a:endParaRPr>
          </a:p>
        </p:txBody>
      </p:sp>
    </p:spTree>
    <p:extLst>
      <p:ext uri="{BB962C8B-B14F-4D97-AF65-F5344CB8AC3E}">
        <p14:creationId xmlns:p14="http://schemas.microsoft.com/office/powerpoint/2010/main" val="1641795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5059">
                                            <p:txEl>
                                              <p:pRg st="0" end="0"/>
                                            </p:txEl>
                                          </p:spTgt>
                                        </p:tgtEl>
                                        <p:attrNameLst>
                                          <p:attrName>style.visibility</p:attrName>
                                        </p:attrNameLst>
                                      </p:cBhvr>
                                      <p:to>
                                        <p:strVal val="visible"/>
                                      </p:to>
                                    </p:set>
                                    <p:anim calcmode="lin" valueType="num">
                                      <p:cBhvr>
                                        <p:cTn id="7" dur="500" fill="hold"/>
                                        <p:tgtEl>
                                          <p:spTgt spid="45059">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45059">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4505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5059">
                                            <p:txEl>
                                              <p:pRg st="1" end="1"/>
                                            </p:txEl>
                                          </p:spTgt>
                                        </p:tgtEl>
                                        <p:attrNameLst>
                                          <p:attrName>style.visibility</p:attrName>
                                        </p:attrNameLst>
                                      </p:cBhvr>
                                      <p:to>
                                        <p:strVal val="visible"/>
                                      </p:to>
                                    </p:set>
                                    <p:anim calcmode="lin" valueType="num">
                                      <p:cBhvr>
                                        <p:cTn id="14" dur="500" fill="hold"/>
                                        <p:tgtEl>
                                          <p:spTgt spid="45059">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45059">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45059">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45059">
                                            <p:txEl>
                                              <p:pRg st="2" end="2"/>
                                            </p:txEl>
                                          </p:spTgt>
                                        </p:tgtEl>
                                        <p:attrNameLst>
                                          <p:attrName>style.visibility</p:attrName>
                                        </p:attrNameLst>
                                      </p:cBhvr>
                                      <p:to>
                                        <p:strVal val="visible"/>
                                      </p:to>
                                    </p:set>
                                    <p:anim calcmode="lin" valueType="num">
                                      <p:cBhvr>
                                        <p:cTn id="21" dur="500" fill="hold"/>
                                        <p:tgtEl>
                                          <p:spTgt spid="45059">
                                            <p:txEl>
                                              <p:pRg st="2" end="2"/>
                                            </p:txEl>
                                          </p:spTgt>
                                        </p:tgtEl>
                                        <p:attrNameLst>
                                          <p:attrName>ppt_w</p:attrName>
                                        </p:attrNameLst>
                                      </p:cBhvr>
                                      <p:tavLst>
                                        <p:tav tm="0">
                                          <p:val>
                                            <p:fltVal val="0"/>
                                          </p:val>
                                        </p:tav>
                                        <p:tav tm="100000">
                                          <p:val>
                                            <p:strVal val="#ppt_w"/>
                                          </p:val>
                                        </p:tav>
                                      </p:tavLst>
                                    </p:anim>
                                    <p:anim calcmode="lin" valueType="num">
                                      <p:cBhvr>
                                        <p:cTn id="22" dur="500" fill="hold"/>
                                        <p:tgtEl>
                                          <p:spTgt spid="45059">
                                            <p:txEl>
                                              <p:pRg st="2" end="2"/>
                                            </p:txEl>
                                          </p:spTgt>
                                        </p:tgtEl>
                                        <p:attrNameLst>
                                          <p:attrName>ppt_h</p:attrName>
                                        </p:attrNameLst>
                                      </p:cBhvr>
                                      <p:tavLst>
                                        <p:tav tm="0">
                                          <p:val>
                                            <p:fltVal val="0"/>
                                          </p:val>
                                        </p:tav>
                                        <p:tav tm="100000">
                                          <p:val>
                                            <p:strVal val="#ppt_h"/>
                                          </p:val>
                                        </p:tav>
                                      </p:tavLst>
                                    </p:anim>
                                    <p:animEffect transition="in" filter="fade">
                                      <p:cBhvr>
                                        <p:cTn id="23" dur="500"/>
                                        <p:tgtEl>
                                          <p:spTgt spid="45059">
                                            <p:txEl>
                                              <p:pRg st="2" end="2"/>
                                            </p:txEl>
                                          </p:spTgt>
                                        </p:tgtEl>
                                      </p:cBhvr>
                                    </p:animEffect>
                                  </p:childTnLst>
                                </p:cTn>
                              </p:par>
                              <p:par>
                                <p:cTn id="24" presetID="53" presetClass="entr" presetSubtype="16" fill="hold" nodeType="withEffect">
                                  <p:stCondLst>
                                    <p:cond delay="0"/>
                                  </p:stCondLst>
                                  <p:childTnLst>
                                    <p:set>
                                      <p:cBhvr>
                                        <p:cTn id="25" dur="1" fill="hold">
                                          <p:stCondLst>
                                            <p:cond delay="0"/>
                                          </p:stCondLst>
                                        </p:cTn>
                                        <p:tgtEl>
                                          <p:spTgt spid="45059">
                                            <p:txEl>
                                              <p:pRg st="3" end="3"/>
                                            </p:txEl>
                                          </p:spTgt>
                                        </p:tgtEl>
                                        <p:attrNameLst>
                                          <p:attrName>style.visibility</p:attrName>
                                        </p:attrNameLst>
                                      </p:cBhvr>
                                      <p:to>
                                        <p:strVal val="visible"/>
                                      </p:to>
                                    </p:set>
                                    <p:anim calcmode="lin" valueType="num">
                                      <p:cBhvr>
                                        <p:cTn id="26" dur="500" fill="hold"/>
                                        <p:tgtEl>
                                          <p:spTgt spid="45059">
                                            <p:txEl>
                                              <p:pRg st="3" end="3"/>
                                            </p:txEl>
                                          </p:spTgt>
                                        </p:tgtEl>
                                        <p:attrNameLst>
                                          <p:attrName>ppt_w</p:attrName>
                                        </p:attrNameLst>
                                      </p:cBhvr>
                                      <p:tavLst>
                                        <p:tav tm="0">
                                          <p:val>
                                            <p:fltVal val="0"/>
                                          </p:val>
                                        </p:tav>
                                        <p:tav tm="100000">
                                          <p:val>
                                            <p:strVal val="#ppt_w"/>
                                          </p:val>
                                        </p:tav>
                                      </p:tavLst>
                                    </p:anim>
                                    <p:anim calcmode="lin" valueType="num">
                                      <p:cBhvr>
                                        <p:cTn id="27" dur="500" fill="hold"/>
                                        <p:tgtEl>
                                          <p:spTgt spid="45059">
                                            <p:txEl>
                                              <p:pRg st="3" end="3"/>
                                            </p:txEl>
                                          </p:spTgt>
                                        </p:tgtEl>
                                        <p:attrNameLst>
                                          <p:attrName>ppt_h</p:attrName>
                                        </p:attrNameLst>
                                      </p:cBhvr>
                                      <p:tavLst>
                                        <p:tav tm="0">
                                          <p:val>
                                            <p:fltVal val="0"/>
                                          </p:val>
                                        </p:tav>
                                        <p:tav tm="100000">
                                          <p:val>
                                            <p:strVal val="#ppt_h"/>
                                          </p:val>
                                        </p:tav>
                                      </p:tavLst>
                                    </p:anim>
                                    <p:animEffect transition="in" filter="fade">
                                      <p:cBhvr>
                                        <p:cTn id="28" dur="500"/>
                                        <p:tgtEl>
                                          <p:spTgt spid="45059">
                                            <p:txEl>
                                              <p:pRg st="3" end="3"/>
                                            </p:txEl>
                                          </p:spTgt>
                                        </p:tgtEl>
                                      </p:cBhvr>
                                    </p:animEffect>
                                  </p:childTnLst>
                                </p:cTn>
                              </p:par>
                              <p:par>
                                <p:cTn id="29" presetID="53" presetClass="entr" presetSubtype="16" fill="hold" nodeType="withEffect">
                                  <p:stCondLst>
                                    <p:cond delay="0"/>
                                  </p:stCondLst>
                                  <p:childTnLst>
                                    <p:set>
                                      <p:cBhvr>
                                        <p:cTn id="30" dur="1" fill="hold">
                                          <p:stCondLst>
                                            <p:cond delay="0"/>
                                          </p:stCondLst>
                                        </p:cTn>
                                        <p:tgtEl>
                                          <p:spTgt spid="45059">
                                            <p:txEl>
                                              <p:pRg st="4" end="4"/>
                                            </p:txEl>
                                          </p:spTgt>
                                        </p:tgtEl>
                                        <p:attrNameLst>
                                          <p:attrName>style.visibility</p:attrName>
                                        </p:attrNameLst>
                                      </p:cBhvr>
                                      <p:to>
                                        <p:strVal val="visible"/>
                                      </p:to>
                                    </p:set>
                                    <p:anim calcmode="lin" valueType="num">
                                      <p:cBhvr>
                                        <p:cTn id="31" dur="500" fill="hold"/>
                                        <p:tgtEl>
                                          <p:spTgt spid="45059">
                                            <p:txEl>
                                              <p:pRg st="4" end="4"/>
                                            </p:txEl>
                                          </p:spTgt>
                                        </p:tgtEl>
                                        <p:attrNameLst>
                                          <p:attrName>ppt_w</p:attrName>
                                        </p:attrNameLst>
                                      </p:cBhvr>
                                      <p:tavLst>
                                        <p:tav tm="0">
                                          <p:val>
                                            <p:fltVal val="0"/>
                                          </p:val>
                                        </p:tav>
                                        <p:tav tm="100000">
                                          <p:val>
                                            <p:strVal val="#ppt_w"/>
                                          </p:val>
                                        </p:tav>
                                      </p:tavLst>
                                    </p:anim>
                                    <p:anim calcmode="lin" valueType="num">
                                      <p:cBhvr>
                                        <p:cTn id="32" dur="500" fill="hold"/>
                                        <p:tgtEl>
                                          <p:spTgt spid="45059">
                                            <p:txEl>
                                              <p:pRg st="4" end="4"/>
                                            </p:txEl>
                                          </p:spTgt>
                                        </p:tgtEl>
                                        <p:attrNameLst>
                                          <p:attrName>ppt_h</p:attrName>
                                        </p:attrNameLst>
                                      </p:cBhvr>
                                      <p:tavLst>
                                        <p:tav tm="0">
                                          <p:val>
                                            <p:fltVal val="0"/>
                                          </p:val>
                                        </p:tav>
                                        <p:tav tm="100000">
                                          <p:val>
                                            <p:strVal val="#ppt_h"/>
                                          </p:val>
                                        </p:tav>
                                      </p:tavLst>
                                    </p:anim>
                                    <p:animEffect transition="in" filter="fade">
                                      <p:cBhvr>
                                        <p:cTn id="33" dur="500"/>
                                        <p:tgtEl>
                                          <p:spTgt spid="45059">
                                            <p:txEl>
                                              <p:pRg st="4" end="4"/>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nodeType="clickEffect">
                                  <p:stCondLst>
                                    <p:cond delay="0"/>
                                  </p:stCondLst>
                                  <p:childTnLst>
                                    <p:set>
                                      <p:cBhvr>
                                        <p:cTn id="37" dur="1" fill="hold">
                                          <p:stCondLst>
                                            <p:cond delay="0"/>
                                          </p:stCondLst>
                                        </p:cTn>
                                        <p:tgtEl>
                                          <p:spTgt spid="45059">
                                            <p:txEl>
                                              <p:pRg st="5" end="5"/>
                                            </p:txEl>
                                          </p:spTgt>
                                        </p:tgtEl>
                                        <p:attrNameLst>
                                          <p:attrName>style.visibility</p:attrName>
                                        </p:attrNameLst>
                                      </p:cBhvr>
                                      <p:to>
                                        <p:strVal val="visible"/>
                                      </p:to>
                                    </p:set>
                                    <p:anim calcmode="lin" valueType="num">
                                      <p:cBhvr>
                                        <p:cTn id="38" dur="500" fill="hold"/>
                                        <p:tgtEl>
                                          <p:spTgt spid="45059">
                                            <p:txEl>
                                              <p:pRg st="5" end="5"/>
                                            </p:txEl>
                                          </p:spTgt>
                                        </p:tgtEl>
                                        <p:attrNameLst>
                                          <p:attrName>ppt_w</p:attrName>
                                        </p:attrNameLst>
                                      </p:cBhvr>
                                      <p:tavLst>
                                        <p:tav tm="0">
                                          <p:val>
                                            <p:fltVal val="0"/>
                                          </p:val>
                                        </p:tav>
                                        <p:tav tm="100000">
                                          <p:val>
                                            <p:strVal val="#ppt_w"/>
                                          </p:val>
                                        </p:tav>
                                      </p:tavLst>
                                    </p:anim>
                                    <p:anim calcmode="lin" valueType="num">
                                      <p:cBhvr>
                                        <p:cTn id="39" dur="500" fill="hold"/>
                                        <p:tgtEl>
                                          <p:spTgt spid="45059">
                                            <p:txEl>
                                              <p:pRg st="5" end="5"/>
                                            </p:txEl>
                                          </p:spTgt>
                                        </p:tgtEl>
                                        <p:attrNameLst>
                                          <p:attrName>ppt_h</p:attrName>
                                        </p:attrNameLst>
                                      </p:cBhvr>
                                      <p:tavLst>
                                        <p:tav tm="0">
                                          <p:val>
                                            <p:fltVal val="0"/>
                                          </p:val>
                                        </p:tav>
                                        <p:tav tm="100000">
                                          <p:val>
                                            <p:strVal val="#ppt_h"/>
                                          </p:val>
                                        </p:tav>
                                      </p:tavLst>
                                    </p:anim>
                                    <p:animEffect transition="in" filter="fade">
                                      <p:cBhvr>
                                        <p:cTn id="40" dur="500"/>
                                        <p:tgtEl>
                                          <p:spTgt spid="45059">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111619"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11620"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111621"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6086"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44744" name="Line 23"/>
          <p:cNvSpPr>
            <a:spLocks noChangeShapeType="1"/>
          </p:cNvSpPr>
          <p:nvPr/>
        </p:nvSpPr>
        <p:spPr bwMode="auto">
          <a:xfrm flipH="1">
            <a:off x="8981017" y="314325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5"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244746" name="Rectangle 25"/>
          <p:cNvSpPr>
            <a:spLocks noChangeArrowheads="1"/>
          </p:cNvSpPr>
          <p:nvPr/>
        </p:nvSpPr>
        <p:spPr bwMode="auto">
          <a:xfrm>
            <a:off x="8401051" y="3613151"/>
            <a:ext cx="1286933" cy="709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q</a:t>
            </a:r>
            <a:r>
              <a:rPr lang="en-US" altLang="zh-CN" sz="2400" dirty="0">
                <a:solidFill>
                  <a:srgbClr val="000000"/>
                </a:solidFill>
                <a:ea typeface="宋体" panose="02010600030101010101" pitchFamily="2" charset="-122"/>
                <a:cs typeface="Times New Roman" panose="02020603050405020304" pitchFamily="18" charset="0"/>
              </a:rPr>
              <a:t>(1,3)</a:t>
            </a:r>
          </a:p>
        </p:txBody>
      </p:sp>
      <p:sp>
        <p:nvSpPr>
          <p:cNvPr id="244749" name="Rectangle 28"/>
          <p:cNvSpPr>
            <a:spLocks noChangeArrowheads="1"/>
          </p:cNvSpPr>
          <p:nvPr/>
        </p:nvSpPr>
        <p:spPr bwMode="auto">
          <a:xfrm>
            <a:off x="7495118" y="4559300"/>
            <a:ext cx="1289049"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t>
            </a:r>
            <a:r>
              <a:rPr lang="en-US" altLang="zh-CN" sz="2400" dirty="0">
                <a:solidFill>
                  <a:srgbClr val="000000"/>
                </a:solidFill>
                <a:ea typeface="宋体" panose="02010600030101010101" pitchFamily="2" charset="-122"/>
                <a:cs typeface="Times New Roman" panose="02020603050405020304" pitchFamily="18" charset="0"/>
              </a:rPr>
              <a:t>(1,3)</a:t>
            </a:r>
          </a:p>
        </p:txBody>
      </p:sp>
      <p:sp>
        <p:nvSpPr>
          <p:cNvPr id="244750" name="Line 29"/>
          <p:cNvSpPr>
            <a:spLocks noChangeShapeType="1"/>
          </p:cNvSpPr>
          <p:nvPr/>
        </p:nvSpPr>
        <p:spPr bwMode="auto">
          <a:xfrm flipH="1">
            <a:off x="7865534" y="4074584"/>
            <a:ext cx="802217" cy="5926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9"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11630" name="组合 113"/>
          <p:cNvGrpSpPr>
            <a:grpSpLocks/>
          </p:cNvGrpSpPr>
          <p:nvPr/>
        </p:nvGrpSpPr>
        <p:grpSpPr bwMode="auto">
          <a:xfrm>
            <a:off x="239185" y="3716867"/>
            <a:ext cx="4186767" cy="2305051"/>
            <a:chOff x="5003799" y="500048"/>
            <a:chExt cx="3282977" cy="1803794"/>
          </a:xfrm>
        </p:grpSpPr>
        <p:sp>
          <p:nvSpPr>
            <p:cNvPr id="21"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2" name="直接连接符 21"/>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31" name="Group 99"/>
          <p:cNvGrpSpPr>
            <a:grpSpLocks/>
          </p:cNvGrpSpPr>
          <p:nvPr/>
        </p:nvGrpSpPr>
        <p:grpSpPr bwMode="auto">
          <a:xfrm>
            <a:off x="5198534" y="592667"/>
            <a:ext cx="1231900" cy="863600"/>
            <a:chOff x="975" y="2750"/>
            <a:chExt cx="776" cy="544"/>
          </a:xfrm>
        </p:grpSpPr>
        <p:sp>
          <p:nvSpPr>
            <p:cNvPr id="30"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9"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5"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70"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11671"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sp>
          <p:nvSpPr>
            <p:cNvPr id="111672"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d[1]</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grpSp>
      <p:sp>
        <p:nvSpPr>
          <p:cNvPr id="111632"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11633" name="Group 99"/>
          <p:cNvGrpSpPr>
            <a:grpSpLocks/>
          </p:cNvGrpSpPr>
          <p:nvPr/>
        </p:nvGrpSpPr>
        <p:grpSpPr bwMode="auto">
          <a:xfrm>
            <a:off x="5207000" y="1428751"/>
            <a:ext cx="1272117" cy="848783"/>
            <a:chOff x="948" y="2750"/>
            <a:chExt cx="802" cy="534"/>
          </a:xfrm>
        </p:grpSpPr>
        <p:sp>
          <p:nvSpPr>
            <p:cNvPr id="38"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7"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3"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6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1166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sp>
          <p:nvSpPr>
            <p:cNvPr id="111666"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grpSp>
      <p:grpSp>
        <p:nvGrpSpPr>
          <p:cNvPr id="7" name="Group 99"/>
          <p:cNvGrpSpPr>
            <a:grpSpLocks/>
          </p:cNvGrpSpPr>
          <p:nvPr/>
        </p:nvGrpSpPr>
        <p:grpSpPr bwMode="auto">
          <a:xfrm>
            <a:off x="5207000" y="2277533"/>
            <a:ext cx="1272117" cy="846667"/>
            <a:chOff x="948" y="2750"/>
            <a:chExt cx="802" cy="534"/>
          </a:xfrm>
        </p:grpSpPr>
        <p:sp>
          <p:nvSpPr>
            <p:cNvPr id="54"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3"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9"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(1, 3)</a:t>
              </a:r>
            </a:p>
          </p:txBody>
        </p:sp>
        <p:sp>
          <p:nvSpPr>
            <p:cNvPr id="11165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sp>
          <p:nvSpPr>
            <p:cNvPr id="111660"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grpSp>
      <p:grpSp>
        <p:nvGrpSpPr>
          <p:cNvPr id="8" name="Group 99"/>
          <p:cNvGrpSpPr>
            <a:grpSpLocks/>
          </p:cNvGrpSpPr>
          <p:nvPr/>
        </p:nvGrpSpPr>
        <p:grpSpPr bwMode="auto">
          <a:xfrm>
            <a:off x="5207000" y="3141133"/>
            <a:ext cx="1272117" cy="846667"/>
            <a:chOff x="948" y="2750"/>
            <a:chExt cx="802" cy="534"/>
          </a:xfrm>
        </p:grpSpPr>
        <p:sp>
          <p:nvSpPr>
            <p:cNvPr id="6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(1, 3)</a:t>
              </a:r>
            </a:p>
          </p:txBody>
        </p:sp>
        <p:sp>
          <p:nvSpPr>
            <p:cNvPr id="11165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sp>
          <p:nvSpPr>
            <p:cNvPr id="111654"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d[3]</a:t>
              </a: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grpSp>
      <p:sp>
        <p:nvSpPr>
          <p:cNvPr id="62"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p:spPr>
        <p:txBody>
          <a:bodyPr/>
          <a:lstStyle/>
          <a:p>
            <a:pPr defTabSz="1219170" fontAlgn="base">
              <a:spcBef>
                <a:spcPct val="0"/>
              </a:spcBef>
              <a:spcAft>
                <a:spcPct val="0"/>
              </a:spcAft>
              <a:defRPr/>
            </a:pPr>
            <a:endParaRPr lang="zh-CN" altLang="en-US" sz="1467" b="1">
              <a:solidFill>
                <a:prstClr val="black"/>
              </a:solidFill>
              <a:latin typeface="Times New Roman" panose="02020603050405020304" pitchFamily="18" charset="0"/>
              <a:ea typeface="宋体" pitchFamily="2" charset="-122"/>
            </a:endParaRPr>
          </a:p>
        </p:txBody>
      </p:sp>
      <p:sp>
        <p:nvSpPr>
          <p:cNvPr id="111637"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sp>
        <p:nvSpPr>
          <p:cNvPr id="63"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5" name="Line 22"/>
          <p:cNvSpPr>
            <a:spLocks noChangeShapeType="1"/>
          </p:cNvSpPr>
          <p:nvPr/>
        </p:nvSpPr>
        <p:spPr bwMode="auto">
          <a:xfrm flipH="1">
            <a:off x="7584018" y="3145368"/>
            <a:ext cx="946149" cy="47201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6"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69"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71"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72" name="直接箭头连接符 71"/>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3" name="组合 72"/>
          <p:cNvGrpSpPr/>
          <p:nvPr/>
        </p:nvGrpSpPr>
        <p:grpSpPr>
          <a:xfrm>
            <a:off x="3004325" y="1267493"/>
            <a:ext cx="1646273" cy="461665"/>
            <a:chOff x="2253243" y="950619"/>
            <a:chExt cx="1234705" cy="346249"/>
          </a:xfrm>
        </p:grpSpPr>
        <p:sp>
          <p:nvSpPr>
            <p:cNvPr id="76"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77"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8" name="组合 77"/>
          <p:cNvGrpSpPr/>
          <p:nvPr/>
        </p:nvGrpSpPr>
        <p:grpSpPr>
          <a:xfrm>
            <a:off x="3000482" y="1635980"/>
            <a:ext cx="1646273" cy="461665"/>
            <a:chOff x="2253243" y="950619"/>
            <a:chExt cx="1234705" cy="346249"/>
          </a:xfrm>
        </p:grpSpPr>
        <p:sp>
          <p:nvSpPr>
            <p:cNvPr id="7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8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84" name="组合 83"/>
          <p:cNvGrpSpPr/>
          <p:nvPr/>
        </p:nvGrpSpPr>
        <p:grpSpPr>
          <a:xfrm>
            <a:off x="4425951" y="1495956"/>
            <a:ext cx="693205" cy="1357121"/>
            <a:chOff x="3319463" y="1121966"/>
            <a:chExt cx="519904" cy="1017841"/>
          </a:xfrm>
        </p:grpSpPr>
        <p:cxnSp>
          <p:nvCxnSpPr>
            <p:cNvPr id="85" name="直接箭头连接符 84"/>
            <p:cNvCxnSpPr/>
            <p:nvPr/>
          </p:nvCxnSpPr>
          <p:spPr>
            <a:xfrm>
              <a:off x="3608785" y="1121966"/>
              <a:ext cx="230582" cy="101784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直接连接符 85"/>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7" name="Freeform 56"/>
          <p:cNvSpPr>
            <a:spLocks/>
          </p:cNvSpPr>
          <p:nvPr/>
        </p:nvSpPr>
        <p:spPr bwMode="auto">
          <a:xfrm rot="-511685">
            <a:off x="6414402" y="1865738"/>
            <a:ext cx="387609" cy="814605"/>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81" name="组合 80"/>
          <p:cNvGrpSpPr/>
          <p:nvPr/>
        </p:nvGrpSpPr>
        <p:grpSpPr>
          <a:xfrm>
            <a:off x="4422108" y="1892830"/>
            <a:ext cx="697048" cy="1823847"/>
            <a:chOff x="3319463" y="1121966"/>
            <a:chExt cx="522786" cy="1367885"/>
          </a:xfrm>
        </p:grpSpPr>
        <p:cxnSp>
          <p:nvCxnSpPr>
            <p:cNvPr id="82" name="直接箭头连接符 81"/>
            <p:cNvCxnSpPr/>
            <p:nvPr/>
          </p:nvCxnSpPr>
          <p:spPr>
            <a:xfrm>
              <a:off x="3608785" y="1121966"/>
              <a:ext cx="233464" cy="136788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直接连接符 82"/>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8" name="矩形 87">
            <a:extLst>
              <a:ext uri="{FF2B5EF4-FFF2-40B4-BE49-F238E27FC236}">
                <a16:creationId xmlns:a16="http://schemas.microsoft.com/office/drawing/2014/main" id="{D6EAD245-7A82-491C-8803-0961C14CE21F}"/>
              </a:ext>
            </a:extLst>
          </p:cNvPr>
          <p:cNvSpPr/>
          <p:nvPr/>
        </p:nvSpPr>
        <p:spPr>
          <a:xfrm>
            <a:off x="2635516" y="6114245"/>
            <a:ext cx="8964313" cy="502766"/>
          </a:xfrm>
          <a:prstGeom prst="rect">
            <a:avLst/>
          </a:prstGeom>
          <a:solidFill>
            <a:schemeClr val="accent5">
              <a:lumMod val="60000"/>
              <a:lumOff val="40000"/>
            </a:schemeClr>
          </a:solidFill>
          <a:ln>
            <a:solidFill>
              <a:schemeClr val="tx1"/>
            </a:solidFill>
          </a:ln>
        </p:spPr>
        <p:txBody>
          <a:bodyPr wrap="none">
            <a:spAutoFit/>
          </a:bodyPr>
          <a:lstStyle/>
          <a:p>
            <a:pPr defTabSz="1219170" eaLnBrk="0" fontAlgn="base" hangingPunct="0">
              <a:spcBef>
                <a:spcPct val="0"/>
              </a:spcBef>
              <a:spcAft>
                <a:spcPct val="0"/>
              </a:spcAft>
              <a:defRPr/>
            </a:pPr>
            <a:r>
              <a:rPr lang="en-US" altLang="zh-CN" sz="2667"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d</a:t>
            </a:r>
            <a:r>
              <a:rPr lang="en-US" altLang="zh-CN" sz="2667" b="1" dirty="0">
                <a:solidFill>
                  <a:prstClr val="black"/>
                </a:solidFill>
                <a:latin typeface="华文楷体" panose="02010600040101010101" pitchFamily="2" charset="-122"/>
                <a:ea typeface="华文楷体" panose="02010600040101010101" pitchFamily="2" charset="-122"/>
              </a:rPr>
              <a:t>[</a:t>
            </a:r>
            <a:r>
              <a:rPr lang="en-US" altLang="zh-CN" sz="2667" b="1" i="1" dirty="0" err="1">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i</a:t>
            </a:r>
            <a:r>
              <a:rPr lang="en-US" altLang="zh-CN" sz="2667" b="1" dirty="0">
                <a:solidFill>
                  <a:prstClr val="black"/>
                </a:solidFill>
                <a:latin typeface="华文楷体" panose="02010600040101010101" pitchFamily="2" charset="-122"/>
                <a:ea typeface="华文楷体" panose="02010600040101010101" pitchFamily="2" charset="-122"/>
              </a:rPr>
              <a:t>]</a:t>
            </a:r>
            <a:r>
              <a:rPr lang="zh-CN" altLang="en-US" sz="2667" b="1" dirty="0">
                <a:solidFill>
                  <a:prstClr val="black"/>
                </a:solidFill>
                <a:latin typeface="华文楷体" panose="02010600040101010101" pitchFamily="2" charset="-122"/>
                <a:ea typeface="华文楷体" panose="02010600040101010101" pitchFamily="2" charset="-122"/>
              </a:rPr>
              <a:t>指向运行栈中最新建立的嵌套深度为</a:t>
            </a:r>
            <a:r>
              <a:rPr lang="en-US" altLang="zh-CN" sz="2667" b="1" i="1" dirty="0" err="1">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i</a:t>
            </a:r>
            <a:r>
              <a:rPr lang="zh-CN" altLang="en-US" sz="2667" b="1" dirty="0">
                <a:solidFill>
                  <a:prstClr val="black"/>
                </a:solidFill>
                <a:latin typeface="华文楷体" panose="02010600040101010101" pitchFamily="2" charset="-122"/>
                <a:ea typeface="华文楷体" panose="02010600040101010101" pitchFamily="2" charset="-122"/>
              </a:rPr>
              <a:t>的过程的活动记录</a:t>
            </a:r>
          </a:p>
        </p:txBody>
      </p:sp>
      <p:sp>
        <p:nvSpPr>
          <p:cNvPr id="68" name="Rectangle 2">
            <a:extLst>
              <a:ext uri="{FF2B5EF4-FFF2-40B4-BE49-F238E27FC236}">
                <a16:creationId xmlns:a16="http://schemas.microsoft.com/office/drawing/2014/main" id="{E6675DD4-998F-479A-A7A9-0617AD6EAFB9}"/>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1694969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8"/>
                                        </p:tgtEl>
                                        <p:attrNameLst>
                                          <p:attrName>style.visibility</p:attrName>
                                        </p:attrNameLst>
                                      </p:cBhvr>
                                      <p:to>
                                        <p:strVal val="visible"/>
                                      </p:to>
                                    </p:set>
                                    <p:anim calcmode="lin" valueType="num">
                                      <p:cBhvr>
                                        <p:cTn id="7" dur="500" fill="hold"/>
                                        <p:tgtEl>
                                          <p:spTgt spid="88"/>
                                        </p:tgtEl>
                                        <p:attrNameLst>
                                          <p:attrName>ppt_w</p:attrName>
                                        </p:attrNameLst>
                                      </p:cBhvr>
                                      <p:tavLst>
                                        <p:tav tm="0">
                                          <p:val>
                                            <p:fltVal val="0"/>
                                          </p:val>
                                        </p:tav>
                                        <p:tav tm="100000">
                                          <p:val>
                                            <p:strVal val="#ppt_w"/>
                                          </p:val>
                                        </p:tav>
                                      </p:tavLst>
                                    </p:anim>
                                    <p:anim calcmode="lin" valueType="num">
                                      <p:cBhvr>
                                        <p:cTn id="8" dur="500" fill="hold"/>
                                        <p:tgtEl>
                                          <p:spTgt spid="88"/>
                                        </p:tgtEl>
                                        <p:attrNameLst>
                                          <p:attrName>ppt_h</p:attrName>
                                        </p:attrNameLst>
                                      </p:cBhvr>
                                      <p:tavLst>
                                        <p:tav tm="0">
                                          <p:val>
                                            <p:fltVal val="0"/>
                                          </p:val>
                                        </p:tav>
                                        <p:tav tm="100000">
                                          <p:val>
                                            <p:strVal val="#ppt_h"/>
                                          </p:val>
                                        </p:tav>
                                      </p:tavLst>
                                    </p:anim>
                                    <p:animEffect transition="in" filter="fade">
                                      <p:cBhvr>
                                        <p:cTn id="9"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rPr>
              <a:t>s</a:t>
            </a:r>
          </a:p>
        </p:txBody>
      </p:sp>
      <p:sp>
        <p:nvSpPr>
          <p:cNvPr id="105475"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sp>
        <p:nvSpPr>
          <p:cNvPr id="105477"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5478" name="组合 113"/>
          <p:cNvGrpSpPr>
            <a:grpSpLocks/>
          </p:cNvGrpSpPr>
          <p:nvPr/>
        </p:nvGrpSpPr>
        <p:grpSpPr bwMode="auto">
          <a:xfrm>
            <a:off x="239185" y="3716867"/>
            <a:ext cx="4186767" cy="2305051"/>
            <a:chOff x="5003799" y="500048"/>
            <a:chExt cx="3282977" cy="1803794"/>
          </a:xfrm>
        </p:grpSpPr>
        <p:sp>
          <p:nvSpPr>
            <p:cNvPr id="26" name="Rectangle 4"/>
            <p:cNvSpPr>
              <a:spLocks noChangeArrowheads="1"/>
            </p:cNvSpPr>
            <p:nvPr/>
          </p:nvSpPr>
          <p:spPr bwMode="auto">
            <a:xfrm>
              <a:off x="5003799" y="500048"/>
              <a:ext cx="3282977" cy="1788886"/>
            </a:xfrm>
            <a:prstGeom prst="rect">
              <a:avLst/>
            </a:prstGeom>
            <a:solidFill>
              <a:schemeClr val="accent5">
                <a:lumMod val="60000"/>
                <a:lumOff val="40000"/>
                <a:alpha val="99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7" name="直接连接符 26"/>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17"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25"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3" name="直接箭头连接符 2"/>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4" name="Group 99"/>
          <p:cNvGrpSpPr>
            <a:grpSpLocks/>
          </p:cNvGrpSpPr>
          <p:nvPr/>
        </p:nvGrpSpPr>
        <p:grpSpPr bwMode="auto">
          <a:xfrm>
            <a:off x="5198534" y="592667"/>
            <a:ext cx="1231900" cy="863600"/>
            <a:chOff x="975" y="2750"/>
            <a:chExt cx="776" cy="544"/>
          </a:xfrm>
        </p:grpSpPr>
        <p:sp>
          <p:nvSpPr>
            <p:cNvPr id="35"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6"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7"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3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3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20" name="Rectangle 2">
            <a:extLst>
              <a:ext uri="{FF2B5EF4-FFF2-40B4-BE49-F238E27FC236}">
                <a16:creationId xmlns:a16="http://schemas.microsoft.com/office/drawing/2014/main" id="{7CFC52E5-FDD6-4A1A-8FC7-E5A47C99BCED}"/>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2308803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p:cTn id="12" dur="500" fill="hold"/>
                                        <p:tgtEl>
                                          <p:spTgt spid="17"/>
                                        </p:tgtEl>
                                        <p:attrNameLst>
                                          <p:attrName>ppt_w</p:attrName>
                                        </p:attrNameLst>
                                      </p:cBhvr>
                                      <p:tavLst>
                                        <p:tav tm="0">
                                          <p:val>
                                            <p:fltVal val="0"/>
                                          </p:val>
                                        </p:tav>
                                        <p:tav tm="100000">
                                          <p:val>
                                            <p:strVal val="#ppt_w"/>
                                          </p:val>
                                        </p:tav>
                                      </p:tavLst>
                                    </p:anim>
                                    <p:anim calcmode="lin" valueType="num">
                                      <p:cBhvr>
                                        <p:cTn id="13" dur="500" fill="hold"/>
                                        <p:tgtEl>
                                          <p:spTgt spid="17"/>
                                        </p:tgtEl>
                                        <p:attrNameLst>
                                          <p:attrName>ppt_h</p:attrName>
                                        </p:attrNameLst>
                                      </p:cBhvr>
                                      <p:tavLst>
                                        <p:tav tm="0">
                                          <p:val>
                                            <p:fltVal val="0"/>
                                          </p:val>
                                        </p:tav>
                                        <p:tav tm="100000">
                                          <p:val>
                                            <p:strVal val="#ppt_h"/>
                                          </p:val>
                                        </p:tav>
                                      </p:tavLst>
                                    </p:anim>
                                    <p:animEffect transition="in" filter="fade">
                                      <p:cBhvr>
                                        <p:cTn id="14" dur="500"/>
                                        <p:tgtEl>
                                          <p:spTgt spid="17"/>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5"/>
                                        </p:tgtEl>
                                        <p:attrNameLst>
                                          <p:attrName>style.visibility</p:attrName>
                                        </p:attrNameLst>
                                      </p:cBhvr>
                                      <p:to>
                                        <p:strVal val="visible"/>
                                      </p:to>
                                    </p:set>
                                    <p:anim calcmode="lin" valueType="num">
                                      <p:cBhvr>
                                        <p:cTn id="17" dur="500" fill="hold"/>
                                        <p:tgtEl>
                                          <p:spTgt spid="25"/>
                                        </p:tgtEl>
                                        <p:attrNameLst>
                                          <p:attrName>ppt_w</p:attrName>
                                        </p:attrNameLst>
                                      </p:cBhvr>
                                      <p:tavLst>
                                        <p:tav tm="0">
                                          <p:val>
                                            <p:fltVal val="0"/>
                                          </p:val>
                                        </p:tav>
                                        <p:tav tm="100000">
                                          <p:val>
                                            <p:strVal val="#ppt_w"/>
                                          </p:val>
                                        </p:tav>
                                      </p:tavLst>
                                    </p:anim>
                                    <p:anim calcmode="lin" valueType="num">
                                      <p:cBhvr>
                                        <p:cTn id="18" dur="500" fill="hold"/>
                                        <p:tgtEl>
                                          <p:spTgt spid="25"/>
                                        </p:tgtEl>
                                        <p:attrNameLst>
                                          <p:attrName>ppt_h</p:attrName>
                                        </p:attrNameLst>
                                      </p:cBhvr>
                                      <p:tavLst>
                                        <p:tav tm="0">
                                          <p:val>
                                            <p:fltVal val="0"/>
                                          </p:val>
                                        </p:tav>
                                        <p:tav tm="100000">
                                          <p:val>
                                            <p:strVal val="#ppt_h"/>
                                          </p:val>
                                        </p:tav>
                                      </p:tavLst>
                                    </p:anim>
                                    <p:animEffect transition="in" filter="fade">
                                      <p:cBhvr>
                                        <p:cTn id="19" dur="500"/>
                                        <p:tgtEl>
                                          <p:spTgt spid="25"/>
                                        </p:tgtEl>
                                      </p:cBhvr>
                                    </p:animEffect>
                                  </p:childTnLst>
                                </p:cTn>
                              </p:par>
                              <p:par>
                                <p:cTn id="20" presetID="53" presetClass="entr" presetSubtype="16" fill="hold"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p:cTn id="22" dur="500" fill="hold"/>
                                        <p:tgtEl>
                                          <p:spTgt spid="3"/>
                                        </p:tgtEl>
                                        <p:attrNameLst>
                                          <p:attrName>ppt_w</p:attrName>
                                        </p:attrNameLst>
                                      </p:cBhvr>
                                      <p:tavLst>
                                        <p:tav tm="0">
                                          <p:val>
                                            <p:fltVal val="0"/>
                                          </p:val>
                                        </p:tav>
                                        <p:tav tm="100000">
                                          <p:val>
                                            <p:strVal val="#ppt_w"/>
                                          </p:val>
                                        </p:tav>
                                      </p:tavLst>
                                    </p:anim>
                                    <p:anim calcmode="lin" valueType="num">
                                      <p:cBhvr>
                                        <p:cTn id="23" dur="500" fill="hold"/>
                                        <p:tgtEl>
                                          <p:spTgt spid="3"/>
                                        </p:tgtEl>
                                        <p:attrNameLst>
                                          <p:attrName>ppt_h</p:attrName>
                                        </p:attrNameLst>
                                      </p:cBhvr>
                                      <p:tavLst>
                                        <p:tav tm="0">
                                          <p:val>
                                            <p:fltVal val="0"/>
                                          </p:val>
                                        </p:tav>
                                        <p:tav tm="100000">
                                          <p:val>
                                            <p:strVal val="#ppt_h"/>
                                          </p:val>
                                        </p:tav>
                                      </p:tavLst>
                                    </p:anim>
                                    <p:animEffect transition="in" filter="fade">
                                      <p:cBhvr>
                                        <p:cTn id="24"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P spid="2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8" name="Group 99"/>
          <p:cNvGrpSpPr>
            <a:grpSpLocks/>
          </p:cNvGrpSpPr>
          <p:nvPr/>
        </p:nvGrpSpPr>
        <p:grpSpPr bwMode="auto">
          <a:xfrm>
            <a:off x="5198534" y="592667"/>
            <a:ext cx="1231900" cy="863600"/>
            <a:chOff x="975" y="2750"/>
            <a:chExt cx="776" cy="544"/>
          </a:xfrm>
        </p:grpSpPr>
        <p:sp>
          <p:nvSpPr>
            <p:cNvPr id="31"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0"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7539"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7540"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07522"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234500"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234502" name="Line 21"/>
          <p:cNvSpPr>
            <a:spLocks noChangeShapeType="1"/>
          </p:cNvSpPr>
          <p:nvPr/>
        </p:nvSpPr>
        <p:spPr bwMode="auto">
          <a:xfrm flipH="1">
            <a:off x="7579784" y="2313518"/>
            <a:ext cx="1244600" cy="52070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7525"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sp>
        <p:nvSpPr>
          <p:cNvPr id="107526"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7527" name="组合 113"/>
          <p:cNvGrpSpPr>
            <a:grpSpLocks/>
          </p:cNvGrpSpPr>
          <p:nvPr/>
        </p:nvGrpSpPr>
        <p:grpSpPr bwMode="auto">
          <a:xfrm>
            <a:off x="239185" y="3716867"/>
            <a:ext cx="4186767" cy="2305051"/>
            <a:chOff x="5003799" y="500048"/>
            <a:chExt cx="3282977" cy="1803794"/>
          </a:xfrm>
        </p:grpSpPr>
        <p:sp>
          <p:nvSpPr>
            <p:cNvPr id="12"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13" name="直接连接符 12"/>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oup 99"/>
          <p:cNvGrpSpPr>
            <a:grpSpLocks/>
          </p:cNvGrpSpPr>
          <p:nvPr/>
        </p:nvGrpSpPr>
        <p:grpSpPr bwMode="auto">
          <a:xfrm>
            <a:off x="5198534" y="1411817"/>
            <a:ext cx="1231900" cy="863600"/>
            <a:chOff x="975" y="2750"/>
            <a:chExt cx="776" cy="544"/>
          </a:xfrm>
        </p:grpSpPr>
        <p:sp>
          <p:nvSpPr>
            <p:cNvPr id="37"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8"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3"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753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r</a:t>
              </a:r>
            </a:p>
          </p:txBody>
        </p:sp>
        <p:sp>
          <p:nvSpPr>
            <p:cNvPr id="10753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a:t>
              </a:r>
            </a:p>
          </p:txBody>
        </p:sp>
      </p:grpSp>
      <p:sp>
        <p:nvSpPr>
          <p:cNvPr id="28"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7"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29"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32"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34" name="直接箭头连接符 33"/>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 name="组合 8"/>
          <p:cNvGrpSpPr/>
          <p:nvPr/>
        </p:nvGrpSpPr>
        <p:grpSpPr>
          <a:xfrm>
            <a:off x="3004325" y="1267493"/>
            <a:ext cx="1646273" cy="461665"/>
            <a:chOff x="2253243" y="950619"/>
            <a:chExt cx="1234705" cy="346249"/>
          </a:xfrm>
        </p:grpSpPr>
        <p:sp>
          <p:nvSpPr>
            <p:cNvPr id="36"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35"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10" name="组合 9"/>
          <p:cNvGrpSpPr/>
          <p:nvPr/>
        </p:nvGrpSpPr>
        <p:grpSpPr>
          <a:xfrm>
            <a:off x="4425951" y="1495955"/>
            <a:ext cx="772583" cy="492125"/>
            <a:chOff x="3319463" y="1121966"/>
            <a:chExt cx="579437" cy="369094"/>
          </a:xfrm>
        </p:grpSpPr>
        <p:cxnSp>
          <p:nvCxnSpPr>
            <p:cNvPr id="39" name="直接箭头连接符 38"/>
            <p:cNvCxnSpPr/>
            <p:nvPr/>
          </p:nvCxnSpPr>
          <p:spPr>
            <a:xfrm>
              <a:off x="3608785" y="1121966"/>
              <a:ext cx="290115" cy="36909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0" name="Rectangle 2">
            <a:extLst>
              <a:ext uri="{FF2B5EF4-FFF2-40B4-BE49-F238E27FC236}">
                <a16:creationId xmlns:a16="http://schemas.microsoft.com/office/drawing/2014/main" id="{453691AF-5E18-48BA-A48B-A876F2B8923A}"/>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3505885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234502"/>
                                        </p:tgtEl>
                                        <p:attrNameLst>
                                          <p:attrName>style.visibility</p:attrName>
                                        </p:attrNameLst>
                                      </p:cBhvr>
                                      <p:to>
                                        <p:strVal val="visible"/>
                                      </p:to>
                                    </p:set>
                                    <p:anim calcmode="lin" valueType="num">
                                      <p:cBhvr>
                                        <p:cTn id="7" dur="500" fill="hold"/>
                                        <p:tgtEl>
                                          <p:spTgt spid="234502"/>
                                        </p:tgtEl>
                                        <p:attrNameLst>
                                          <p:attrName>ppt_w</p:attrName>
                                        </p:attrNameLst>
                                      </p:cBhvr>
                                      <p:tavLst>
                                        <p:tav tm="0">
                                          <p:val>
                                            <p:fltVal val="0"/>
                                          </p:val>
                                        </p:tav>
                                        <p:tav tm="100000">
                                          <p:val>
                                            <p:strVal val="#ppt_w"/>
                                          </p:val>
                                        </p:tav>
                                      </p:tavLst>
                                    </p:anim>
                                    <p:anim calcmode="lin" valueType="num">
                                      <p:cBhvr>
                                        <p:cTn id="8" dur="500" fill="hold"/>
                                        <p:tgtEl>
                                          <p:spTgt spid="234502"/>
                                        </p:tgtEl>
                                        <p:attrNameLst>
                                          <p:attrName>ppt_h</p:attrName>
                                        </p:attrNameLst>
                                      </p:cBhvr>
                                      <p:tavLst>
                                        <p:tav tm="0">
                                          <p:val>
                                            <p:fltVal val="0"/>
                                          </p:val>
                                        </p:tav>
                                        <p:tav tm="100000">
                                          <p:val>
                                            <p:strVal val="#ppt_h"/>
                                          </p:val>
                                        </p:tav>
                                      </p:tavLst>
                                    </p:anim>
                                    <p:animEffect transition="in" filter="fade">
                                      <p:cBhvr>
                                        <p:cTn id="9" dur="500"/>
                                        <p:tgtEl>
                                          <p:spTgt spid="234502"/>
                                        </p:tgtEl>
                                      </p:cBhvr>
                                    </p:animEffect>
                                  </p:childTnLst>
                                </p:cTn>
                              </p:par>
                              <p:par>
                                <p:cTn id="10" presetID="53" presetClass="entr" presetSubtype="0" fill="hold" grpId="0" nodeType="withEffect">
                                  <p:stCondLst>
                                    <p:cond delay="0"/>
                                  </p:stCondLst>
                                  <p:childTnLst>
                                    <p:set>
                                      <p:cBhvr>
                                        <p:cTn id="11" dur="1" fill="hold">
                                          <p:stCondLst>
                                            <p:cond delay="0"/>
                                          </p:stCondLst>
                                        </p:cTn>
                                        <p:tgtEl>
                                          <p:spTgt spid="234500"/>
                                        </p:tgtEl>
                                        <p:attrNameLst>
                                          <p:attrName>style.visibility</p:attrName>
                                        </p:attrNameLst>
                                      </p:cBhvr>
                                      <p:to>
                                        <p:strVal val="visible"/>
                                      </p:to>
                                    </p:set>
                                    <p:anim calcmode="lin" valueType="num">
                                      <p:cBhvr>
                                        <p:cTn id="12" dur="500" fill="hold"/>
                                        <p:tgtEl>
                                          <p:spTgt spid="234500"/>
                                        </p:tgtEl>
                                        <p:attrNameLst>
                                          <p:attrName>ppt_w</p:attrName>
                                        </p:attrNameLst>
                                      </p:cBhvr>
                                      <p:tavLst>
                                        <p:tav tm="0">
                                          <p:val>
                                            <p:fltVal val="0"/>
                                          </p:val>
                                        </p:tav>
                                        <p:tav tm="100000">
                                          <p:val>
                                            <p:strVal val="#ppt_w"/>
                                          </p:val>
                                        </p:tav>
                                      </p:tavLst>
                                    </p:anim>
                                    <p:anim calcmode="lin" valueType="num">
                                      <p:cBhvr>
                                        <p:cTn id="13" dur="500" fill="hold"/>
                                        <p:tgtEl>
                                          <p:spTgt spid="234500"/>
                                        </p:tgtEl>
                                        <p:attrNameLst>
                                          <p:attrName>ppt_h</p:attrName>
                                        </p:attrNameLst>
                                      </p:cBhvr>
                                      <p:tavLst>
                                        <p:tav tm="0">
                                          <p:val>
                                            <p:fltVal val="0"/>
                                          </p:val>
                                        </p:tav>
                                        <p:tav tm="100000">
                                          <p:val>
                                            <p:strVal val="#ppt_h"/>
                                          </p:val>
                                        </p:tav>
                                      </p:tavLst>
                                    </p:anim>
                                    <p:animEffect transition="in" filter="fade">
                                      <p:cBhvr>
                                        <p:cTn id="14" dur="500"/>
                                        <p:tgtEl>
                                          <p:spTgt spid="234500"/>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500" fill="hold"/>
                                        <p:tgtEl>
                                          <p:spTgt spid="9"/>
                                        </p:tgtEl>
                                        <p:attrNameLst>
                                          <p:attrName>ppt_w</p:attrName>
                                        </p:attrNameLst>
                                      </p:cBhvr>
                                      <p:tavLst>
                                        <p:tav tm="0">
                                          <p:val>
                                            <p:fltVal val="0"/>
                                          </p:val>
                                        </p:tav>
                                        <p:tav tm="100000">
                                          <p:val>
                                            <p:strVal val="#ppt_w"/>
                                          </p:val>
                                        </p:tav>
                                      </p:tavLst>
                                    </p:anim>
                                    <p:anim calcmode="lin" valueType="num">
                                      <p:cBhvr>
                                        <p:cTn id="27" dur="500" fill="hold"/>
                                        <p:tgtEl>
                                          <p:spTgt spid="9"/>
                                        </p:tgtEl>
                                        <p:attrNameLst>
                                          <p:attrName>ppt_h</p:attrName>
                                        </p:attrNameLst>
                                      </p:cBhvr>
                                      <p:tavLst>
                                        <p:tav tm="0">
                                          <p:val>
                                            <p:fltVal val="0"/>
                                          </p:val>
                                        </p:tav>
                                        <p:tav tm="100000">
                                          <p:val>
                                            <p:strVal val="#ppt_h"/>
                                          </p:val>
                                        </p:tav>
                                      </p:tavLst>
                                    </p:anim>
                                    <p:animEffect transition="in" filter="fade">
                                      <p:cBhvr>
                                        <p:cTn id="28" dur="500"/>
                                        <p:tgtEl>
                                          <p:spTgt spid="9"/>
                                        </p:tgtEl>
                                      </p:cBhvr>
                                    </p:animEffect>
                                  </p:childTnLst>
                                </p:cTn>
                              </p:par>
                              <p:par>
                                <p:cTn id="29" presetID="53" presetClass="entr" presetSubtype="16"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0" fill="hold" nodeType="clickEffect">
                                  <p:stCondLst>
                                    <p:cond delay="0"/>
                                  </p:stCondLst>
                                  <p:childTnLst>
                                    <p:set>
                                      <p:cBhvr>
                                        <p:cTn id="37" dur="1" fill="hold">
                                          <p:stCondLst>
                                            <p:cond delay="0"/>
                                          </p:stCondLst>
                                        </p:cTn>
                                        <p:tgtEl>
                                          <p:spTgt spid="28"/>
                                        </p:tgtEl>
                                        <p:attrNameLst>
                                          <p:attrName>style.visibility</p:attrName>
                                        </p:attrNameLst>
                                      </p:cBhvr>
                                      <p:to>
                                        <p:strVal val="visible"/>
                                      </p:to>
                                    </p:set>
                                    <p:anim calcmode="lin" valueType="num">
                                      <p:cBhvr>
                                        <p:cTn id="38" dur="500" fill="hold"/>
                                        <p:tgtEl>
                                          <p:spTgt spid="28"/>
                                        </p:tgtEl>
                                        <p:attrNameLst>
                                          <p:attrName>ppt_w</p:attrName>
                                        </p:attrNameLst>
                                      </p:cBhvr>
                                      <p:tavLst>
                                        <p:tav tm="0">
                                          <p:val>
                                            <p:fltVal val="0"/>
                                          </p:val>
                                        </p:tav>
                                        <p:tav tm="100000">
                                          <p:val>
                                            <p:strVal val="#ppt_w"/>
                                          </p:val>
                                        </p:tav>
                                      </p:tavLst>
                                    </p:anim>
                                    <p:anim calcmode="lin" valueType="num">
                                      <p:cBhvr>
                                        <p:cTn id="39" dur="500" fill="hold"/>
                                        <p:tgtEl>
                                          <p:spTgt spid="28"/>
                                        </p:tgtEl>
                                        <p:attrNameLst>
                                          <p:attrName>ppt_h</p:attrName>
                                        </p:attrNameLst>
                                      </p:cBhvr>
                                      <p:tavLst>
                                        <p:tav tm="0">
                                          <p:val>
                                            <p:fltVal val="0"/>
                                          </p:val>
                                        </p:tav>
                                        <p:tav tm="100000">
                                          <p:val>
                                            <p:strVal val="#ppt_h"/>
                                          </p:val>
                                        </p:tav>
                                      </p:tavLst>
                                    </p:anim>
                                    <p:animEffect transition="in" filter="fade">
                                      <p:cBhvr>
                                        <p:cTn id="40" dur="500"/>
                                        <p:tgtEl>
                                          <p:spTgt spid="28"/>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xit" presetSubtype="32" fill="hold" nodeType="clickEffect">
                                  <p:stCondLst>
                                    <p:cond delay="0"/>
                                  </p:stCondLst>
                                  <p:childTnLst>
                                    <p:anim calcmode="lin" valueType="num">
                                      <p:cBhvr>
                                        <p:cTn id="44" dur="500"/>
                                        <p:tgtEl>
                                          <p:spTgt spid="4"/>
                                        </p:tgtEl>
                                        <p:attrNameLst>
                                          <p:attrName>ppt_w</p:attrName>
                                        </p:attrNameLst>
                                      </p:cBhvr>
                                      <p:tavLst>
                                        <p:tav tm="0">
                                          <p:val>
                                            <p:strVal val="ppt_w"/>
                                          </p:val>
                                        </p:tav>
                                        <p:tav tm="100000">
                                          <p:val>
                                            <p:fltVal val="0"/>
                                          </p:val>
                                        </p:tav>
                                      </p:tavLst>
                                    </p:anim>
                                    <p:anim calcmode="lin" valueType="num">
                                      <p:cBhvr>
                                        <p:cTn id="45" dur="500"/>
                                        <p:tgtEl>
                                          <p:spTgt spid="4"/>
                                        </p:tgtEl>
                                        <p:attrNameLst>
                                          <p:attrName>ppt_h</p:attrName>
                                        </p:attrNameLst>
                                      </p:cBhvr>
                                      <p:tavLst>
                                        <p:tav tm="0">
                                          <p:val>
                                            <p:strVal val="ppt_h"/>
                                          </p:val>
                                        </p:tav>
                                        <p:tav tm="100000">
                                          <p:val>
                                            <p:fltVal val="0"/>
                                          </p:val>
                                        </p:tav>
                                      </p:tavLst>
                                    </p:anim>
                                    <p:animEffect transition="out" filter="fade">
                                      <p:cBhvr>
                                        <p:cTn id="46" dur="500"/>
                                        <p:tgtEl>
                                          <p:spTgt spid="4"/>
                                        </p:tgtEl>
                                      </p:cBhvr>
                                    </p:animEffect>
                                    <p:set>
                                      <p:cBhvr>
                                        <p:cTn id="47" dur="1" fill="hold">
                                          <p:stCondLst>
                                            <p:cond delay="499"/>
                                          </p:stCondLst>
                                        </p:cTn>
                                        <p:tgtEl>
                                          <p:spTgt spid="4"/>
                                        </p:tgtEl>
                                        <p:attrNameLst>
                                          <p:attrName>style.visibility</p:attrName>
                                        </p:attrNameLst>
                                      </p:cBhvr>
                                      <p:to>
                                        <p:strVal val="hidden"/>
                                      </p:to>
                                    </p:set>
                                  </p:childTnLst>
                                </p:cTn>
                              </p:par>
                              <p:par>
                                <p:cTn id="48" presetID="53" presetClass="exit" presetSubtype="32" fill="hold" nodeType="withEffect">
                                  <p:stCondLst>
                                    <p:cond delay="0"/>
                                  </p:stCondLst>
                                  <p:childTnLst>
                                    <p:anim calcmode="lin" valueType="num">
                                      <p:cBhvr>
                                        <p:cTn id="49" dur="500"/>
                                        <p:tgtEl>
                                          <p:spTgt spid="10"/>
                                        </p:tgtEl>
                                        <p:attrNameLst>
                                          <p:attrName>ppt_w</p:attrName>
                                        </p:attrNameLst>
                                      </p:cBhvr>
                                      <p:tavLst>
                                        <p:tav tm="0">
                                          <p:val>
                                            <p:strVal val="ppt_w"/>
                                          </p:val>
                                        </p:tav>
                                        <p:tav tm="100000">
                                          <p:val>
                                            <p:fltVal val="0"/>
                                          </p:val>
                                        </p:tav>
                                      </p:tavLst>
                                    </p:anim>
                                    <p:anim calcmode="lin" valueType="num">
                                      <p:cBhvr>
                                        <p:cTn id="50" dur="500"/>
                                        <p:tgtEl>
                                          <p:spTgt spid="10"/>
                                        </p:tgtEl>
                                        <p:attrNameLst>
                                          <p:attrName>ppt_h</p:attrName>
                                        </p:attrNameLst>
                                      </p:cBhvr>
                                      <p:tavLst>
                                        <p:tav tm="0">
                                          <p:val>
                                            <p:strVal val="ppt_h"/>
                                          </p:val>
                                        </p:tav>
                                        <p:tav tm="100000">
                                          <p:val>
                                            <p:fltVal val="0"/>
                                          </p:val>
                                        </p:tav>
                                      </p:tavLst>
                                    </p:anim>
                                    <p:animEffect transition="out" filter="fade">
                                      <p:cBhvr>
                                        <p:cTn id="51" dur="500"/>
                                        <p:tgtEl>
                                          <p:spTgt spid="10"/>
                                        </p:tgtEl>
                                      </p:cBhvr>
                                    </p:animEffect>
                                    <p:set>
                                      <p:cBhvr>
                                        <p:cTn id="52" dur="1" fill="hold">
                                          <p:stCondLst>
                                            <p:cond delay="49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500" grpId="0"/>
      <p:bldP spid="234502"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238595"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2"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238597"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5062"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38599"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8601"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t>
            </a:r>
            <a:r>
              <a:rPr lang="en-US" altLang="zh-CN" sz="2400" dirty="0">
                <a:solidFill>
                  <a:srgbClr val="000000"/>
                </a:solidFill>
                <a:ea typeface="宋体" panose="02010600030101010101" pitchFamily="2" charset="-122"/>
                <a:cs typeface="Times New Roman" panose="02020603050405020304" pitchFamily="18" charset="0"/>
              </a:rPr>
              <a:t>(1,9)</a:t>
            </a:r>
          </a:p>
        </p:txBody>
      </p:sp>
      <p:sp>
        <p:nvSpPr>
          <p:cNvPr id="109577"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09578" name="Group 99"/>
          <p:cNvGrpSpPr>
            <a:grpSpLocks/>
          </p:cNvGrpSpPr>
          <p:nvPr/>
        </p:nvGrpSpPr>
        <p:grpSpPr bwMode="auto">
          <a:xfrm>
            <a:off x="5198534" y="592667"/>
            <a:ext cx="1231900" cy="863600"/>
            <a:chOff x="975" y="2750"/>
            <a:chExt cx="776" cy="544"/>
          </a:xfrm>
        </p:grpSpPr>
        <p:sp>
          <p:nvSpPr>
            <p:cNvPr id="21"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0"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6"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1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961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09579"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9580" name="组合 113"/>
          <p:cNvGrpSpPr>
            <a:grpSpLocks/>
          </p:cNvGrpSpPr>
          <p:nvPr/>
        </p:nvGrpSpPr>
        <p:grpSpPr bwMode="auto">
          <a:xfrm>
            <a:off x="239185" y="3716867"/>
            <a:ext cx="4186767" cy="2305051"/>
            <a:chOff x="5003799" y="500048"/>
            <a:chExt cx="3282977" cy="1803794"/>
          </a:xfrm>
        </p:grpSpPr>
        <p:sp>
          <p:nvSpPr>
            <p:cNvPr id="24"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5" name="直接连接符 24"/>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oup 99"/>
          <p:cNvGrpSpPr>
            <a:grpSpLocks/>
          </p:cNvGrpSpPr>
          <p:nvPr/>
        </p:nvGrpSpPr>
        <p:grpSpPr bwMode="auto">
          <a:xfrm>
            <a:off x="5207000" y="1428751"/>
            <a:ext cx="1272117" cy="848783"/>
            <a:chOff x="948" y="2750"/>
            <a:chExt cx="802" cy="534"/>
          </a:xfrm>
        </p:grpSpPr>
        <p:sp>
          <p:nvSpPr>
            <p:cNvPr id="33"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2"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0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0960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5" name="Group 99"/>
          <p:cNvGrpSpPr>
            <a:grpSpLocks/>
          </p:cNvGrpSpPr>
          <p:nvPr/>
        </p:nvGrpSpPr>
        <p:grpSpPr bwMode="auto">
          <a:xfrm>
            <a:off x="5207000" y="2277533"/>
            <a:ext cx="1272117" cy="846667"/>
            <a:chOff x="948" y="2750"/>
            <a:chExt cx="802" cy="534"/>
          </a:xfrm>
        </p:grpSpPr>
        <p:sp>
          <p:nvSpPr>
            <p:cNvPr id="4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(1, 9)</a:t>
              </a:r>
            </a:p>
          </p:txBody>
        </p:sp>
        <p:sp>
          <p:nvSpPr>
            <p:cNvPr id="10959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grpSp>
      <p:sp>
        <p:nvSpPr>
          <p:cNvPr id="43" name="Line 12"/>
          <p:cNvSpPr>
            <a:spLocks noChangeShapeType="1"/>
          </p:cNvSpPr>
          <p:nvPr/>
        </p:nvSpPr>
        <p:spPr bwMode="auto">
          <a:xfrm flipH="1">
            <a:off x="7509933" y="40364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4"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dirty="0">
                <a:solidFill>
                  <a:prstClr val="black"/>
                </a:solidFill>
                <a:ea typeface="宋体" panose="02010600030101010101" pitchFamily="2" charset="-122"/>
              </a:rPr>
              <a:t>e</a:t>
            </a:r>
          </a:p>
        </p:txBody>
      </p:sp>
      <p:grpSp>
        <p:nvGrpSpPr>
          <p:cNvPr id="2" name="组合 1">
            <a:extLst>
              <a:ext uri="{FF2B5EF4-FFF2-40B4-BE49-F238E27FC236}">
                <a16:creationId xmlns:a16="http://schemas.microsoft.com/office/drawing/2014/main" id="{81380585-FA57-417A-8FB1-BB99F8DD28B2}"/>
              </a:ext>
            </a:extLst>
          </p:cNvPr>
          <p:cNvGrpSpPr/>
          <p:nvPr/>
        </p:nvGrpSpPr>
        <p:grpSpPr>
          <a:xfrm>
            <a:off x="5207000" y="3141133"/>
            <a:ext cx="1272117" cy="846667"/>
            <a:chOff x="5207000" y="3141133"/>
            <a:chExt cx="1272117" cy="846667"/>
          </a:xfrm>
        </p:grpSpPr>
        <p:sp>
          <p:nvSpPr>
            <p:cNvPr id="51" name="Line 140"/>
            <p:cNvSpPr>
              <a:spLocks noChangeShapeType="1"/>
            </p:cNvSpPr>
            <p:nvPr/>
          </p:nvSpPr>
          <p:spPr bwMode="auto">
            <a:xfrm flipV="1">
              <a:off x="5249827" y="3716676"/>
              <a:ext cx="1151567" cy="1586"/>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0" name="Line 139"/>
            <p:cNvSpPr>
              <a:spLocks noChangeShapeType="1"/>
            </p:cNvSpPr>
            <p:nvPr/>
          </p:nvSpPr>
          <p:spPr bwMode="auto">
            <a:xfrm flipV="1">
              <a:off x="5249827" y="3429697"/>
              <a:ext cx="1183291"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6" name="Rectangle 135"/>
            <p:cNvSpPr>
              <a:spLocks noChangeArrowheads="1"/>
            </p:cNvSpPr>
            <p:nvPr/>
          </p:nvSpPr>
          <p:spPr bwMode="auto">
            <a:xfrm>
              <a:off x="5207000" y="3164916"/>
              <a:ext cx="1226118" cy="822884"/>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2" name="Rectangle 136"/>
            <p:cNvSpPr>
              <a:spLocks noChangeArrowheads="1"/>
            </p:cNvSpPr>
            <p:nvPr/>
          </p:nvSpPr>
          <p:spPr bwMode="auto">
            <a:xfrm>
              <a:off x="5249827" y="3141133"/>
              <a:ext cx="1227704" cy="286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09593" name="Rectangle 137"/>
            <p:cNvSpPr>
              <a:spLocks noChangeArrowheads="1"/>
            </p:cNvSpPr>
            <p:nvPr/>
          </p:nvSpPr>
          <p:spPr bwMode="auto">
            <a:xfrm>
              <a:off x="5249827" y="3716676"/>
              <a:ext cx="1229290" cy="215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grpSp>
      <p:sp>
        <p:nvSpPr>
          <p:cNvPr id="109594" name="Rectangle 138"/>
          <p:cNvSpPr>
            <a:spLocks noChangeArrowheads="1"/>
          </p:cNvSpPr>
          <p:nvPr/>
        </p:nvSpPr>
        <p:spPr bwMode="auto">
          <a:xfrm>
            <a:off x="5198251" y="3427706"/>
            <a:ext cx="1229290" cy="217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54"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55"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57"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58" name="直接箭头连接符 57"/>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9" name="组合 58"/>
          <p:cNvGrpSpPr/>
          <p:nvPr/>
        </p:nvGrpSpPr>
        <p:grpSpPr>
          <a:xfrm>
            <a:off x="3004325" y="1267493"/>
            <a:ext cx="1646273" cy="461665"/>
            <a:chOff x="2253243" y="950619"/>
            <a:chExt cx="1234705" cy="346249"/>
          </a:xfrm>
        </p:grpSpPr>
        <p:sp>
          <p:nvSpPr>
            <p:cNvPr id="60"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61"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65" name="组合 64"/>
          <p:cNvGrpSpPr/>
          <p:nvPr/>
        </p:nvGrpSpPr>
        <p:grpSpPr>
          <a:xfrm>
            <a:off x="4425951" y="1495955"/>
            <a:ext cx="772583" cy="492125"/>
            <a:chOff x="3319463" y="1121966"/>
            <a:chExt cx="579437" cy="369094"/>
          </a:xfrm>
        </p:grpSpPr>
        <p:cxnSp>
          <p:nvCxnSpPr>
            <p:cNvPr id="66" name="直接箭头连接符 65"/>
            <p:cNvCxnSpPr/>
            <p:nvPr/>
          </p:nvCxnSpPr>
          <p:spPr>
            <a:xfrm>
              <a:off x="3608785" y="1121966"/>
              <a:ext cx="290115" cy="36909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直接连接符 66"/>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 name="组合 67"/>
          <p:cNvGrpSpPr/>
          <p:nvPr/>
        </p:nvGrpSpPr>
        <p:grpSpPr>
          <a:xfrm>
            <a:off x="3000482" y="1635980"/>
            <a:ext cx="1646273" cy="461665"/>
            <a:chOff x="2253243" y="950619"/>
            <a:chExt cx="1234705" cy="346249"/>
          </a:xfrm>
        </p:grpSpPr>
        <p:sp>
          <p:nvSpPr>
            <p:cNvPr id="6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7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1" name="组合 70"/>
          <p:cNvGrpSpPr/>
          <p:nvPr/>
        </p:nvGrpSpPr>
        <p:grpSpPr>
          <a:xfrm>
            <a:off x="4422109" y="1892829"/>
            <a:ext cx="783305" cy="988635"/>
            <a:chOff x="3319463" y="1121966"/>
            <a:chExt cx="587479" cy="741476"/>
          </a:xfrm>
        </p:grpSpPr>
        <p:cxnSp>
          <p:nvCxnSpPr>
            <p:cNvPr id="72" name="直接箭头连接符 71"/>
            <p:cNvCxnSpPr/>
            <p:nvPr/>
          </p:nvCxnSpPr>
          <p:spPr>
            <a:xfrm>
              <a:off x="3608785" y="1121966"/>
              <a:ext cx="298157" cy="74147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直接连接符 72"/>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Freeform 56"/>
          <p:cNvSpPr>
            <a:spLocks/>
          </p:cNvSpPr>
          <p:nvPr/>
        </p:nvSpPr>
        <p:spPr bwMode="auto">
          <a:xfrm rot="-511685">
            <a:off x="6384386" y="1980875"/>
            <a:ext cx="456805" cy="1583876"/>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2" name="Rectangle 2">
            <a:extLst>
              <a:ext uri="{FF2B5EF4-FFF2-40B4-BE49-F238E27FC236}">
                <a16:creationId xmlns:a16="http://schemas.microsoft.com/office/drawing/2014/main" id="{3CB1A134-E0D9-40A6-9ABE-A1FF9C297E5F}"/>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26699986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238597"/>
                                        </p:tgtEl>
                                        <p:attrNameLst>
                                          <p:attrName>style.visibility</p:attrName>
                                        </p:attrNameLst>
                                      </p:cBhvr>
                                      <p:to>
                                        <p:strVal val="visible"/>
                                      </p:to>
                                    </p:set>
                                    <p:anim calcmode="lin" valueType="num">
                                      <p:cBhvr>
                                        <p:cTn id="7" dur="500" fill="hold"/>
                                        <p:tgtEl>
                                          <p:spTgt spid="238597"/>
                                        </p:tgtEl>
                                        <p:attrNameLst>
                                          <p:attrName>ppt_w</p:attrName>
                                        </p:attrNameLst>
                                      </p:cBhvr>
                                      <p:tavLst>
                                        <p:tav tm="0">
                                          <p:val>
                                            <p:fltVal val="0"/>
                                          </p:val>
                                        </p:tav>
                                        <p:tav tm="100000">
                                          <p:val>
                                            <p:strVal val="#ppt_w"/>
                                          </p:val>
                                        </p:tav>
                                      </p:tavLst>
                                    </p:anim>
                                    <p:anim calcmode="lin" valueType="num">
                                      <p:cBhvr>
                                        <p:cTn id="8" dur="500" fill="hold"/>
                                        <p:tgtEl>
                                          <p:spTgt spid="238597"/>
                                        </p:tgtEl>
                                        <p:attrNameLst>
                                          <p:attrName>ppt_h</p:attrName>
                                        </p:attrNameLst>
                                      </p:cBhvr>
                                      <p:tavLst>
                                        <p:tav tm="0">
                                          <p:val>
                                            <p:fltVal val="0"/>
                                          </p:val>
                                        </p:tav>
                                        <p:tav tm="100000">
                                          <p:val>
                                            <p:strVal val="#ppt_h"/>
                                          </p:val>
                                        </p:tav>
                                      </p:tavLst>
                                    </p:anim>
                                    <p:animEffect transition="in" filter="fade">
                                      <p:cBhvr>
                                        <p:cTn id="9" dur="500"/>
                                        <p:tgtEl>
                                          <p:spTgt spid="238597"/>
                                        </p:tgtEl>
                                      </p:cBhvr>
                                    </p:animEffect>
                                  </p:childTnLst>
                                </p:cTn>
                              </p:par>
                              <p:par>
                                <p:cTn id="10" presetID="53" presetClass="entr" presetSubtype="0" fill="hold" nodeType="withEffect">
                                  <p:stCondLst>
                                    <p:cond delay="0"/>
                                  </p:stCondLst>
                                  <p:childTnLst>
                                    <p:set>
                                      <p:cBhvr>
                                        <p:cTn id="11" dur="1" fill="hold">
                                          <p:stCondLst>
                                            <p:cond delay="0"/>
                                          </p:stCondLst>
                                        </p:cTn>
                                        <p:tgtEl>
                                          <p:spTgt spid="238595"/>
                                        </p:tgtEl>
                                        <p:attrNameLst>
                                          <p:attrName>style.visibility</p:attrName>
                                        </p:attrNameLst>
                                      </p:cBhvr>
                                      <p:to>
                                        <p:strVal val="visible"/>
                                      </p:to>
                                    </p:set>
                                    <p:anim calcmode="lin" valueType="num">
                                      <p:cBhvr>
                                        <p:cTn id="12" dur="500" fill="hold"/>
                                        <p:tgtEl>
                                          <p:spTgt spid="238595"/>
                                        </p:tgtEl>
                                        <p:attrNameLst>
                                          <p:attrName>ppt_w</p:attrName>
                                        </p:attrNameLst>
                                      </p:cBhvr>
                                      <p:tavLst>
                                        <p:tav tm="0">
                                          <p:val>
                                            <p:fltVal val="0"/>
                                          </p:val>
                                        </p:tav>
                                        <p:tav tm="100000">
                                          <p:val>
                                            <p:strVal val="#ppt_w"/>
                                          </p:val>
                                        </p:tav>
                                      </p:tavLst>
                                    </p:anim>
                                    <p:anim calcmode="lin" valueType="num">
                                      <p:cBhvr>
                                        <p:cTn id="13" dur="500" fill="hold"/>
                                        <p:tgtEl>
                                          <p:spTgt spid="238595"/>
                                        </p:tgtEl>
                                        <p:attrNameLst>
                                          <p:attrName>ppt_h</p:attrName>
                                        </p:attrNameLst>
                                      </p:cBhvr>
                                      <p:tavLst>
                                        <p:tav tm="0">
                                          <p:val>
                                            <p:fltVal val="0"/>
                                          </p:val>
                                        </p:tav>
                                        <p:tav tm="100000">
                                          <p:val>
                                            <p:strVal val="#ppt_h"/>
                                          </p:val>
                                        </p:tav>
                                      </p:tavLst>
                                    </p:anim>
                                    <p:animEffect transition="in" filter="fade">
                                      <p:cBhvr>
                                        <p:cTn id="14" dur="500"/>
                                        <p:tgtEl>
                                          <p:spTgt spid="238595"/>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3" presetClass="entr" presetSubtype="16"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5"/>
                                        </p:tgtEl>
                                        <p:attrNameLst>
                                          <p:attrName>style.visibility</p:attrName>
                                        </p:attrNameLst>
                                      </p:cBhvr>
                                      <p:to>
                                        <p:strVal val="visible"/>
                                      </p:to>
                                    </p:set>
                                    <p:anim calcmode="lin" valueType="num">
                                      <p:cBhvr>
                                        <p:cTn id="26" dur="500" fill="hold"/>
                                        <p:tgtEl>
                                          <p:spTgt spid="65"/>
                                        </p:tgtEl>
                                        <p:attrNameLst>
                                          <p:attrName>ppt_w</p:attrName>
                                        </p:attrNameLst>
                                      </p:cBhvr>
                                      <p:tavLst>
                                        <p:tav tm="0">
                                          <p:val>
                                            <p:fltVal val="0"/>
                                          </p:val>
                                        </p:tav>
                                        <p:tav tm="100000">
                                          <p:val>
                                            <p:strVal val="#ppt_w"/>
                                          </p:val>
                                        </p:tav>
                                      </p:tavLst>
                                    </p:anim>
                                    <p:anim calcmode="lin" valueType="num">
                                      <p:cBhvr>
                                        <p:cTn id="27" dur="500" fill="hold"/>
                                        <p:tgtEl>
                                          <p:spTgt spid="65"/>
                                        </p:tgtEl>
                                        <p:attrNameLst>
                                          <p:attrName>ppt_h</p:attrName>
                                        </p:attrNameLst>
                                      </p:cBhvr>
                                      <p:tavLst>
                                        <p:tav tm="0">
                                          <p:val>
                                            <p:fltVal val="0"/>
                                          </p:val>
                                        </p:tav>
                                        <p:tav tm="100000">
                                          <p:val>
                                            <p:strVal val="#ppt_h"/>
                                          </p:val>
                                        </p:tav>
                                      </p:tavLst>
                                    </p:anim>
                                    <p:animEffect transition="in" filter="fade">
                                      <p:cBhvr>
                                        <p:cTn id="28" dur="500"/>
                                        <p:tgtEl>
                                          <p:spTgt spid="6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grpId="0" nodeType="clickEffect">
                                  <p:stCondLst>
                                    <p:cond delay="0"/>
                                  </p:stCondLst>
                                  <p:childTnLst>
                                    <p:set>
                                      <p:cBhvr>
                                        <p:cTn id="32" dur="1" fill="hold">
                                          <p:stCondLst>
                                            <p:cond delay="0"/>
                                          </p:stCondLst>
                                        </p:cTn>
                                        <p:tgtEl>
                                          <p:spTgt spid="238599"/>
                                        </p:tgtEl>
                                        <p:attrNameLst>
                                          <p:attrName>style.visibility</p:attrName>
                                        </p:attrNameLst>
                                      </p:cBhvr>
                                      <p:to>
                                        <p:strVal val="visible"/>
                                      </p:to>
                                    </p:set>
                                    <p:anim calcmode="lin" valueType="num">
                                      <p:cBhvr>
                                        <p:cTn id="33" dur="500" fill="hold"/>
                                        <p:tgtEl>
                                          <p:spTgt spid="238599"/>
                                        </p:tgtEl>
                                        <p:attrNameLst>
                                          <p:attrName>ppt_w</p:attrName>
                                        </p:attrNameLst>
                                      </p:cBhvr>
                                      <p:tavLst>
                                        <p:tav tm="0">
                                          <p:val>
                                            <p:fltVal val="0"/>
                                          </p:val>
                                        </p:tav>
                                        <p:tav tm="100000">
                                          <p:val>
                                            <p:strVal val="#ppt_w"/>
                                          </p:val>
                                        </p:tav>
                                      </p:tavLst>
                                    </p:anim>
                                    <p:anim calcmode="lin" valueType="num">
                                      <p:cBhvr>
                                        <p:cTn id="34" dur="500" fill="hold"/>
                                        <p:tgtEl>
                                          <p:spTgt spid="238599"/>
                                        </p:tgtEl>
                                        <p:attrNameLst>
                                          <p:attrName>ppt_h</p:attrName>
                                        </p:attrNameLst>
                                      </p:cBhvr>
                                      <p:tavLst>
                                        <p:tav tm="0">
                                          <p:val>
                                            <p:fltVal val="0"/>
                                          </p:val>
                                        </p:tav>
                                        <p:tav tm="100000">
                                          <p:val>
                                            <p:strVal val="#ppt_h"/>
                                          </p:val>
                                        </p:tav>
                                      </p:tavLst>
                                    </p:anim>
                                    <p:animEffect transition="in" filter="fade">
                                      <p:cBhvr>
                                        <p:cTn id="35" dur="500"/>
                                        <p:tgtEl>
                                          <p:spTgt spid="238599"/>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238601"/>
                                        </p:tgtEl>
                                        <p:attrNameLst>
                                          <p:attrName>style.visibility</p:attrName>
                                        </p:attrNameLst>
                                      </p:cBhvr>
                                      <p:to>
                                        <p:strVal val="visible"/>
                                      </p:to>
                                    </p:set>
                                    <p:anim calcmode="lin" valueType="num">
                                      <p:cBhvr>
                                        <p:cTn id="38" dur="500" fill="hold"/>
                                        <p:tgtEl>
                                          <p:spTgt spid="238601"/>
                                        </p:tgtEl>
                                        <p:attrNameLst>
                                          <p:attrName>ppt_w</p:attrName>
                                        </p:attrNameLst>
                                      </p:cBhvr>
                                      <p:tavLst>
                                        <p:tav tm="0">
                                          <p:val>
                                            <p:fltVal val="0"/>
                                          </p:val>
                                        </p:tav>
                                        <p:tav tm="100000">
                                          <p:val>
                                            <p:strVal val="#ppt_w"/>
                                          </p:val>
                                        </p:tav>
                                      </p:tavLst>
                                    </p:anim>
                                    <p:anim calcmode="lin" valueType="num">
                                      <p:cBhvr>
                                        <p:cTn id="39" dur="500" fill="hold"/>
                                        <p:tgtEl>
                                          <p:spTgt spid="238601"/>
                                        </p:tgtEl>
                                        <p:attrNameLst>
                                          <p:attrName>ppt_h</p:attrName>
                                        </p:attrNameLst>
                                      </p:cBhvr>
                                      <p:tavLst>
                                        <p:tav tm="0">
                                          <p:val>
                                            <p:fltVal val="0"/>
                                          </p:val>
                                        </p:tav>
                                        <p:tav tm="100000">
                                          <p:val>
                                            <p:strVal val="#ppt_h"/>
                                          </p:val>
                                        </p:tav>
                                      </p:tavLst>
                                    </p:anim>
                                    <p:animEffect transition="in" filter="fade">
                                      <p:cBhvr>
                                        <p:cTn id="40" dur="500"/>
                                        <p:tgtEl>
                                          <p:spTgt spid="238601"/>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nodeType="click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500" fill="hold"/>
                                        <p:tgtEl>
                                          <p:spTgt spid="5"/>
                                        </p:tgtEl>
                                        <p:attrNameLst>
                                          <p:attrName>ppt_w</p:attrName>
                                        </p:attrNameLst>
                                      </p:cBhvr>
                                      <p:tavLst>
                                        <p:tav tm="0">
                                          <p:val>
                                            <p:fltVal val="0"/>
                                          </p:val>
                                        </p:tav>
                                        <p:tav tm="100000">
                                          <p:val>
                                            <p:strVal val="#ppt_w"/>
                                          </p:val>
                                        </p:tav>
                                      </p:tavLst>
                                    </p:anim>
                                    <p:anim calcmode="lin" valueType="num">
                                      <p:cBhvr>
                                        <p:cTn id="46" dur="500" fill="hold"/>
                                        <p:tgtEl>
                                          <p:spTgt spid="5"/>
                                        </p:tgtEl>
                                        <p:attrNameLst>
                                          <p:attrName>ppt_h</p:attrName>
                                        </p:attrNameLst>
                                      </p:cBhvr>
                                      <p:tavLst>
                                        <p:tav tm="0">
                                          <p:val>
                                            <p:fltVal val="0"/>
                                          </p:val>
                                        </p:tav>
                                        <p:tav tm="100000">
                                          <p:val>
                                            <p:strVal val="#ppt_h"/>
                                          </p:val>
                                        </p:tav>
                                      </p:tavLst>
                                    </p:anim>
                                    <p:animEffect transition="in" filter="fade">
                                      <p:cBhvr>
                                        <p:cTn id="47" dur="500"/>
                                        <p:tgtEl>
                                          <p:spTgt spid="5"/>
                                        </p:tgtEl>
                                      </p:cBhvr>
                                    </p:animEffect>
                                  </p:childTnLst>
                                </p:cTn>
                              </p:par>
                            </p:childTnLst>
                          </p:cTn>
                        </p:par>
                      </p:childTnLst>
                    </p:cTn>
                  </p:par>
                  <p:par>
                    <p:cTn id="48" fill="hold">
                      <p:stCondLst>
                        <p:cond delay="indefinite"/>
                      </p:stCondLst>
                      <p:childTnLst>
                        <p:par>
                          <p:cTn id="49" fill="hold">
                            <p:stCondLst>
                              <p:cond delay="0"/>
                            </p:stCondLst>
                            <p:childTnLst>
                              <p:par>
                                <p:cTn id="50" presetID="53" presetClass="entr" presetSubtype="16" fill="hold" nodeType="clickEffect">
                                  <p:stCondLst>
                                    <p:cond delay="0"/>
                                  </p:stCondLst>
                                  <p:childTnLst>
                                    <p:set>
                                      <p:cBhvr>
                                        <p:cTn id="51" dur="1" fill="hold">
                                          <p:stCondLst>
                                            <p:cond delay="0"/>
                                          </p:stCondLst>
                                        </p:cTn>
                                        <p:tgtEl>
                                          <p:spTgt spid="68"/>
                                        </p:tgtEl>
                                        <p:attrNameLst>
                                          <p:attrName>style.visibility</p:attrName>
                                        </p:attrNameLst>
                                      </p:cBhvr>
                                      <p:to>
                                        <p:strVal val="visible"/>
                                      </p:to>
                                    </p:set>
                                    <p:anim calcmode="lin" valueType="num">
                                      <p:cBhvr>
                                        <p:cTn id="52" dur="500" fill="hold"/>
                                        <p:tgtEl>
                                          <p:spTgt spid="68"/>
                                        </p:tgtEl>
                                        <p:attrNameLst>
                                          <p:attrName>ppt_w</p:attrName>
                                        </p:attrNameLst>
                                      </p:cBhvr>
                                      <p:tavLst>
                                        <p:tav tm="0">
                                          <p:val>
                                            <p:fltVal val="0"/>
                                          </p:val>
                                        </p:tav>
                                        <p:tav tm="100000">
                                          <p:val>
                                            <p:strVal val="#ppt_w"/>
                                          </p:val>
                                        </p:tav>
                                      </p:tavLst>
                                    </p:anim>
                                    <p:anim calcmode="lin" valueType="num">
                                      <p:cBhvr>
                                        <p:cTn id="53" dur="500" fill="hold"/>
                                        <p:tgtEl>
                                          <p:spTgt spid="68"/>
                                        </p:tgtEl>
                                        <p:attrNameLst>
                                          <p:attrName>ppt_h</p:attrName>
                                        </p:attrNameLst>
                                      </p:cBhvr>
                                      <p:tavLst>
                                        <p:tav tm="0">
                                          <p:val>
                                            <p:fltVal val="0"/>
                                          </p:val>
                                        </p:tav>
                                        <p:tav tm="100000">
                                          <p:val>
                                            <p:strVal val="#ppt_h"/>
                                          </p:val>
                                        </p:tav>
                                      </p:tavLst>
                                    </p:anim>
                                    <p:animEffect transition="in" filter="fade">
                                      <p:cBhvr>
                                        <p:cTn id="54" dur="500"/>
                                        <p:tgtEl>
                                          <p:spTgt spid="68"/>
                                        </p:tgtEl>
                                      </p:cBhvr>
                                    </p:animEffect>
                                  </p:childTnLst>
                                </p:cTn>
                              </p:par>
                              <p:par>
                                <p:cTn id="55" presetID="53" presetClass="entr" presetSubtype="16" fill="hold" nodeType="withEffect">
                                  <p:stCondLst>
                                    <p:cond delay="0"/>
                                  </p:stCondLst>
                                  <p:childTnLst>
                                    <p:set>
                                      <p:cBhvr>
                                        <p:cTn id="56" dur="1" fill="hold">
                                          <p:stCondLst>
                                            <p:cond delay="0"/>
                                          </p:stCondLst>
                                        </p:cTn>
                                        <p:tgtEl>
                                          <p:spTgt spid="71"/>
                                        </p:tgtEl>
                                        <p:attrNameLst>
                                          <p:attrName>style.visibility</p:attrName>
                                        </p:attrNameLst>
                                      </p:cBhvr>
                                      <p:to>
                                        <p:strVal val="visible"/>
                                      </p:to>
                                    </p:set>
                                    <p:anim calcmode="lin" valueType="num">
                                      <p:cBhvr>
                                        <p:cTn id="57" dur="500" fill="hold"/>
                                        <p:tgtEl>
                                          <p:spTgt spid="71"/>
                                        </p:tgtEl>
                                        <p:attrNameLst>
                                          <p:attrName>ppt_w</p:attrName>
                                        </p:attrNameLst>
                                      </p:cBhvr>
                                      <p:tavLst>
                                        <p:tav tm="0">
                                          <p:val>
                                            <p:fltVal val="0"/>
                                          </p:val>
                                        </p:tav>
                                        <p:tav tm="100000">
                                          <p:val>
                                            <p:strVal val="#ppt_w"/>
                                          </p:val>
                                        </p:tav>
                                      </p:tavLst>
                                    </p:anim>
                                    <p:anim calcmode="lin" valueType="num">
                                      <p:cBhvr>
                                        <p:cTn id="58" dur="500" fill="hold"/>
                                        <p:tgtEl>
                                          <p:spTgt spid="71"/>
                                        </p:tgtEl>
                                        <p:attrNameLst>
                                          <p:attrName>ppt_h</p:attrName>
                                        </p:attrNameLst>
                                      </p:cBhvr>
                                      <p:tavLst>
                                        <p:tav tm="0">
                                          <p:val>
                                            <p:fltVal val="0"/>
                                          </p:val>
                                        </p:tav>
                                        <p:tav tm="100000">
                                          <p:val>
                                            <p:strVal val="#ppt_h"/>
                                          </p:val>
                                        </p:tav>
                                      </p:tavLst>
                                    </p:anim>
                                    <p:animEffect transition="in" filter="fade">
                                      <p:cBhvr>
                                        <p:cTn id="59" dur="500"/>
                                        <p:tgtEl>
                                          <p:spTgt spid="71"/>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53" presetClass="entr" presetSubtype="16" fill="hold" grpId="0" nodeType="clickEffect">
                                  <p:stCondLst>
                                    <p:cond delay="0"/>
                                  </p:stCondLst>
                                  <p:childTnLst>
                                    <p:set>
                                      <p:cBhvr>
                                        <p:cTn id="63" dur="1" fill="hold">
                                          <p:stCondLst>
                                            <p:cond delay="0"/>
                                          </p:stCondLst>
                                        </p:cTn>
                                        <p:tgtEl>
                                          <p:spTgt spid="43"/>
                                        </p:tgtEl>
                                        <p:attrNameLst>
                                          <p:attrName>style.visibility</p:attrName>
                                        </p:attrNameLst>
                                      </p:cBhvr>
                                      <p:to>
                                        <p:strVal val="visible"/>
                                      </p:to>
                                    </p:set>
                                    <p:anim calcmode="lin" valueType="num">
                                      <p:cBhvr>
                                        <p:cTn id="64" dur="500" fill="hold"/>
                                        <p:tgtEl>
                                          <p:spTgt spid="43"/>
                                        </p:tgtEl>
                                        <p:attrNameLst>
                                          <p:attrName>ppt_w</p:attrName>
                                        </p:attrNameLst>
                                      </p:cBhvr>
                                      <p:tavLst>
                                        <p:tav tm="0">
                                          <p:val>
                                            <p:fltVal val="0"/>
                                          </p:val>
                                        </p:tav>
                                        <p:tav tm="100000">
                                          <p:val>
                                            <p:strVal val="#ppt_w"/>
                                          </p:val>
                                        </p:tav>
                                      </p:tavLst>
                                    </p:anim>
                                    <p:anim calcmode="lin" valueType="num">
                                      <p:cBhvr>
                                        <p:cTn id="65" dur="500" fill="hold"/>
                                        <p:tgtEl>
                                          <p:spTgt spid="43"/>
                                        </p:tgtEl>
                                        <p:attrNameLst>
                                          <p:attrName>ppt_h</p:attrName>
                                        </p:attrNameLst>
                                      </p:cBhvr>
                                      <p:tavLst>
                                        <p:tav tm="0">
                                          <p:val>
                                            <p:fltVal val="0"/>
                                          </p:val>
                                        </p:tav>
                                        <p:tav tm="100000">
                                          <p:val>
                                            <p:strVal val="#ppt_h"/>
                                          </p:val>
                                        </p:tav>
                                      </p:tavLst>
                                    </p:anim>
                                    <p:animEffect transition="in" filter="fade">
                                      <p:cBhvr>
                                        <p:cTn id="66" dur="500"/>
                                        <p:tgtEl>
                                          <p:spTgt spid="43"/>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44"/>
                                        </p:tgtEl>
                                        <p:attrNameLst>
                                          <p:attrName>style.visibility</p:attrName>
                                        </p:attrNameLst>
                                      </p:cBhvr>
                                      <p:to>
                                        <p:strVal val="visible"/>
                                      </p:to>
                                    </p:set>
                                    <p:anim calcmode="lin" valueType="num">
                                      <p:cBhvr>
                                        <p:cTn id="69" dur="500" fill="hold"/>
                                        <p:tgtEl>
                                          <p:spTgt spid="44"/>
                                        </p:tgtEl>
                                        <p:attrNameLst>
                                          <p:attrName>ppt_w</p:attrName>
                                        </p:attrNameLst>
                                      </p:cBhvr>
                                      <p:tavLst>
                                        <p:tav tm="0">
                                          <p:val>
                                            <p:fltVal val="0"/>
                                          </p:val>
                                        </p:tav>
                                        <p:tav tm="100000">
                                          <p:val>
                                            <p:strVal val="#ppt_w"/>
                                          </p:val>
                                        </p:tav>
                                      </p:tavLst>
                                    </p:anim>
                                    <p:anim calcmode="lin" valueType="num">
                                      <p:cBhvr>
                                        <p:cTn id="70" dur="500" fill="hold"/>
                                        <p:tgtEl>
                                          <p:spTgt spid="44"/>
                                        </p:tgtEl>
                                        <p:attrNameLst>
                                          <p:attrName>ppt_h</p:attrName>
                                        </p:attrNameLst>
                                      </p:cBhvr>
                                      <p:tavLst>
                                        <p:tav tm="0">
                                          <p:val>
                                            <p:fltVal val="0"/>
                                          </p:val>
                                        </p:tav>
                                        <p:tav tm="100000">
                                          <p:val>
                                            <p:strVal val="#ppt_h"/>
                                          </p:val>
                                        </p:tav>
                                      </p:tavLst>
                                    </p:anim>
                                    <p:animEffect transition="in" filter="fade">
                                      <p:cBhvr>
                                        <p:cTn id="71" dur="500"/>
                                        <p:tgtEl>
                                          <p:spTgt spid="44"/>
                                        </p:tgtEl>
                                      </p:cBhvr>
                                    </p:animEffect>
                                  </p:childTnLst>
                                </p:cTn>
                              </p:par>
                            </p:childTnLst>
                          </p:cTn>
                        </p:par>
                      </p:childTnLst>
                    </p:cTn>
                  </p:par>
                  <p:par>
                    <p:cTn id="72" fill="hold">
                      <p:stCondLst>
                        <p:cond delay="indefinite"/>
                      </p:stCondLst>
                      <p:childTnLst>
                        <p:par>
                          <p:cTn id="73" fill="hold">
                            <p:stCondLst>
                              <p:cond delay="0"/>
                            </p:stCondLst>
                            <p:childTnLst>
                              <p:par>
                                <p:cTn id="74" presetID="53" presetClass="entr" presetSubtype="16" fill="hold" nodeType="clickEffect">
                                  <p:stCondLst>
                                    <p:cond delay="0"/>
                                  </p:stCondLst>
                                  <p:childTnLst>
                                    <p:set>
                                      <p:cBhvr>
                                        <p:cTn id="75" dur="1" fill="hold">
                                          <p:stCondLst>
                                            <p:cond delay="0"/>
                                          </p:stCondLst>
                                        </p:cTn>
                                        <p:tgtEl>
                                          <p:spTgt spid="2"/>
                                        </p:tgtEl>
                                        <p:attrNameLst>
                                          <p:attrName>style.visibility</p:attrName>
                                        </p:attrNameLst>
                                      </p:cBhvr>
                                      <p:to>
                                        <p:strVal val="visible"/>
                                      </p:to>
                                    </p:set>
                                    <p:anim calcmode="lin" valueType="num">
                                      <p:cBhvr>
                                        <p:cTn id="76" dur="500" fill="hold"/>
                                        <p:tgtEl>
                                          <p:spTgt spid="2"/>
                                        </p:tgtEl>
                                        <p:attrNameLst>
                                          <p:attrName>ppt_w</p:attrName>
                                        </p:attrNameLst>
                                      </p:cBhvr>
                                      <p:tavLst>
                                        <p:tav tm="0">
                                          <p:val>
                                            <p:fltVal val="0"/>
                                          </p:val>
                                        </p:tav>
                                        <p:tav tm="100000">
                                          <p:val>
                                            <p:strVal val="#ppt_w"/>
                                          </p:val>
                                        </p:tav>
                                      </p:tavLst>
                                    </p:anim>
                                    <p:anim calcmode="lin" valueType="num">
                                      <p:cBhvr>
                                        <p:cTn id="77" dur="500" fill="hold"/>
                                        <p:tgtEl>
                                          <p:spTgt spid="2"/>
                                        </p:tgtEl>
                                        <p:attrNameLst>
                                          <p:attrName>ppt_h</p:attrName>
                                        </p:attrNameLst>
                                      </p:cBhvr>
                                      <p:tavLst>
                                        <p:tav tm="0">
                                          <p:val>
                                            <p:fltVal val="0"/>
                                          </p:val>
                                        </p:tav>
                                        <p:tav tm="100000">
                                          <p:val>
                                            <p:strVal val="#ppt_h"/>
                                          </p:val>
                                        </p:tav>
                                      </p:tavLst>
                                    </p:anim>
                                    <p:animEffect transition="in" filter="fade">
                                      <p:cBhvr>
                                        <p:cTn id="78" dur="500"/>
                                        <p:tgtEl>
                                          <p:spTgt spid="2"/>
                                        </p:tgtEl>
                                      </p:cBhvr>
                                    </p:animEffect>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74"/>
                                        </p:tgtEl>
                                        <p:attrNameLst>
                                          <p:attrName>style.visibility</p:attrName>
                                        </p:attrNameLst>
                                      </p:cBhvr>
                                      <p:to>
                                        <p:strVal val="visible"/>
                                      </p:to>
                                    </p:set>
                                    <p:anim calcmode="lin" valueType="num">
                                      <p:cBhvr>
                                        <p:cTn id="83" dur="500" fill="hold"/>
                                        <p:tgtEl>
                                          <p:spTgt spid="74"/>
                                        </p:tgtEl>
                                        <p:attrNameLst>
                                          <p:attrName>ppt_w</p:attrName>
                                        </p:attrNameLst>
                                      </p:cBhvr>
                                      <p:tavLst>
                                        <p:tav tm="0">
                                          <p:val>
                                            <p:fltVal val="0"/>
                                          </p:val>
                                        </p:tav>
                                        <p:tav tm="100000">
                                          <p:val>
                                            <p:strVal val="#ppt_w"/>
                                          </p:val>
                                        </p:tav>
                                      </p:tavLst>
                                    </p:anim>
                                    <p:anim calcmode="lin" valueType="num">
                                      <p:cBhvr>
                                        <p:cTn id="84" dur="500" fill="hold"/>
                                        <p:tgtEl>
                                          <p:spTgt spid="74"/>
                                        </p:tgtEl>
                                        <p:attrNameLst>
                                          <p:attrName>ppt_h</p:attrName>
                                        </p:attrNameLst>
                                      </p:cBhvr>
                                      <p:tavLst>
                                        <p:tav tm="0">
                                          <p:val>
                                            <p:fltVal val="0"/>
                                          </p:val>
                                        </p:tav>
                                        <p:tav tm="100000">
                                          <p:val>
                                            <p:strVal val="#ppt_h"/>
                                          </p:val>
                                        </p:tav>
                                      </p:tavLst>
                                    </p:anim>
                                    <p:animEffect transition="in" filter="fade">
                                      <p:cBhvr>
                                        <p:cTn id="85" dur="500"/>
                                        <p:tgtEl>
                                          <p:spTgt spid="74"/>
                                        </p:tgtEl>
                                      </p:cBhvr>
                                    </p:animEffect>
                                  </p:childTnLst>
                                </p:cTn>
                              </p:par>
                              <p:par>
                                <p:cTn id="86" presetID="53" presetClass="entr" presetSubtype="16" fill="hold" grpId="0" nodeType="withEffect">
                                  <p:stCondLst>
                                    <p:cond delay="0"/>
                                  </p:stCondLst>
                                  <p:childTnLst>
                                    <p:set>
                                      <p:cBhvr>
                                        <p:cTn id="87" dur="1" fill="hold">
                                          <p:stCondLst>
                                            <p:cond delay="0"/>
                                          </p:stCondLst>
                                        </p:cTn>
                                        <p:tgtEl>
                                          <p:spTgt spid="109594"/>
                                        </p:tgtEl>
                                        <p:attrNameLst>
                                          <p:attrName>style.visibility</p:attrName>
                                        </p:attrNameLst>
                                      </p:cBhvr>
                                      <p:to>
                                        <p:strVal val="visible"/>
                                      </p:to>
                                    </p:set>
                                    <p:anim calcmode="lin" valueType="num">
                                      <p:cBhvr>
                                        <p:cTn id="88" dur="500" fill="hold"/>
                                        <p:tgtEl>
                                          <p:spTgt spid="109594"/>
                                        </p:tgtEl>
                                        <p:attrNameLst>
                                          <p:attrName>ppt_w</p:attrName>
                                        </p:attrNameLst>
                                      </p:cBhvr>
                                      <p:tavLst>
                                        <p:tav tm="0">
                                          <p:val>
                                            <p:fltVal val="0"/>
                                          </p:val>
                                        </p:tav>
                                        <p:tav tm="100000">
                                          <p:val>
                                            <p:strVal val="#ppt_w"/>
                                          </p:val>
                                        </p:tav>
                                      </p:tavLst>
                                    </p:anim>
                                    <p:anim calcmode="lin" valueType="num">
                                      <p:cBhvr>
                                        <p:cTn id="89" dur="500" fill="hold"/>
                                        <p:tgtEl>
                                          <p:spTgt spid="109594"/>
                                        </p:tgtEl>
                                        <p:attrNameLst>
                                          <p:attrName>ppt_h</p:attrName>
                                        </p:attrNameLst>
                                      </p:cBhvr>
                                      <p:tavLst>
                                        <p:tav tm="0">
                                          <p:val>
                                            <p:fltVal val="0"/>
                                          </p:val>
                                        </p:tav>
                                        <p:tav tm="100000">
                                          <p:val>
                                            <p:strVal val="#ppt_h"/>
                                          </p:val>
                                        </p:tav>
                                      </p:tavLst>
                                    </p:anim>
                                    <p:animEffect transition="in" filter="fade">
                                      <p:cBhvr>
                                        <p:cTn id="90" dur="500"/>
                                        <p:tgtEl>
                                          <p:spTgt spid="109594"/>
                                        </p:tgtEl>
                                      </p:cBhvr>
                                    </p:animEffect>
                                  </p:childTnLst>
                                </p:cTn>
                              </p:par>
                            </p:childTnLst>
                          </p:cTn>
                        </p:par>
                      </p:childTnLst>
                    </p:cTn>
                  </p:par>
                  <p:par>
                    <p:cTn id="91" fill="hold">
                      <p:stCondLst>
                        <p:cond delay="indefinite"/>
                      </p:stCondLst>
                      <p:childTnLst>
                        <p:par>
                          <p:cTn id="92" fill="hold">
                            <p:stCondLst>
                              <p:cond delay="0"/>
                            </p:stCondLst>
                            <p:childTnLst>
                              <p:par>
                                <p:cTn id="93" presetID="53" presetClass="exit" presetSubtype="32" fill="hold" nodeType="clickEffect">
                                  <p:stCondLst>
                                    <p:cond delay="0"/>
                                  </p:stCondLst>
                                  <p:childTnLst>
                                    <p:anim calcmode="lin" valueType="num">
                                      <p:cBhvr>
                                        <p:cTn id="94" dur="500"/>
                                        <p:tgtEl>
                                          <p:spTgt spid="65"/>
                                        </p:tgtEl>
                                        <p:attrNameLst>
                                          <p:attrName>ppt_w</p:attrName>
                                        </p:attrNameLst>
                                      </p:cBhvr>
                                      <p:tavLst>
                                        <p:tav tm="0">
                                          <p:val>
                                            <p:strVal val="ppt_w"/>
                                          </p:val>
                                        </p:tav>
                                        <p:tav tm="100000">
                                          <p:val>
                                            <p:fltVal val="0"/>
                                          </p:val>
                                        </p:tav>
                                      </p:tavLst>
                                    </p:anim>
                                    <p:anim calcmode="lin" valueType="num">
                                      <p:cBhvr>
                                        <p:cTn id="95" dur="500"/>
                                        <p:tgtEl>
                                          <p:spTgt spid="65"/>
                                        </p:tgtEl>
                                        <p:attrNameLst>
                                          <p:attrName>ppt_h</p:attrName>
                                        </p:attrNameLst>
                                      </p:cBhvr>
                                      <p:tavLst>
                                        <p:tav tm="0">
                                          <p:val>
                                            <p:strVal val="ppt_h"/>
                                          </p:val>
                                        </p:tav>
                                        <p:tav tm="100000">
                                          <p:val>
                                            <p:fltVal val="0"/>
                                          </p:val>
                                        </p:tav>
                                      </p:tavLst>
                                    </p:anim>
                                    <p:animEffect transition="out" filter="fade">
                                      <p:cBhvr>
                                        <p:cTn id="96" dur="500"/>
                                        <p:tgtEl>
                                          <p:spTgt spid="65"/>
                                        </p:tgtEl>
                                      </p:cBhvr>
                                    </p:animEffect>
                                    <p:set>
                                      <p:cBhvr>
                                        <p:cTn id="97" dur="1" fill="hold">
                                          <p:stCondLst>
                                            <p:cond delay="499"/>
                                          </p:stCondLst>
                                        </p:cTn>
                                        <p:tgtEl>
                                          <p:spTgt spid="6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597" grpId="0" animBg="1"/>
      <p:bldP spid="238599" grpId="0" animBg="1"/>
      <p:bldP spid="238601" grpId="0"/>
      <p:bldP spid="43" grpId="0" animBg="1"/>
      <p:bldP spid="44" grpId="0"/>
      <p:bldP spid="109594" grpId="0"/>
      <p:bldP spid="74"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238595"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2"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238597"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5062"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38599"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8601"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7"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09578" name="Group 99"/>
          <p:cNvGrpSpPr>
            <a:grpSpLocks/>
          </p:cNvGrpSpPr>
          <p:nvPr/>
        </p:nvGrpSpPr>
        <p:grpSpPr bwMode="auto">
          <a:xfrm>
            <a:off x="5198534" y="592667"/>
            <a:ext cx="1231900" cy="863600"/>
            <a:chOff x="975" y="2750"/>
            <a:chExt cx="776" cy="544"/>
          </a:xfrm>
        </p:grpSpPr>
        <p:sp>
          <p:nvSpPr>
            <p:cNvPr id="21"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0"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6"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1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961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09579"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9580" name="组合 113"/>
          <p:cNvGrpSpPr>
            <a:grpSpLocks/>
          </p:cNvGrpSpPr>
          <p:nvPr/>
        </p:nvGrpSpPr>
        <p:grpSpPr bwMode="auto">
          <a:xfrm>
            <a:off x="239185" y="3716867"/>
            <a:ext cx="4186767" cy="2305051"/>
            <a:chOff x="5003799" y="500048"/>
            <a:chExt cx="3282977" cy="1803794"/>
          </a:xfrm>
        </p:grpSpPr>
        <p:sp>
          <p:nvSpPr>
            <p:cNvPr id="24"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5" name="直接连接符 24"/>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oup 99"/>
          <p:cNvGrpSpPr>
            <a:grpSpLocks/>
          </p:cNvGrpSpPr>
          <p:nvPr/>
        </p:nvGrpSpPr>
        <p:grpSpPr bwMode="auto">
          <a:xfrm>
            <a:off x="5207000" y="1428751"/>
            <a:ext cx="1272117" cy="848783"/>
            <a:chOff x="948" y="2750"/>
            <a:chExt cx="802" cy="534"/>
          </a:xfrm>
        </p:grpSpPr>
        <p:sp>
          <p:nvSpPr>
            <p:cNvPr id="33"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2"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0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0960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5" name="Group 99"/>
          <p:cNvGrpSpPr>
            <a:grpSpLocks/>
          </p:cNvGrpSpPr>
          <p:nvPr/>
        </p:nvGrpSpPr>
        <p:grpSpPr bwMode="auto">
          <a:xfrm>
            <a:off x="5207000" y="2277533"/>
            <a:ext cx="1272117" cy="846667"/>
            <a:chOff x="948" y="2750"/>
            <a:chExt cx="802" cy="534"/>
          </a:xfrm>
        </p:grpSpPr>
        <p:sp>
          <p:nvSpPr>
            <p:cNvPr id="4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(1, 9)</a:t>
              </a:r>
            </a:p>
          </p:txBody>
        </p:sp>
        <p:sp>
          <p:nvSpPr>
            <p:cNvPr id="10959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grpSp>
      <p:sp>
        <p:nvSpPr>
          <p:cNvPr id="43" name="Line 12"/>
          <p:cNvSpPr>
            <a:spLocks noChangeShapeType="1"/>
          </p:cNvSpPr>
          <p:nvPr/>
        </p:nvSpPr>
        <p:spPr bwMode="auto">
          <a:xfrm flipH="1">
            <a:off x="7509933" y="40364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4"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dirty="0">
                <a:solidFill>
                  <a:prstClr val="black"/>
                </a:solidFill>
                <a:ea typeface="宋体" panose="02010600030101010101" pitchFamily="2" charset="-122"/>
              </a:rPr>
              <a:t>e</a:t>
            </a:r>
          </a:p>
        </p:txBody>
      </p:sp>
      <p:grpSp>
        <p:nvGrpSpPr>
          <p:cNvPr id="6" name="Group 99"/>
          <p:cNvGrpSpPr>
            <a:grpSpLocks/>
          </p:cNvGrpSpPr>
          <p:nvPr/>
        </p:nvGrpSpPr>
        <p:grpSpPr bwMode="auto">
          <a:xfrm>
            <a:off x="5207000" y="3141133"/>
            <a:ext cx="1272117" cy="846667"/>
            <a:chOff x="948" y="2750"/>
            <a:chExt cx="802" cy="534"/>
          </a:xfrm>
        </p:grpSpPr>
        <p:sp>
          <p:nvSpPr>
            <p:cNvPr id="5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0959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grpSp>
      <p:sp>
        <p:nvSpPr>
          <p:cNvPr id="48"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4"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55"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57"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58" name="直接箭头连接符 57"/>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9" name="组合 58"/>
          <p:cNvGrpSpPr/>
          <p:nvPr/>
        </p:nvGrpSpPr>
        <p:grpSpPr>
          <a:xfrm>
            <a:off x="3004325" y="1267493"/>
            <a:ext cx="1646273" cy="461665"/>
            <a:chOff x="2253243" y="950619"/>
            <a:chExt cx="1234705" cy="346249"/>
          </a:xfrm>
        </p:grpSpPr>
        <p:sp>
          <p:nvSpPr>
            <p:cNvPr id="60"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61"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65" name="组合 64"/>
          <p:cNvGrpSpPr/>
          <p:nvPr/>
        </p:nvGrpSpPr>
        <p:grpSpPr>
          <a:xfrm>
            <a:off x="4425951" y="1495956"/>
            <a:ext cx="693205" cy="2220721"/>
            <a:chOff x="3319463" y="1121966"/>
            <a:chExt cx="519904" cy="1665541"/>
          </a:xfrm>
        </p:grpSpPr>
        <p:cxnSp>
          <p:nvCxnSpPr>
            <p:cNvPr id="66" name="直接箭头连接符 65"/>
            <p:cNvCxnSpPr/>
            <p:nvPr/>
          </p:nvCxnSpPr>
          <p:spPr>
            <a:xfrm>
              <a:off x="3608785" y="1121966"/>
              <a:ext cx="230582" cy="166554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直接连接符 66"/>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 name="组合 67"/>
          <p:cNvGrpSpPr/>
          <p:nvPr/>
        </p:nvGrpSpPr>
        <p:grpSpPr>
          <a:xfrm>
            <a:off x="3000482" y="1635980"/>
            <a:ext cx="1646273" cy="461665"/>
            <a:chOff x="2253243" y="950619"/>
            <a:chExt cx="1234705" cy="346249"/>
          </a:xfrm>
        </p:grpSpPr>
        <p:sp>
          <p:nvSpPr>
            <p:cNvPr id="6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7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1" name="组合 70"/>
          <p:cNvGrpSpPr/>
          <p:nvPr/>
        </p:nvGrpSpPr>
        <p:grpSpPr>
          <a:xfrm>
            <a:off x="4422109" y="1892829"/>
            <a:ext cx="783305" cy="988635"/>
            <a:chOff x="3319463" y="1121966"/>
            <a:chExt cx="587479" cy="741476"/>
          </a:xfrm>
        </p:grpSpPr>
        <p:cxnSp>
          <p:nvCxnSpPr>
            <p:cNvPr id="72" name="直接箭头连接符 71"/>
            <p:cNvCxnSpPr/>
            <p:nvPr/>
          </p:nvCxnSpPr>
          <p:spPr>
            <a:xfrm>
              <a:off x="3608785" y="1121966"/>
              <a:ext cx="298157" cy="74147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直接连接符 72"/>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Freeform 56"/>
          <p:cNvSpPr>
            <a:spLocks/>
          </p:cNvSpPr>
          <p:nvPr/>
        </p:nvSpPr>
        <p:spPr bwMode="auto">
          <a:xfrm rot="-511685">
            <a:off x="6384386" y="1980875"/>
            <a:ext cx="456805" cy="1583876"/>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3" name="Rectangle 2">
            <a:extLst>
              <a:ext uri="{FF2B5EF4-FFF2-40B4-BE49-F238E27FC236}">
                <a16:creationId xmlns:a16="http://schemas.microsoft.com/office/drawing/2014/main" id="{00FF7F69-176A-44B0-A4B6-E4FB989DDF03}"/>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64" name="Rectangle 138">
            <a:extLst>
              <a:ext uri="{FF2B5EF4-FFF2-40B4-BE49-F238E27FC236}">
                <a16:creationId xmlns:a16="http://schemas.microsoft.com/office/drawing/2014/main" id="{2F82D17F-3BC5-4C6F-82A9-3FF27B34FFB9}"/>
              </a:ext>
            </a:extLst>
          </p:cNvPr>
          <p:cNvSpPr>
            <a:spLocks noChangeArrowheads="1"/>
          </p:cNvSpPr>
          <p:nvPr/>
        </p:nvSpPr>
        <p:spPr bwMode="auto">
          <a:xfrm>
            <a:off x="5198251" y="3427706"/>
            <a:ext cx="1229290" cy="217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672458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Effect transition="in" filter="fade">
                                      <p:cBhvr>
                                        <p:cTn id="9" dur="500"/>
                                        <p:tgtEl>
                                          <p:spTgt spid="6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nodeType="clickEffect">
                                  <p:stCondLst>
                                    <p:cond delay="0"/>
                                  </p:stCondLst>
                                  <p:childTnLst>
                                    <p:set>
                                      <p:cBhvr>
                                        <p:cTn id="13" dur="1" fill="hold">
                                          <p:stCondLst>
                                            <p:cond delay="0"/>
                                          </p:stCondLst>
                                        </p:cTn>
                                        <p:tgtEl>
                                          <p:spTgt spid="48"/>
                                        </p:tgtEl>
                                        <p:attrNameLst>
                                          <p:attrName>style.visibility</p:attrName>
                                        </p:attrNameLst>
                                      </p:cBhvr>
                                      <p:to>
                                        <p:strVal val="visible"/>
                                      </p:to>
                                    </p:set>
                                    <p:anim calcmode="lin" valueType="num">
                                      <p:cBhvr>
                                        <p:cTn id="14" dur="500" fill="hold"/>
                                        <p:tgtEl>
                                          <p:spTgt spid="48"/>
                                        </p:tgtEl>
                                        <p:attrNameLst>
                                          <p:attrName>ppt_w</p:attrName>
                                        </p:attrNameLst>
                                      </p:cBhvr>
                                      <p:tavLst>
                                        <p:tav tm="0">
                                          <p:val>
                                            <p:fltVal val="0"/>
                                          </p:val>
                                        </p:tav>
                                        <p:tav tm="100000">
                                          <p:val>
                                            <p:strVal val="#ppt_w"/>
                                          </p:val>
                                        </p:tav>
                                      </p:tavLst>
                                    </p:anim>
                                    <p:anim calcmode="lin" valueType="num">
                                      <p:cBhvr>
                                        <p:cTn id="15" dur="500" fill="hold"/>
                                        <p:tgtEl>
                                          <p:spTgt spid="48"/>
                                        </p:tgtEl>
                                        <p:attrNameLst>
                                          <p:attrName>ppt_h</p:attrName>
                                        </p:attrNameLst>
                                      </p:cBhvr>
                                      <p:tavLst>
                                        <p:tav tm="0">
                                          <p:val>
                                            <p:fltVal val="0"/>
                                          </p:val>
                                        </p:tav>
                                        <p:tav tm="100000">
                                          <p:val>
                                            <p:strVal val="#ppt_h"/>
                                          </p:val>
                                        </p:tav>
                                      </p:tavLst>
                                    </p:anim>
                                    <p:animEffect transition="in" filter="fade">
                                      <p:cBhvr>
                                        <p:cTn id="16" dur="500"/>
                                        <p:tgtEl>
                                          <p:spTgt spid="48"/>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xit" presetSubtype="32" fill="hold" nodeType="clickEffect">
                                  <p:stCondLst>
                                    <p:cond delay="0"/>
                                  </p:stCondLst>
                                  <p:childTnLst>
                                    <p:anim calcmode="lin" valueType="num">
                                      <p:cBhvr>
                                        <p:cTn id="20" dur="500"/>
                                        <p:tgtEl>
                                          <p:spTgt spid="65"/>
                                        </p:tgtEl>
                                        <p:attrNameLst>
                                          <p:attrName>ppt_w</p:attrName>
                                        </p:attrNameLst>
                                      </p:cBhvr>
                                      <p:tavLst>
                                        <p:tav tm="0">
                                          <p:val>
                                            <p:strVal val="ppt_w"/>
                                          </p:val>
                                        </p:tav>
                                        <p:tav tm="100000">
                                          <p:val>
                                            <p:fltVal val="0"/>
                                          </p:val>
                                        </p:tav>
                                      </p:tavLst>
                                    </p:anim>
                                    <p:anim calcmode="lin" valueType="num">
                                      <p:cBhvr>
                                        <p:cTn id="21" dur="500"/>
                                        <p:tgtEl>
                                          <p:spTgt spid="65"/>
                                        </p:tgtEl>
                                        <p:attrNameLst>
                                          <p:attrName>ppt_h</p:attrName>
                                        </p:attrNameLst>
                                      </p:cBhvr>
                                      <p:tavLst>
                                        <p:tav tm="0">
                                          <p:val>
                                            <p:strVal val="ppt_h"/>
                                          </p:val>
                                        </p:tav>
                                        <p:tav tm="100000">
                                          <p:val>
                                            <p:fltVal val="0"/>
                                          </p:val>
                                        </p:tav>
                                      </p:tavLst>
                                    </p:anim>
                                    <p:animEffect transition="out" filter="fade">
                                      <p:cBhvr>
                                        <p:cTn id="22" dur="500"/>
                                        <p:tgtEl>
                                          <p:spTgt spid="65"/>
                                        </p:tgtEl>
                                      </p:cBhvr>
                                    </p:animEffect>
                                    <p:set>
                                      <p:cBhvr>
                                        <p:cTn id="23" dur="1" fill="hold">
                                          <p:stCondLst>
                                            <p:cond delay="499"/>
                                          </p:stCondLst>
                                        </p:cTn>
                                        <p:tgtEl>
                                          <p:spTgt spid="6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238595"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2"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238597"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5062"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38599"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8601"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7"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09578" name="Group 99"/>
          <p:cNvGrpSpPr>
            <a:grpSpLocks/>
          </p:cNvGrpSpPr>
          <p:nvPr/>
        </p:nvGrpSpPr>
        <p:grpSpPr bwMode="auto">
          <a:xfrm>
            <a:off x="5198534" y="592667"/>
            <a:ext cx="1231900" cy="863600"/>
            <a:chOff x="975" y="2750"/>
            <a:chExt cx="776" cy="544"/>
          </a:xfrm>
        </p:grpSpPr>
        <p:sp>
          <p:nvSpPr>
            <p:cNvPr id="21"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0"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6"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1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961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09579"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9580" name="组合 113"/>
          <p:cNvGrpSpPr>
            <a:grpSpLocks/>
          </p:cNvGrpSpPr>
          <p:nvPr/>
        </p:nvGrpSpPr>
        <p:grpSpPr bwMode="auto">
          <a:xfrm>
            <a:off x="239185" y="3716867"/>
            <a:ext cx="4186767" cy="2305051"/>
            <a:chOff x="5003799" y="500048"/>
            <a:chExt cx="3282977" cy="1803794"/>
          </a:xfrm>
        </p:grpSpPr>
        <p:sp>
          <p:nvSpPr>
            <p:cNvPr id="24"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5" name="直接连接符 24"/>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oup 99"/>
          <p:cNvGrpSpPr>
            <a:grpSpLocks/>
          </p:cNvGrpSpPr>
          <p:nvPr/>
        </p:nvGrpSpPr>
        <p:grpSpPr bwMode="auto">
          <a:xfrm>
            <a:off x="5207000" y="1428751"/>
            <a:ext cx="1272117" cy="848783"/>
            <a:chOff x="948" y="2750"/>
            <a:chExt cx="802" cy="534"/>
          </a:xfrm>
        </p:grpSpPr>
        <p:sp>
          <p:nvSpPr>
            <p:cNvPr id="33"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2"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0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0960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5" name="Group 99"/>
          <p:cNvGrpSpPr>
            <a:grpSpLocks/>
          </p:cNvGrpSpPr>
          <p:nvPr/>
        </p:nvGrpSpPr>
        <p:grpSpPr bwMode="auto">
          <a:xfrm>
            <a:off x="5207000" y="2277533"/>
            <a:ext cx="1272117" cy="846667"/>
            <a:chOff x="948" y="2750"/>
            <a:chExt cx="802" cy="534"/>
          </a:xfrm>
        </p:grpSpPr>
        <p:sp>
          <p:nvSpPr>
            <p:cNvPr id="4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(1, 9)</a:t>
              </a:r>
            </a:p>
          </p:txBody>
        </p:sp>
        <p:sp>
          <p:nvSpPr>
            <p:cNvPr id="10959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grpSp>
      <p:sp>
        <p:nvSpPr>
          <p:cNvPr id="43" name="Line 12"/>
          <p:cNvSpPr>
            <a:spLocks noChangeShapeType="1"/>
          </p:cNvSpPr>
          <p:nvPr/>
        </p:nvSpPr>
        <p:spPr bwMode="auto">
          <a:xfrm flipH="1">
            <a:off x="7509933" y="40364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4"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dirty="0">
                <a:solidFill>
                  <a:prstClr val="black"/>
                </a:solidFill>
                <a:ea typeface="宋体" panose="02010600030101010101" pitchFamily="2" charset="-122"/>
              </a:rPr>
              <a:t>e</a:t>
            </a:r>
          </a:p>
        </p:txBody>
      </p:sp>
      <p:grpSp>
        <p:nvGrpSpPr>
          <p:cNvPr id="6" name="Group 99"/>
          <p:cNvGrpSpPr>
            <a:grpSpLocks/>
          </p:cNvGrpSpPr>
          <p:nvPr/>
        </p:nvGrpSpPr>
        <p:grpSpPr bwMode="auto">
          <a:xfrm>
            <a:off x="5207000" y="3141133"/>
            <a:ext cx="1272117" cy="846667"/>
            <a:chOff x="948" y="2750"/>
            <a:chExt cx="802" cy="534"/>
          </a:xfrm>
        </p:grpSpPr>
        <p:sp>
          <p:nvSpPr>
            <p:cNvPr id="5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0959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grpSp>
      <p:sp>
        <p:nvSpPr>
          <p:cNvPr id="48"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4"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55"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57"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58" name="直接箭头连接符 57"/>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9" name="组合 58"/>
          <p:cNvGrpSpPr/>
          <p:nvPr/>
        </p:nvGrpSpPr>
        <p:grpSpPr>
          <a:xfrm>
            <a:off x="3004325" y="1267493"/>
            <a:ext cx="1646273" cy="461665"/>
            <a:chOff x="2253243" y="950619"/>
            <a:chExt cx="1234705" cy="346249"/>
          </a:xfrm>
        </p:grpSpPr>
        <p:sp>
          <p:nvSpPr>
            <p:cNvPr id="60"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61"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65" name="组合 64"/>
          <p:cNvGrpSpPr/>
          <p:nvPr/>
        </p:nvGrpSpPr>
        <p:grpSpPr>
          <a:xfrm>
            <a:off x="4425951" y="1495956"/>
            <a:ext cx="772583" cy="509777"/>
            <a:chOff x="3319463" y="1121966"/>
            <a:chExt cx="579437" cy="382333"/>
          </a:xfrm>
        </p:grpSpPr>
        <p:cxnSp>
          <p:nvCxnSpPr>
            <p:cNvPr id="66" name="直接箭头连接符 65"/>
            <p:cNvCxnSpPr/>
            <p:nvPr/>
          </p:nvCxnSpPr>
          <p:spPr>
            <a:xfrm>
              <a:off x="3608785" y="1121966"/>
              <a:ext cx="290115" cy="38233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直接连接符 66"/>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 name="组合 67"/>
          <p:cNvGrpSpPr/>
          <p:nvPr/>
        </p:nvGrpSpPr>
        <p:grpSpPr>
          <a:xfrm>
            <a:off x="3000482" y="1635980"/>
            <a:ext cx="1646273" cy="461665"/>
            <a:chOff x="2253243" y="950619"/>
            <a:chExt cx="1234705" cy="346249"/>
          </a:xfrm>
        </p:grpSpPr>
        <p:sp>
          <p:nvSpPr>
            <p:cNvPr id="6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7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1" name="组合 70"/>
          <p:cNvGrpSpPr/>
          <p:nvPr/>
        </p:nvGrpSpPr>
        <p:grpSpPr>
          <a:xfrm>
            <a:off x="4422109" y="1892829"/>
            <a:ext cx="783305" cy="988635"/>
            <a:chOff x="3319463" y="1121966"/>
            <a:chExt cx="587479" cy="741476"/>
          </a:xfrm>
        </p:grpSpPr>
        <p:cxnSp>
          <p:nvCxnSpPr>
            <p:cNvPr id="72" name="直接箭头连接符 71"/>
            <p:cNvCxnSpPr/>
            <p:nvPr/>
          </p:nvCxnSpPr>
          <p:spPr>
            <a:xfrm>
              <a:off x="3608785" y="1121966"/>
              <a:ext cx="298157" cy="74147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直接连接符 72"/>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Freeform 56"/>
          <p:cNvSpPr>
            <a:spLocks/>
          </p:cNvSpPr>
          <p:nvPr/>
        </p:nvSpPr>
        <p:spPr bwMode="auto">
          <a:xfrm rot="-511685">
            <a:off x="6384386" y="1980875"/>
            <a:ext cx="456805" cy="1583876"/>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3" name="Rectangle 2">
            <a:extLst>
              <a:ext uri="{FF2B5EF4-FFF2-40B4-BE49-F238E27FC236}">
                <a16:creationId xmlns:a16="http://schemas.microsoft.com/office/drawing/2014/main" id="{FDD1ADFF-8034-443F-954E-65EC5D05C038}"/>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64" name="Rectangle 138">
            <a:extLst>
              <a:ext uri="{FF2B5EF4-FFF2-40B4-BE49-F238E27FC236}">
                <a16:creationId xmlns:a16="http://schemas.microsoft.com/office/drawing/2014/main" id="{F8E6A2BE-0FAD-46A0-88D8-8DA771ACBF43}"/>
              </a:ext>
            </a:extLst>
          </p:cNvPr>
          <p:cNvSpPr>
            <a:spLocks noChangeArrowheads="1"/>
          </p:cNvSpPr>
          <p:nvPr/>
        </p:nvSpPr>
        <p:spPr bwMode="auto">
          <a:xfrm>
            <a:off x="5198251" y="3427706"/>
            <a:ext cx="1229290" cy="217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815373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Effect transition="in" filter="fade">
                                      <p:cBhvr>
                                        <p:cTn id="9" dur="500"/>
                                        <p:tgtEl>
                                          <p:spTgt spid="6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xit" presetSubtype="32" fill="hold" nodeType="clickEffect">
                                  <p:stCondLst>
                                    <p:cond delay="0"/>
                                  </p:stCondLst>
                                  <p:childTnLst>
                                    <p:anim calcmode="lin" valueType="num">
                                      <p:cBhvr>
                                        <p:cTn id="13" dur="500"/>
                                        <p:tgtEl>
                                          <p:spTgt spid="6"/>
                                        </p:tgtEl>
                                        <p:attrNameLst>
                                          <p:attrName>ppt_w</p:attrName>
                                        </p:attrNameLst>
                                      </p:cBhvr>
                                      <p:tavLst>
                                        <p:tav tm="0">
                                          <p:val>
                                            <p:strVal val="ppt_w"/>
                                          </p:val>
                                        </p:tav>
                                        <p:tav tm="100000">
                                          <p:val>
                                            <p:fltVal val="0"/>
                                          </p:val>
                                        </p:tav>
                                      </p:tavLst>
                                    </p:anim>
                                    <p:anim calcmode="lin" valueType="num">
                                      <p:cBhvr>
                                        <p:cTn id="14" dur="500"/>
                                        <p:tgtEl>
                                          <p:spTgt spid="6"/>
                                        </p:tgtEl>
                                        <p:attrNameLst>
                                          <p:attrName>ppt_h</p:attrName>
                                        </p:attrNameLst>
                                      </p:cBhvr>
                                      <p:tavLst>
                                        <p:tav tm="0">
                                          <p:val>
                                            <p:strVal val="ppt_h"/>
                                          </p:val>
                                        </p:tav>
                                        <p:tav tm="100000">
                                          <p:val>
                                            <p:fltVal val="0"/>
                                          </p:val>
                                        </p:tav>
                                      </p:tavLst>
                                    </p:anim>
                                    <p:animEffect transition="out" filter="fade">
                                      <p:cBhvr>
                                        <p:cTn id="15" dur="500"/>
                                        <p:tgtEl>
                                          <p:spTgt spid="6"/>
                                        </p:tgtEl>
                                      </p:cBhvr>
                                    </p:animEffect>
                                    <p:set>
                                      <p:cBhvr>
                                        <p:cTn id="16" dur="1" fill="hold">
                                          <p:stCondLst>
                                            <p:cond delay="499"/>
                                          </p:stCondLst>
                                        </p:cTn>
                                        <p:tgtEl>
                                          <p:spTgt spid="6"/>
                                        </p:tgtEl>
                                        <p:attrNameLst>
                                          <p:attrName>style.visibility</p:attrName>
                                        </p:attrNameLst>
                                      </p:cBhvr>
                                      <p:to>
                                        <p:strVal val="hidden"/>
                                      </p:to>
                                    </p:set>
                                  </p:childTnLst>
                                </p:cTn>
                              </p:par>
                              <p:par>
                                <p:cTn id="17" presetID="53" presetClass="exit" presetSubtype="32" fill="hold" grpId="0" nodeType="withEffect">
                                  <p:stCondLst>
                                    <p:cond delay="0"/>
                                  </p:stCondLst>
                                  <p:childTnLst>
                                    <p:anim calcmode="lin" valueType="num">
                                      <p:cBhvr>
                                        <p:cTn id="18" dur="500"/>
                                        <p:tgtEl>
                                          <p:spTgt spid="74"/>
                                        </p:tgtEl>
                                        <p:attrNameLst>
                                          <p:attrName>ppt_w</p:attrName>
                                        </p:attrNameLst>
                                      </p:cBhvr>
                                      <p:tavLst>
                                        <p:tav tm="0">
                                          <p:val>
                                            <p:strVal val="ppt_w"/>
                                          </p:val>
                                        </p:tav>
                                        <p:tav tm="100000">
                                          <p:val>
                                            <p:fltVal val="0"/>
                                          </p:val>
                                        </p:tav>
                                      </p:tavLst>
                                    </p:anim>
                                    <p:anim calcmode="lin" valueType="num">
                                      <p:cBhvr>
                                        <p:cTn id="19" dur="500"/>
                                        <p:tgtEl>
                                          <p:spTgt spid="74"/>
                                        </p:tgtEl>
                                        <p:attrNameLst>
                                          <p:attrName>ppt_h</p:attrName>
                                        </p:attrNameLst>
                                      </p:cBhvr>
                                      <p:tavLst>
                                        <p:tav tm="0">
                                          <p:val>
                                            <p:strVal val="ppt_h"/>
                                          </p:val>
                                        </p:tav>
                                        <p:tav tm="100000">
                                          <p:val>
                                            <p:fltVal val="0"/>
                                          </p:val>
                                        </p:tav>
                                      </p:tavLst>
                                    </p:anim>
                                    <p:animEffect transition="out" filter="fade">
                                      <p:cBhvr>
                                        <p:cTn id="20" dur="500"/>
                                        <p:tgtEl>
                                          <p:spTgt spid="74"/>
                                        </p:tgtEl>
                                      </p:cBhvr>
                                    </p:animEffect>
                                    <p:set>
                                      <p:cBhvr>
                                        <p:cTn id="21" dur="1" fill="hold">
                                          <p:stCondLst>
                                            <p:cond delay="499"/>
                                          </p:stCondLst>
                                        </p:cTn>
                                        <p:tgtEl>
                                          <p:spTgt spid="74"/>
                                        </p:tgtEl>
                                        <p:attrNameLst>
                                          <p:attrName>style.visibility</p:attrName>
                                        </p:attrNameLst>
                                      </p:cBhvr>
                                      <p:to>
                                        <p:strVal val="hidden"/>
                                      </p:to>
                                    </p:set>
                                  </p:childTnLst>
                                </p:cTn>
                              </p:par>
                              <p:par>
                                <p:cTn id="22" presetID="53" presetClass="exit" presetSubtype="32" fill="hold" grpId="0" nodeType="withEffect">
                                  <p:stCondLst>
                                    <p:cond delay="0"/>
                                  </p:stCondLst>
                                  <p:childTnLst>
                                    <p:anim calcmode="lin" valueType="num">
                                      <p:cBhvr>
                                        <p:cTn id="23" dur="500"/>
                                        <p:tgtEl>
                                          <p:spTgt spid="64"/>
                                        </p:tgtEl>
                                        <p:attrNameLst>
                                          <p:attrName>ppt_w</p:attrName>
                                        </p:attrNameLst>
                                      </p:cBhvr>
                                      <p:tavLst>
                                        <p:tav tm="0">
                                          <p:val>
                                            <p:strVal val="ppt_w"/>
                                          </p:val>
                                        </p:tav>
                                        <p:tav tm="100000">
                                          <p:val>
                                            <p:fltVal val="0"/>
                                          </p:val>
                                        </p:tav>
                                      </p:tavLst>
                                    </p:anim>
                                    <p:anim calcmode="lin" valueType="num">
                                      <p:cBhvr>
                                        <p:cTn id="24" dur="500"/>
                                        <p:tgtEl>
                                          <p:spTgt spid="64"/>
                                        </p:tgtEl>
                                        <p:attrNameLst>
                                          <p:attrName>ppt_h</p:attrName>
                                        </p:attrNameLst>
                                      </p:cBhvr>
                                      <p:tavLst>
                                        <p:tav tm="0">
                                          <p:val>
                                            <p:strVal val="ppt_h"/>
                                          </p:val>
                                        </p:tav>
                                        <p:tav tm="100000">
                                          <p:val>
                                            <p:fltVal val="0"/>
                                          </p:val>
                                        </p:tav>
                                      </p:tavLst>
                                    </p:anim>
                                    <p:animEffect transition="out" filter="fade">
                                      <p:cBhvr>
                                        <p:cTn id="25" dur="500"/>
                                        <p:tgtEl>
                                          <p:spTgt spid="64"/>
                                        </p:tgtEl>
                                      </p:cBhvr>
                                    </p:animEffect>
                                    <p:set>
                                      <p:cBhvr>
                                        <p:cTn id="26" dur="1" fill="hold">
                                          <p:stCondLst>
                                            <p:cond delay="499"/>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6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238595"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2"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238597"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5062"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38599"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8601"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09577"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09578" name="Group 99"/>
          <p:cNvGrpSpPr>
            <a:grpSpLocks/>
          </p:cNvGrpSpPr>
          <p:nvPr/>
        </p:nvGrpSpPr>
        <p:grpSpPr bwMode="auto">
          <a:xfrm>
            <a:off x="5198534" y="592667"/>
            <a:ext cx="1231900" cy="863600"/>
            <a:chOff x="975" y="2750"/>
            <a:chExt cx="776" cy="544"/>
          </a:xfrm>
        </p:grpSpPr>
        <p:sp>
          <p:nvSpPr>
            <p:cNvPr id="21"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0"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6"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1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0961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09579"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09580" name="组合 113"/>
          <p:cNvGrpSpPr>
            <a:grpSpLocks/>
          </p:cNvGrpSpPr>
          <p:nvPr/>
        </p:nvGrpSpPr>
        <p:grpSpPr bwMode="auto">
          <a:xfrm>
            <a:off x="239185" y="3716867"/>
            <a:ext cx="4186767" cy="2305051"/>
            <a:chOff x="5003799" y="500048"/>
            <a:chExt cx="3282977" cy="1803794"/>
          </a:xfrm>
        </p:grpSpPr>
        <p:sp>
          <p:nvSpPr>
            <p:cNvPr id="24"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5" name="直接连接符 24"/>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oup 99"/>
          <p:cNvGrpSpPr>
            <a:grpSpLocks/>
          </p:cNvGrpSpPr>
          <p:nvPr/>
        </p:nvGrpSpPr>
        <p:grpSpPr bwMode="auto">
          <a:xfrm>
            <a:off x="5207000" y="1428751"/>
            <a:ext cx="1272117" cy="848783"/>
            <a:chOff x="948" y="2750"/>
            <a:chExt cx="802" cy="534"/>
          </a:xfrm>
        </p:grpSpPr>
        <p:sp>
          <p:nvSpPr>
            <p:cNvPr id="33"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2"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60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0960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5" name="Group 99"/>
          <p:cNvGrpSpPr>
            <a:grpSpLocks/>
          </p:cNvGrpSpPr>
          <p:nvPr/>
        </p:nvGrpSpPr>
        <p:grpSpPr bwMode="auto">
          <a:xfrm>
            <a:off x="5207000" y="2277533"/>
            <a:ext cx="1272117" cy="846667"/>
            <a:chOff x="948" y="2750"/>
            <a:chExt cx="802" cy="534"/>
          </a:xfrm>
        </p:grpSpPr>
        <p:sp>
          <p:nvSpPr>
            <p:cNvPr id="4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0959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(1, 9)</a:t>
              </a:r>
            </a:p>
          </p:txBody>
        </p:sp>
        <p:sp>
          <p:nvSpPr>
            <p:cNvPr id="10959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grpSp>
      <p:sp>
        <p:nvSpPr>
          <p:cNvPr id="43" name="Line 12"/>
          <p:cNvSpPr>
            <a:spLocks noChangeShapeType="1"/>
          </p:cNvSpPr>
          <p:nvPr/>
        </p:nvSpPr>
        <p:spPr bwMode="auto">
          <a:xfrm flipH="1">
            <a:off x="7509933" y="40364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4"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dirty="0">
                <a:solidFill>
                  <a:prstClr val="black"/>
                </a:solidFill>
                <a:ea typeface="宋体" panose="02010600030101010101" pitchFamily="2" charset="-122"/>
              </a:rPr>
              <a:t>e</a:t>
            </a:r>
          </a:p>
        </p:txBody>
      </p:sp>
      <p:sp>
        <p:nvSpPr>
          <p:cNvPr id="48"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9" name="Line 22"/>
          <p:cNvSpPr>
            <a:spLocks noChangeShapeType="1"/>
          </p:cNvSpPr>
          <p:nvPr/>
        </p:nvSpPr>
        <p:spPr bwMode="auto">
          <a:xfrm flipH="1">
            <a:off x="7584018" y="3145368"/>
            <a:ext cx="946149" cy="47201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4"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55"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57"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58" name="直接箭头连接符 57"/>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9" name="组合 58"/>
          <p:cNvGrpSpPr/>
          <p:nvPr/>
        </p:nvGrpSpPr>
        <p:grpSpPr>
          <a:xfrm>
            <a:off x="3004325" y="1267493"/>
            <a:ext cx="1646273" cy="461665"/>
            <a:chOff x="2253243" y="950619"/>
            <a:chExt cx="1234705" cy="346249"/>
          </a:xfrm>
        </p:grpSpPr>
        <p:sp>
          <p:nvSpPr>
            <p:cNvPr id="60"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61"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68" name="组合 67"/>
          <p:cNvGrpSpPr/>
          <p:nvPr/>
        </p:nvGrpSpPr>
        <p:grpSpPr>
          <a:xfrm>
            <a:off x="3000482" y="1635980"/>
            <a:ext cx="1646273" cy="461665"/>
            <a:chOff x="2253243" y="950619"/>
            <a:chExt cx="1234705" cy="346249"/>
          </a:xfrm>
        </p:grpSpPr>
        <p:sp>
          <p:nvSpPr>
            <p:cNvPr id="6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7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1" name="组合 70"/>
          <p:cNvGrpSpPr/>
          <p:nvPr/>
        </p:nvGrpSpPr>
        <p:grpSpPr>
          <a:xfrm>
            <a:off x="4422109" y="1892829"/>
            <a:ext cx="783305" cy="988635"/>
            <a:chOff x="3319463" y="1121966"/>
            <a:chExt cx="587479" cy="741476"/>
          </a:xfrm>
        </p:grpSpPr>
        <p:cxnSp>
          <p:nvCxnSpPr>
            <p:cNvPr id="72" name="直接箭头连接符 71"/>
            <p:cNvCxnSpPr/>
            <p:nvPr/>
          </p:nvCxnSpPr>
          <p:spPr>
            <a:xfrm>
              <a:off x="3608785" y="1121966"/>
              <a:ext cx="298157" cy="74147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直接连接符 72"/>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 name="组合 74"/>
          <p:cNvGrpSpPr/>
          <p:nvPr/>
        </p:nvGrpSpPr>
        <p:grpSpPr>
          <a:xfrm>
            <a:off x="4425951" y="1495956"/>
            <a:ext cx="772583" cy="509777"/>
            <a:chOff x="3319463" y="1121966"/>
            <a:chExt cx="579437" cy="382333"/>
          </a:xfrm>
        </p:grpSpPr>
        <p:cxnSp>
          <p:nvCxnSpPr>
            <p:cNvPr id="76" name="直接箭头连接符 75"/>
            <p:cNvCxnSpPr/>
            <p:nvPr/>
          </p:nvCxnSpPr>
          <p:spPr>
            <a:xfrm>
              <a:off x="3608785" y="1121966"/>
              <a:ext cx="290115" cy="38233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直接连接符 76"/>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Rectangle 2">
            <a:extLst>
              <a:ext uri="{FF2B5EF4-FFF2-40B4-BE49-F238E27FC236}">
                <a16:creationId xmlns:a16="http://schemas.microsoft.com/office/drawing/2014/main" id="{04EFCEF5-A6F6-4B6B-8024-B84512ED8A8F}"/>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1644350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500" fill="hold"/>
                                        <p:tgtEl>
                                          <p:spTgt spid="49"/>
                                        </p:tgtEl>
                                        <p:attrNameLst>
                                          <p:attrName>ppt_w</p:attrName>
                                        </p:attrNameLst>
                                      </p:cBhvr>
                                      <p:tavLst>
                                        <p:tav tm="0">
                                          <p:val>
                                            <p:fltVal val="0"/>
                                          </p:val>
                                        </p:tav>
                                        <p:tav tm="100000">
                                          <p:val>
                                            <p:strVal val="#ppt_w"/>
                                          </p:val>
                                        </p:tav>
                                      </p:tavLst>
                                    </p:anim>
                                    <p:anim calcmode="lin" valueType="num">
                                      <p:cBhvr>
                                        <p:cTn id="8" dur="500" fill="hold"/>
                                        <p:tgtEl>
                                          <p:spTgt spid="49"/>
                                        </p:tgtEl>
                                        <p:attrNameLst>
                                          <p:attrName>ppt_h</p:attrName>
                                        </p:attrNameLst>
                                      </p:cBhvr>
                                      <p:tavLst>
                                        <p:tav tm="0">
                                          <p:val>
                                            <p:fltVal val="0"/>
                                          </p:val>
                                        </p:tav>
                                        <p:tav tm="100000">
                                          <p:val>
                                            <p:strVal val="#ppt_h"/>
                                          </p:val>
                                        </p:tav>
                                      </p:tavLst>
                                    </p:anim>
                                    <p:animEffect transition="in" filter="fade">
                                      <p:cBhvr>
                                        <p:cTn id="9" dur="500"/>
                                        <p:tgtEl>
                                          <p:spTgt spid="49"/>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xit" presetSubtype="32" fill="hold" nodeType="clickEffect">
                                  <p:stCondLst>
                                    <p:cond delay="0"/>
                                  </p:stCondLst>
                                  <p:childTnLst>
                                    <p:anim calcmode="lin" valueType="num">
                                      <p:cBhvr>
                                        <p:cTn id="13" dur="500"/>
                                        <p:tgtEl>
                                          <p:spTgt spid="5"/>
                                        </p:tgtEl>
                                        <p:attrNameLst>
                                          <p:attrName>ppt_w</p:attrName>
                                        </p:attrNameLst>
                                      </p:cBhvr>
                                      <p:tavLst>
                                        <p:tav tm="0">
                                          <p:val>
                                            <p:strVal val="ppt_w"/>
                                          </p:val>
                                        </p:tav>
                                        <p:tav tm="100000">
                                          <p:val>
                                            <p:fltVal val="0"/>
                                          </p:val>
                                        </p:tav>
                                      </p:tavLst>
                                    </p:anim>
                                    <p:anim calcmode="lin" valueType="num">
                                      <p:cBhvr>
                                        <p:cTn id="14" dur="500"/>
                                        <p:tgtEl>
                                          <p:spTgt spid="5"/>
                                        </p:tgtEl>
                                        <p:attrNameLst>
                                          <p:attrName>ppt_h</p:attrName>
                                        </p:attrNameLst>
                                      </p:cBhvr>
                                      <p:tavLst>
                                        <p:tav tm="0">
                                          <p:val>
                                            <p:strVal val="ppt_h"/>
                                          </p:val>
                                        </p:tav>
                                        <p:tav tm="100000">
                                          <p:val>
                                            <p:fltVal val="0"/>
                                          </p:val>
                                        </p:tav>
                                      </p:tavLst>
                                    </p:anim>
                                    <p:animEffect transition="out" filter="fade">
                                      <p:cBhvr>
                                        <p:cTn id="15" dur="500"/>
                                        <p:tgtEl>
                                          <p:spTgt spid="5"/>
                                        </p:tgtEl>
                                      </p:cBhvr>
                                    </p:animEffect>
                                    <p:set>
                                      <p:cBhvr>
                                        <p:cTn id="16" dur="1" fill="hold">
                                          <p:stCondLst>
                                            <p:cond delay="499"/>
                                          </p:stCondLst>
                                        </p:cTn>
                                        <p:tgtEl>
                                          <p:spTgt spid="5"/>
                                        </p:tgtEl>
                                        <p:attrNameLst>
                                          <p:attrName>style.visibility</p:attrName>
                                        </p:attrNameLst>
                                      </p:cBhvr>
                                      <p:to>
                                        <p:strVal val="hidden"/>
                                      </p:to>
                                    </p:set>
                                  </p:childTnLst>
                                </p:cTn>
                              </p:par>
                              <p:par>
                                <p:cTn id="17" presetID="53" presetClass="exit" presetSubtype="32" fill="hold" nodeType="withEffect">
                                  <p:stCondLst>
                                    <p:cond delay="0"/>
                                  </p:stCondLst>
                                  <p:childTnLst>
                                    <p:anim calcmode="lin" valueType="num">
                                      <p:cBhvr>
                                        <p:cTn id="18" dur="500"/>
                                        <p:tgtEl>
                                          <p:spTgt spid="71"/>
                                        </p:tgtEl>
                                        <p:attrNameLst>
                                          <p:attrName>ppt_w</p:attrName>
                                        </p:attrNameLst>
                                      </p:cBhvr>
                                      <p:tavLst>
                                        <p:tav tm="0">
                                          <p:val>
                                            <p:strVal val="ppt_w"/>
                                          </p:val>
                                        </p:tav>
                                        <p:tav tm="100000">
                                          <p:val>
                                            <p:fltVal val="0"/>
                                          </p:val>
                                        </p:tav>
                                      </p:tavLst>
                                    </p:anim>
                                    <p:anim calcmode="lin" valueType="num">
                                      <p:cBhvr>
                                        <p:cTn id="19" dur="500"/>
                                        <p:tgtEl>
                                          <p:spTgt spid="71"/>
                                        </p:tgtEl>
                                        <p:attrNameLst>
                                          <p:attrName>ppt_h</p:attrName>
                                        </p:attrNameLst>
                                      </p:cBhvr>
                                      <p:tavLst>
                                        <p:tav tm="0">
                                          <p:val>
                                            <p:strVal val="ppt_h"/>
                                          </p:val>
                                        </p:tav>
                                        <p:tav tm="100000">
                                          <p:val>
                                            <p:fltVal val="0"/>
                                          </p:val>
                                        </p:tav>
                                      </p:tavLst>
                                    </p:anim>
                                    <p:animEffect transition="out" filter="fade">
                                      <p:cBhvr>
                                        <p:cTn id="20" dur="500"/>
                                        <p:tgtEl>
                                          <p:spTgt spid="71"/>
                                        </p:tgtEl>
                                      </p:cBhvr>
                                    </p:animEffect>
                                    <p:set>
                                      <p:cBhvr>
                                        <p:cTn id="21" dur="1" fill="hold">
                                          <p:stCondLst>
                                            <p:cond delay="499"/>
                                          </p:stCondLst>
                                        </p:cTn>
                                        <p:tgtEl>
                                          <p:spTgt spid="7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111619"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11620"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111621"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6086"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44744" name="Line 23"/>
          <p:cNvSpPr>
            <a:spLocks noChangeShapeType="1"/>
          </p:cNvSpPr>
          <p:nvPr/>
        </p:nvSpPr>
        <p:spPr bwMode="auto">
          <a:xfrm flipH="1">
            <a:off x="8981017" y="314325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5"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244746" name="Rectangle 25"/>
          <p:cNvSpPr>
            <a:spLocks noChangeArrowheads="1"/>
          </p:cNvSpPr>
          <p:nvPr/>
        </p:nvSpPr>
        <p:spPr bwMode="auto">
          <a:xfrm>
            <a:off x="8401051" y="3613151"/>
            <a:ext cx="1286933" cy="709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(1,3)</a:t>
            </a:r>
          </a:p>
        </p:txBody>
      </p:sp>
      <p:sp>
        <p:nvSpPr>
          <p:cNvPr id="111629"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11630" name="组合 113"/>
          <p:cNvGrpSpPr>
            <a:grpSpLocks/>
          </p:cNvGrpSpPr>
          <p:nvPr/>
        </p:nvGrpSpPr>
        <p:grpSpPr bwMode="auto">
          <a:xfrm>
            <a:off x="239185" y="3716867"/>
            <a:ext cx="4186767" cy="2305051"/>
            <a:chOff x="5003799" y="500048"/>
            <a:chExt cx="3282977" cy="1803794"/>
          </a:xfrm>
        </p:grpSpPr>
        <p:sp>
          <p:nvSpPr>
            <p:cNvPr id="21"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2" name="直接连接符 21"/>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31" name="Group 99"/>
          <p:cNvGrpSpPr>
            <a:grpSpLocks/>
          </p:cNvGrpSpPr>
          <p:nvPr/>
        </p:nvGrpSpPr>
        <p:grpSpPr bwMode="auto">
          <a:xfrm>
            <a:off x="5198534" y="592667"/>
            <a:ext cx="1231900" cy="863600"/>
            <a:chOff x="975" y="2750"/>
            <a:chExt cx="776" cy="544"/>
          </a:xfrm>
        </p:grpSpPr>
        <p:sp>
          <p:nvSpPr>
            <p:cNvPr id="30"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9"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5"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70"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11671"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11632"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11633" name="Group 99"/>
          <p:cNvGrpSpPr>
            <a:grpSpLocks/>
          </p:cNvGrpSpPr>
          <p:nvPr/>
        </p:nvGrpSpPr>
        <p:grpSpPr bwMode="auto">
          <a:xfrm>
            <a:off x="5207000" y="1428751"/>
            <a:ext cx="1272117" cy="848783"/>
            <a:chOff x="948" y="2750"/>
            <a:chExt cx="802" cy="534"/>
          </a:xfrm>
        </p:grpSpPr>
        <p:sp>
          <p:nvSpPr>
            <p:cNvPr id="38"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7"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3"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6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1166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2" name="组合 1">
            <a:extLst>
              <a:ext uri="{FF2B5EF4-FFF2-40B4-BE49-F238E27FC236}">
                <a16:creationId xmlns:a16="http://schemas.microsoft.com/office/drawing/2014/main" id="{7F778E9A-95B2-4022-B781-79AB28776962}"/>
              </a:ext>
            </a:extLst>
          </p:cNvPr>
          <p:cNvGrpSpPr/>
          <p:nvPr/>
        </p:nvGrpSpPr>
        <p:grpSpPr>
          <a:xfrm>
            <a:off x="5207000" y="2277533"/>
            <a:ext cx="1272117" cy="846667"/>
            <a:chOff x="5207000" y="2277533"/>
            <a:chExt cx="1272117" cy="846667"/>
          </a:xfrm>
        </p:grpSpPr>
        <p:sp>
          <p:nvSpPr>
            <p:cNvPr id="54" name="Line 140"/>
            <p:cNvSpPr>
              <a:spLocks noChangeShapeType="1"/>
            </p:cNvSpPr>
            <p:nvPr/>
          </p:nvSpPr>
          <p:spPr bwMode="auto">
            <a:xfrm flipV="1">
              <a:off x="5249827" y="2853076"/>
              <a:ext cx="1151567" cy="1586"/>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3" name="Line 139"/>
            <p:cNvSpPr>
              <a:spLocks noChangeShapeType="1"/>
            </p:cNvSpPr>
            <p:nvPr/>
          </p:nvSpPr>
          <p:spPr bwMode="auto">
            <a:xfrm flipV="1">
              <a:off x="5249827" y="2566097"/>
              <a:ext cx="1183291"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9" name="Rectangle 135"/>
            <p:cNvSpPr>
              <a:spLocks noChangeArrowheads="1"/>
            </p:cNvSpPr>
            <p:nvPr/>
          </p:nvSpPr>
          <p:spPr bwMode="auto">
            <a:xfrm>
              <a:off x="5207000" y="2301316"/>
              <a:ext cx="1226118" cy="822884"/>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8" name="Rectangle 136"/>
            <p:cNvSpPr>
              <a:spLocks noChangeArrowheads="1"/>
            </p:cNvSpPr>
            <p:nvPr/>
          </p:nvSpPr>
          <p:spPr bwMode="auto">
            <a:xfrm>
              <a:off x="5249827" y="2277533"/>
              <a:ext cx="1227704" cy="286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(1, 3)</a:t>
              </a:r>
            </a:p>
          </p:txBody>
        </p:sp>
        <p:sp>
          <p:nvSpPr>
            <p:cNvPr id="111659" name="Rectangle 137"/>
            <p:cNvSpPr>
              <a:spLocks noChangeArrowheads="1"/>
            </p:cNvSpPr>
            <p:nvPr/>
          </p:nvSpPr>
          <p:spPr bwMode="auto">
            <a:xfrm>
              <a:off x="5249827" y="2853076"/>
              <a:ext cx="1229290" cy="215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sp>
        <p:nvSpPr>
          <p:cNvPr id="111660" name="Rectangle 138"/>
          <p:cNvSpPr>
            <a:spLocks noChangeArrowheads="1"/>
          </p:cNvSpPr>
          <p:nvPr/>
        </p:nvSpPr>
        <p:spPr bwMode="auto">
          <a:xfrm>
            <a:off x="5273868" y="2556401"/>
            <a:ext cx="1229290" cy="217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62"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p:spPr>
        <p:txBody>
          <a:bodyPr/>
          <a:lstStyle/>
          <a:p>
            <a:pPr defTabSz="1219170" fontAlgn="base">
              <a:spcBef>
                <a:spcPct val="0"/>
              </a:spcBef>
              <a:spcAft>
                <a:spcPct val="0"/>
              </a:spcAft>
              <a:defRPr/>
            </a:pPr>
            <a:endParaRPr lang="zh-CN" altLang="en-US" sz="1467" b="1">
              <a:solidFill>
                <a:prstClr val="black"/>
              </a:solidFill>
              <a:latin typeface="Times New Roman" panose="02020603050405020304" pitchFamily="18" charset="0"/>
              <a:ea typeface="宋体" pitchFamily="2" charset="-122"/>
            </a:endParaRPr>
          </a:p>
        </p:txBody>
      </p:sp>
      <p:sp>
        <p:nvSpPr>
          <p:cNvPr id="111637"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sp>
        <p:nvSpPr>
          <p:cNvPr id="63"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5" name="Line 22"/>
          <p:cNvSpPr>
            <a:spLocks noChangeShapeType="1"/>
          </p:cNvSpPr>
          <p:nvPr/>
        </p:nvSpPr>
        <p:spPr bwMode="auto">
          <a:xfrm flipH="1">
            <a:off x="7584018" y="3145368"/>
            <a:ext cx="946149" cy="47201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6"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69"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71"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72" name="直接箭头连接符 71"/>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3" name="组合 72"/>
          <p:cNvGrpSpPr/>
          <p:nvPr/>
        </p:nvGrpSpPr>
        <p:grpSpPr>
          <a:xfrm>
            <a:off x="3004325" y="1267493"/>
            <a:ext cx="1646273" cy="461665"/>
            <a:chOff x="2253243" y="950619"/>
            <a:chExt cx="1234705" cy="346249"/>
          </a:xfrm>
        </p:grpSpPr>
        <p:sp>
          <p:nvSpPr>
            <p:cNvPr id="76"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77"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8" name="组合 77"/>
          <p:cNvGrpSpPr/>
          <p:nvPr/>
        </p:nvGrpSpPr>
        <p:grpSpPr>
          <a:xfrm>
            <a:off x="3000482" y="1635980"/>
            <a:ext cx="1646273" cy="461665"/>
            <a:chOff x="2253243" y="950619"/>
            <a:chExt cx="1234705" cy="346249"/>
          </a:xfrm>
        </p:grpSpPr>
        <p:sp>
          <p:nvSpPr>
            <p:cNvPr id="7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8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84" name="组合 83"/>
          <p:cNvGrpSpPr/>
          <p:nvPr/>
        </p:nvGrpSpPr>
        <p:grpSpPr>
          <a:xfrm>
            <a:off x="4425951" y="1495956"/>
            <a:ext cx="772583" cy="509777"/>
            <a:chOff x="3319463" y="1121966"/>
            <a:chExt cx="579437" cy="382333"/>
          </a:xfrm>
        </p:grpSpPr>
        <p:cxnSp>
          <p:nvCxnSpPr>
            <p:cNvPr id="85" name="直接箭头连接符 84"/>
            <p:cNvCxnSpPr/>
            <p:nvPr/>
          </p:nvCxnSpPr>
          <p:spPr>
            <a:xfrm>
              <a:off x="3608785" y="1121966"/>
              <a:ext cx="290115" cy="38233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直接连接符 85"/>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7" name="Freeform 56"/>
          <p:cNvSpPr>
            <a:spLocks/>
          </p:cNvSpPr>
          <p:nvPr/>
        </p:nvSpPr>
        <p:spPr bwMode="auto">
          <a:xfrm rot="-511685">
            <a:off x="6414402" y="1865738"/>
            <a:ext cx="387609" cy="814605"/>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55" name="Rectangle 2">
            <a:extLst>
              <a:ext uri="{FF2B5EF4-FFF2-40B4-BE49-F238E27FC236}">
                <a16:creationId xmlns:a16="http://schemas.microsoft.com/office/drawing/2014/main" id="{D74B861C-7074-45B9-B8C1-21650EBFF5DC}"/>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22644621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244746"/>
                                        </p:tgtEl>
                                        <p:attrNameLst>
                                          <p:attrName>style.visibility</p:attrName>
                                        </p:attrNameLst>
                                      </p:cBhvr>
                                      <p:to>
                                        <p:strVal val="visible"/>
                                      </p:to>
                                    </p:set>
                                    <p:anim calcmode="lin" valueType="num">
                                      <p:cBhvr>
                                        <p:cTn id="7" dur="500" fill="hold"/>
                                        <p:tgtEl>
                                          <p:spTgt spid="244746"/>
                                        </p:tgtEl>
                                        <p:attrNameLst>
                                          <p:attrName>ppt_w</p:attrName>
                                        </p:attrNameLst>
                                      </p:cBhvr>
                                      <p:tavLst>
                                        <p:tav tm="0">
                                          <p:val>
                                            <p:fltVal val="0"/>
                                          </p:val>
                                        </p:tav>
                                        <p:tav tm="100000">
                                          <p:val>
                                            <p:strVal val="#ppt_w"/>
                                          </p:val>
                                        </p:tav>
                                      </p:tavLst>
                                    </p:anim>
                                    <p:anim calcmode="lin" valueType="num">
                                      <p:cBhvr>
                                        <p:cTn id="8" dur="500" fill="hold"/>
                                        <p:tgtEl>
                                          <p:spTgt spid="244746"/>
                                        </p:tgtEl>
                                        <p:attrNameLst>
                                          <p:attrName>ppt_h</p:attrName>
                                        </p:attrNameLst>
                                      </p:cBhvr>
                                      <p:tavLst>
                                        <p:tav tm="0">
                                          <p:val>
                                            <p:fltVal val="0"/>
                                          </p:val>
                                        </p:tav>
                                        <p:tav tm="100000">
                                          <p:val>
                                            <p:strVal val="#ppt_h"/>
                                          </p:val>
                                        </p:tav>
                                      </p:tavLst>
                                    </p:anim>
                                    <p:animEffect transition="in" filter="fade">
                                      <p:cBhvr>
                                        <p:cTn id="9" dur="500"/>
                                        <p:tgtEl>
                                          <p:spTgt spid="244746"/>
                                        </p:tgtEl>
                                      </p:cBhvr>
                                    </p:animEffect>
                                  </p:childTnLst>
                                </p:cTn>
                              </p:par>
                              <p:par>
                                <p:cTn id="10" presetID="53" presetClass="entr" presetSubtype="0" fill="hold" grpId="0" nodeType="withEffect">
                                  <p:stCondLst>
                                    <p:cond delay="0"/>
                                  </p:stCondLst>
                                  <p:childTnLst>
                                    <p:set>
                                      <p:cBhvr>
                                        <p:cTn id="11" dur="1" fill="hold">
                                          <p:stCondLst>
                                            <p:cond delay="0"/>
                                          </p:stCondLst>
                                        </p:cTn>
                                        <p:tgtEl>
                                          <p:spTgt spid="244744"/>
                                        </p:tgtEl>
                                        <p:attrNameLst>
                                          <p:attrName>style.visibility</p:attrName>
                                        </p:attrNameLst>
                                      </p:cBhvr>
                                      <p:to>
                                        <p:strVal val="visible"/>
                                      </p:to>
                                    </p:set>
                                    <p:anim calcmode="lin" valueType="num">
                                      <p:cBhvr>
                                        <p:cTn id="12" dur="500" fill="hold"/>
                                        <p:tgtEl>
                                          <p:spTgt spid="244744"/>
                                        </p:tgtEl>
                                        <p:attrNameLst>
                                          <p:attrName>ppt_w</p:attrName>
                                        </p:attrNameLst>
                                      </p:cBhvr>
                                      <p:tavLst>
                                        <p:tav tm="0">
                                          <p:val>
                                            <p:fltVal val="0"/>
                                          </p:val>
                                        </p:tav>
                                        <p:tav tm="100000">
                                          <p:val>
                                            <p:strVal val="#ppt_w"/>
                                          </p:val>
                                        </p:tav>
                                      </p:tavLst>
                                    </p:anim>
                                    <p:anim calcmode="lin" valueType="num">
                                      <p:cBhvr>
                                        <p:cTn id="13" dur="500" fill="hold"/>
                                        <p:tgtEl>
                                          <p:spTgt spid="244744"/>
                                        </p:tgtEl>
                                        <p:attrNameLst>
                                          <p:attrName>ppt_h</p:attrName>
                                        </p:attrNameLst>
                                      </p:cBhvr>
                                      <p:tavLst>
                                        <p:tav tm="0">
                                          <p:val>
                                            <p:fltVal val="0"/>
                                          </p:val>
                                        </p:tav>
                                        <p:tav tm="100000">
                                          <p:val>
                                            <p:strVal val="#ppt_h"/>
                                          </p:val>
                                        </p:tav>
                                      </p:tavLst>
                                    </p:anim>
                                    <p:animEffect transition="in" filter="fade">
                                      <p:cBhvr>
                                        <p:cTn id="14" dur="500"/>
                                        <p:tgtEl>
                                          <p:spTgt spid="244744"/>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500" fill="hold"/>
                                        <p:tgtEl>
                                          <p:spTgt spid="2"/>
                                        </p:tgtEl>
                                        <p:attrNameLst>
                                          <p:attrName>ppt_w</p:attrName>
                                        </p:attrNameLst>
                                      </p:cBhvr>
                                      <p:tavLst>
                                        <p:tav tm="0">
                                          <p:val>
                                            <p:fltVal val="0"/>
                                          </p:val>
                                        </p:tav>
                                        <p:tav tm="100000">
                                          <p:val>
                                            <p:strVal val="#ppt_w"/>
                                          </p:val>
                                        </p:tav>
                                      </p:tavLst>
                                    </p:anim>
                                    <p:anim calcmode="lin" valueType="num">
                                      <p:cBhvr>
                                        <p:cTn id="20" dur="500" fill="hold"/>
                                        <p:tgtEl>
                                          <p:spTgt spid="2"/>
                                        </p:tgtEl>
                                        <p:attrNameLst>
                                          <p:attrName>ppt_h</p:attrName>
                                        </p:attrNameLst>
                                      </p:cBhvr>
                                      <p:tavLst>
                                        <p:tav tm="0">
                                          <p:val>
                                            <p:fltVal val="0"/>
                                          </p:val>
                                        </p:tav>
                                        <p:tav tm="100000">
                                          <p:val>
                                            <p:strVal val="#ppt_h"/>
                                          </p:val>
                                        </p:tav>
                                      </p:tavLst>
                                    </p:anim>
                                    <p:animEffect transition="in" filter="fade">
                                      <p:cBhvr>
                                        <p:cTn id="21" dur="5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1" nodeType="clickEffect">
                                  <p:stCondLst>
                                    <p:cond delay="0"/>
                                  </p:stCondLst>
                                  <p:childTnLst>
                                    <p:set>
                                      <p:cBhvr>
                                        <p:cTn id="25" dur="1" fill="hold">
                                          <p:stCondLst>
                                            <p:cond delay="0"/>
                                          </p:stCondLst>
                                        </p:cTn>
                                        <p:tgtEl>
                                          <p:spTgt spid="111660"/>
                                        </p:tgtEl>
                                        <p:attrNameLst>
                                          <p:attrName>style.visibility</p:attrName>
                                        </p:attrNameLst>
                                      </p:cBhvr>
                                      <p:to>
                                        <p:strVal val="visible"/>
                                      </p:to>
                                    </p:set>
                                    <p:anim calcmode="lin" valueType="num">
                                      <p:cBhvr>
                                        <p:cTn id="26" dur="500" fill="hold"/>
                                        <p:tgtEl>
                                          <p:spTgt spid="111660"/>
                                        </p:tgtEl>
                                        <p:attrNameLst>
                                          <p:attrName>ppt_w</p:attrName>
                                        </p:attrNameLst>
                                      </p:cBhvr>
                                      <p:tavLst>
                                        <p:tav tm="0">
                                          <p:val>
                                            <p:fltVal val="0"/>
                                          </p:val>
                                        </p:tav>
                                        <p:tav tm="100000">
                                          <p:val>
                                            <p:strVal val="#ppt_w"/>
                                          </p:val>
                                        </p:tav>
                                      </p:tavLst>
                                    </p:anim>
                                    <p:anim calcmode="lin" valueType="num">
                                      <p:cBhvr>
                                        <p:cTn id="27" dur="500" fill="hold"/>
                                        <p:tgtEl>
                                          <p:spTgt spid="111660"/>
                                        </p:tgtEl>
                                        <p:attrNameLst>
                                          <p:attrName>ppt_h</p:attrName>
                                        </p:attrNameLst>
                                      </p:cBhvr>
                                      <p:tavLst>
                                        <p:tav tm="0">
                                          <p:val>
                                            <p:fltVal val="0"/>
                                          </p:val>
                                        </p:tav>
                                        <p:tav tm="100000">
                                          <p:val>
                                            <p:strVal val="#ppt_h"/>
                                          </p:val>
                                        </p:tav>
                                      </p:tavLst>
                                    </p:anim>
                                    <p:animEffect transition="in" filter="fade">
                                      <p:cBhvr>
                                        <p:cTn id="28" dur="500"/>
                                        <p:tgtEl>
                                          <p:spTgt spid="111660"/>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87"/>
                                        </p:tgtEl>
                                        <p:attrNameLst>
                                          <p:attrName>style.visibility</p:attrName>
                                        </p:attrNameLst>
                                      </p:cBhvr>
                                      <p:to>
                                        <p:strVal val="visible"/>
                                      </p:to>
                                    </p:set>
                                    <p:anim calcmode="lin" valueType="num">
                                      <p:cBhvr>
                                        <p:cTn id="31" dur="500" fill="hold"/>
                                        <p:tgtEl>
                                          <p:spTgt spid="87"/>
                                        </p:tgtEl>
                                        <p:attrNameLst>
                                          <p:attrName>ppt_w</p:attrName>
                                        </p:attrNameLst>
                                      </p:cBhvr>
                                      <p:tavLst>
                                        <p:tav tm="0">
                                          <p:val>
                                            <p:fltVal val="0"/>
                                          </p:val>
                                        </p:tav>
                                        <p:tav tm="100000">
                                          <p:val>
                                            <p:strVal val="#ppt_w"/>
                                          </p:val>
                                        </p:tav>
                                      </p:tavLst>
                                    </p:anim>
                                    <p:anim calcmode="lin" valueType="num">
                                      <p:cBhvr>
                                        <p:cTn id="32" dur="500" fill="hold"/>
                                        <p:tgtEl>
                                          <p:spTgt spid="87"/>
                                        </p:tgtEl>
                                        <p:attrNameLst>
                                          <p:attrName>ppt_h</p:attrName>
                                        </p:attrNameLst>
                                      </p:cBhvr>
                                      <p:tavLst>
                                        <p:tav tm="0">
                                          <p:val>
                                            <p:fltVal val="0"/>
                                          </p:val>
                                        </p:tav>
                                        <p:tav tm="100000">
                                          <p:val>
                                            <p:strVal val="#ppt_h"/>
                                          </p:val>
                                        </p:tav>
                                      </p:tavLst>
                                    </p:anim>
                                    <p:animEffect transition="in" filter="fade">
                                      <p:cBhvr>
                                        <p:cTn id="33" dur="500"/>
                                        <p:tgtEl>
                                          <p:spTgt spid="87"/>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xit" presetSubtype="32" fill="hold" nodeType="clickEffect">
                                  <p:stCondLst>
                                    <p:cond delay="0"/>
                                  </p:stCondLst>
                                  <p:childTnLst>
                                    <p:anim calcmode="lin" valueType="num">
                                      <p:cBhvr>
                                        <p:cTn id="37" dur="500"/>
                                        <p:tgtEl>
                                          <p:spTgt spid="84"/>
                                        </p:tgtEl>
                                        <p:attrNameLst>
                                          <p:attrName>ppt_w</p:attrName>
                                        </p:attrNameLst>
                                      </p:cBhvr>
                                      <p:tavLst>
                                        <p:tav tm="0">
                                          <p:val>
                                            <p:strVal val="ppt_w"/>
                                          </p:val>
                                        </p:tav>
                                        <p:tav tm="100000">
                                          <p:val>
                                            <p:fltVal val="0"/>
                                          </p:val>
                                        </p:tav>
                                      </p:tavLst>
                                    </p:anim>
                                    <p:anim calcmode="lin" valueType="num">
                                      <p:cBhvr>
                                        <p:cTn id="38" dur="500"/>
                                        <p:tgtEl>
                                          <p:spTgt spid="84"/>
                                        </p:tgtEl>
                                        <p:attrNameLst>
                                          <p:attrName>ppt_h</p:attrName>
                                        </p:attrNameLst>
                                      </p:cBhvr>
                                      <p:tavLst>
                                        <p:tav tm="0">
                                          <p:val>
                                            <p:strVal val="ppt_h"/>
                                          </p:val>
                                        </p:tav>
                                        <p:tav tm="100000">
                                          <p:val>
                                            <p:fltVal val="0"/>
                                          </p:val>
                                        </p:tav>
                                      </p:tavLst>
                                    </p:anim>
                                    <p:animEffect transition="out" filter="fade">
                                      <p:cBhvr>
                                        <p:cTn id="39" dur="500"/>
                                        <p:tgtEl>
                                          <p:spTgt spid="84"/>
                                        </p:tgtEl>
                                      </p:cBhvr>
                                    </p:animEffect>
                                    <p:set>
                                      <p:cBhvr>
                                        <p:cTn id="40" dur="1" fill="hold">
                                          <p:stCondLst>
                                            <p:cond delay="499"/>
                                          </p:stCondLst>
                                        </p:cTn>
                                        <p:tgtEl>
                                          <p:spTgt spid="8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44" grpId="0" animBg="1"/>
      <p:bldP spid="244746" grpId="0"/>
      <p:bldP spid="111660" grpId="1"/>
      <p:bldP spid="8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111619"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11620"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111621"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6086"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44744" name="Line 23"/>
          <p:cNvSpPr>
            <a:spLocks noChangeShapeType="1"/>
          </p:cNvSpPr>
          <p:nvPr/>
        </p:nvSpPr>
        <p:spPr bwMode="auto">
          <a:xfrm flipH="1">
            <a:off x="8981017" y="314325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5"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244746" name="Rectangle 25"/>
          <p:cNvSpPr>
            <a:spLocks noChangeArrowheads="1"/>
          </p:cNvSpPr>
          <p:nvPr/>
        </p:nvSpPr>
        <p:spPr bwMode="auto">
          <a:xfrm>
            <a:off x="8401051" y="3613151"/>
            <a:ext cx="1286933" cy="709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q</a:t>
            </a:r>
            <a:r>
              <a:rPr lang="en-US" altLang="zh-CN" sz="2400" dirty="0">
                <a:solidFill>
                  <a:srgbClr val="000000"/>
                </a:solidFill>
                <a:ea typeface="宋体" panose="02010600030101010101" pitchFamily="2" charset="-122"/>
                <a:cs typeface="Times New Roman" panose="02020603050405020304" pitchFamily="18" charset="0"/>
              </a:rPr>
              <a:t>(1,3)</a:t>
            </a:r>
          </a:p>
        </p:txBody>
      </p:sp>
      <p:sp>
        <p:nvSpPr>
          <p:cNvPr id="244749" name="Rectangle 28"/>
          <p:cNvSpPr>
            <a:spLocks noChangeArrowheads="1"/>
          </p:cNvSpPr>
          <p:nvPr/>
        </p:nvSpPr>
        <p:spPr bwMode="auto">
          <a:xfrm>
            <a:off x="7495118" y="4559300"/>
            <a:ext cx="1289049"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t>
            </a:r>
            <a:r>
              <a:rPr lang="en-US" altLang="zh-CN" sz="2400" dirty="0">
                <a:solidFill>
                  <a:srgbClr val="000000"/>
                </a:solidFill>
                <a:ea typeface="宋体" panose="02010600030101010101" pitchFamily="2" charset="-122"/>
                <a:cs typeface="Times New Roman" panose="02020603050405020304" pitchFamily="18" charset="0"/>
              </a:rPr>
              <a:t>(1,3)</a:t>
            </a:r>
          </a:p>
        </p:txBody>
      </p:sp>
      <p:sp>
        <p:nvSpPr>
          <p:cNvPr id="244750" name="Line 29"/>
          <p:cNvSpPr>
            <a:spLocks noChangeShapeType="1"/>
          </p:cNvSpPr>
          <p:nvPr/>
        </p:nvSpPr>
        <p:spPr bwMode="auto">
          <a:xfrm flipH="1">
            <a:off x="7865534" y="4074584"/>
            <a:ext cx="802217" cy="5926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9"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11630" name="组合 113"/>
          <p:cNvGrpSpPr>
            <a:grpSpLocks/>
          </p:cNvGrpSpPr>
          <p:nvPr/>
        </p:nvGrpSpPr>
        <p:grpSpPr bwMode="auto">
          <a:xfrm>
            <a:off x="239185" y="3716867"/>
            <a:ext cx="4186767" cy="2305051"/>
            <a:chOff x="5003799" y="500048"/>
            <a:chExt cx="3282977" cy="1803794"/>
          </a:xfrm>
        </p:grpSpPr>
        <p:sp>
          <p:nvSpPr>
            <p:cNvPr id="21"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2" name="直接连接符 21"/>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31" name="Group 99"/>
          <p:cNvGrpSpPr>
            <a:grpSpLocks/>
          </p:cNvGrpSpPr>
          <p:nvPr/>
        </p:nvGrpSpPr>
        <p:grpSpPr bwMode="auto">
          <a:xfrm>
            <a:off x="5198534" y="592667"/>
            <a:ext cx="1231900" cy="863600"/>
            <a:chOff x="975" y="2750"/>
            <a:chExt cx="776" cy="544"/>
          </a:xfrm>
        </p:grpSpPr>
        <p:sp>
          <p:nvSpPr>
            <p:cNvPr id="30"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9"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5"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70"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11671"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11632"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11633" name="Group 99"/>
          <p:cNvGrpSpPr>
            <a:grpSpLocks/>
          </p:cNvGrpSpPr>
          <p:nvPr/>
        </p:nvGrpSpPr>
        <p:grpSpPr bwMode="auto">
          <a:xfrm>
            <a:off x="5207000" y="1428751"/>
            <a:ext cx="1272117" cy="848783"/>
            <a:chOff x="948" y="2750"/>
            <a:chExt cx="802" cy="534"/>
          </a:xfrm>
        </p:grpSpPr>
        <p:sp>
          <p:nvSpPr>
            <p:cNvPr id="38"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7"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3"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6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1166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7" name="Group 99"/>
          <p:cNvGrpSpPr>
            <a:grpSpLocks/>
          </p:cNvGrpSpPr>
          <p:nvPr/>
        </p:nvGrpSpPr>
        <p:grpSpPr bwMode="auto">
          <a:xfrm>
            <a:off x="5207000" y="2277533"/>
            <a:ext cx="1272117" cy="846667"/>
            <a:chOff x="948" y="2750"/>
            <a:chExt cx="802" cy="534"/>
          </a:xfrm>
        </p:grpSpPr>
        <p:sp>
          <p:nvSpPr>
            <p:cNvPr id="54"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3"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9"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(1, 3)</a:t>
              </a:r>
            </a:p>
          </p:txBody>
        </p:sp>
        <p:sp>
          <p:nvSpPr>
            <p:cNvPr id="11165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8" name="Group 99"/>
          <p:cNvGrpSpPr>
            <a:grpSpLocks/>
          </p:cNvGrpSpPr>
          <p:nvPr/>
        </p:nvGrpSpPr>
        <p:grpSpPr bwMode="auto">
          <a:xfrm>
            <a:off x="5207000" y="3141133"/>
            <a:ext cx="1272117" cy="846667"/>
            <a:chOff x="948" y="2750"/>
            <a:chExt cx="802" cy="534"/>
          </a:xfrm>
        </p:grpSpPr>
        <p:sp>
          <p:nvSpPr>
            <p:cNvPr id="6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(1, 3)</a:t>
              </a:r>
            </a:p>
          </p:txBody>
        </p:sp>
        <p:sp>
          <p:nvSpPr>
            <p:cNvPr id="11165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grpSp>
      <p:sp>
        <p:nvSpPr>
          <p:cNvPr id="62"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p:spPr>
        <p:txBody>
          <a:bodyPr/>
          <a:lstStyle/>
          <a:p>
            <a:pPr defTabSz="1219170" fontAlgn="base">
              <a:spcBef>
                <a:spcPct val="0"/>
              </a:spcBef>
              <a:spcAft>
                <a:spcPct val="0"/>
              </a:spcAft>
              <a:defRPr/>
            </a:pPr>
            <a:endParaRPr lang="zh-CN" altLang="en-US" sz="1467" b="1">
              <a:solidFill>
                <a:prstClr val="black"/>
              </a:solidFill>
              <a:latin typeface="Times New Roman" panose="02020603050405020304" pitchFamily="18" charset="0"/>
              <a:ea typeface="宋体" pitchFamily="2" charset="-122"/>
            </a:endParaRPr>
          </a:p>
        </p:txBody>
      </p:sp>
      <p:sp>
        <p:nvSpPr>
          <p:cNvPr id="111637"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sp>
        <p:nvSpPr>
          <p:cNvPr id="67" name="Line 12"/>
          <p:cNvSpPr>
            <a:spLocks noChangeShapeType="1"/>
          </p:cNvSpPr>
          <p:nvPr/>
        </p:nvSpPr>
        <p:spPr bwMode="auto">
          <a:xfrm flipH="1">
            <a:off x="7778751" y="49889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8" name="Rectangle 22"/>
          <p:cNvSpPr>
            <a:spLocks noChangeArrowheads="1"/>
          </p:cNvSpPr>
          <p:nvPr/>
        </p:nvSpPr>
        <p:spPr bwMode="auto">
          <a:xfrm>
            <a:off x="7560734" y="52768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grpSp>
        <p:nvGrpSpPr>
          <p:cNvPr id="2" name="组合 1">
            <a:extLst>
              <a:ext uri="{FF2B5EF4-FFF2-40B4-BE49-F238E27FC236}">
                <a16:creationId xmlns:a16="http://schemas.microsoft.com/office/drawing/2014/main" id="{4F151C33-1792-4C1B-90C8-9010B9F29E1D}"/>
              </a:ext>
            </a:extLst>
          </p:cNvPr>
          <p:cNvGrpSpPr/>
          <p:nvPr/>
        </p:nvGrpSpPr>
        <p:grpSpPr>
          <a:xfrm>
            <a:off x="5207000" y="4004733"/>
            <a:ext cx="1272117" cy="848784"/>
            <a:chOff x="5207000" y="4004733"/>
            <a:chExt cx="1272117" cy="848784"/>
          </a:xfrm>
        </p:grpSpPr>
        <p:sp>
          <p:nvSpPr>
            <p:cNvPr id="75" name="Line 140"/>
            <p:cNvSpPr>
              <a:spLocks noChangeShapeType="1"/>
            </p:cNvSpPr>
            <p:nvPr/>
          </p:nvSpPr>
          <p:spPr bwMode="auto">
            <a:xfrm flipV="1">
              <a:off x="5249827" y="4583305"/>
              <a:ext cx="1151567"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4" name="Line 139"/>
            <p:cNvSpPr>
              <a:spLocks noChangeShapeType="1"/>
            </p:cNvSpPr>
            <p:nvPr/>
          </p:nvSpPr>
          <p:spPr bwMode="auto">
            <a:xfrm flipV="1">
              <a:off x="5249827" y="4292429"/>
              <a:ext cx="1183291" cy="1589"/>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0" name="Rectangle 135"/>
            <p:cNvSpPr>
              <a:spLocks noChangeArrowheads="1"/>
            </p:cNvSpPr>
            <p:nvPr/>
          </p:nvSpPr>
          <p:spPr bwMode="auto">
            <a:xfrm>
              <a:off x="5207000" y="4028575"/>
              <a:ext cx="1226118" cy="824942"/>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46" name="Rectangle 136"/>
            <p:cNvSpPr>
              <a:spLocks noChangeArrowheads="1"/>
            </p:cNvSpPr>
            <p:nvPr/>
          </p:nvSpPr>
          <p:spPr bwMode="auto">
            <a:xfrm>
              <a:off x="5249827" y="4004733"/>
              <a:ext cx="1227704" cy="287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11647" name="Rectangle 137"/>
            <p:cNvSpPr>
              <a:spLocks noChangeArrowheads="1"/>
            </p:cNvSpPr>
            <p:nvPr/>
          </p:nvSpPr>
          <p:spPr bwMode="auto">
            <a:xfrm>
              <a:off x="5249827" y="4581715"/>
              <a:ext cx="1229290" cy="216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grpSp>
      <p:sp>
        <p:nvSpPr>
          <p:cNvPr id="111648" name="Rectangle 138"/>
          <p:cNvSpPr>
            <a:spLocks noChangeArrowheads="1"/>
          </p:cNvSpPr>
          <p:nvPr/>
        </p:nvSpPr>
        <p:spPr bwMode="auto">
          <a:xfrm>
            <a:off x="5226544" y="4319188"/>
            <a:ext cx="1229290" cy="217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3" name="任意多边形 2"/>
          <p:cNvSpPr/>
          <p:nvPr/>
        </p:nvSpPr>
        <p:spPr>
          <a:xfrm>
            <a:off x="6432551" y="2776107"/>
            <a:ext cx="586316" cy="1620211"/>
          </a:xfrm>
          <a:custGeom>
            <a:avLst/>
            <a:gdLst>
              <a:gd name="connsiteX0" fmla="*/ 0 w 438897"/>
              <a:gd name="connsiteY0" fmla="*/ 2442758 h 2442758"/>
              <a:gd name="connsiteX1" fmla="*/ 421105 w 438897"/>
              <a:gd name="connsiteY1" fmla="*/ 1347884 h 2442758"/>
              <a:gd name="connsiteX2" fmla="*/ 324853 w 438897"/>
              <a:gd name="connsiteY2" fmla="*/ 192852 h 2442758"/>
              <a:gd name="connsiteX3" fmla="*/ 0 w 438897"/>
              <a:gd name="connsiteY3" fmla="*/ 12379 h 2442758"/>
            </a:gdLst>
            <a:ahLst/>
            <a:cxnLst>
              <a:cxn ang="0">
                <a:pos x="connsiteX0" y="connsiteY0"/>
              </a:cxn>
              <a:cxn ang="0">
                <a:pos x="connsiteX1" y="connsiteY1"/>
              </a:cxn>
              <a:cxn ang="0">
                <a:pos x="connsiteX2" y="connsiteY2"/>
              </a:cxn>
              <a:cxn ang="0">
                <a:pos x="connsiteX3" y="connsiteY3"/>
              </a:cxn>
            </a:cxnLst>
            <a:rect l="l" t="t" r="r" b="b"/>
            <a:pathLst>
              <a:path w="438897" h="2442758">
                <a:moveTo>
                  <a:pt x="0" y="2442758"/>
                </a:moveTo>
                <a:cubicBezTo>
                  <a:pt x="183481" y="2082813"/>
                  <a:pt x="366963" y="1722868"/>
                  <a:pt x="421105" y="1347884"/>
                </a:cubicBezTo>
                <a:cubicBezTo>
                  <a:pt x="475247" y="972900"/>
                  <a:pt x="395037" y="415436"/>
                  <a:pt x="324853" y="192852"/>
                </a:cubicBezTo>
                <a:cubicBezTo>
                  <a:pt x="254669" y="-29732"/>
                  <a:pt x="127334" y="-8677"/>
                  <a:pt x="0" y="12379"/>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63"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5" name="Line 22"/>
          <p:cNvSpPr>
            <a:spLocks noChangeShapeType="1"/>
          </p:cNvSpPr>
          <p:nvPr/>
        </p:nvSpPr>
        <p:spPr bwMode="auto">
          <a:xfrm flipH="1">
            <a:off x="7584018" y="3145368"/>
            <a:ext cx="946149" cy="47201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6"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69"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71"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72" name="直接箭头连接符 71"/>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3" name="组合 72"/>
          <p:cNvGrpSpPr/>
          <p:nvPr/>
        </p:nvGrpSpPr>
        <p:grpSpPr>
          <a:xfrm>
            <a:off x="3004325" y="1267493"/>
            <a:ext cx="1646273" cy="461665"/>
            <a:chOff x="2253243" y="950619"/>
            <a:chExt cx="1234705" cy="346249"/>
          </a:xfrm>
        </p:grpSpPr>
        <p:sp>
          <p:nvSpPr>
            <p:cNvPr id="76"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77"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8" name="组合 77"/>
          <p:cNvGrpSpPr/>
          <p:nvPr/>
        </p:nvGrpSpPr>
        <p:grpSpPr>
          <a:xfrm>
            <a:off x="3000482" y="1635980"/>
            <a:ext cx="1646273" cy="461665"/>
            <a:chOff x="2253243" y="950619"/>
            <a:chExt cx="1234705" cy="346249"/>
          </a:xfrm>
        </p:grpSpPr>
        <p:sp>
          <p:nvSpPr>
            <p:cNvPr id="7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8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84" name="组合 83"/>
          <p:cNvGrpSpPr/>
          <p:nvPr/>
        </p:nvGrpSpPr>
        <p:grpSpPr>
          <a:xfrm>
            <a:off x="4425951" y="1495956"/>
            <a:ext cx="693205" cy="1357121"/>
            <a:chOff x="3319463" y="1121966"/>
            <a:chExt cx="519904" cy="1017841"/>
          </a:xfrm>
        </p:grpSpPr>
        <p:cxnSp>
          <p:nvCxnSpPr>
            <p:cNvPr id="85" name="直接箭头连接符 84"/>
            <p:cNvCxnSpPr/>
            <p:nvPr/>
          </p:nvCxnSpPr>
          <p:spPr>
            <a:xfrm>
              <a:off x="3608785" y="1121966"/>
              <a:ext cx="230582" cy="101784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直接连接符 85"/>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7" name="Freeform 56"/>
          <p:cNvSpPr>
            <a:spLocks/>
          </p:cNvSpPr>
          <p:nvPr/>
        </p:nvSpPr>
        <p:spPr bwMode="auto">
          <a:xfrm rot="-511685">
            <a:off x="6414402" y="1865738"/>
            <a:ext cx="387609" cy="814605"/>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81" name="组合 80"/>
          <p:cNvGrpSpPr/>
          <p:nvPr/>
        </p:nvGrpSpPr>
        <p:grpSpPr>
          <a:xfrm>
            <a:off x="4422108" y="1892830"/>
            <a:ext cx="697048" cy="1823847"/>
            <a:chOff x="3319463" y="1121966"/>
            <a:chExt cx="522786" cy="1367885"/>
          </a:xfrm>
        </p:grpSpPr>
        <p:cxnSp>
          <p:nvCxnSpPr>
            <p:cNvPr id="82" name="直接箭头连接符 81"/>
            <p:cNvCxnSpPr/>
            <p:nvPr/>
          </p:nvCxnSpPr>
          <p:spPr>
            <a:xfrm>
              <a:off x="3608785" y="1121966"/>
              <a:ext cx="233464" cy="136788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直接连接符 82"/>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8" name="Rectangle 2">
            <a:extLst>
              <a:ext uri="{FF2B5EF4-FFF2-40B4-BE49-F238E27FC236}">
                <a16:creationId xmlns:a16="http://schemas.microsoft.com/office/drawing/2014/main" id="{633364AC-6958-43CC-AB45-7FA6D31EB13D}"/>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9" name="Rectangle 138">
            <a:extLst>
              <a:ext uri="{FF2B5EF4-FFF2-40B4-BE49-F238E27FC236}">
                <a16:creationId xmlns:a16="http://schemas.microsoft.com/office/drawing/2014/main" id="{F66EE663-96C3-434D-ADA2-EE6C3B116B51}"/>
              </a:ext>
            </a:extLst>
          </p:cNvPr>
          <p:cNvSpPr>
            <a:spLocks noChangeArrowheads="1"/>
          </p:cNvSpPr>
          <p:nvPr/>
        </p:nvSpPr>
        <p:spPr bwMode="auto">
          <a:xfrm>
            <a:off x="5273868" y="2556401"/>
            <a:ext cx="1229290" cy="217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7417343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244750"/>
                                        </p:tgtEl>
                                        <p:attrNameLst>
                                          <p:attrName>style.visibility</p:attrName>
                                        </p:attrNameLst>
                                      </p:cBhvr>
                                      <p:to>
                                        <p:strVal val="visible"/>
                                      </p:to>
                                    </p:set>
                                    <p:anim calcmode="lin" valueType="num">
                                      <p:cBhvr>
                                        <p:cTn id="14" dur="500" fill="hold"/>
                                        <p:tgtEl>
                                          <p:spTgt spid="244750"/>
                                        </p:tgtEl>
                                        <p:attrNameLst>
                                          <p:attrName>ppt_w</p:attrName>
                                        </p:attrNameLst>
                                      </p:cBhvr>
                                      <p:tavLst>
                                        <p:tav tm="0">
                                          <p:val>
                                            <p:fltVal val="0"/>
                                          </p:val>
                                        </p:tav>
                                        <p:tav tm="100000">
                                          <p:val>
                                            <p:strVal val="#ppt_w"/>
                                          </p:val>
                                        </p:tav>
                                      </p:tavLst>
                                    </p:anim>
                                    <p:anim calcmode="lin" valueType="num">
                                      <p:cBhvr>
                                        <p:cTn id="15" dur="500" fill="hold"/>
                                        <p:tgtEl>
                                          <p:spTgt spid="244750"/>
                                        </p:tgtEl>
                                        <p:attrNameLst>
                                          <p:attrName>ppt_h</p:attrName>
                                        </p:attrNameLst>
                                      </p:cBhvr>
                                      <p:tavLst>
                                        <p:tav tm="0">
                                          <p:val>
                                            <p:fltVal val="0"/>
                                          </p:val>
                                        </p:tav>
                                        <p:tav tm="100000">
                                          <p:val>
                                            <p:strVal val="#ppt_h"/>
                                          </p:val>
                                        </p:tav>
                                      </p:tavLst>
                                    </p:anim>
                                    <p:animEffect transition="in" filter="fade">
                                      <p:cBhvr>
                                        <p:cTn id="16" dur="500"/>
                                        <p:tgtEl>
                                          <p:spTgt spid="244750"/>
                                        </p:tgtEl>
                                      </p:cBhvr>
                                    </p:animEffect>
                                  </p:childTnLst>
                                </p:cTn>
                              </p:par>
                              <p:par>
                                <p:cTn id="17" presetID="53" presetClass="entr" presetSubtype="0" fill="hold" grpId="0" nodeType="withEffect">
                                  <p:stCondLst>
                                    <p:cond delay="0"/>
                                  </p:stCondLst>
                                  <p:childTnLst>
                                    <p:set>
                                      <p:cBhvr>
                                        <p:cTn id="18" dur="1" fill="hold">
                                          <p:stCondLst>
                                            <p:cond delay="0"/>
                                          </p:stCondLst>
                                        </p:cTn>
                                        <p:tgtEl>
                                          <p:spTgt spid="244749"/>
                                        </p:tgtEl>
                                        <p:attrNameLst>
                                          <p:attrName>style.visibility</p:attrName>
                                        </p:attrNameLst>
                                      </p:cBhvr>
                                      <p:to>
                                        <p:strVal val="visible"/>
                                      </p:to>
                                    </p:set>
                                    <p:anim calcmode="lin" valueType="num">
                                      <p:cBhvr>
                                        <p:cTn id="19" dur="500" fill="hold"/>
                                        <p:tgtEl>
                                          <p:spTgt spid="244749"/>
                                        </p:tgtEl>
                                        <p:attrNameLst>
                                          <p:attrName>ppt_w</p:attrName>
                                        </p:attrNameLst>
                                      </p:cBhvr>
                                      <p:tavLst>
                                        <p:tav tm="0">
                                          <p:val>
                                            <p:fltVal val="0"/>
                                          </p:val>
                                        </p:tav>
                                        <p:tav tm="100000">
                                          <p:val>
                                            <p:strVal val="#ppt_w"/>
                                          </p:val>
                                        </p:tav>
                                      </p:tavLst>
                                    </p:anim>
                                    <p:anim calcmode="lin" valueType="num">
                                      <p:cBhvr>
                                        <p:cTn id="20" dur="500" fill="hold"/>
                                        <p:tgtEl>
                                          <p:spTgt spid="244749"/>
                                        </p:tgtEl>
                                        <p:attrNameLst>
                                          <p:attrName>ppt_h</p:attrName>
                                        </p:attrNameLst>
                                      </p:cBhvr>
                                      <p:tavLst>
                                        <p:tav tm="0">
                                          <p:val>
                                            <p:fltVal val="0"/>
                                          </p:val>
                                        </p:tav>
                                        <p:tav tm="100000">
                                          <p:val>
                                            <p:strVal val="#ppt_h"/>
                                          </p:val>
                                        </p:tav>
                                      </p:tavLst>
                                    </p:anim>
                                    <p:animEffect transition="in" filter="fade">
                                      <p:cBhvr>
                                        <p:cTn id="21" dur="500"/>
                                        <p:tgtEl>
                                          <p:spTgt spid="244749"/>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3" presetClass="entr" presetSubtype="16" fill="hold" nodeType="click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p:cTn id="26" dur="500" fill="hold"/>
                                        <p:tgtEl>
                                          <p:spTgt spid="8"/>
                                        </p:tgtEl>
                                        <p:attrNameLst>
                                          <p:attrName>ppt_w</p:attrName>
                                        </p:attrNameLst>
                                      </p:cBhvr>
                                      <p:tavLst>
                                        <p:tav tm="0">
                                          <p:val>
                                            <p:fltVal val="0"/>
                                          </p:val>
                                        </p:tav>
                                        <p:tav tm="100000">
                                          <p:val>
                                            <p:strVal val="#ppt_w"/>
                                          </p:val>
                                        </p:tav>
                                      </p:tavLst>
                                    </p:anim>
                                    <p:anim calcmode="lin" valueType="num">
                                      <p:cBhvr>
                                        <p:cTn id="27" dur="500" fill="hold"/>
                                        <p:tgtEl>
                                          <p:spTgt spid="8"/>
                                        </p:tgtEl>
                                        <p:attrNameLst>
                                          <p:attrName>ppt_h</p:attrName>
                                        </p:attrNameLst>
                                      </p:cBhvr>
                                      <p:tavLst>
                                        <p:tav tm="0">
                                          <p:val>
                                            <p:fltVal val="0"/>
                                          </p:val>
                                        </p:tav>
                                        <p:tav tm="100000">
                                          <p:val>
                                            <p:strVal val="#ppt_h"/>
                                          </p:val>
                                        </p:tav>
                                      </p:tavLst>
                                    </p:anim>
                                    <p:animEffect transition="in" filter="fad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nodeType="clickEffect">
                                  <p:stCondLst>
                                    <p:cond delay="0"/>
                                  </p:stCondLst>
                                  <p:childTnLst>
                                    <p:set>
                                      <p:cBhvr>
                                        <p:cTn id="32" dur="1" fill="hold">
                                          <p:stCondLst>
                                            <p:cond delay="0"/>
                                          </p:stCondLst>
                                        </p:cTn>
                                        <p:tgtEl>
                                          <p:spTgt spid="81"/>
                                        </p:tgtEl>
                                        <p:attrNameLst>
                                          <p:attrName>style.visibility</p:attrName>
                                        </p:attrNameLst>
                                      </p:cBhvr>
                                      <p:to>
                                        <p:strVal val="visible"/>
                                      </p:to>
                                    </p:set>
                                    <p:anim calcmode="lin" valueType="num">
                                      <p:cBhvr>
                                        <p:cTn id="33" dur="500" fill="hold"/>
                                        <p:tgtEl>
                                          <p:spTgt spid="81"/>
                                        </p:tgtEl>
                                        <p:attrNameLst>
                                          <p:attrName>ppt_w</p:attrName>
                                        </p:attrNameLst>
                                      </p:cBhvr>
                                      <p:tavLst>
                                        <p:tav tm="0">
                                          <p:val>
                                            <p:fltVal val="0"/>
                                          </p:val>
                                        </p:tav>
                                        <p:tav tm="100000">
                                          <p:val>
                                            <p:strVal val="#ppt_w"/>
                                          </p:val>
                                        </p:tav>
                                      </p:tavLst>
                                    </p:anim>
                                    <p:anim calcmode="lin" valueType="num">
                                      <p:cBhvr>
                                        <p:cTn id="34" dur="500" fill="hold"/>
                                        <p:tgtEl>
                                          <p:spTgt spid="81"/>
                                        </p:tgtEl>
                                        <p:attrNameLst>
                                          <p:attrName>ppt_h</p:attrName>
                                        </p:attrNameLst>
                                      </p:cBhvr>
                                      <p:tavLst>
                                        <p:tav tm="0">
                                          <p:val>
                                            <p:fltVal val="0"/>
                                          </p:val>
                                        </p:tav>
                                        <p:tav tm="100000">
                                          <p:val>
                                            <p:strVal val="#ppt_h"/>
                                          </p:val>
                                        </p:tav>
                                      </p:tavLst>
                                    </p:anim>
                                    <p:animEffect transition="in" filter="fade">
                                      <p:cBhvr>
                                        <p:cTn id="35" dur="500"/>
                                        <p:tgtEl>
                                          <p:spTgt spid="8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67"/>
                                        </p:tgtEl>
                                        <p:attrNameLst>
                                          <p:attrName>style.visibility</p:attrName>
                                        </p:attrNameLst>
                                      </p:cBhvr>
                                      <p:to>
                                        <p:strVal val="visible"/>
                                      </p:to>
                                    </p:set>
                                    <p:anim calcmode="lin" valueType="num">
                                      <p:cBhvr>
                                        <p:cTn id="40" dur="500" fill="hold"/>
                                        <p:tgtEl>
                                          <p:spTgt spid="67"/>
                                        </p:tgtEl>
                                        <p:attrNameLst>
                                          <p:attrName>ppt_w</p:attrName>
                                        </p:attrNameLst>
                                      </p:cBhvr>
                                      <p:tavLst>
                                        <p:tav tm="0">
                                          <p:val>
                                            <p:fltVal val="0"/>
                                          </p:val>
                                        </p:tav>
                                        <p:tav tm="100000">
                                          <p:val>
                                            <p:strVal val="#ppt_w"/>
                                          </p:val>
                                        </p:tav>
                                      </p:tavLst>
                                    </p:anim>
                                    <p:anim calcmode="lin" valueType="num">
                                      <p:cBhvr>
                                        <p:cTn id="41" dur="500" fill="hold"/>
                                        <p:tgtEl>
                                          <p:spTgt spid="67"/>
                                        </p:tgtEl>
                                        <p:attrNameLst>
                                          <p:attrName>ppt_h</p:attrName>
                                        </p:attrNameLst>
                                      </p:cBhvr>
                                      <p:tavLst>
                                        <p:tav tm="0">
                                          <p:val>
                                            <p:fltVal val="0"/>
                                          </p:val>
                                        </p:tav>
                                        <p:tav tm="100000">
                                          <p:val>
                                            <p:strVal val="#ppt_h"/>
                                          </p:val>
                                        </p:tav>
                                      </p:tavLst>
                                    </p:anim>
                                    <p:animEffect transition="in" filter="fade">
                                      <p:cBhvr>
                                        <p:cTn id="42" dur="500"/>
                                        <p:tgtEl>
                                          <p:spTgt spid="67"/>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68"/>
                                        </p:tgtEl>
                                        <p:attrNameLst>
                                          <p:attrName>style.visibility</p:attrName>
                                        </p:attrNameLst>
                                      </p:cBhvr>
                                      <p:to>
                                        <p:strVal val="visible"/>
                                      </p:to>
                                    </p:set>
                                    <p:anim calcmode="lin" valueType="num">
                                      <p:cBhvr>
                                        <p:cTn id="45" dur="500" fill="hold"/>
                                        <p:tgtEl>
                                          <p:spTgt spid="68"/>
                                        </p:tgtEl>
                                        <p:attrNameLst>
                                          <p:attrName>ppt_w</p:attrName>
                                        </p:attrNameLst>
                                      </p:cBhvr>
                                      <p:tavLst>
                                        <p:tav tm="0">
                                          <p:val>
                                            <p:fltVal val="0"/>
                                          </p:val>
                                        </p:tav>
                                        <p:tav tm="100000">
                                          <p:val>
                                            <p:strVal val="#ppt_w"/>
                                          </p:val>
                                        </p:tav>
                                      </p:tavLst>
                                    </p:anim>
                                    <p:anim calcmode="lin" valueType="num">
                                      <p:cBhvr>
                                        <p:cTn id="46" dur="500" fill="hold"/>
                                        <p:tgtEl>
                                          <p:spTgt spid="68"/>
                                        </p:tgtEl>
                                        <p:attrNameLst>
                                          <p:attrName>ppt_h</p:attrName>
                                        </p:attrNameLst>
                                      </p:cBhvr>
                                      <p:tavLst>
                                        <p:tav tm="0">
                                          <p:val>
                                            <p:fltVal val="0"/>
                                          </p:val>
                                        </p:tav>
                                        <p:tav tm="100000">
                                          <p:val>
                                            <p:strVal val="#ppt_h"/>
                                          </p:val>
                                        </p:tav>
                                      </p:tavLst>
                                    </p:anim>
                                    <p:animEffect transition="in" filter="fade">
                                      <p:cBhvr>
                                        <p:cTn id="47" dur="500"/>
                                        <p:tgtEl>
                                          <p:spTgt spid="68"/>
                                        </p:tgtEl>
                                      </p:cBhvr>
                                    </p:animEffect>
                                  </p:childTnLst>
                                </p:cTn>
                              </p:par>
                            </p:childTnLst>
                          </p:cTn>
                        </p:par>
                      </p:childTnLst>
                    </p:cTn>
                  </p:par>
                  <p:par>
                    <p:cTn id="48" fill="hold">
                      <p:stCondLst>
                        <p:cond delay="indefinite"/>
                      </p:stCondLst>
                      <p:childTnLst>
                        <p:par>
                          <p:cTn id="49" fill="hold">
                            <p:stCondLst>
                              <p:cond delay="0"/>
                            </p:stCondLst>
                            <p:childTnLst>
                              <p:par>
                                <p:cTn id="50" presetID="53" presetClass="entr" presetSubtype="16" fill="hold" nodeType="clickEffect">
                                  <p:stCondLst>
                                    <p:cond delay="0"/>
                                  </p:stCondLst>
                                  <p:childTnLst>
                                    <p:set>
                                      <p:cBhvr>
                                        <p:cTn id="51" dur="1" fill="hold">
                                          <p:stCondLst>
                                            <p:cond delay="0"/>
                                          </p:stCondLst>
                                        </p:cTn>
                                        <p:tgtEl>
                                          <p:spTgt spid="2"/>
                                        </p:tgtEl>
                                        <p:attrNameLst>
                                          <p:attrName>style.visibility</p:attrName>
                                        </p:attrNameLst>
                                      </p:cBhvr>
                                      <p:to>
                                        <p:strVal val="visible"/>
                                      </p:to>
                                    </p:set>
                                    <p:anim calcmode="lin" valueType="num">
                                      <p:cBhvr>
                                        <p:cTn id="52" dur="500" fill="hold"/>
                                        <p:tgtEl>
                                          <p:spTgt spid="2"/>
                                        </p:tgtEl>
                                        <p:attrNameLst>
                                          <p:attrName>ppt_w</p:attrName>
                                        </p:attrNameLst>
                                      </p:cBhvr>
                                      <p:tavLst>
                                        <p:tav tm="0">
                                          <p:val>
                                            <p:fltVal val="0"/>
                                          </p:val>
                                        </p:tav>
                                        <p:tav tm="100000">
                                          <p:val>
                                            <p:strVal val="#ppt_w"/>
                                          </p:val>
                                        </p:tav>
                                      </p:tavLst>
                                    </p:anim>
                                    <p:anim calcmode="lin" valueType="num">
                                      <p:cBhvr>
                                        <p:cTn id="53" dur="500" fill="hold"/>
                                        <p:tgtEl>
                                          <p:spTgt spid="2"/>
                                        </p:tgtEl>
                                        <p:attrNameLst>
                                          <p:attrName>ppt_h</p:attrName>
                                        </p:attrNameLst>
                                      </p:cBhvr>
                                      <p:tavLst>
                                        <p:tav tm="0">
                                          <p:val>
                                            <p:fltVal val="0"/>
                                          </p:val>
                                        </p:tav>
                                        <p:tav tm="100000">
                                          <p:val>
                                            <p:strVal val="#ppt_h"/>
                                          </p:val>
                                        </p:tav>
                                      </p:tavLst>
                                    </p:anim>
                                    <p:animEffect transition="in" filter="fade">
                                      <p:cBhvr>
                                        <p:cTn id="54" dur="500"/>
                                        <p:tgtEl>
                                          <p:spTgt spid="2"/>
                                        </p:tgtEl>
                                      </p:cBhvr>
                                    </p:animEffect>
                                  </p:childTnLst>
                                </p:cTn>
                              </p:par>
                            </p:childTnLst>
                          </p:cTn>
                        </p:par>
                      </p:childTnLst>
                    </p:cTn>
                  </p:par>
                  <p:par>
                    <p:cTn id="55" fill="hold">
                      <p:stCondLst>
                        <p:cond delay="indefinite"/>
                      </p:stCondLst>
                      <p:childTnLst>
                        <p:par>
                          <p:cTn id="56" fill="hold">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111648"/>
                                        </p:tgtEl>
                                        <p:attrNameLst>
                                          <p:attrName>style.visibility</p:attrName>
                                        </p:attrNameLst>
                                      </p:cBhvr>
                                      <p:to>
                                        <p:strVal val="visible"/>
                                      </p:to>
                                    </p:set>
                                    <p:anim calcmode="lin" valueType="num">
                                      <p:cBhvr>
                                        <p:cTn id="59" dur="500" fill="hold"/>
                                        <p:tgtEl>
                                          <p:spTgt spid="111648"/>
                                        </p:tgtEl>
                                        <p:attrNameLst>
                                          <p:attrName>ppt_w</p:attrName>
                                        </p:attrNameLst>
                                      </p:cBhvr>
                                      <p:tavLst>
                                        <p:tav tm="0">
                                          <p:val>
                                            <p:fltVal val="0"/>
                                          </p:val>
                                        </p:tav>
                                        <p:tav tm="100000">
                                          <p:val>
                                            <p:strVal val="#ppt_w"/>
                                          </p:val>
                                        </p:tav>
                                      </p:tavLst>
                                    </p:anim>
                                    <p:anim calcmode="lin" valueType="num">
                                      <p:cBhvr>
                                        <p:cTn id="60" dur="500" fill="hold"/>
                                        <p:tgtEl>
                                          <p:spTgt spid="111648"/>
                                        </p:tgtEl>
                                        <p:attrNameLst>
                                          <p:attrName>ppt_h</p:attrName>
                                        </p:attrNameLst>
                                      </p:cBhvr>
                                      <p:tavLst>
                                        <p:tav tm="0">
                                          <p:val>
                                            <p:fltVal val="0"/>
                                          </p:val>
                                        </p:tav>
                                        <p:tav tm="100000">
                                          <p:val>
                                            <p:strVal val="#ppt_h"/>
                                          </p:val>
                                        </p:tav>
                                      </p:tavLst>
                                    </p:anim>
                                    <p:animEffect transition="in" filter="fade">
                                      <p:cBhvr>
                                        <p:cTn id="61" dur="500"/>
                                        <p:tgtEl>
                                          <p:spTgt spid="111648"/>
                                        </p:tgtEl>
                                      </p:cBhvr>
                                    </p:animEffect>
                                  </p:childTnLst>
                                </p:cTn>
                              </p:par>
                              <p:par>
                                <p:cTn id="62" presetID="53" presetClass="entr" presetSubtype="16" fill="hold" nodeType="withEffect">
                                  <p:stCondLst>
                                    <p:cond delay="0"/>
                                  </p:stCondLst>
                                  <p:childTnLst>
                                    <p:set>
                                      <p:cBhvr>
                                        <p:cTn id="63" dur="1" fill="hold">
                                          <p:stCondLst>
                                            <p:cond delay="0"/>
                                          </p:stCondLst>
                                        </p:cTn>
                                        <p:tgtEl>
                                          <p:spTgt spid="3"/>
                                        </p:tgtEl>
                                        <p:attrNameLst>
                                          <p:attrName>style.visibility</p:attrName>
                                        </p:attrNameLst>
                                      </p:cBhvr>
                                      <p:to>
                                        <p:strVal val="visible"/>
                                      </p:to>
                                    </p:set>
                                    <p:anim calcmode="lin" valueType="num">
                                      <p:cBhvr>
                                        <p:cTn id="64" dur="500" fill="hold"/>
                                        <p:tgtEl>
                                          <p:spTgt spid="3"/>
                                        </p:tgtEl>
                                        <p:attrNameLst>
                                          <p:attrName>ppt_w</p:attrName>
                                        </p:attrNameLst>
                                      </p:cBhvr>
                                      <p:tavLst>
                                        <p:tav tm="0">
                                          <p:val>
                                            <p:fltVal val="0"/>
                                          </p:val>
                                        </p:tav>
                                        <p:tav tm="100000">
                                          <p:val>
                                            <p:strVal val="#ppt_w"/>
                                          </p:val>
                                        </p:tav>
                                      </p:tavLst>
                                    </p:anim>
                                    <p:anim calcmode="lin" valueType="num">
                                      <p:cBhvr>
                                        <p:cTn id="65" dur="500" fill="hold"/>
                                        <p:tgtEl>
                                          <p:spTgt spid="3"/>
                                        </p:tgtEl>
                                        <p:attrNameLst>
                                          <p:attrName>ppt_h</p:attrName>
                                        </p:attrNameLst>
                                      </p:cBhvr>
                                      <p:tavLst>
                                        <p:tav tm="0">
                                          <p:val>
                                            <p:fltVal val="0"/>
                                          </p:val>
                                        </p:tav>
                                        <p:tav tm="100000">
                                          <p:val>
                                            <p:strVal val="#ppt_h"/>
                                          </p:val>
                                        </p:tav>
                                      </p:tavLst>
                                    </p:anim>
                                    <p:animEffect transition="in" filter="fade">
                                      <p:cBhvr>
                                        <p:cTn id="66" dur="500"/>
                                        <p:tgtEl>
                                          <p:spTgt spid="3"/>
                                        </p:tgtEl>
                                      </p:cBhvr>
                                    </p:animEffect>
                                  </p:childTnLst>
                                </p:cTn>
                              </p:par>
                            </p:childTnLst>
                          </p:cTn>
                        </p:par>
                      </p:childTnLst>
                    </p:cTn>
                  </p:par>
                  <p:par>
                    <p:cTn id="67" fill="hold">
                      <p:stCondLst>
                        <p:cond delay="indefinite"/>
                      </p:stCondLst>
                      <p:childTnLst>
                        <p:par>
                          <p:cTn id="68" fill="hold">
                            <p:stCondLst>
                              <p:cond delay="0"/>
                            </p:stCondLst>
                            <p:childTnLst>
                              <p:par>
                                <p:cTn id="69" presetID="53" presetClass="exit" presetSubtype="32" fill="hold" nodeType="clickEffect">
                                  <p:stCondLst>
                                    <p:cond delay="0"/>
                                  </p:stCondLst>
                                  <p:childTnLst>
                                    <p:anim calcmode="lin" valueType="num">
                                      <p:cBhvr>
                                        <p:cTn id="70" dur="500"/>
                                        <p:tgtEl>
                                          <p:spTgt spid="84"/>
                                        </p:tgtEl>
                                        <p:attrNameLst>
                                          <p:attrName>ppt_w</p:attrName>
                                        </p:attrNameLst>
                                      </p:cBhvr>
                                      <p:tavLst>
                                        <p:tav tm="0">
                                          <p:val>
                                            <p:strVal val="ppt_w"/>
                                          </p:val>
                                        </p:tav>
                                        <p:tav tm="100000">
                                          <p:val>
                                            <p:fltVal val="0"/>
                                          </p:val>
                                        </p:tav>
                                      </p:tavLst>
                                    </p:anim>
                                    <p:anim calcmode="lin" valueType="num">
                                      <p:cBhvr>
                                        <p:cTn id="71" dur="500"/>
                                        <p:tgtEl>
                                          <p:spTgt spid="84"/>
                                        </p:tgtEl>
                                        <p:attrNameLst>
                                          <p:attrName>ppt_h</p:attrName>
                                        </p:attrNameLst>
                                      </p:cBhvr>
                                      <p:tavLst>
                                        <p:tav tm="0">
                                          <p:val>
                                            <p:strVal val="ppt_h"/>
                                          </p:val>
                                        </p:tav>
                                        <p:tav tm="100000">
                                          <p:val>
                                            <p:fltVal val="0"/>
                                          </p:val>
                                        </p:tav>
                                      </p:tavLst>
                                    </p:anim>
                                    <p:animEffect transition="out" filter="fade">
                                      <p:cBhvr>
                                        <p:cTn id="72" dur="500"/>
                                        <p:tgtEl>
                                          <p:spTgt spid="84"/>
                                        </p:tgtEl>
                                      </p:cBhvr>
                                    </p:animEffect>
                                    <p:set>
                                      <p:cBhvr>
                                        <p:cTn id="73" dur="1" fill="hold">
                                          <p:stCondLst>
                                            <p:cond delay="499"/>
                                          </p:stCondLst>
                                        </p:cTn>
                                        <p:tgtEl>
                                          <p:spTgt spid="8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49" grpId="0"/>
      <p:bldP spid="244750" grpId="0" animBg="1"/>
      <p:bldP spid="67" grpId="0" animBg="1"/>
      <p:bldP spid="68" grpId="0"/>
      <p:bldP spid="111648"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17"/>
          <p:cNvSpPr>
            <a:spLocks noChangeArrowheads="1"/>
          </p:cNvSpPr>
          <p:nvPr/>
        </p:nvSpPr>
        <p:spPr bwMode="auto">
          <a:xfrm>
            <a:off x="8737600" y="1841501"/>
            <a:ext cx="1348317" cy="613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s</a:t>
            </a:r>
          </a:p>
        </p:txBody>
      </p:sp>
      <p:sp>
        <p:nvSpPr>
          <p:cNvPr id="111619" name="Rectangle 18"/>
          <p:cNvSpPr>
            <a:spLocks noChangeArrowheads="1"/>
          </p:cNvSpPr>
          <p:nvPr/>
        </p:nvSpPr>
        <p:spPr bwMode="auto">
          <a:xfrm>
            <a:off x="8379884" y="2667000"/>
            <a:ext cx="1284816"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q</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111620" name="Rectangle 19"/>
          <p:cNvSpPr>
            <a:spLocks noChangeArrowheads="1"/>
          </p:cNvSpPr>
          <p:nvPr/>
        </p:nvSpPr>
        <p:spPr bwMode="auto">
          <a:xfrm>
            <a:off x="7327900" y="2692401"/>
            <a:ext cx="654051" cy="6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r</a:t>
            </a:r>
          </a:p>
        </p:txBody>
      </p:sp>
      <p:sp>
        <p:nvSpPr>
          <p:cNvPr id="111621" name="Line 20"/>
          <p:cNvSpPr>
            <a:spLocks noChangeShapeType="1"/>
          </p:cNvSpPr>
          <p:nvPr/>
        </p:nvSpPr>
        <p:spPr bwMode="auto">
          <a:xfrm flipH="1">
            <a:off x="8976784" y="228600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46086" name="Line 21"/>
          <p:cNvSpPr>
            <a:spLocks noChangeShapeType="1"/>
          </p:cNvSpPr>
          <p:nvPr/>
        </p:nvSpPr>
        <p:spPr bwMode="auto">
          <a:xfrm flipH="1">
            <a:off x="7579784" y="2313518"/>
            <a:ext cx="1244600" cy="520700"/>
          </a:xfrm>
          <a:prstGeom prst="line">
            <a:avLst/>
          </a:prstGeom>
          <a:noFill/>
          <a:ln w="25400">
            <a:solidFill>
              <a:schemeClr val="tx2">
                <a:lumMod val="60000"/>
                <a:lumOff val="40000"/>
              </a:schemeClr>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44744" name="Line 23"/>
          <p:cNvSpPr>
            <a:spLocks noChangeShapeType="1"/>
          </p:cNvSpPr>
          <p:nvPr/>
        </p:nvSpPr>
        <p:spPr bwMode="auto">
          <a:xfrm flipH="1">
            <a:off x="8981017" y="3143251"/>
            <a:ext cx="0" cy="4021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5" name="Rectangle 24"/>
          <p:cNvSpPr>
            <a:spLocks noChangeArrowheads="1"/>
          </p:cNvSpPr>
          <p:nvPr/>
        </p:nvSpPr>
        <p:spPr bwMode="auto">
          <a:xfrm>
            <a:off x="7116233" y="3589867"/>
            <a:ext cx="1289051" cy="709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p</a:t>
            </a:r>
            <a:r>
              <a:rPr lang="en-US" altLang="zh-CN" sz="2400">
                <a:solidFill>
                  <a:srgbClr val="000000"/>
                </a:solidFill>
                <a:ea typeface="宋体" panose="02010600030101010101" pitchFamily="2" charset="-122"/>
                <a:cs typeface="Times New Roman" panose="02020603050405020304" pitchFamily="18" charset="0"/>
              </a:rPr>
              <a:t>(1,9)</a:t>
            </a:r>
          </a:p>
        </p:txBody>
      </p:sp>
      <p:sp>
        <p:nvSpPr>
          <p:cNvPr id="244746" name="Rectangle 25"/>
          <p:cNvSpPr>
            <a:spLocks noChangeArrowheads="1"/>
          </p:cNvSpPr>
          <p:nvPr/>
        </p:nvSpPr>
        <p:spPr bwMode="auto">
          <a:xfrm>
            <a:off x="8401051" y="3613151"/>
            <a:ext cx="1286933" cy="709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q</a:t>
            </a:r>
            <a:r>
              <a:rPr lang="en-US" altLang="zh-CN" sz="2400" dirty="0">
                <a:solidFill>
                  <a:srgbClr val="000000"/>
                </a:solidFill>
                <a:ea typeface="宋体" panose="02010600030101010101" pitchFamily="2" charset="-122"/>
                <a:cs typeface="Times New Roman" panose="02020603050405020304" pitchFamily="18" charset="0"/>
              </a:rPr>
              <a:t>(1,3)</a:t>
            </a:r>
          </a:p>
        </p:txBody>
      </p:sp>
      <p:sp>
        <p:nvSpPr>
          <p:cNvPr id="244749" name="Rectangle 28"/>
          <p:cNvSpPr>
            <a:spLocks noChangeArrowheads="1"/>
          </p:cNvSpPr>
          <p:nvPr/>
        </p:nvSpPr>
        <p:spPr bwMode="auto">
          <a:xfrm>
            <a:off x="7495118" y="4559300"/>
            <a:ext cx="1289049"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t>
            </a:r>
            <a:r>
              <a:rPr lang="en-US" altLang="zh-CN" sz="2400" dirty="0">
                <a:solidFill>
                  <a:srgbClr val="000000"/>
                </a:solidFill>
                <a:ea typeface="宋体" panose="02010600030101010101" pitchFamily="2" charset="-122"/>
                <a:cs typeface="Times New Roman" panose="02020603050405020304" pitchFamily="18" charset="0"/>
              </a:rPr>
              <a:t>(1,3)</a:t>
            </a:r>
          </a:p>
        </p:txBody>
      </p:sp>
      <p:sp>
        <p:nvSpPr>
          <p:cNvPr id="244750" name="Line 29"/>
          <p:cNvSpPr>
            <a:spLocks noChangeShapeType="1"/>
          </p:cNvSpPr>
          <p:nvPr/>
        </p:nvSpPr>
        <p:spPr bwMode="auto">
          <a:xfrm flipH="1">
            <a:off x="7865534" y="4074584"/>
            <a:ext cx="802217" cy="59266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629" name="Rectangle 31"/>
          <p:cNvSpPr>
            <a:spLocks noChangeArrowheads="1"/>
          </p:cNvSpPr>
          <p:nvPr/>
        </p:nvSpPr>
        <p:spPr bwMode="auto">
          <a:xfrm>
            <a:off x="7670801" y="1238251"/>
            <a:ext cx="2806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活动树</a:t>
            </a:r>
          </a:p>
        </p:txBody>
      </p:sp>
      <p:grpSp>
        <p:nvGrpSpPr>
          <p:cNvPr id="111630" name="组合 113"/>
          <p:cNvGrpSpPr>
            <a:grpSpLocks/>
          </p:cNvGrpSpPr>
          <p:nvPr/>
        </p:nvGrpSpPr>
        <p:grpSpPr bwMode="auto">
          <a:xfrm>
            <a:off x="239185" y="3716867"/>
            <a:ext cx="4186767" cy="2305051"/>
            <a:chOff x="5003799" y="500048"/>
            <a:chExt cx="3282977" cy="1803794"/>
          </a:xfrm>
        </p:grpSpPr>
        <p:sp>
          <p:nvSpPr>
            <p:cNvPr id="21" name="Rectangle 4"/>
            <p:cNvSpPr>
              <a:spLocks noChangeArrowheads="1"/>
            </p:cNvSpPr>
            <p:nvPr/>
          </p:nvSpPr>
          <p:spPr bwMode="auto">
            <a:xfrm>
              <a:off x="5003799" y="500048"/>
              <a:ext cx="3282977" cy="1788886"/>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22" name="直接连接符 21"/>
            <p:cNvCxnSpPr/>
            <p:nvPr/>
          </p:nvCxnSpPr>
          <p:spPr>
            <a:xfrm>
              <a:off x="5003799" y="798196"/>
              <a:ext cx="32763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7143211" y="500048"/>
              <a:ext cx="0" cy="1803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31" name="Group 99"/>
          <p:cNvGrpSpPr>
            <a:grpSpLocks/>
          </p:cNvGrpSpPr>
          <p:nvPr/>
        </p:nvGrpSpPr>
        <p:grpSpPr bwMode="auto">
          <a:xfrm>
            <a:off x="5198534" y="592667"/>
            <a:ext cx="1231900" cy="863600"/>
            <a:chOff x="975" y="2750"/>
            <a:chExt cx="776" cy="544"/>
          </a:xfrm>
        </p:grpSpPr>
        <p:sp>
          <p:nvSpPr>
            <p:cNvPr id="30"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9"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5"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70"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s</a:t>
              </a:r>
            </a:p>
          </p:txBody>
        </p:sp>
        <p:sp>
          <p:nvSpPr>
            <p:cNvPr id="111671"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a</a:t>
              </a:r>
            </a:p>
          </p:txBody>
        </p:sp>
      </p:grpSp>
      <p:sp>
        <p:nvSpPr>
          <p:cNvPr id="111632" name="Rectangle 32"/>
          <p:cNvSpPr>
            <a:spLocks noChangeArrowheads="1"/>
          </p:cNvSpPr>
          <p:nvPr/>
        </p:nvSpPr>
        <p:spPr bwMode="auto">
          <a:xfrm>
            <a:off x="4944534" y="-97366"/>
            <a:ext cx="16658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r>
              <a:rPr lang="zh-CN" altLang="en-US" sz="3600">
                <a:solidFill>
                  <a:srgbClr val="2D83F4"/>
                </a:solidFill>
                <a:latin typeface="楷体" panose="02010609060101010101" pitchFamily="49" charset="-122"/>
                <a:ea typeface="楷体" panose="02010609060101010101" pitchFamily="49" charset="-122"/>
                <a:cs typeface="Times New Roman" panose="02020603050405020304" pitchFamily="18" charset="0"/>
              </a:rPr>
              <a:t>控制栈</a:t>
            </a:r>
          </a:p>
        </p:txBody>
      </p:sp>
      <p:grpSp>
        <p:nvGrpSpPr>
          <p:cNvPr id="111633" name="Group 99"/>
          <p:cNvGrpSpPr>
            <a:grpSpLocks/>
          </p:cNvGrpSpPr>
          <p:nvPr/>
        </p:nvGrpSpPr>
        <p:grpSpPr bwMode="auto">
          <a:xfrm>
            <a:off x="5207000" y="1428751"/>
            <a:ext cx="1272117" cy="848783"/>
            <a:chOff x="948" y="2750"/>
            <a:chExt cx="802" cy="534"/>
          </a:xfrm>
        </p:grpSpPr>
        <p:sp>
          <p:nvSpPr>
            <p:cNvPr id="38"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7"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33"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64"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(1, 9)</a:t>
              </a:r>
            </a:p>
          </p:txBody>
        </p:sp>
        <p:sp>
          <p:nvSpPr>
            <p:cNvPr id="111665"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7" name="Group 99"/>
          <p:cNvGrpSpPr>
            <a:grpSpLocks/>
          </p:cNvGrpSpPr>
          <p:nvPr/>
        </p:nvGrpSpPr>
        <p:grpSpPr bwMode="auto">
          <a:xfrm>
            <a:off x="5207000" y="2277533"/>
            <a:ext cx="1272117" cy="846667"/>
            <a:chOff x="948" y="2750"/>
            <a:chExt cx="802" cy="534"/>
          </a:xfrm>
        </p:grpSpPr>
        <p:sp>
          <p:nvSpPr>
            <p:cNvPr id="54"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3"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49"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8"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q</a:t>
              </a:r>
              <a:r>
                <a:rPr lang="en-US" altLang="zh-CN" sz="1600">
                  <a:solidFill>
                    <a:prstClr val="black"/>
                  </a:solidFill>
                  <a:cs typeface="Times New Roman" panose="02020603050405020304" pitchFamily="18" charset="0"/>
                </a:rPr>
                <a:t> (1, 3)</a:t>
              </a:r>
            </a:p>
          </p:txBody>
        </p:sp>
        <p:sp>
          <p:nvSpPr>
            <p:cNvPr id="111659"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v</a:t>
              </a:r>
            </a:p>
          </p:txBody>
        </p:sp>
      </p:grpSp>
      <p:grpSp>
        <p:nvGrpSpPr>
          <p:cNvPr id="8" name="Group 99"/>
          <p:cNvGrpSpPr>
            <a:grpSpLocks/>
          </p:cNvGrpSpPr>
          <p:nvPr/>
        </p:nvGrpSpPr>
        <p:grpSpPr bwMode="auto">
          <a:xfrm>
            <a:off x="5207000" y="3141133"/>
            <a:ext cx="1272117" cy="846667"/>
            <a:chOff x="948" y="2750"/>
            <a:chExt cx="802" cy="534"/>
          </a:xfrm>
        </p:grpSpPr>
        <p:sp>
          <p:nvSpPr>
            <p:cNvPr id="61"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0"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6"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52"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p</a:t>
              </a:r>
              <a:r>
                <a:rPr lang="en-US" altLang="zh-CN" sz="1600">
                  <a:solidFill>
                    <a:prstClr val="black"/>
                  </a:solidFill>
                  <a:cs typeface="Times New Roman" panose="02020603050405020304" pitchFamily="18" charset="0"/>
                </a:rPr>
                <a:t> (1, 3)</a:t>
              </a:r>
            </a:p>
          </p:txBody>
        </p:sp>
        <p:sp>
          <p:nvSpPr>
            <p:cNvPr id="111653"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i, j</a:t>
              </a:r>
            </a:p>
          </p:txBody>
        </p:sp>
      </p:grpSp>
      <p:sp>
        <p:nvSpPr>
          <p:cNvPr id="62" name="Line 12"/>
          <p:cNvSpPr>
            <a:spLocks noChangeShapeType="1"/>
          </p:cNvSpPr>
          <p:nvPr/>
        </p:nvSpPr>
        <p:spPr bwMode="auto">
          <a:xfrm flipH="1">
            <a:off x="7509933" y="4036485"/>
            <a:ext cx="0" cy="391583"/>
          </a:xfrm>
          <a:prstGeom prst="line">
            <a:avLst/>
          </a:prstGeom>
          <a:noFill/>
          <a:ln w="25400">
            <a:solidFill>
              <a:schemeClr val="tx2">
                <a:lumMod val="60000"/>
                <a:lumOff val="40000"/>
              </a:schemeClr>
            </a:solidFill>
            <a:round/>
            <a:headEnd/>
            <a:tailEnd/>
          </a:ln>
        </p:spPr>
        <p:txBody>
          <a:bodyPr/>
          <a:lstStyle/>
          <a:p>
            <a:pPr defTabSz="1219170" fontAlgn="base">
              <a:spcBef>
                <a:spcPct val="0"/>
              </a:spcBef>
              <a:spcAft>
                <a:spcPct val="0"/>
              </a:spcAft>
              <a:defRPr/>
            </a:pPr>
            <a:endParaRPr lang="zh-CN" altLang="en-US" sz="1467" b="1">
              <a:solidFill>
                <a:prstClr val="black"/>
              </a:solidFill>
              <a:latin typeface="Times New Roman" panose="02020603050405020304" pitchFamily="18" charset="0"/>
              <a:ea typeface="宋体" pitchFamily="2" charset="-122"/>
            </a:endParaRPr>
          </a:p>
        </p:txBody>
      </p:sp>
      <p:sp>
        <p:nvSpPr>
          <p:cNvPr id="111637" name="Rectangle 22"/>
          <p:cNvSpPr>
            <a:spLocks noChangeArrowheads="1"/>
          </p:cNvSpPr>
          <p:nvPr/>
        </p:nvSpPr>
        <p:spPr bwMode="auto">
          <a:xfrm>
            <a:off x="7291918" y="43243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sp>
        <p:nvSpPr>
          <p:cNvPr id="67" name="Line 12"/>
          <p:cNvSpPr>
            <a:spLocks noChangeShapeType="1"/>
          </p:cNvSpPr>
          <p:nvPr/>
        </p:nvSpPr>
        <p:spPr bwMode="auto">
          <a:xfrm flipH="1">
            <a:off x="7778751" y="4988985"/>
            <a:ext cx="0" cy="391583"/>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8" name="Rectangle 22"/>
          <p:cNvSpPr>
            <a:spLocks noChangeArrowheads="1"/>
          </p:cNvSpPr>
          <p:nvPr/>
        </p:nvSpPr>
        <p:spPr bwMode="auto">
          <a:xfrm>
            <a:off x="7560734" y="5276852"/>
            <a:ext cx="359833" cy="359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just" defTabSz="1219170" eaLnBrk="0" fontAlgn="base" hangingPunct="0">
              <a:spcBef>
                <a:spcPct val="0"/>
              </a:spcBef>
              <a:spcAft>
                <a:spcPct val="0"/>
              </a:spcAft>
            </a:pPr>
            <a:r>
              <a:rPr lang="en-US" altLang="zh-CN" sz="2667" i="1">
                <a:solidFill>
                  <a:prstClr val="black"/>
                </a:solidFill>
                <a:ea typeface="宋体" panose="02010600030101010101" pitchFamily="2" charset="-122"/>
              </a:rPr>
              <a:t>e</a:t>
            </a:r>
          </a:p>
        </p:txBody>
      </p:sp>
      <p:grpSp>
        <p:nvGrpSpPr>
          <p:cNvPr id="9" name="Group 99"/>
          <p:cNvGrpSpPr>
            <a:grpSpLocks/>
          </p:cNvGrpSpPr>
          <p:nvPr/>
        </p:nvGrpSpPr>
        <p:grpSpPr bwMode="auto">
          <a:xfrm>
            <a:off x="5207000" y="4004733"/>
            <a:ext cx="1272117" cy="848784"/>
            <a:chOff x="948" y="2750"/>
            <a:chExt cx="802" cy="534"/>
          </a:xfrm>
        </p:grpSpPr>
        <p:sp>
          <p:nvSpPr>
            <p:cNvPr id="75"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4"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0"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1646"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prstClr val="black"/>
                  </a:solidFill>
                  <a:cs typeface="Times New Roman" panose="02020603050405020304" pitchFamily="18" charset="0"/>
                </a:rPr>
                <a:t>e</a:t>
              </a:r>
              <a:endParaRPr lang="en-US" altLang="zh-CN" sz="1600">
                <a:solidFill>
                  <a:prstClr val="black"/>
                </a:solidFill>
                <a:cs typeface="Times New Roman" panose="02020603050405020304" pitchFamily="18" charset="0"/>
              </a:endParaRPr>
            </a:p>
          </p:txBody>
        </p:sp>
        <p:sp>
          <p:nvSpPr>
            <p:cNvPr id="111647"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prstClr val="black"/>
                </a:solidFill>
                <a:cs typeface="Times New Roman" panose="02020603050405020304" pitchFamily="18" charset="0"/>
              </a:endParaRPr>
            </a:p>
          </p:txBody>
        </p:sp>
      </p:grpSp>
      <p:sp>
        <p:nvSpPr>
          <p:cNvPr id="3" name="任意多边形 2"/>
          <p:cNvSpPr/>
          <p:nvPr/>
        </p:nvSpPr>
        <p:spPr>
          <a:xfrm>
            <a:off x="6432551" y="2776107"/>
            <a:ext cx="586316" cy="1620211"/>
          </a:xfrm>
          <a:custGeom>
            <a:avLst/>
            <a:gdLst>
              <a:gd name="connsiteX0" fmla="*/ 0 w 438897"/>
              <a:gd name="connsiteY0" fmla="*/ 2442758 h 2442758"/>
              <a:gd name="connsiteX1" fmla="*/ 421105 w 438897"/>
              <a:gd name="connsiteY1" fmla="*/ 1347884 h 2442758"/>
              <a:gd name="connsiteX2" fmla="*/ 324853 w 438897"/>
              <a:gd name="connsiteY2" fmla="*/ 192852 h 2442758"/>
              <a:gd name="connsiteX3" fmla="*/ 0 w 438897"/>
              <a:gd name="connsiteY3" fmla="*/ 12379 h 2442758"/>
            </a:gdLst>
            <a:ahLst/>
            <a:cxnLst>
              <a:cxn ang="0">
                <a:pos x="connsiteX0" y="connsiteY0"/>
              </a:cxn>
              <a:cxn ang="0">
                <a:pos x="connsiteX1" y="connsiteY1"/>
              </a:cxn>
              <a:cxn ang="0">
                <a:pos x="connsiteX2" y="connsiteY2"/>
              </a:cxn>
              <a:cxn ang="0">
                <a:pos x="connsiteX3" y="connsiteY3"/>
              </a:cxn>
            </a:cxnLst>
            <a:rect l="l" t="t" r="r" b="b"/>
            <a:pathLst>
              <a:path w="438897" h="2442758">
                <a:moveTo>
                  <a:pt x="0" y="2442758"/>
                </a:moveTo>
                <a:cubicBezTo>
                  <a:pt x="183481" y="2082813"/>
                  <a:pt x="366963" y="1722868"/>
                  <a:pt x="421105" y="1347884"/>
                </a:cubicBezTo>
                <a:cubicBezTo>
                  <a:pt x="475247" y="972900"/>
                  <a:pt x="395037" y="415436"/>
                  <a:pt x="324853" y="192852"/>
                </a:cubicBezTo>
                <a:cubicBezTo>
                  <a:pt x="254669" y="-29732"/>
                  <a:pt x="127334" y="-8677"/>
                  <a:pt x="0" y="12379"/>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63" name="Line 22"/>
          <p:cNvSpPr>
            <a:spLocks noChangeShapeType="1"/>
          </p:cNvSpPr>
          <p:nvPr/>
        </p:nvSpPr>
        <p:spPr bwMode="auto">
          <a:xfrm flipH="1">
            <a:off x="7584018" y="3141134"/>
            <a:ext cx="946149" cy="472017"/>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5" name="Line 22"/>
          <p:cNvSpPr>
            <a:spLocks noChangeShapeType="1"/>
          </p:cNvSpPr>
          <p:nvPr/>
        </p:nvSpPr>
        <p:spPr bwMode="auto">
          <a:xfrm flipH="1">
            <a:off x="7584018" y="3145368"/>
            <a:ext cx="946149" cy="47201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6" name="Rectangle 7"/>
          <p:cNvSpPr>
            <a:spLocks noChangeArrowheads="1"/>
          </p:cNvSpPr>
          <p:nvPr/>
        </p:nvSpPr>
        <p:spPr bwMode="auto">
          <a:xfrm>
            <a:off x="3693301" y="961234"/>
            <a:ext cx="957297" cy="36784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sp>
        <p:nvSpPr>
          <p:cNvPr id="69" name="Text Box 8"/>
          <p:cNvSpPr txBox="1">
            <a:spLocks noChangeArrowheads="1"/>
          </p:cNvSpPr>
          <p:nvPr/>
        </p:nvSpPr>
        <p:spPr bwMode="auto">
          <a:xfrm>
            <a:off x="3503787" y="417885"/>
            <a:ext cx="1556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1219170" fontAlgn="base">
              <a:spcBef>
                <a:spcPct val="5000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display</a:t>
            </a:r>
            <a:r>
              <a:rPr kumimoji="1" lang="zh-CN" altLang="en-US" sz="2400" dirty="0">
                <a:solidFill>
                  <a:srgbClr val="000000"/>
                </a:solidFill>
                <a:latin typeface="Times New Roman" panose="02020603050405020304" pitchFamily="18" charset="0"/>
                <a:ea typeface="宋体" panose="02010600030101010101" pitchFamily="2" charset="-122"/>
              </a:rPr>
              <a:t>表</a:t>
            </a:r>
            <a:endParaRPr kumimoji="1" lang="en-US" altLang="zh-CN" sz="2400" dirty="0">
              <a:solidFill>
                <a:srgbClr val="000000"/>
              </a:solidFill>
              <a:latin typeface="Times New Roman" panose="02020603050405020304" pitchFamily="18" charset="0"/>
              <a:ea typeface="宋体" panose="02010600030101010101" pitchFamily="2" charset="-122"/>
            </a:endParaRPr>
          </a:p>
        </p:txBody>
      </p:sp>
      <p:sp>
        <p:nvSpPr>
          <p:cNvPr id="71" name="Text Box 12"/>
          <p:cNvSpPr txBox="1">
            <a:spLocks noChangeArrowheads="1"/>
          </p:cNvSpPr>
          <p:nvPr/>
        </p:nvSpPr>
        <p:spPr bwMode="auto">
          <a:xfrm>
            <a:off x="3004324" y="898933"/>
            <a:ext cx="1219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d[1]</a:t>
            </a:r>
          </a:p>
        </p:txBody>
      </p:sp>
      <p:cxnSp>
        <p:nvCxnSpPr>
          <p:cNvPr id="72" name="直接箭头连接符 71"/>
          <p:cNvCxnSpPr/>
          <p:nvPr/>
        </p:nvCxnSpPr>
        <p:spPr>
          <a:xfrm>
            <a:off x="4420532" y="1168897"/>
            <a:ext cx="69862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3" name="组合 72"/>
          <p:cNvGrpSpPr/>
          <p:nvPr/>
        </p:nvGrpSpPr>
        <p:grpSpPr>
          <a:xfrm>
            <a:off x="3004325" y="1267493"/>
            <a:ext cx="1646273" cy="461665"/>
            <a:chOff x="2253243" y="950619"/>
            <a:chExt cx="1234705" cy="346249"/>
          </a:xfrm>
        </p:grpSpPr>
        <p:sp>
          <p:nvSpPr>
            <p:cNvPr id="76"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d[2]</a:t>
              </a:r>
            </a:p>
          </p:txBody>
        </p:sp>
        <p:sp>
          <p:nvSpPr>
            <p:cNvPr id="77"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78" name="组合 77"/>
          <p:cNvGrpSpPr/>
          <p:nvPr/>
        </p:nvGrpSpPr>
        <p:grpSpPr>
          <a:xfrm>
            <a:off x="3000482" y="1635980"/>
            <a:ext cx="1646273" cy="461665"/>
            <a:chOff x="2253243" y="950619"/>
            <a:chExt cx="1234705" cy="346249"/>
          </a:xfrm>
        </p:grpSpPr>
        <p:sp>
          <p:nvSpPr>
            <p:cNvPr id="79" name="Text Box 12"/>
            <p:cNvSpPr txBox="1">
              <a:spLocks noChangeArrowheads="1"/>
            </p:cNvSpPr>
            <p:nvPr/>
          </p:nvSpPr>
          <p:spPr bwMode="auto">
            <a:xfrm>
              <a:off x="2253243" y="950619"/>
              <a:ext cx="91440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fontAlgn="base">
                <a:spcBef>
                  <a:spcPct val="0"/>
                </a:spcBef>
                <a:spcAft>
                  <a:spcPct val="0"/>
                </a:spcAft>
              </a:pPr>
              <a:r>
                <a:rPr kumimoji="1" lang="en-US" altLang="zh-CN" sz="2400" dirty="0">
                  <a:solidFill>
                    <a:srgbClr val="000000"/>
                  </a:solidFill>
                  <a:latin typeface="Times New Roman" panose="02020603050405020304" pitchFamily="18" charset="0"/>
                  <a:ea typeface="宋体" panose="02010600030101010101" pitchFamily="2" charset="-122"/>
                </a:rPr>
                <a:t>d[3]</a:t>
              </a:r>
            </a:p>
          </p:txBody>
        </p:sp>
        <p:sp>
          <p:nvSpPr>
            <p:cNvPr id="80" name="Rectangle 7"/>
            <p:cNvSpPr>
              <a:spLocks noChangeArrowheads="1"/>
            </p:cNvSpPr>
            <p:nvPr/>
          </p:nvSpPr>
          <p:spPr bwMode="auto">
            <a:xfrm>
              <a:off x="2769975" y="997345"/>
              <a:ext cx="717973" cy="275881"/>
            </a:xfrm>
            <a:prstGeom prst="rect">
              <a:avLst/>
            </a:prstGeom>
            <a:solidFill>
              <a:srgbClr val="00E4A8"/>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170">
                <a:defRPr/>
              </a:pPr>
              <a:endParaRPr lang="zh-CN" altLang="en-US" sz="2400" kern="0">
                <a:solidFill>
                  <a:srgbClr val="000000"/>
                </a:solidFill>
                <a:latin typeface="Tahoma" panose="020B0604030504040204" pitchFamily="34" charset="0"/>
                <a:ea typeface="宋体" panose="02010600030101010101" pitchFamily="2" charset="-122"/>
              </a:endParaRPr>
            </a:p>
          </p:txBody>
        </p:sp>
      </p:grpSp>
      <p:grpSp>
        <p:nvGrpSpPr>
          <p:cNvPr id="84" name="组合 83"/>
          <p:cNvGrpSpPr/>
          <p:nvPr/>
        </p:nvGrpSpPr>
        <p:grpSpPr>
          <a:xfrm>
            <a:off x="4425951" y="1495956"/>
            <a:ext cx="693205" cy="3085761"/>
            <a:chOff x="3319463" y="1121966"/>
            <a:chExt cx="519904" cy="2314321"/>
          </a:xfrm>
        </p:grpSpPr>
        <p:cxnSp>
          <p:nvCxnSpPr>
            <p:cNvPr id="85" name="直接箭头连接符 84"/>
            <p:cNvCxnSpPr/>
            <p:nvPr/>
          </p:nvCxnSpPr>
          <p:spPr>
            <a:xfrm>
              <a:off x="3608785" y="1121966"/>
              <a:ext cx="230582" cy="231432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直接连接符 85"/>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7" name="Freeform 56"/>
          <p:cNvSpPr>
            <a:spLocks/>
          </p:cNvSpPr>
          <p:nvPr/>
        </p:nvSpPr>
        <p:spPr bwMode="auto">
          <a:xfrm rot="-511685">
            <a:off x="6414402" y="1865738"/>
            <a:ext cx="387609" cy="814605"/>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chemeClr val="tx1"/>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81" name="组合 80"/>
          <p:cNvGrpSpPr/>
          <p:nvPr/>
        </p:nvGrpSpPr>
        <p:grpSpPr>
          <a:xfrm>
            <a:off x="4422108" y="1892830"/>
            <a:ext cx="697048" cy="1823847"/>
            <a:chOff x="3319463" y="1121966"/>
            <a:chExt cx="522786" cy="1367885"/>
          </a:xfrm>
        </p:grpSpPr>
        <p:cxnSp>
          <p:nvCxnSpPr>
            <p:cNvPr id="82" name="直接箭头连接符 81"/>
            <p:cNvCxnSpPr/>
            <p:nvPr/>
          </p:nvCxnSpPr>
          <p:spPr>
            <a:xfrm>
              <a:off x="3608785" y="1121966"/>
              <a:ext cx="233464" cy="136788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直接连接符 82"/>
            <p:cNvCxnSpPr/>
            <p:nvPr/>
          </p:nvCxnSpPr>
          <p:spPr>
            <a:xfrm>
              <a:off x="3319463" y="1131590"/>
              <a:ext cx="2780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8" name="Rectangle 2">
            <a:extLst>
              <a:ext uri="{FF2B5EF4-FFF2-40B4-BE49-F238E27FC236}">
                <a16:creationId xmlns:a16="http://schemas.microsoft.com/office/drawing/2014/main" id="{0FE78F16-0C12-4927-8C43-98A65106C960}"/>
              </a:ext>
            </a:extLst>
          </p:cNvPr>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9" name="Rectangle 138">
            <a:extLst>
              <a:ext uri="{FF2B5EF4-FFF2-40B4-BE49-F238E27FC236}">
                <a16:creationId xmlns:a16="http://schemas.microsoft.com/office/drawing/2014/main" id="{73E08EF4-A97D-4D06-85F6-E34853E3E5DB}"/>
              </a:ext>
            </a:extLst>
          </p:cNvPr>
          <p:cNvSpPr>
            <a:spLocks noChangeArrowheads="1"/>
          </p:cNvSpPr>
          <p:nvPr/>
        </p:nvSpPr>
        <p:spPr bwMode="auto">
          <a:xfrm>
            <a:off x="5226544" y="4319188"/>
            <a:ext cx="1229290" cy="217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
        <p:nvSpPr>
          <p:cNvPr id="90" name="Rectangle 138">
            <a:extLst>
              <a:ext uri="{FF2B5EF4-FFF2-40B4-BE49-F238E27FC236}">
                <a16:creationId xmlns:a16="http://schemas.microsoft.com/office/drawing/2014/main" id="{3B354108-0084-472F-A8D8-34C4AF556B49}"/>
              </a:ext>
            </a:extLst>
          </p:cNvPr>
          <p:cNvSpPr>
            <a:spLocks noChangeArrowheads="1"/>
          </p:cNvSpPr>
          <p:nvPr/>
        </p:nvSpPr>
        <p:spPr bwMode="auto">
          <a:xfrm>
            <a:off x="5273868" y="2556401"/>
            <a:ext cx="1229290" cy="217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rPr>
              <a:t>保存的</a:t>
            </a:r>
            <a:r>
              <a:rPr lang="en-US" altLang="zh-CN" sz="1600" dirty="0">
                <a:solidFill>
                  <a:prstClr val="black"/>
                </a:solidFill>
                <a:ea typeface="楷体" panose="02010609060101010101" pitchFamily="49" charset="-122"/>
                <a:cs typeface="Times New Roman" panose="02020603050405020304" pitchFamily="18" charset="0"/>
              </a:rPr>
              <a:t>d[2]</a:t>
            </a:r>
            <a:endParaRPr lang="zh-CN" altLang="en-US" sz="1600" dirty="0">
              <a:solidFill>
                <a:prstClr val="black"/>
              </a:solidFill>
              <a:ea typeface="楷体" panose="02010609060101010101" pitchFamily="49" charset="-122"/>
              <a:cs typeface="Times New Roman" panose="02020603050405020304" pitchFamily="18" charset="0"/>
            </a:endParaRPr>
          </a:p>
          <a:p>
            <a:pPr algn="ctr" defTabSz="1219170" eaLnBrk="0" fontAlgn="base" hangingPunct="0">
              <a:spcBef>
                <a:spcPct val="0"/>
              </a:spcBef>
              <a:spcAft>
                <a:spcPct val="0"/>
              </a:spcAft>
            </a:pPr>
            <a:endParaRPr lang="zh-CN" altLang="en-US" sz="1600" dirty="0">
              <a:solidFill>
                <a:prstClr val="black"/>
              </a:solidFill>
              <a:latin typeface="楷体" panose="02010609060101010101" pitchFamily="49" charset="-122"/>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8138750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9" name="Rectangle 3"/>
          <p:cNvSpPr>
            <a:spLocks noGrp="1" noChangeArrowheads="1"/>
          </p:cNvSpPr>
          <p:nvPr>
            <p:ph idx="1"/>
          </p:nvPr>
        </p:nvSpPr>
        <p:spPr>
          <a:xfrm>
            <a:off x="571501" y="1047751"/>
            <a:ext cx="11188700" cy="5825067"/>
          </a:xfrm>
        </p:spPr>
        <p:txBody>
          <a:bodyPr/>
          <a:lstStyle/>
          <a:p>
            <a:pPr>
              <a:lnSpc>
                <a:spcPts val="4267"/>
              </a:lnSpc>
              <a:buClrTx/>
              <a:buFont typeface="Wingdings" pitchFamily="2" charset="2"/>
              <a:buChar char="Ø"/>
              <a:defRPr/>
            </a:pPr>
            <a:r>
              <a:rPr lang="zh-CN" altLang="en-US" b="1" dirty="0">
                <a:solidFill>
                  <a:schemeClr val="tx1"/>
                </a:solidFill>
                <a:cs typeface="Times New Roman" pitchFamily="18" charset="0"/>
              </a:rPr>
              <a:t>每当</a:t>
            </a:r>
            <a:r>
              <a:rPr lang="zh-CN" altLang="en-US" b="1" dirty="0">
                <a:solidFill>
                  <a:schemeClr val="tx2">
                    <a:lumMod val="60000"/>
                    <a:lumOff val="40000"/>
                  </a:schemeClr>
                </a:solidFill>
                <a:cs typeface="Times New Roman" pitchFamily="18" charset="0"/>
              </a:rPr>
              <a:t>开始</a:t>
            </a:r>
            <a:r>
              <a:rPr lang="zh-CN" altLang="en-US" b="1" dirty="0">
                <a:solidFill>
                  <a:schemeClr val="tx1"/>
                </a:solidFill>
                <a:cs typeface="Times New Roman" pitchFamily="18" charset="0"/>
              </a:rPr>
              <a:t>一个新活动时都要</a:t>
            </a:r>
            <a:r>
              <a:rPr lang="zh-CN" altLang="en-US" b="1" dirty="0">
                <a:solidFill>
                  <a:schemeClr val="tx2">
                    <a:lumMod val="60000"/>
                    <a:lumOff val="40000"/>
                  </a:schemeClr>
                </a:solidFill>
                <a:cs typeface="Times New Roman" pitchFamily="18" charset="0"/>
              </a:rPr>
              <a:t>修改</a:t>
            </a:r>
            <a:r>
              <a:rPr lang="en-US" altLang="zh-CN" b="1" dirty="0">
                <a:solidFill>
                  <a:schemeClr val="tx1"/>
                </a:solidFill>
                <a:cs typeface="Times New Roman" pitchFamily="18" charset="0"/>
              </a:rPr>
              <a:t>display</a:t>
            </a:r>
            <a:r>
              <a:rPr lang="zh-CN" altLang="en-US" b="1" dirty="0">
                <a:solidFill>
                  <a:schemeClr val="tx1"/>
                </a:solidFill>
                <a:cs typeface="Times New Roman" pitchFamily="18" charset="0"/>
              </a:rPr>
              <a:t>表。</a:t>
            </a:r>
          </a:p>
          <a:p>
            <a:pPr>
              <a:lnSpc>
                <a:spcPts val="4267"/>
              </a:lnSpc>
              <a:buClrTx/>
              <a:buFont typeface="Wingdings" pitchFamily="2" charset="2"/>
              <a:buChar char="Ø"/>
              <a:defRPr/>
            </a:pPr>
            <a:r>
              <a:rPr lang="zh-CN" altLang="en-US" b="1" dirty="0">
                <a:solidFill>
                  <a:schemeClr val="tx1"/>
                </a:solidFill>
                <a:cs typeface="Times New Roman" pitchFamily="18" charset="0"/>
              </a:rPr>
              <a:t>而当控制从新活动中</a:t>
            </a:r>
            <a:r>
              <a:rPr lang="zh-CN" altLang="en-US" b="1" dirty="0">
                <a:solidFill>
                  <a:schemeClr val="tx2">
                    <a:lumMod val="60000"/>
                    <a:lumOff val="40000"/>
                  </a:schemeClr>
                </a:solidFill>
                <a:cs typeface="Times New Roman" pitchFamily="18" charset="0"/>
              </a:rPr>
              <a:t>返回</a:t>
            </a:r>
            <a:r>
              <a:rPr lang="zh-CN" altLang="en-US" b="1" dirty="0">
                <a:solidFill>
                  <a:schemeClr val="tx1"/>
                </a:solidFill>
                <a:cs typeface="Times New Roman" pitchFamily="18" charset="0"/>
              </a:rPr>
              <a:t>时，又必须</a:t>
            </a:r>
            <a:r>
              <a:rPr lang="zh-CN" altLang="en-US" b="1" dirty="0">
                <a:solidFill>
                  <a:schemeClr val="tx2">
                    <a:lumMod val="60000"/>
                    <a:lumOff val="40000"/>
                  </a:schemeClr>
                </a:solidFill>
                <a:cs typeface="Times New Roman" pitchFamily="18" charset="0"/>
              </a:rPr>
              <a:t>恢复</a:t>
            </a:r>
            <a:r>
              <a:rPr lang="en-US" altLang="zh-CN" b="1" dirty="0">
                <a:solidFill>
                  <a:schemeClr val="tx1"/>
                </a:solidFill>
                <a:cs typeface="Times New Roman" pitchFamily="18" charset="0"/>
              </a:rPr>
              <a:t>display</a:t>
            </a:r>
            <a:r>
              <a:rPr lang="zh-CN" altLang="en-US" b="1" dirty="0">
                <a:solidFill>
                  <a:schemeClr val="tx1"/>
                </a:solidFill>
                <a:cs typeface="Times New Roman" pitchFamily="18" charset="0"/>
              </a:rPr>
              <a:t>表的状态</a:t>
            </a:r>
          </a:p>
          <a:p>
            <a:pPr>
              <a:lnSpc>
                <a:spcPts val="4267"/>
              </a:lnSpc>
              <a:buClrTx/>
              <a:buFont typeface="Wingdings" pitchFamily="2" charset="2"/>
              <a:buChar char="Ø"/>
              <a:defRPr/>
            </a:pPr>
            <a:r>
              <a:rPr lang="zh-CN" altLang="en-US" b="1" dirty="0">
                <a:solidFill>
                  <a:schemeClr val="tx1"/>
                </a:solidFill>
                <a:cs typeface="Times New Roman" pitchFamily="18" charset="0"/>
              </a:rPr>
              <a:t>如果嵌套深度为</a:t>
            </a:r>
            <a:r>
              <a:rPr lang="en-US" altLang="zh-CN" b="1" i="1" dirty="0">
                <a:solidFill>
                  <a:schemeClr val="tx1"/>
                </a:solidFill>
                <a:cs typeface="Times New Roman" pitchFamily="18" charset="0"/>
              </a:rPr>
              <a:t>n</a:t>
            </a:r>
            <a:r>
              <a:rPr lang="en-US" altLang="zh-CN" b="1" i="1" baseline="-25000" dirty="0">
                <a:solidFill>
                  <a:schemeClr val="tx1"/>
                </a:solidFill>
                <a:cs typeface="Times New Roman" pitchFamily="18" charset="0"/>
              </a:rPr>
              <a:t>p</a:t>
            </a:r>
            <a:r>
              <a:rPr lang="zh-CN" altLang="en-US" b="1" dirty="0">
                <a:solidFill>
                  <a:schemeClr val="tx1"/>
                </a:solidFill>
                <a:cs typeface="Times New Roman" pitchFamily="18" charset="0"/>
              </a:rPr>
              <a:t>的过程</a:t>
            </a:r>
            <a:r>
              <a:rPr lang="en-US" altLang="zh-CN" b="1" i="1" dirty="0">
                <a:solidFill>
                  <a:schemeClr val="tx2">
                    <a:lumMod val="60000"/>
                    <a:lumOff val="40000"/>
                  </a:schemeClr>
                </a:solidFill>
                <a:cs typeface="Times New Roman" pitchFamily="18" charset="0"/>
              </a:rPr>
              <a:t>p</a:t>
            </a:r>
            <a:r>
              <a:rPr lang="zh-CN" altLang="en-US" b="1" dirty="0">
                <a:solidFill>
                  <a:schemeClr val="tx2">
                    <a:lumMod val="60000"/>
                    <a:lumOff val="40000"/>
                  </a:schemeClr>
                </a:solidFill>
                <a:cs typeface="Times New Roman" pitchFamily="18" charset="0"/>
              </a:rPr>
              <a:t>被调用</a:t>
            </a:r>
            <a:r>
              <a:rPr lang="zh-CN" altLang="en-US" b="1" dirty="0">
                <a:solidFill>
                  <a:schemeClr val="tx1"/>
                </a:solidFill>
                <a:cs typeface="Times New Roman" pitchFamily="18" charset="0"/>
              </a:rPr>
              <a:t>，并且它的活动记录不是</a:t>
            </a:r>
            <a:r>
              <a:rPr lang="en-US" altLang="zh-CN" b="1" i="1" dirty="0">
                <a:solidFill>
                  <a:schemeClr val="tx1"/>
                </a:solidFill>
                <a:cs typeface="Times New Roman" pitchFamily="18" charset="0"/>
              </a:rPr>
              <a:t>d</a:t>
            </a:r>
            <a:r>
              <a:rPr lang="en-US" altLang="zh-CN" b="1" dirty="0">
                <a:solidFill>
                  <a:schemeClr val="tx1"/>
                </a:solidFill>
                <a:cs typeface="Times New Roman" pitchFamily="18" charset="0"/>
              </a:rPr>
              <a:t>[</a:t>
            </a:r>
            <a:r>
              <a:rPr lang="en-US" altLang="zh-CN" b="1" i="1" dirty="0">
                <a:solidFill>
                  <a:schemeClr val="tx1"/>
                </a:solidFill>
                <a:cs typeface="Times New Roman" pitchFamily="18" charset="0"/>
              </a:rPr>
              <a:t>n</a:t>
            </a:r>
            <a:r>
              <a:rPr lang="en-US" altLang="zh-CN" b="1" i="1" baseline="-25000" dirty="0">
                <a:solidFill>
                  <a:schemeClr val="tx1"/>
                </a:solidFill>
                <a:cs typeface="Times New Roman" pitchFamily="18" charset="0"/>
              </a:rPr>
              <a:t>p</a:t>
            </a:r>
            <a:r>
              <a:rPr lang="en-US" altLang="zh-CN" b="1" dirty="0">
                <a:solidFill>
                  <a:schemeClr val="tx1"/>
                </a:solidFill>
                <a:cs typeface="Times New Roman" pitchFamily="18" charset="0"/>
              </a:rPr>
              <a:t>]</a:t>
            </a:r>
            <a:r>
              <a:rPr lang="zh-CN" altLang="en-US" b="1" dirty="0">
                <a:solidFill>
                  <a:schemeClr val="tx1"/>
                </a:solidFill>
                <a:cs typeface="Times New Roman" pitchFamily="18" charset="0"/>
              </a:rPr>
              <a:t>直接指向的活动记录，则</a:t>
            </a:r>
            <a:r>
              <a:rPr lang="en-US" altLang="zh-CN" b="1" i="1" dirty="0">
                <a:solidFill>
                  <a:schemeClr val="tx2">
                    <a:lumMod val="60000"/>
                    <a:lumOff val="40000"/>
                  </a:schemeClr>
                </a:solidFill>
                <a:cs typeface="Times New Roman" pitchFamily="18" charset="0"/>
              </a:rPr>
              <a:t>p</a:t>
            </a:r>
            <a:r>
              <a:rPr lang="zh-CN" altLang="en-US" b="1" dirty="0">
                <a:solidFill>
                  <a:schemeClr val="tx2">
                    <a:lumMod val="60000"/>
                    <a:lumOff val="40000"/>
                  </a:schemeClr>
                </a:solidFill>
                <a:cs typeface="Times New Roman" pitchFamily="18" charset="0"/>
              </a:rPr>
              <a:t>的活动记录</a:t>
            </a:r>
            <a:r>
              <a:rPr lang="zh-CN" altLang="en-US" b="1" dirty="0">
                <a:solidFill>
                  <a:schemeClr val="tx1"/>
                </a:solidFill>
                <a:cs typeface="Times New Roman" pitchFamily="18" charset="0"/>
              </a:rPr>
              <a:t>要</a:t>
            </a:r>
            <a:r>
              <a:rPr lang="zh-CN" altLang="en-US" b="1" dirty="0">
                <a:solidFill>
                  <a:schemeClr val="tx2">
                    <a:lumMod val="60000"/>
                    <a:lumOff val="40000"/>
                  </a:schemeClr>
                </a:solidFill>
                <a:cs typeface="Times New Roman" pitchFamily="18" charset="0"/>
              </a:rPr>
              <a:t>保存</a:t>
            </a:r>
            <a:r>
              <a:rPr lang="en-US" altLang="zh-CN" b="1" i="1" dirty="0">
                <a:solidFill>
                  <a:schemeClr val="tx2">
                    <a:lumMod val="60000"/>
                    <a:lumOff val="40000"/>
                  </a:schemeClr>
                </a:solidFill>
                <a:cs typeface="Times New Roman" pitchFamily="18" charset="0"/>
              </a:rPr>
              <a:t>d</a:t>
            </a:r>
            <a:r>
              <a:rPr lang="en-US" altLang="zh-CN" b="1" dirty="0">
                <a:solidFill>
                  <a:schemeClr val="tx2">
                    <a:lumMod val="60000"/>
                    <a:lumOff val="40000"/>
                  </a:schemeClr>
                </a:solidFill>
                <a:cs typeface="Times New Roman" pitchFamily="18" charset="0"/>
              </a:rPr>
              <a:t>[</a:t>
            </a:r>
            <a:r>
              <a:rPr lang="en-US" altLang="zh-CN" b="1" i="1" dirty="0">
                <a:solidFill>
                  <a:schemeClr val="tx2">
                    <a:lumMod val="60000"/>
                    <a:lumOff val="40000"/>
                  </a:schemeClr>
                </a:solidFill>
                <a:cs typeface="Times New Roman" pitchFamily="18" charset="0"/>
              </a:rPr>
              <a:t>n</a:t>
            </a:r>
            <a:r>
              <a:rPr lang="en-US" altLang="zh-CN" b="1" i="1" baseline="-25000" dirty="0">
                <a:solidFill>
                  <a:schemeClr val="tx2">
                    <a:lumMod val="60000"/>
                    <a:lumOff val="40000"/>
                  </a:schemeClr>
                </a:solidFill>
                <a:cs typeface="Times New Roman" pitchFamily="18" charset="0"/>
              </a:rPr>
              <a:t>p</a:t>
            </a:r>
            <a:r>
              <a:rPr lang="en-US" altLang="zh-CN" b="1" dirty="0">
                <a:solidFill>
                  <a:schemeClr val="tx2">
                    <a:lumMod val="60000"/>
                    <a:lumOff val="40000"/>
                  </a:schemeClr>
                </a:solidFill>
                <a:cs typeface="Times New Roman" pitchFamily="18" charset="0"/>
              </a:rPr>
              <a:t>]</a:t>
            </a:r>
            <a:r>
              <a:rPr lang="zh-CN" altLang="en-US" b="1" dirty="0">
                <a:solidFill>
                  <a:schemeClr val="tx2">
                    <a:lumMod val="60000"/>
                    <a:lumOff val="40000"/>
                  </a:schemeClr>
                </a:solidFill>
                <a:cs typeface="Times New Roman" pitchFamily="18" charset="0"/>
              </a:rPr>
              <a:t>原来的值</a:t>
            </a:r>
            <a:r>
              <a:rPr lang="zh-CN" altLang="en-US" b="1" dirty="0">
                <a:solidFill>
                  <a:schemeClr val="tx1"/>
                </a:solidFill>
                <a:cs typeface="Times New Roman" pitchFamily="18" charset="0"/>
              </a:rPr>
              <a:t>，同时置</a:t>
            </a:r>
            <a:r>
              <a:rPr lang="en-US" altLang="zh-CN" b="1" i="1" dirty="0">
                <a:solidFill>
                  <a:schemeClr val="tx1"/>
                </a:solidFill>
                <a:cs typeface="Times New Roman" pitchFamily="18" charset="0"/>
              </a:rPr>
              <a:t>d</a:t>
            </a:r>
            <a:r>
              <a:rPr lang="en-US" altLang="zh-CN" b="1" dirty="0">
                <a:solidFill>
                  <a:schemeClr val="tx1"/>
                </a:solidFill>
                <a:cs typeface="Times New Roman" pitchFamily="18" charset="0"/>
              </a:rPr>
              <a:t>[</a:t>
            </a:r>
            <a:r>
              <a:rPr lang="en-US" altLang="zh-CN" b="1" i="1" dirty="0">
                <a:solidFill>
                  <a:schemeClr val="tx1"/>
                </a:solidFill>
                <a:cs typeface="Times New Roman" pitchFamily="18" charset="0"/>
              </a:rPr>
              <a:t>n</a:t>
            </a:r>
            <a:r>
              <a:rPr lang="en-US" altLang="zh-CN" b="1" i="1" baseline="-25000" dirty="0">
                <a:solidFill>
                  <a:schemeClr val="tx1"/>
                </a:solidFill>
                <a:cs typeface="Times New Roman" pitchFamily="18" charset="0"/>
              </a:rPr>
              <a:t>p</a:t>
            </a:r>
            <a:r>
              <a:rPr lang="en-US" altLang="zh-CN" b="1" dirty="0">
                <a:solidFill>
                  <a:schemeClr val="tx1"/>
                </a:solidFill>
                <a:cs typeface="Times New Roman" pitchFamily="18" charset="0"/>
              </a:rPr>
              <a:t>]</a:t>
            </a:r>
            <a:r>
              <a:rPr lang="zh-CN" altLang="en-US" b="1" dirty="0">
                <a:solidFill>
                  <a:schemeClr val="tx1"/>
                </a:solidFill>
                <a:cs typeface="Times New Roman" pitchFamily="18" charset="0"/>
              </a:rPr>
              <a:t>指向</a:t>
            </a:r>
            <a:r>
              <a:rPr lang="en-US" altLang="zh-CN" b="1" i="1" dirty="0">
                <a:solidFill>
                  <a:schemeClr val="tx1"/>
                </a:solidFill>
                <a:cs typeface="Times New Roman" pitchFamily="18" charset="0"/>
              </a:rPr>
              <a:t>p</a:t>
            </a:r>
            <a:r>
              <a:rPr lang="zh-CN" altLang="en-US" b="1" dirty="0">
                <a:solidFill>
                  <a:schemeClr val="tx1"/>
                </a:solidFill>
                <a:cs typeface="Times New Roman" pitchFamily="18" charset="0"/>
              </a:rPr>
              <a:t>的这个活动记录</a:t>
            </a:r>
          </a:p>
          <a:p>
            <a:pPr>
              <a:lnSpc>
                <a:spcPts val="4267"/>
              </a:lnSpc>
              <a:buClrTx/>
              <a:buFont typeface="Wingdings" pitchFamily="2" charset="2"/>
              <a:buChar char="Ø"/>
              <a:defRPr/>
            </a:pPr>
            <a:r>
              <a:rPr lang="zh-CN" altLang="en-US" b="1" dirty="0">
                <a:solidFill>
                  <a:schemeClr val="tx1"/>
                </a:solidFill>
                <a:cs typeface="Times New Roman" pitchFamily="18" charset="0"/>
              </a:rPr>
              <a:t>当</a:t>
            </a:r>
            <a:r>
              <a:rPr lang="en-US" altLang="zh-CN" b="1" i="1" dirty="0">
                <a:solidFill>
                  <a:schemeClr val="tx1"/>
                </a:solidFill>
                <a:cs typeface="Times New Roman" pitchFamily="18" charset="0"/>
              </a:rPr>
              <a:t>p</a:t>
            </a:r>
            <a:r>
              <a:rPr lang="zh-CN" altLang="en-US" b="1" dirty="0">
                <a:solidFill>
                  <a:schemeClr val="tx2">
                    <a:lumMod val="60000"/>
                    <a:lumOff val="40000"/>
                  </a:schemeClr>
                </a:solidFill>
                <a:cs typeface="Times New Roman" pitchFamily="18" charset="0"/>
              </a:rPr>
              <a:t>返回</a:t>
            </a:r>
            <a:r>
              <a:rPr lang="zh-CN" altLang="en-US" b="1" dirty="0">
                <a:solidFill>
                  <a:schemeClr val="tx1"/>
                </a:solidFill>
                <a:cs typeface="Times New Roman" pitchFamily="18" charset="0"/>
              </a:rPr>
              <a:t>且它的活动记录被从运行栈中清除时，再将</a:t>
            </a:r>
            <a:r>
              <a:rPr lang="en-US" altLang="zh-CN" b="1" i="1" dirty="0">
                <a:solidFill>
                  <a:schemeClr val="tx1"/>
                </a:solidFill>
                <a:cs typeface="Times New Roman" pitchFamily="18" charset="0"/>
              </a:rPr>
              <a:t>d</a:t>
            </a:r>
            <a:r>
              <a:rPr lang="en-US" altLang="zh-CN" b="1" dirty="0">
                <a:solidFill>
                  <a:schemeClr val="tx1"/>
                </a:solidFill>
                <a:cs typeface="Times New Roman" pitchFamily="18" charset="0"/>
              </a:rPr>
              <a:t>[</a:t>
            </a:r>
            <a:r>
              <a:rPr lang="en-US" altLang="zh-CN" b="1" i="1" dirty="0">
                <a:solidFill>
                  <a:schemeClr val="tx1"/>
                </a:solidFill>
                <a:cs typeface="Times New Roman" pitchFamily="18" charset="0"/>
              </a:rPr>
              <a:t>n</a:t>
            </a:r>
            <a:r>
              <a:rPr lang="en-US" altLang="zh-CN" b="1" i="1" baseline="-25000" dirty="0">
                <a:solidFill>
                  <a:schemeClr val="tx1"/>
                </a:solidFill>
                <a:cs typeface="Times New Roman" pitchFamily="18" charset="0"/>
              </a:rPr>
              <a:t>p</a:t>
            </a:r>
            <a:r>
              <a:rPr lang="en-US" altLang="zh-CN" b="1" dirty="0">
                <a:solidFill>
                  <a:schemeClr val="tx1"/>
                </a:solidFill>
                <a:cs typeface="Times New Roman" pitchFamily="18" charset="0"/>
              </a:rPr>
              <a:t>]</a:t>
            </a:r>
            <a:r>
              <a:rPr lang="zh-CN" altLang="en-US" b="1" dirty="0">
                <a:solidFill>
                  <a:schemeClr val="tx2">
                    <a:lumMod val="60000"/>
                    <a:lumOff val="40000"/>
                  </a:schemeClr>
                </a:solidFill>
                <a:cs typeface="Times New Roman" pitchFamily="18" charset="0"/>
              </a:rPr>
              <a:t>恢复</a:t>
            </a:r>
            <a:r>
              <a:rPr lang="zh-CN" altLang="en-US" b="1" dirty="0">
                <a:solidFill>
                  <a:schemeClr val="tx1"/>
                </a:solidFill>
                <a:cs typeface="Times New Roman" pitchFamily="18" charset="0"/>
              </a:rPr>
              <a:t>为调用</a:t>
            </a:r>
            <a:r>
              <a:rPr lang="en-US" altLang="zh-CN" b="1" i="1" dirty="0">
                <a:solidFill>
                  <a:schemeClr val="tx1"/>
                </a:solidFill>
                <a:cs typeface="Times New Roman" pitchFamily="18" charset="0"/>
              </a:rPr>
              <a:t>p</a:t>
            </a:r>
            <a:r>
              <a:rPr lang="zh-CN" altLang="en-US" b="1" dirty="0">
                <a:solidFill>
                  <a:schemeClr val="tx1"/>
                </a:solidFill>
                <a:cs typeface="Times New Roman" pitchFamily="18" charset="0"/>
              </a:rPr>
              <a:t>之前的旧值</a:t>
            </a:r>
          </a:p>
          <a:p>
            <a:pPr>
              <a:lnSpc>
                <a:spcPts val="4267"/>
              </a:lnSpc>
              <a:buClrTx/>
              <a:buFont typeface="Wingdings" pitchFamily="2" charset="2"/>
              <a:buChar char="Ø"/>
              <a:defRPr/>
            </a:pPr>
            <a:r>
              <a:rPr lang="zh-CN" altLang="en-US" b="1" dirty="0">
                <a:solidFill>
                  <a:schemeClr val="tx1"/>
                </a:solidFill>
                <a:cs typeface="Times New Roman" pitchFamily="18" charset="0"/>
              </a:rPr>
              <a:t>如果运行栈中存在</a:t>
            </a:r>
            <a:r>
              <a:rPr lang="zh-CN" altLang="en-US" b="1" dirty="0">
                <a:solidFill>
                  <a:schemeClr val="tx2">
                    <a:lumMod val="60000"/>
                    <a:lumOff val="40000"/>
                  </a:schemeClr>
                </a:solidFill>
                <a:cs typeface="Times New Roman" pitchFamily="18" charset="0"/>
              </a:rPr>
              <a:t>多个</a:t>
            </a:r>
            <a:r>
              <a:rPr lang="zh-CN" altLang="en-US" b="1" dirty="0">
                <a:solidFill>
                  <a:schemeClr val="tx1"/>
                </a:solidFill>
                <a:cs typeface="Times New Roman" pitchFamily="18" charset="0"/>
              </a:rPr>
              <a:t>嵌套深度为</a:t>
            </a:r>
            <a:r>
              <a:rPr lang="en-US" altLang="zh-CN" b="1" i="1" dirty="0" err="1">
                <a:solidFill>
                  <a:schemeClr val="tx1"/>
                </a:solidFill>
                <a:cs typeface="Times New Roman" pitchFamily="18" charset="0"/>
              </a:rPr>
              <a:t>i</a:t>
            </a:r>
            <a:r>
              <a:rPr lang="zh-CN" altLang="en-US" b="1" dirty="0">
                <a:solidFill>
                  <a:schemeClr val="tx1"/>
                </a:solidFill>
                <a:cs typeface="Times New Roman" pitchFamily="18" charset="0"/>
              </a:rPr>
              <a:t>的过程的活动记录，则通过这些</a:t>
            </a:r>
            <a:r>
              <a:rPr lang="zh-CN" altLang="en-US" b="1" dirty="0">
                <a:solidFill>
                  <a:schemeClr val="tx2">
                    <a:lumMod val="60000"/>
                    <a:lumOff val="40000"/>
                  </a:schemeClr>
                </a:solidFill>
                <a:cs typeface="Times New Roman" pitchFamily="18" charset="0"/>
              </a:rPr>
              <a:t>保存的</a:t>
            </a:r>
            <a:r>
              <a:rPr lang="en-US" altLang="zh-CN" b="1" i="1" dirty="0">
                <a:solidFill>
                  <a:schemeClr val="tx2">
                    <a:lumMod val="60000"/>
                    <a:lumOff val="40000"/>
                  </a:schemeClr>
                </a:solidFill>
                <a:cs typeface="Times New Roman" pitchFamily="18" charset="0"/>
              </a:rPr>
              <a:t>d</a:t>
            </a:r>
            <a:r>
              <a:rPr lang="en-US" altLang="zh-CN" b="1" dirty="0">
                <a:solidFill>
                  <a:schemeClr val="tx2">
                    <a:lumMod val="60000"/>
                    <a:lumOff val="40000"/>
                  </a:schemeClr>
                </a:solidFill>
                <a:cs typeface="Times New Roman" pitchFamily="18" charset="0"/>
              </a:rPr>
              <a:t>[</a:t>
            </a:r>
            <a:r>
              <a:rPr lang="en-US" altLang="zh-CN" b="1" i="1" dirty="0" err="1">
                <a:solidFill>
                  <a:schemeClr val="tx2">
                    <a:lumMod val="60000"/>
                    <a:lumOff val="40000"/>
                  </a:schemeClr>
                </a:solidFill>
                <a:cs typeface="Times New Roman" pitchFamily="18" charset="0"/>
              </a:rPr>
              <a:t>i</a:t>
            </a:r>
            <a:r>
              <a:rPr lang="en-US" altLang="zh-CN" b="1" dirty="0">
                <a:solidFill>
                  <a:schemeClr val="tx2">
                    <a:lumMod val="60000"/>
                    <a:lumOff val="40000"/>
                  </a:schemeClr>
                </a:solidFill>
                <a:cs typeface="Times New Roman" pitchFamily="18" charset="0"/>
              </a:rPr>
              <a:t>]</a:t>
            </a:r>
            <a:r>
              <a:rPr lang="zh-CN" altLang="en-US" b="1" dirty="0">
                <a:solidFill>
                  <a:schemeClr val="tx1"/>
                </a:solidFill>
                <a:cs typeface="Times New Roman" pitchFamily="18" charset="0"/>
              </a:rPr>
              <a:t>就将它们</a:t>
            </a:r>
            <a:r>
              <a:rPr lang="zh-CN" altLang="en-US" b="1" dirty="0">
                <a:solidFill>
                  <a:schemeClr val="tx2">
                    <a:lumMod val="60000"/>
                    <a:lumOff val="40000"/>
                  </a:schemeClr>
                </a:solidFill>
                <a:cs typeface="Times New Roman" pitchFamily="18" charset="0"/>
              </a:rPr>
              <a:t>链接</a:t>
            </a:r>
            <a:r>
              <a:rPr lang="zh-CN" altLang="en-US" b="1" dirty="0">
                <a:solidFill>
                  <a:schemeClr val="tx1"/>
                </a:solidFill>
                <a:cs typeface="Times New Roman" pitchFamily="18" charset="0"/>
              </a:rPr>
              <a:t>在了一起，但是</a:t>
            </a:r>
            <a:r>
              <a:rPr lang="en-US" altLang="zh-CN" b="1" i="1" dirty="0">
                <a:solidFill>
                  <a:schemeClr val="tx1"/>
                </a:solidFill>
                <a:cs typeface="Times New Roman" pitchFamily="18" charset="0"/>
              </a:rPr>
              <a:t>d</a:t>
            </a:r>
            <a:r>
              <a:rPr lang="en-US" altLang="zh-CN" b="1" dirty="0">
                <a:solidFill>
                  <a:schemeClr val="tx1"/>
                </a:solidFill>
                <a:cs typeface="Times New Roman" pitchFamily="18" charset="0"/>
              </a:rPr>
              <a:t>[</a:t>
            </a:r>
            <a:r>
              <a:rPr lang="en-US" altLang="zh-CN" b="1" i="1" dirty="0" err="1">
                <a:solidFill>
                  <a:schemeClr val="tx1"/>
                </a:solidFill>
                <a:cs typeface="Times New Roman" pitchFamily="18" charset="0"/>
              </a:rPr>
              <a:t>i</a:t>
            </a:r>
            <a:r>
              <a:rPr lang="en-US" altLang="zh-CN" b="1" dirty="0">
                <a:solidFill>
                  <a:schemeClr val="tx1"/>
                </a:solidFill>
                <a:cs typeface="Times New Roman" pitchFamily="18" charset="0"/>
              </a:rPr>
              <a:t>]</a:t>
            </a:r>
            <a:r>
              <a:rPr lang="zh-CN" altLang="en-US" b="1" dirty="0">
                <a:solidFill>
                  <a:schemeClr val="tx1"/>
                </a:solidFill>
                <a:cs typeface="Times New Roman" pitchFamily="18" charset="0"/>
              </a:rPr>
              <a:t>始终指向</a:t>
            </a:r>
            <a:r>
              <a:rPr lang="zh-CN" altLang="en-US" b="1" dirty="0">
                <a:solidFill>
                  <a:schemeClr val="tx2">
                    <a:lumMod val="60000"/>
                    <a:lumOff val="40000"/>
                  </a:schemeClr>
                </a:solidFill>
                <a:cs typeface="Times New Roman" pitchFamily="18" charset="0"/>
              </a:rPr>
              <a:t>当前活跃的</a:t>
            </a:r>
            <a:r>
              <a:rPr lang="zh-CN" altLang="en-US" b="1" dirty="0">
                <a:solidFill>
                  <a:schemeClr val="tx1"/>
                </a:solidFill>
                <a:cs typeface="Times New Roman" pitchFamily="18" charset="0"/>
              </a:rPr>
              <a:t>那个活动记录</a:t>
            </a:r>
          </a:p>
        </p:txBody>
      </p:sp>
      <p:sp>
        <p:nvSpPr>
          <p:cNvPr id="101379" name="Rectangle 2"/>
          <p:cNvSpPr>
            <a:spLocks noGrp="1" noChangeArrowheads="1"/>
          </p:cNvSpPr>
          <p:nvPr>
            <p:ph type="title"/>
          </p:nvPr>
        </p:nvSpPr>
        <p:spPr>
          <a:xfrm>
            <a:off x="1007533" y="357718"/>
            <a:ext cx="10574867" cy="478367"/>
          </a:xfrm>
        </p:spPr>
        <p:txBody>
          <a:bodyPr/>
          <a:lstStyle/>
          <a:p>
            <a:pPr eaLnBrk="1" hangingPunct="1"/>
            <a:r>
              <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display</a:t>
            </a:r>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表的维护</a:t>
            </a:r>
            <a:endParaRPr lang="zh-CN" altLang="en-US" sz="3333" dirty="0">
              <a:solidFill>
                <a:schemeClr val="tx1"/>
              </a:solidFill>
              <a:ea typeface="楷体_GB2312" pitchFamily="49" charset="-122"/>
              <a:cs typeface="Times New Roman" panose="02020603050405020304" pitchFamily="18" charset="0"/>
            </a:endParaRPr>
          </a:p>
        </p:txBody>
      </p:sp>
    </p:spTree>
    <p:extLst>
      <p:ext uri="{BB962C8B-B14F-4D97-AF65-F5344CB8AC3E}">
        <p14:creationId xmlns:p14="http://schemas.microsoft.com/office/powerpoint/2010/main" val="102161889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0" y="0"/>
            <a:ext cx="12192000" cy="20002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68580" rIns="137160" bIns="68580" anchor="ctr"/>
          <a:lstStyle/>
          <a:p>
            <a:pPr algn="ctr" defTabSz="1219170" eaLnBrk="0" hangingPunct="0">
              <a:defRPr/>
            </a:pPr>
            <a:endParaRPr lang="zh-CN" altLang="en-US" sz="2133" dirty="0">
              <a:solidFill>
                <a:prstClr val="black">
                  <a:lumMod val="85000"/>
                  <a:lumOff val="15000"/>
                </a:prstClr>
              </a:solidFill>
              <a:latin typeface="Candara"/>
              <a:ea typeface="华文楷体" panose="02010600040101010101" pitchFamily="2" charset="-122"/>
            </a:endParaRPr>
          </a:p>
        </p:txBody>
      </p:sp>
      <p:sp>
        <p:nvSpPr>
          <p:cNvPr id="119811" name="矩形 7"/>
          <p:cNvSpPr>
            <a:spLocks noChangeArrowheads="1"/>
          </p:cNvSpPr>
          <p:nvPr/>
        </p:nvSpPr>
        <p:spPr bwMode="auto">
          <a:xfrm>
            <a:off x="6000752" y="1809751"/>
            <a:ext cx="5810249" cy="410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lnSpc>
                <a:spcPts val="5333"/>
              </a:lnSpc>
              <a:spcBef>
                <a:spcPct val="0"/>
              </a:spcBef>
              <a:spcAft>
                <a:spcPct val="0"/>
              </a:spcAft>
            </a:pPr>
            <a:r>
              <a:rPr lang="en-US" altLang="zh-CN" sz="3333" b="0" dirty="0">
                <a:solidFill>
                  <a:srgbClr val="7F7F7F"/>
                </a:solidFill>
                <a:latin typeface="微软雅黑" panose="020B0503020204020204" pitchFamily="34" charset="-122"/>
                <a:ea typeface="微软雅黑" panose="020B0503020204020204" pitchFamily="34" charset="-122"/>
              </a:rPr>
              <a:t>7.1 </a:t>
            </a:r>
            <a:r>
              <a:rPr lang="zh-CN" altLang="en-US" sz="3333" b="0" dirty="0">
                <a:solidFill>
                  <a:srgbClr val="7F7F7F"/>
                </a:solidFill>
                <a:latin typeface="微软雅黑" panose="020B0503020204020204" pitchFamily="34" charset="-122"/>
                <a:ea typeface="微软雅黑" panose="020B0503020204020204" pitchFamily="34" charset="-122"/>
              </a:rPr>
              <a:t>存储组织</a:t>
            </a:r>
          </a:p>
          <a:p>
            <a:pPr defTabSz="1219170" eaLnBrk="0" fontAlgn="base" hangingPunct="0">
              <a:lnSpc>
                <a:spcPts val="5333"/>
              </a:lnSpc>
              <a:spcBef>
                <a:spcPct val="0"/>
              </a:spcBef>
              <a:spcAft>
                <a:spcPct val="0"/>
              </a:spcAft>
            </a:pPr>
            <a:r>
              <a:rPr lang="en-US" altLang="zh-CN" sz="3333" b="0" dirty="0">
                <a:solidFill>
                  <a:srgbClr val="7F7F7F"/>
                </a:solidFill>
                <a:latin typeface="微软雅黑" panose="020B0503020204020204" pitchFamily="34" charset="-122"/>
                <a:ea typeface="微软雅黑" panose="020B0503020204020204" pitchFamily="34" charset="-122"/>
              </a:rPr>
              <a:t>7.2 </a:t>
            </a:r>
            <a:r>
              <a:rPr lang="zh-CN" altLang="en-US" sz="3333" b="0" dirty="0">
                <a:solidFill>
                  <a:srgbClr val="7F7F7F"/>
                </a:solidFill>
                <a:latin typeface="微软雅黑" panose="020B0503020204020204" pitchFamily="34" charset="-122"/>
                <a:ea typeface="微软雅黑" panose="020B0503020204020204" pitchFamily="34" charset="-122"/>
              </a:rPr>
              <a:t>静态存储分配</a:t>
            </a:r>
          </a:p>
          <a:p>
            <a:pPr defTabSz="1219170" eaLnBrk="0" fontAlgn="base" hangingPunct="0">
              <a:lnSpc>
                <a:spcPts val="5333"/>
              </a:lnSpc>
              <a:spcBef>
                <a:spcPct val="0"/>
              </a:spcBef>
              <a:spcAft>
                <a:spcPct val="0"/>
              </a:spcAft>
            </a:pPr>
            <a:r>
              <a:rPr lang="en-US" altLang="zh-CN" sz="3333" b="0" dirty="0">
                <a:solidFill>
                  <a:srgbClr val="7F7F7F"/>
                </a:solidFill>
                <a:latin typeface="微软雅黑" panose="020B0503020204020204" pitchFamily="34" charset="-122"/>
                <a:ea typeface="微软雅黑" panose="020B0503020204020204" pitchFamily="34" charset="-122"/>
              </a:rPr>
              <a:t>7.3 </a:t>
            </a:r>
            <a:r>
              <a:rPr lang="zh-CN" altLang="en-US" sz="3333" b="0" dirty="0">
                <a:solidFill>
                  <a:srgbClr val="7F7F7F"/>
                </a:solidFill>
                <a:latin typeface="微软雅黑" panose="020B0503020204020204" pitchFamily="34" charset="-122"/>
                <a:ea typeface="微软雅黑" panose="020B0503020204020204" pitchFamily="34" charset="-122"/>
              </a:rPr>
              <a:t>栈式存储分配</a:t>
            </a:r>
          </a:p>
          <a:p>
            <a:pPr defTabSz="1219170" eaLnBrk="0" fontAlgn="base" hangingPunct="0">
              <a:lnSpc>
                <a:spcPts val="5333"/>
              </a:lnSpc>
              <a:spcBef>
                <a:spcPct val="0"/>
              </a:spcBef>
              <a:spcAft>
                <a:spcPct val="0"/>
              </a:spcAft>
            </a:pPr>
            <a:r>
              <a:rPr lang="en-US" altLang="zh-CN" sz="3333" b="0" dirty="0">
                <a:solidFill>
                  <a:srgbClr val="7F7F7F"/>
                </a:solidFill>
                <a:latin typeface="微软雅黑" panose="020B0503020204020204" pitchFamily="34" charset="-122"/>
                <a:ea typeface="微软雅黑" panose="020B0503020204020204" pitchFamily="34" charset="-122"/>
              </a:rPr>
              <a:t>7.4 </a:t>
            </a:r>
            <a:r>
              <a:rPr lang="zh-CN" altLang="en-US" sz="3333" b="0" dirty="0">
                <a:solidFill>
                  <a:srgbClr val="7F7F7F"/>
                </a:solidFill>
                <a:latin typeface="微软雅黑" panose="020B0503020204020204" pitchFamily="34" charset="-122"/>
                <a:ea typeface="微软雅黑" panose="020B0503020204020204" pitchFamily="34" charset="-122"/>
              </a:rPr>
              <a:t>非局部数据的访问</a:t>
            </a:r>
          </a:p>
          <a:p>
            <a:pPr defTabSz="1219170" eaLnBrk="0" fontAlgn="base" hangingPunct="0">
              <a:lnSpc>
                <a:spcPts val="5333"/>
              </a:lnSpc>
              <a:spcBef>
                <a:spcPct val="0"/>
              </a:spcBef>
              <a:spcAft>
                <a:spcPct val="0"/>
              </a:spcAft>
            </a:pPr>
            <a:r>
              <a:rPr lang="en-US" altLang="zh-CN" sz="3333" b="0" dirty="0">
                <a:solidFill>
                  <a:srgbClr val="7F7F7F"/>
                </a:solidFill>
                <a:latin typeface="微软雅黑" panose="020B0503020204020204" pitchFamily="34" charset="-122"/>
                <a:ea typeface="微软雅黑" panose="020B0503020204020204" pitchFamily="34" charset="-122"/>
              </a:rPr>
              <a:t>7.5 </a:t>
            </a:r>
            <a:r>
              <a:rPr lang="zh-CN" altLang="en-US" sz="3333" b="0" dirty="0">
                <a:solidFill>
                  <a:srgbClr val="7F7F7F"/>
                </a:solidFill>
                <a:latin typeface="微软雅黑" panose="020B0503020204020204" pitchFamily="34" charset="-122"/>
                <a:ea typeface="微软雅黑" panose="020B0503020204020204" pitchFamily="34" charset="-122"/>
              </a:rPr>
              <a:t>参数传递</a:t>
            </a:r>
            <a:endParaRPr lang="en-US" altLang="zh-CN" sz="3333" b="0" dirty="0">
              <a:solidFill>
                <a:srgbClr val="7F7F7F"/>
              </a:solidFill>
              <a:latin typeface="微软雅黑" panose="020B0503020204020204" pitchFamily="34" charset="-122"/>
              <a:ea typeface="微软雅黑" panose="020B0503020204020204" pitchFamily="34" charset="-122"/>
            </a:endParaRPr>
          </a:p>
          <a:p>
            <a:pPr defTabSz="1219170" eaLnBrk="0" fontAlgn="base" hangingPunct="0">
              <a:lnSpc>
                <a:spcPts val="5333"/>
              </a:lnSpc>
              <a:spcBef>
                <a:spcPct val="0"/>
              </a:spcBef>
              <a:spcAft>
                <a:spcPct val="0"/>
              </a:spcAft>
            </a:pPr>
            <a:r>
              <a:rPr lang="en-US" altLang="zh-CN" sz="3333" b="0" dirty="0">
                <a:solidFill>
                  <a:srgbClr val="2D83F4"/>
                </a:solidFill>
                <a:latin typeface="微软雅黑" panose="020B0503020204020204" pitchFamily="34" charset="-122"/>
                <a:ea typeface="微软雅黑" panose="020B0503020204020204" pitchFamily="34" charset="-122"/>
              </a:rPr>
              <a:t>7.6 </a:t>
            </a:r>
            <a:r>
              <a:rPr lang="zh-CN" altLang="en-US" sz="3333" b="0" dirty="0">
                <a:solidFill>
                  <a:srgbClr val="2D83F4"/>
                </a:solidFill>
                <a:latin typeface="微软雅黑" panose="020B0503020204020204" pitchFamily="34" charset="-122"/>
                <a:ea typeface="微软雅黑" panose="020B0503020204020204" pitchFamily="34" charset="-122"/>
              </a:rPr>
              <a:t>符号表</a:t>
            </a:r>
          </a:p>
        </p:txBody>
      </p:sp>
      <p:pic>
        <p:nvPicPr>
          <p:cNvPr id="119812" name="Picture 7" descr="E:\工大编译\ppt\制作\0330e9c554c768200000158fc50d53d.jpg"/>
          <p:cNvPicPr>
            <a:picLocks noChangeAspect="1" noChangeArrowheads="1"/>
          </p:cNvPicPr>
          <p:nvPr/>
        </p:nvPicPr>
        <p:blipFill>
          <a:blip r:embed="rId3">
            <a:extLst>
              <a:ext uri="{28A0092B-C50C-407E-A947-70E740481C1C}">
                <a14:useLocalDpi xmlns:a14="http://schemas.microsoft.com/office/drawing/2010/main" val="0"/>
              </a:ext>
            </a:extLst>
          </a:blip>
          <a:srcRect l="15538" r="21837"/>
          <a:stretch>
            <a:fillRect/>
          </a:stretch>
        </p:blipFill>
        <p:spPr bwMode="auto">
          <a:xfrm>
            <a:off x="-8466" y="0"/>
            <a:ext cx="57277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矩形 15"/>
          <p:cNvSpPr/>
          <p:nvPr/>
        </p:nvSpPr>
        <p:spPr>
          <a:xfrm>
            <a:off x="5524501" y="476251"/>
            <a:ext cx="2571751" cy="1047749"/>
          </a:xfrm>
          <a:prstGeom prst="rect">
            <a:avLst/>
          </a:prstGeom>
          <a:solidFill>
            <a:schemeClr val="accent2">
              <a:lumMod val="60000"/>
              <a:lumOff val="40000"/>
            </a:schemeClr>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37160" tIns="68580" rIns="137160" bIns="68580" anchor="ctr"/>
          <a:lstStyle/>
          <a:p>
            <a:pPr algn="ctr" defTabSz="1219170" eaLnBrk="0" hangingPunct="0">
              <a:defRPr/>
            </a:pPr>
            <a:r>
              <a:rPr lang="zh-CN" altLang="en-US" sz="5333" b="1" spc="800" dirty="0">
                <a:solidFill>
                  <a:prstClr val="white"/>
                </a:solidFill>
                <a:latin typeface="微软雅黑" pitchFamily="34" charset="-122"/>
                <a:ea typeface="微软雅黑" pitchFamily="34" charset="-122"/>
              </a:rPr>
              <a:t>提纲</a:t>
            </a:r>
            <a:endParaRPr lang="zh-CN" altLang="en-US" sz="2133" dirty="0">
              <a:solidFill>
                <a:prstClr val="black">
                  <a:lumMod val="85000"/>
                  <a:lumOff val="15000"/>
                </a:prstClr>
              </a:solidFill>
              <a:latin typeface="Candara"/>
              <a:ea typeface="华文楷体" panose="02010600040101010101" pitchFamily="2" charset="-122"/>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3"/>
          <p:cNvSpPr>
            <a:spLocks noGrp="1" noChangeArrowheads="1"/>
          </p:cNvSpPr>
          <p:nvPr>
            <p:ph idx="1"/>
          </p:nvPr>
        </p:nvSpPr>
        <p:spPr>
          <a:xfrm>
            <a:off x="571501" y="1128184"/>
            <a:ext cx="11239500" cy="4301067"/>
          </a:xfrm>
        </p:spPr>
        <p:txBody>
          <a:bodyPr/>
          <a:lstStyle/>
          <a:p>
            <a:pPr eaLnBrk="1" hangingPunct="1">
              <a:buClrTx/>
              <a:buFont typeface="Wingdings" panose="05000000000000000000" pitchFamily="2" charset="2"/>
              <a:buChar char="Ø"/>
            </a:pPr>
            <a:r>
              <a:rPr lang="zh-CN" altLang="en-US" sz="3733" b="1" dirty="0">
                <a:solidFill>
                  <a:schemeClr val="tx1"/>
                </a:solidFill>
                <a:latin typeface="楷体" panose="02010609060101010101" pitchFamily="49" charset="-122"/>
              </a:rPr>
              <a:t>符号表是用于存放</a:t>
            </a:r>
            <a:r>
              <a:rPr lang="zh-CN" altLang="en-US" sz="3733" b="1" dirty="0">
                <a:solidFill>
                  <a:schemeClr val="tx2">
                    <a:lumMod val="60000"/>
                    <a:lumOff val="40000"/>
                  </a:schemeClr>
                </a:solidFill>
                <a:latin typeface="楷体" panose="02010609060101010101" pitchFamily="49" charset="-122"/>
              </a:rPr>
              <a:t>标识符</a:t>
            </a:r>
            <a:r>
              <a:rPr lang="zh-CN" altLang="en-US" sz="3733" b="1" dirty="0">
                <a:solidFill>
                  <a:schemeClr val="tx1"/>
                </a:solidFill>
                <a:latin typeface="楷体" panose="02010609060101010101" pitchFamily="49" charset="-122"/>
              </a:rPr>
              <a:t>的</a:t>
            </a:r>
            <a:r>
              <a:rPr lang="zh-CN" altLang="en-US" sz="3733" b="1" dirty="0">
                <a:solidFill>
                  <a:schemeClr val="tx2">
                    <a:lumMod val="60000"/>
                    <a:lumOff val="40000"/>
                  </a:schemeClr>
                </a:solidFill>
                <a:latin typeface="楷体" panose="02010609060101010101" pitchFamily="49" charset="-122"/>
              </a:rPr>
              <a:t>属性信息</a:t>
            </a:r>
            <a:r>
              <a:rPr lang="zh-CN" altLang="en-US" sz="3733" b="1" dirty="0">
                <a:solidFill>
                  <a:schemeClr val="tx1"/>
                </a:solidFill>
                <a:latin typeface="楷体" panose="02010609060101010101" pitchFamily="49" charset="-122"/>
              </a:rPr>
              <a:t>的数据结构</a:t>
            </a:r>
            <a:endParaRPr lang="en-US" altLang="zh-CN" sz="3733" b="1" dirty="0">
              <a:solidFill>
                <a:schemeClr val="tx1"/>
              </a:solidFill>
              <a:latin typeface="楷体" panose="02010609060101010101" pitchFamily="49" charset="-122"/>
            </a:endParaRPr>
          </a:p>
          <a:p>
            <a:pPr lvl="1" eaLnBrk="1" hangingPunct="1">
              <a:buClrTx/>
              <a:buFont typeface="Wingdings" panose="05000000000000000000" pitchFamily="2" charset="2"/>
              <a:buChar char="Ø"/>
            </a:pPr>
            <a:r>
              <a:rPr lang="zh-CN" altLang="en-US" sz="3467" b="1" dirty="0">
                <a:solidFill>
                  <a:prstClr val="black"/>
                </a:solidFill>
                <a:latin typeface="楷体" pitchFamily="49" charset="-122"/>
              </a:rPr>
              <a:t>种属 </a:t>
            </a:r>
            <a:r>
              <a:rPr lang="en-US" altLang="zh-CN" sz="3467" b="1" dirty="0">
                <a:solidFill>
                  <a:prstClr val="black"/>
                </a:solidFill>
                <a:ea typeface="楷体_GB2312" pitchFamily="49" charset="-122"/>
              </a:rPr>
              <a:t>(Kind)</a:t>
            </a:r>
            <a:endParaRPr lang="zh-CN" altLang="en-US" sz="3467" dirty="0">
              <a:solidFill>
                <a:srgbClr val="073E87"/>
              </a:solidFill>
            </a:endParaRPr>
          </a:p>
          <a:p>
            <a:pPr lvl="1" eaLnBrk="1" hangingPunct="1">
              <a:buClrTx/>
              <a:buFont typeface="Wingdings" panose="05000000000000000000" pitchFamily="2" charset="2"/>
              <a:buChar char="Ø"/>
            </a:pPr>
            <a:r>
              <a:rPr lang="zh-CN" altLang="en-US" sz="3467" b="1" dirty="0">
                <a:solidFill>
                  <a:prstClr val="black"/>
                </a:solidFill>
                <a:latin typeface="楷体" pitchFamily="49" charset="-122"/>
              </a:rPr>
              <a:t>类型 </a:t>
            </a:r>
            <a:r>
              <a:rPr lang="en-US" altLang="zh-CN" sz="3467" b="1" dirty="0">
                <a:solidFill>
                  <a:prstClr val="black"/>
                </a:solidFill>
                <a:ea typeface="楷体_GB2312" pitchFamily="49" charset="-122"/>
              </a:rPr>
              <a:t>(Type)</a:t>
            </a:r>
            <a:endParaRPr lang="zh-CN" altLang="en-US" sz="3467" dirty="0">
              <a:solidFill>
                <a:srgbClr val="073E87"/>
              </a:solidFill>
            </a:endParaRPr>
          </a:p>
          <a:p>
            <a:pPr lvl="1" eaLnBrk="1" hangingPunct="1">
              <a:buClrTx/>
              <a:buFont typeface="Wingdings" panose="05000000000000000000" pitchFamily="2" charset="2"/>
              <a:buChar char="Ø"/>
            </a:pPr>
            <a:r>
              <a:rPr lang="zh-CN" altLang="en-US" sz="3467" b="1" dirty="0">
                <a:solidFill>
                  <a:schemeClr val="tx1"/>
                </a:solidFill>
                <a:latin typeface="楷体" panose="02010609060101010101" pitchFamily="49" charset="-122"/>
              </a:rPr>
              <a:t>存储位置、长度</a:t>
            </a:r>
          </a:p>
          <a:p>
            <a:pPr lvl="1" eaLnBrk="1" hangingPunct="1">
              <a:buClrTx/>
              <a:buFont typeface="Wingdings" panose="05000000000000000000" pitchFamily="2" charset="2"/>
              <a:buChar char="Ø"/>
            </a:pPr>
            <a:r>
              <a:rPr lang="zh-CN" altLang="en-US" sz="3467" b="1" dirty="0">
                <a:solidFill>
                  <a:schemeClr val="tx1"/>
                </a:solidFill>
                <a:latin typeface="楷体" panose="02010609060101010101" pitchFamily="49" charset="-122"/>
              </a:rPr>
              <a:t>作用域 </a:t>
            </a:r>
          </a:p>
          <a:p>
            <a:pPr lvl="1" eaLnBrk="1" hangingPunct="1">
              <a:buClrTx/>
              <a:buFont typeface="Wingdings" panose="05000000000000000000" pitchFamily="2" charset="2"/>
              <a:buChar char="Ø"/>
            </a:pPr>
            <a:r>
              <a:rPr lang="zh-CN" altLang="en-US" sz="3467" b="1" dirty="0">
                <a:solidFill>
                  <a:schemeClr val="tx1"/>
                </a:solidFill>
                <a:latin typeface="楷体" panose="02010609060101010101" pitchFamily="49" charset="-122"/>
              </a:rPr>
              <a:t>参数和返回值信息</a:t>
            </a:r>
          </a:p>
          <a:p>
            <a:pPr lvl="0" eaLnBrk="1" hangingPunct="1">
              <a:buClrTx/>
              <a:buFont typeface="Wingdings" panose="05000000000000000000" pitchFamily="2" charset="2"/>
              <a:buChar char="Ø"/>
            </a:pPr>
            <a:r>
              <a:rPr lang="zh-CN" altLang="en-US" sz="3733" b="1" dirty="0">
                <a:solidFill>
                  <a:prstClr val="black"/>
                </a:solidFill>
                <a:latin typeface="楷体" panose="02010609060101010101" pitchFamily="49" charset="-122"/>
              </a:rPr>
              <a:t>符号表的作用</a:t>
            </a:r>
            <a:endParaRPr lang="en-US" altLang="zh-CN" sz="3733" b="1" dirty="0">
              <a:solidFill>
                <a:prstClr val="black"/>
              </a:solidFill>
              <a:latin typeface="楷体" panose="02010609060101010101" pitchFamily="49" charset="-122"/>
            </a:endParaRPr>
          </a:p>
          <a:p>
            <a:pPr lvl="1" eaLnBrk="1" hangingPunct="1">
              <a:lnSpc>
                <a:spcPts val="3733"/>
              </a:lnSpc>
              <a:buClrTx/>
              <a:buFont typeface="Wingdings" panose="05000000000000000000" pitchFamily="2" charset="2"/>
              <a:buChar char="Ø"/>
            </a:pPr>
            <a:r>
              <a:rPr lang="zh-CN" altLang="en-US" sz="3467" b="1" dirty="0">
                <a:solidFill>
                  <a:schemeClr val="tx1"/>
                </a:solidFill>
                <a:latin typeface="楷体" panose="02010609060101010101" pitchFamily="49" charset="-122"/>
              </a:rPr>
              <a:t>辅助代码生成</a:t>
            </a:r>
            <a:endParaRPr lang="en-US" altLang="zh-CN" sz="3467" b="1" dirty="0">
              <a:solidFill>
                <a:schemeClr val="tx1"/>
              </a:solidFill>
              <a:latin typeface="楷体" panose="02010609060101010101" pitchFamily="49" charset="-122"/>
            </a:endParaRPr>
          </a:p>
          <a:p>
            <a:pPr lvl="1" eaLnBrk="1" hangingPunct="1">
              <a:lnSpc>
                <a:spcPts val="3733"/>
              </a:lnSpc>
              <a:buClrTx/>
              <a:buFont typeface="Wingdings" panose="05000000000000000000" pitchFamily="2" charset="2"/>
              <a:buChar char="Ø"/>
            </a:pPr>
            <a:r>
              <a:rPr lang="zh-CN" altLang="en-US" sz="3467" b="1" dirty="0">
                <a:solidFill>
                  <a:schemeClr val="tx1"/>
                </a:solidFill>
                <a:latin typeface="楷体" panose="02010609060101010101" pitchFamily="49" charset="-122"/>
              </a:rPr>
              <a:t>一致性检查</a:t>
            </a:r>
          </a:p>
          <a:p>
            <a:pPr lvl="0" eaLnBrk="1" hangingPunct="1">
              <a:buClrTx/>
              <a:buFont typeface="Wingdings" panose="05000000000000000000" pitchFamily="2" charset="2"/>
              <a:buChar char="Ø"/>
            </a:pPr>
            <a:endParaRPr lang="en-US" altLang="zh-CN" sz="3733" b="1" dirty="0">
              <a:solidFill>
                <a:prstClr val="black"/>
              </a:solidFill>
              <a:latin typeface="楷体" panose="02010609060101010101" pitchFamily="49" charset="-122"/>
            </a:endParaRPr>
          </a:p>
          <a:p>
            <a:pPr eaLnBrk="1" hangingPunct="1">
              <a:buClrTx/>
              <a:buFont typeface="Wingdings" panose="05000000000000000000" pitchFamily="2" charset="2"/>
              <a:buChar char="Ø"/>
            </a:pPr>
            <a:endParaRPr lang="zh-CN" altLang="en-US" sz="3733" b="1" dirty="0">
              <a:solidFill>
                <a:schemeClr val="tx1"/>
              </a:solidFill>
              <a:latin typeface="楷体" panose="02010609060101010101" pitchFamily="49" charset="-122"/>
            </a:endParaRPr>
          </a:p>
        </p:txBody>
      </p:sp>
      <p:sp>
        <p:nvSpPr>
          <p:cNvPr id="120835" name="Rectangle 2"/>
          <p:cNvSpPr>
            <a:spLocks noGrp="1" noChangeArrowheads="1"/>
          </p:cNvSpPr>
          <p:nvPr>
            <p:ph type="title"/>
          </p:nvPr>
        </p:nvSpPr>
        <p:spPr>
          <a:xfrm>
            <a:off x="1007533" y="357718"/>
            <a:ext cx="10574867" cy="478367"/>
          </a:xfrm>
        </p:spPr>
        <p:txBody>
          <a:bodyPr/>
          <a:lstStyle/>
          <a:p>
            <a:pPr eaLnBrk="1" hangingPunct="1"/>
            <a:r>
              <a:rPr lang="en-US" altLang="zh-CN"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7.6 </a:t>
            </a:r>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符号表</a:t>
            </a:r>
          </a:p>
        </p:txBody>
      </p:sp>
      <p:grpSp>
        <p:nvGrpSpPr>
          <p:cNvPr id="4" name="组合 3"/>
          <p:cNvGrpSpPr/>
          <p:nvPr/>
        </p:nvGrpSpPr>
        <p:grpSpPr>
          <a:xfrm>
            <a:off x="5010947" y="2190742"/>
            <a:ext cx="7317832" cy="3953879"/>
            <a:chOff x="3758210" y="1643056"/>
            <a:chExt cx="5488374" cy="2965409"/>
          </a:xfrm>
        </p:grpSpPr>
        <p:pic>
          <p:nvPicPr>
            <p:cNvPr id="5" name="Picture 2" descr="E:\工大编译\ppt\图片3副本.png"/>
            <p:cNvPicPr>
              <a:picLocks noChangeAspect="1" noChangeArrowheads="1"/>
            </p:cNvPicPr>
            <p:nvPr/>
          </p:nvPicPr>
          <p:blipFill>
            <a:blip r:embed="rId3"/>
            <a:srcRect/>
            <a:stretch>
              <a:fillRect/>
            </a:stretch>
          </p:blipFill>
          <p:spPr bwMode="auto">
            <a:xfrm>
              <a:off x="3758210" y="1643056"/>
              <a:ext cx="5488374" cy="2965409"/>
            </a:xfrm>
            <a:prstGeom prst="rect">
              <a:avLst/>
            </a:prstGeom>
            <a:noFill/>
          </p:spPr>
        </p:pic>
        <p:sp>
          <p:nvSpPr>
            <p:cNvPr id="6" name="矩形 5"/>
            <p:cNvSpPr/>
            <p:nvPr/>
          </p:nvSpPr>
          <p:spPr>
            <a:xfrm>
              <a:off x="3851920" y="2200880"/>
              <a:ext cx="360040" cy="13069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endParaRPr lang="zh-CN" altLang="en-US" sz="1467" b="1">
                <a:solidFill>
                  <a:prstClr val="white"/>
                </a:solidFill>
                <a:latin typeface="Candara"/>
                <a:ea typeface="华文楷体" panose="02010600040101010101" pitchFamily="2" charset="-122"/>
              </a:endParaRPr>
            </a:p>
          </p:txBody>
        </p:sp>
        <p:sp>
          <p:nvSpPr>
            <p:cNvPr id="7" name="矩形 6"/>
            <p:cNvSpPr/>
            <p:nvPr/>
          </p:nvSpPr>
          <p:spPr>
            <a:xfrm>
              <a:off x="3880976" y="3435846"/>
              <a:ext cx="5184576" cy="9611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endParaRPr lang="zh-CN" altLang="en-US" sz="1467" b="1">
                <a:solidFill>
                  <a:prstClr val="white"/>
                </a:solidFill>
                <a:latin typeface="Candara"/>
                <a:ea typeface="华文楷体" panose="02010600040101010101" pitchFamily="2" charset="-122"/>
              </a:endParaRPr>
            </a:p>
          </p:txBody>
        </p:sp>
        <p:sp>
          <p:nvSpPr>
            <p:cNvPr id="8" name="矩形 7"/>
            <p:cNvSpPr/>
            <p:nvPr/>
          </p:nvSpPr>
          <p:spPr>
            <a:xfrm>
              <a:off x="4265232" y="2096357"/>
              <a:ext cx="1152128" cy="2479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r>
                <a:rPr lang="en-US" altLang="zh-CN" sz="16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SIMPLE</a:t>
              </a:r>
              <a:endParaRPr lang="zh-CN" altLang="en-US" sz="16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9" name="矩形 8"/>
            <p:cNvSpPr/>
            <p:nvPr/>
          </p:nvSpPr>
          <p:spPr>
            <a:xfrm>
              <a:off x="4283968" y="2355727"/>
              <a:ext cx="1152128" cy="2336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r>
                <a:rPr lang="en-US" altLang="zh-CN" sz="16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SYMBLE</a:t>
              </a:r>
              <a:endParaRPr lang="zh-CN" altLang="en-US" sz="16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0" name="矩形 9"/>
            <p:cNvSpPr/>
            <p:nvPr/>
          </p:nvSpPr>
          <p:spPr>
            <a:xfrm>
              <a:off x="4305670" y="2616224"/>
              <a:ext cx="1152128" cy="2182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r>
                <a:rPr lang="en-US" altLang="zh-CN" sz="16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TABLE</a:t>
              </a:r>
              <a:endParaRPr lang="zh-CN" altLang="en-US" sz="16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1" name="矩形 10"/>
            <p:cNvSpPr/>
            <p:nvPr/>
          </p:nvSpPr>
          <p:spPr>
            <a:xfrm>
              <a:off x="4305669" y="2864614"/>
              <a:ext cx="929777" cy="2149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endParaRPr lang="zh-CN" altLang="en-US" sz="1467" b="1">
                <a:solidFill>
                  <a:prstClr val="white"/>
                </a:solidFill>
                <a:latin typeface="Candara"/>
                <a:ea typeface="华文楷体" panose="02010600040101010101" pitchFamily="2" charset="-122"/>
              </a:endParaRPr>
            </a:p>
          </p:txBody>
        </p:sp>
        <p:sp>
          <p:nvSpPr>
            <p:cNvPr id="12" name="矩形 11"/>
            <p:cNvSpPr/>
            <p:nvPr/>
          </p:nvSpPr>
          <p:spPr>
            <a:xfrm>
              <a:off x="4383253" y="3131978"/>
              <a:ext cx="929777" cy="2470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endParaRPr lang="zh-CN" altLang="en-US" sz="1467" b="1">
                <a:solidFill>
                  <a:prstClr val="white"/>
                </a:solidFill>
                <a:latin typeface="Candara"/>
                <a:ea typeface="华文楷体" panose="02010600040101010101" pitchFamily="2" charset="-122"/>
              </a:endParaRPr>
            </a:p>
          </p:txBody>
        </p:sp>
        <p:pic>
          <p:nvPicPr>
            <p:cNvPr id="13" name="图片 12"/>
            <p:cNvPicPr>
              <a:picLocks noChangeAspect="1"/>
            </p:cNvPicPr>
            <p:nvPr/>
          </p:nvPicPr>
          <p:blipFill>
            <a:blip r:embed="rId4"/>
            <a:stretch>
              <a:fillRect/>
            </a:stretch>
          </p:blipFill>
          <p:spPr>
            <a:xfrm>
              <a:off x="4788024" y="2864614"/>
              <a:ext cx="204572" cy="230145"/>
            </a:xfrm>
            <a:prstGeom prst="rect">
              <a:avLst/>
            </a:prstGeom>
          </p:spPr>
        </p:pic>
      </p:grpSp>
    </p:spTree>
    <p:extLst>
      <p:ext uri="{BB962C8B-B14F-4D97-AF65-F5344CB8AC3E}">
        <p14:creationId xmlns:p14="http://schemas.microsoft.com/office/powerpoint/2010/main" val="1973004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20834">
                                            <p:txEl>
                                              <p:pRg st="6" end="6"/>
                                            </p:txEl>
                                          </p:spTgt>
                                        </p:tgtEl>
                                        <p:attrNameLst>
                                          <p:attrName>style.visibility</p:attrName>
                                        </p:attrNameLst>
                                      </p:cBhvr>
                                      <p:to>
                                        <p:strVal val="visible"/>
                                      </p:to>
                                    </p:set>
                                    <p:anim calcmode="lin" valueType="num">
                                      <p:cBhvr>
                                        <p:cTn id="7" dur="500" fill="hold"/>
                                        <p:tgtEl>
                                          <p:spTgt spid="120834">
                                            <p:txEl>
                                              <p:pRg st="6" end="6"/>
                                            </p:txEl>
                                          </p:spTgt>
                                        </p:tgtEl>
                                        <p:attrNameLst>
                                          <p:attrName>ppt_w</p:attrName>
                                        </p:attrNameLst>
                                      </p:cBhvr>
                                      <p:tavLst>
                                        <p:tav tm="0">
                                          <p:val>
                                            <p:fltVal val="0"/>
                                          </p:val>
                                        </p:tav>
                                        <p:tav tm="100000">
                                          <p:val>
                                            <p:strVal val="#ppt_w"/>
                                          </p:val>
                                        </p:tav>
                                      </p:tavLst>
                                    </p:anim>
                                    <p:anim calcmode="lin" valueType="num">
                                      <p:cBhvr>
                                        <p:cTn id="8" dur="500" fill="hold"/>
                                        <p:tgtEl>
                                          <p:spTgt spid="120834">
                                            <p:txEl>
                                              <p:pRg st="6" end="6"/>
                                            </p:txEl>
                                          </p:spTgt>
                                        </p:tgtEl>
                                        <p:attrNameLst>
                                          <p:attrName>ppt_h</p:attrName>
                                        </p:attrNameLst>
                                      </p:cBhvr>
                                      <p:tavLst>
                                        <p:tav tm="0">
                                          <p:val>
                                            <p:fltVal val="0"/>
                                          </p:val>
                                        </p:tav>
                                        <p:tav tm="100000">
                                          <p:val>
                                            <p:strVal val="#ppt_h"/>
                                          </p:val>
                                        </p:tav>
                                      </p:tavLst>
                                    </p:anim>
                                    <p:animEffect transition="in" filter="fade">
                                      <p:cBhvr>
                                        <p:cTn id="9" dur="500"/>
                                        <p:tgtEl>
                                          <p:spTgt spid="120834">
                                            <p:txEl>
                                              <p:pRg st="6" end="6"/>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20834">
                                            <p:txEl>
                                              <p:pRg st="7" end="7"/>
                                            </p:txEl>
                                          </p:spTgt>
                                        </p:tgtEl>
                                        <p:attrNameLst>
                                          <p:attrName>style.visibility</p:attrName>
                                        </p:attrNameLst>
                                      </p:cBhvr>
                                      <p:to>
                                        <p:strVal val="visible"/>
                                      </p:to>
                                    </p:set>
                                    <p:anim calcmode="lin" valueType="num">
                                      <p:cBhvr>
                                        <p:cTn id="14" dur="500" fill="hold"/>
                                        <p:tgtEl>
                                          <p:spTgt spid="120834">
                                            <p:txEl>
                                              <p:pRg st="7" end="7"/>
                                            </p:txEl>
                                          </p:spTgt>
                                        </p:tgtEl>
                                        <p:attrNameLst>
                                          <p:attrName>ppt_w</p:attrName>
                                        </p:attrNameLst>
                                      </p:cBhvr>
                                      <p:tavLst>
                                        <p:tav tm="0">
                                          <p:val>
                                            <p:fltVal val="0"/>
                                          </p:val>
                                        </p:tav>
                                        <p:tav tm="100000">
                                          <p:val>
                                            <p:strVal val="#ppt_w"/>
                                          </p:val>
                                        </p:tav>
                                      </p:tavLst>
                                    </p:anim>
                                    <p:anim calcmode="lin" valueType="num">
                                      <p:cBhvr>
                                        <p:cTn id="15" dur="500" fill="hold"/>
                                        <p:tgtEl>
                                          <p:spTgt spid="120834">
                                            <p:txEl>
                                              <p:pRg st="7" end="7"/>
                                            </p:txEl>
                                          </p:spTgt>
                                        </p:tgtEl>
                                        <p:attrNameLst>
                                          <p:attrName>ppt_h</p:attrName>
                                        </p:attrNameLst>
                                      </p:cBhvr>
                                      <p:tavLst>
                                        <p:tav tm="0">
                                          <p:val>
                                            <p:fltVal val="0"/>
                                          </p:val>
                                        </p:tav>
                                        <p:tav tm="100000">
                                          <p:val>
                                            <p:strVal val="#ppt_h"/>
                                          </p:val>
                                        </p:tav>
                                      </p:tavLst>
                                    </p:anim>
                                    <p:animEffect transition="in" filter="fade">
                                      <p:cBhvr>
                                        <p:cTn id="16" dur="500"/>
                                        <p:tgtEl>
                                          <p:spTgt spid="120834">
                                            <p:txEl>
                                              <p:pRg st="7" end="7"/>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120834">
                                            <p:txEl>
                                              <p:pRg st="8" end="8"/>
                                            </p:txEl>
                                          </p:spTgt>
                                        </p:tgtEl>
                                        <p:attrNameLst>
                                          <p:attrName>style.visibility</p:attrName>
                                        </p:attrNameLst>
                                      </p:cBhvr>
                                      <p:to>
                                        <p:strVal val="visible"/>
                                      </p:to>
                                    </p:set>
                                    <p:anim calcmode="lin" valueType="num">
                                      <p:cBhvr>
                                        <p:cTn id="21" dur="500" fill="hold"/>
                                        <p:tgtEl>
                                          <p:spTgt spid="120834">
                                            <p:txEl>
                                              <p:pRg st="8" end="8"/>
                                            </p:txEl>
                                          </p:spTgt>
                                        </p:tgtEl>
                                        <p:attrNameLst>
                                          <p:attrName>ppt_w</p:attrName>
                                        </p:attrNameLst>
                                      </p:cBhvr>
                                      <p:tavLst>
                                        <p:tav tm="0">
                                          <p:val>
                                            <p:fltVal val="0"/>
                                          </p:val>
                                        </p:tav>
                                        <p:tav tm="100000">
                                          <p:val>
                                            <p:strVal val="#ppt_w"/>
                                          </p:val>
                                        </p:tav>
                                      </p:tavLst>
                                    </p:anim>
                                    <p:anim calcmode="lin" valueType="num">
                                      <p:cBhvr>
                                        <p:cTn id="22" dur="500" fill="hold"/>
                                        <p:tgtEl>
                                          <p:spTgt spid="120834">
                                            <p:txEl>
                                              <p:pRg st="8" end="8"/>
                                            </p:txEl>
                                          </p:spTgt>
                                        </p:tgtEl>
                                        <p:attrNameLst>
                                          <p:attrName>ppt_h</p:attrName>
                                        </p:attrNameLst>
                                      </p:cBhvr>
                                      <p:tavLst>
                                        <p:tav tm="0">
                                          <p:val>
                                            <p:fltVal val="0"/>
                                          </p:val>
                                        </p:tav>
                                        <p:tav tm="100000">
                                          <p:val>
                                            <p:strVal val="#ppt_h"/>
                                          </p:val>
                                        </p:tav>
                                      </p:tavLst>
                                    </p:anim>
                                    <p:animEffect transition="in" filter="fade">
                                      <p:cBhvr>
                                        <p:cTn id="23" dur="500"/>
                                        <p:tgtEl>
                                          <p:spTgt spid="12083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3"/>
          <p:cNvSpPr>
            <a:spLocks noGrp="1" noChangeArrowheads="1"/>
          </p:cNvSpPr>
          <p:nvPr>
            <p:ph idx="1"/>
          </p:nvPr>
        </p:nvSpPr>
        <p:spPr>
          <a:xfrm>
            <a:off x="571501" y="1128184"/>
            <a:ext cx="11239500" cy="4301067"/>
          </a:xfrm>
        </p:spPr>
        <p:txBody>
          <a:bodyPr/>
          <a:lstStyle/>
          <a:p>
            <a:pPr eaLnBrk="1" hangingPunct="1">
              <a:buClr>
                <a:schemeClr val="tx1"/>
              </a:buClr>
              <a:buFont typeface="Wingdings" panose="05000000000000000000" pitchFamily="2" charset="2"/>
              <a:buChar char="Ø"/>
            </a:pPr>
            <a:r>
              <a:rPr lang="zh-CN" altLang="en-US" sz="3733" b="1" dirty="0">
                <a:solidFill>
                  <a:srgbClr val="0000FF"/>
                </a:solidFill>
                <a:latin typeface="楷体" panose="02010609060101010101" pitchFamily="49" charset="-122"/>
              </a:rPr>
              <a:t>声明</a:t>
            </a:r>
            <a:r>
              <a:rPr lang="zh-CN" altLang="en-US" sz="3733" b="1" dirty="0">
                <a:solidFill>
                  <a:schemeClr val="tx1"/>
                </a:solidFill>
                <a:latin typeface="楷体" panose="02010609060101010101" pitchFamily="49" charset="-122"/>
              </a:rPr>
              <a:t>语句的翻译（</a:t>
            </a:r>
            <a:r>
              <a:rPr lang="zh-CN" altLang="en-US" sz="3733" b="1" dirty="0">
                <a:solidFill>
                  <a:srgbClr val="0000FF"/>
                </a:solidFill>
                <a:latin typeface="楷体" panose="02010609060101010101" pitchFamily="49" charset="-122"/>
              </a:rPr>
              <a:t>定义性</a:t>
            </a:r>
            <a:r>
              <a:rPr lang="zh-CN" altLang="en-US" sz="3733" b="1" dirty="0">
                <a:solidFill>
                  <a:schemeClr val="tx1"/>
                </a:solidFill>
                <a:latin typeface="楷体" panose="02010609060101010101" pitchFamily="49" charset="-122"/>
              </a:rPr>
              <a:t>出现）</a:t>
            </a:r>
            <a:endParaRPr lang="en-US" altLang="zh-CN" sz="3733" b="1" dirty="0">
              <a:solidFill>
                <a:schemeClr val="tx1"/>
              </a:solidFill>
              <a:latin typeface="楷体" panose="02010609060101010101" pitchFamily="49" charset="-122"/>
            </a:endParaRPr>
          </a:p>
          <a:p>
            <a:pPr lvl="1" eaLnBrk="1" hangingPunct="1">
              <a:buClr>
                <a:schemeClr val="tx1"/>
              </a:buClr>
              <a:buFont typeface="Wingdings" panose="05000000000000000000" pitchFamily="2" charset="2"/>
              <a:buChar char="Ø"/>
            </a:pPr>
            <a:r>
              <a:rPr lang="zh-CN" altLang="en-US" sz="3467" b="1" dirty="0">
                <a:solidFill>
                  <a:schemeClr val="tx1"/>
                </a:solidFill>
                <a:latin typeface="楷体" panose="02010609060101010101" pitchFamily="49" charset="-122"/>
              </a:rPr>
              <a:t>填、查</a:t>
            </a:r>
            <a:endParaRPr lang="en-US" altLang="zh-CN" sz="3467" b="1" dirty="0">
              <a:solidFill>
                <a:schemeClr val="tx1"/>
              </a:solidFill>
              <a:latin typeface="楷体" panose="02010609060101010101" pitchFamily="49" charset="-122"/>
            </a:endParaRPr>
          </a:p>
          <a:p>
            <a:pPr eaLnBrk="1" hangingPunct="1">
              <a:buClr>
                <a:schemeClr val="tx1"/>
              </a:buClr>
              <a:buFont typeface="Wingdings" panose="05000000000000000000" pitchFamily="2" charset="2"/>
              <a:buChar char="Ø"/>
            </a:pPr>
            <a:r>
              <a:rPr lang="zh-CN" altLang="en-US" sz="3733" b="1" dirty="0">
                <a:solidFill>
                  <a:srgbClr val="0000FF"/>
                </a:solidFill>
                <a:latin typeface="楷体" panose="02010609060101010101" pitchFamily="49" charset="-122"/>
              </a:rPr>
              <a:t>可执行</a:t>
            </a:r>
            <a:r>
              <a:rPr lang="zh-CN" altLang="en-US" sz="3733" b="1" dirty="0">
                <a:solidFill>
                  <a:schemeClr val="tx1"/>
                </a:solidFill>
                <a:latin typeface="楷体" panose="02010609060101010101" pitchFamily="49" charset="-122"/>
              </a:rPr>
              <a:t>语句的翻译（</a:t>
            </a:r>
            <a:r>
              <a:rPr lang="zh-CN" altLang="en-US" sz="3733" b="1" dirty="0">
                <a:solidFill>
                  <a:srgbClr val="0000FF"/>
                </a:solidFill>
                <a:latin typeface="楷体" panose="02010609060101010101" pitchFamily="49" charset="-122"/>
              </a:rPr>
              <a:t>使用性</a:t>
            </a:r>
            <a:r>
              <a:rPr lang="zh-CN" altLang="en-US" sz="3733" b="1" dirty="0">
                <a:solidFill>
                  <a:schemeClr val="tx1"/>
                </a:solidFill>
                <a:latin typeface="楷体" panose="02010609060101010101" pitchFamily="49" charset="-122"/>
              </a:rPr>
              <a:t>出现）</a:t>
            </a:r>
            <a:endParaRPr lang="en-US" altLang="zh-CN" sz="3733" b="1" dirty="0">
              <a:solidFill>
                <a:schemeClr val="tx1"/>
              </a:solidFill>
              <a:latin typeface="楷体" panose="02010609060101010101" pitchFamily="49" charset="-122"/>
            </a:endParaRPr>
          </a:p>
          <a:p>
            <a:pPr lvl="1" eaLnBrk="1" hangingPunct="1">
              <a:buClrTx/>
              <a:buFont typeface="Wingdings" panose="05000000000000000000" pitchFamily="2" charset="2"/>
              <a:buChar char="Ø"/>
            </a:pPr>
            <a:r>
              <a:rPr lang="zh-CN" altLang="en-US" sz="3467" b="1" dirty="0">
                <a:solidFill>
                  <a:schemeClr val="tx1"/>
                </a:solidFill>
                <a:latin typeface="楷体" panose="02010609060101010101" pitchFamily="49" charset="-122"/>
              </a:rPr>
              <a:t>查</a:t>
            </a:r>
            <a:endParaRPr lang="en-US" altLang="zh-CN" sz="3467" b="1" dirty="0">
              <a:solidFill>
                <a:schemeClr val="tx1"/>
              </a:solidFill>
              <a:latin typeface="楷体" panose="02010609060101010101" pitchFamily="49" charset="-122"/>
            </a:endParaRPr>
          </a:p>
        </p:txBody>
      </p:sp>
      <p:sp>
        <p:nvSpPr>
          <p:cNvPr id="120835"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符号表上的主要操作</a:t>
            </a:r>
          </a:p>
        </p:txBody>
      </p:sp>
    </p:spTree>
    <p:extLst>
      <p:ext uri="{BB962C8B-B14F-4D97-AF65-F5344CB8AC3E}">
        <p14:creationId xmlns:p14="http://schemas.microsoft.com/office/powerpoint/2010/main" val="4188698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20834">
                                            <p:txEl>
                                              <p:pRg st="0" end="0"/>
                                            </p:txEl>
                                          </p:spTgt>
                                        </p:tgtEl>
                                        <p:attrNameLst>
                                          <p:attrName>style.visibility</p:attrName>
                                        </p:attrNameLst>
                                      </p:cBhvr>
                                      <p:to>
                                        <p:strVal val="visible"/>
                                      </p:to>
                                    </p:set>
                                    <p:anim calcmode="lin" valueType="num">
                                      <p:cBhvr>
                                        <p:cTn id="7" dur="500" fill="hold"/>
                                        <p:tgtEl>
                                          <p:spTgt spid="120834">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20834">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120834">
                                            <p:txEl>
                                              <p:pRg st="0" end="0"/>
                                            </p:txEl>
                                          </p:spTgt>
                                        </p:tgtEl>
                                      </p:cBhvr>
                                    </p:animEffect>
                                  </p:childTnLst>
                                </p:cTn>
                              </p:par>
                              <p:par>
                                <p:cTn id="10" presetID="53" presetClass="entr" presetSubtype="16" fill="hold" nodeType="withEffect">
                                  <p:stCondLst>
                                    <p:cond delay="0"/>
                                  </p:stCondLst>
                                  <p:childTnLst>
                                    <p:set>
                                      <p:cBhvr>
                                        <p:cTn id="11" dur="1" fill="hold">
                                          <p:stCondLst>
                                            <p:cond delay="0"/>
                                          </p:stCondLst>
                                        </p:cTn>
                                        <p:tgtEl>
                                          <p:spTgt spid="120834">
                                            <p:txEl>
                                              <p:pRg st="1" end="1"/>
                                            </p:txEl>
                                          </p:spTgt>
                                        </p:tgtEl>
                                        <p:attrNameLst>
                                          <p:attrName>style.visibility</p:attrName>
                                        </p:attrNameLst>
                                      </p:cBhvr>
                                      <p:to>
                                        <p:strVal val="visible"/>
                                      </p:to>
                                    </p:set>
                                    <p:anim calcmode="lin" valueType="num">
                                      <p:cBhvr>
                                        <p:cTn id="12" dur="500" fill="hold"/>
                                        <p:tgtEl>
                                          <p:spTgt spid="120834">
                                            <p:txEl>
                                              <p:pRg st="1" end="1"/>
                                            </p:txEl>
                                          </p:spTgt>
                                        </p:tgtEl>
                                        <p:attrNameLst>
                                          <p:attrName>ppt_w</p:attrName>
                                        </p:attrNameLst>
                                      </p:cBhvr>
                                      <p:tavLst>
                                        <p:tav tm="0">
                                          <p:val>
                                            <p:fltVal val="0"/>
                                          </p:val>
                                        </p:tav>
                                        <p:tav tm="100000">
                                          <p:val>
                                            <p:strVal val="#ppt_w"/>
                                          </p:val>
                                        </p:tav>
                                      </p:tavLst>
                                    </p:anim>
                                    <p:anim calcmode="lin" valueType="num">
                                      <p:cBhvr>
                                        <p:cTn id="13" dur="500" fill="hold"/>
                                        <p:tgtEl>
                                          <p:spTgt spid="120834">
                                            <p:txEl>
                                              <p:pRg st="1" end="1"/>
                                            </p:txEl>
                                          </p:spTgt>
                                        </p:tgtEl>
                                        <p:attrNameLst>
                                          <p:attrName>ppt_h</p:attrName>
                                        </p:attrNameLst>
                                      </p:cBhvr>
                                      <p:tavLst>
                                        <p:tav tm="0">
                                          <p:val>
                                            <p:fltVal val="0"/>
                                          </p:val>
                                        </p:tav>
                                        <p:tav tm="100000">
                                          <p:val>
                                            <p:strVal val="#ppt_h"/>
                                          </p:val>
                                        </p:tav>
                                      </p:tavLst>
                                    </p:anim>
                                    <p:animEffect transition="in" filter="fade">
                                      <p:cBhvr>
                                        <p:cTn id="14" dur="500"/>
                                        <p:tgtEl>
                                          <p:spTgt spid="120834">
                                            <p:txEl>
                                              <p:pRg st="1" end="1"/>
                                            </p:txEl>
                                          </p:spTgt>
                                        </p:tgtEl>
                                      </p:cBhvr>
                                    </p:animEffect>
                                  </p:childTnLst>
                                </p:cTn>
                              </p:par>
                              <p:par>
                                <p:cTn id="15" presetID="53" presetClass="entr" presetSubtype="16" fill="hold" nodeType="withEffect">
                                  <p:stCondLst>
                                    <p:cond delay="0"/>
                                  </p:stCondLst>
                                  <p:childTnLst>
                                    <p:set>
                                      <p:cBhvr>
                                        <p:cTn id="16" dur="1" fill="hold">
                                          <p:stCondLst>
                                            <p:cond delay="0"/>
                                          </p:stCondLst>
                                        </p:cTn>
                                        <p:tgtEl>
                                          <p:spTgt spid="120834">
                                            <p:txEl>
                                              <p:pRg st="2" end="2"/>
                                            </p:txEl>
                                          </p:spTgt>
                                        </p:tgtEl>
                                        <p:attrNameLst>
                                          <p:attrName>style.visibility</p:attrName>
                                        </p:attrNameLst>
                                      </p:cBhvr>
                                      <p:to>
                                        <p:strVal val="visible"/>
                                      </p:to>
                                    </p:set>
                                    <p:anim calcmode="lin" valueType="num">
                                      <p:cBhvr>
                                        <p:cTn id="17" dur="500" fill="hold"/>
                                        <p:tgtEl>
                                          <p:spTgt spid="120834">
                                            <p:txEl>
                                              <p:pRg st="2" end="2"/>
                                            </p:txEl>
                                          </p:spTgt>
                                        </p:tgtEl>
                                        <p:attrNameLst>
                                          <p:attrName>ppt_w</p:attrName>
                                        </p:attrNameLst>
                                      </p:cBhvr>
                                      <p:tavLst>
                                        <p:tav tm="0">
                                          <p:val>
                                            <p:fltVal val="0"/>
                                          </p:val>
                                        </p:tav>
                                        <p:tav tm="100000">
                                          <p:val>
                                            <p:strVal val="#ppt_w"/>
                                          </p:val>
                                        </p:tav>
                                      </p:tavLst>
                                    </p:anim>
                                    <p:anim calcmode="lin" valueType="num">
                                      <p:cBhvr>
                                        <p:cTn id="18" dur="500" fill="hold"/>
                                        <p:tgtEl>
                                          <p:spTgt spid="120834">
                                            <p:txEl>
                                              <p:pRg st="2" end="2"/>
                                            </p:txEl>
                                          </p:spTgt>
                                        </p:tgtEl>
                                        <p:attrNameLst>
                                          <p:attrName>ppt_h</p:attrName>
                                        </p:attrNameLst>
                                      </p:cBhvr>
                                      <p:tavLst>
                                        <p:tav tm="0">
                                          <p:val>
                                            <p:fltVal val="0"/>
                                          </p:val>
                                        </p:tav>
                                        <p:tav tm="100000">
                                          <p:val>
                                            <p:strVal val="#ppt_h"/>
                                          </p:val>
                                        </p:tav>
                                      </p:tavLst>
                                    </p:anim>
                                    <p:animEffect transition="in" filter="fade">
                                      <p:cBhvr>
                                        <p:cTn id="19" dur="500"/>
                                        <p:tgtEl>
                                          <p:spTgt spid="120834">
                                            <p:txEl>
                                              <p:pRg st="2" end="2"/>
                                            </p:txEl>
                                          </p:spTgt>
                                        </p:tgtEl>
                                      </p:cBhvr>
                                    </p:animEffect>
                                  </p:childTnLst>
                                </p:cTn>
                              </p:par>
                              <p:par>
                                <p:cTn id="20" presetID="53" presetClass="entr" presetSubtype="16" fill="hold" nodeType="withEffect">
                                  <p:stCondLst>
                                    <p:cond delay="0"/>
                                  </p:stCondLst>
                                  <p:childTnLst>
                                    <p:set>
                                      <p:cBhvr>
                                        <p:cTn id="21" dur="1" fill="hold">
                                          <p:stCondLst>
                                            <p:cond delay="0"/>
                                          </p:stCondLst>
                                        </p:cTn>
                                        <p:tgtEl>
                                          <p:spTgt spid="120834">
                                            <p:txEl>
                                              <p:pRg st="3" end="3"/>
                                            </p:txEl>
                                          </p:spTgt>
                                        </p:tgtEl>
                                        <p:attrNameLst>
                                          <p:attrName>style.visibility</p:attrName>
                                        </p:attrNameLst>
                                      </p:cBhvr>
                                      <p:to>
                                        <p:strVal val="visible"/>
                                      </p:to>
                                    </p:set>
                                    <p:anim calcmode="lin" valueType="num">
                                      <p:cBhvr>
                                        <p:cTn id="22" dur="500" fill="hold"/>
                                        <p:tgtEl>
                                          <p:spTgt spid="120834">
                                            <p:txEl>
                                              <p:pRg st="3" end="3"/>
                                            </p:txEl>
                                          </p:spTgt>
                                        </p:tgtEl>
                                        <p:attrNameLst>
                                          <p:attrName>ppt_w</p:attrName>
                                        </p:attrNameLst>
                                      </p:cBhvr>
                                      <p:tavLst>
                                        <p:tav tm="0">
                                          <p:val>
                                            <p:fltVal val="0"/>
                                          </p:val>
                                        </p:tav>
                                        <p:tav tm="100000">
                                          <p:val>
                                            <p:strVal val="#ppt_w"/>
                                          </p:val>
                                        </p:tav>
                                      </p:tavLst>
                                    </p:anim>
                                    <p:anim calcmode="lin" valueType="num">
                                      <p:cBhvr>
                                        <p:cTn id="23" dur="500" fill="hold"/>
                                        <p:tgtEl>
                                          <p:spTgt spid="120834">
                                            <p:txEl>
                                              <p:pRg st="3" end="3"/>
                                            </p:txEl>
                                          </p:spTgt>
                                        </p:tgtEl>
                                        <p:attrNameLst>
                                          <p:attrName>ppt_h</p:attrName>
                                        </p:attrNameLst>
                                      </p:cBhvr>
                                      <p:tavLst>
                                        <p:tav tm="0">
                                          <p:val>
                                            <p:fltVal val="0"/>
                                          </p:val>
                                        </p:tav>
                                        <p:tav tm="100000">
                                          <p:val>
                                            <p:strVal val="#ppt_h"/>
                                          </p:val>
                                        </p:tav>
                                      </p:tavLst>
                                    </p:anim>
                                    <p:animEffect transition="in" filter="fade">
                                      <p:cBhvr>
                                        <p:cTn id="24" dur="500"/>
                                        <p:tgtEl>
                                          <p:spTgt spid="12083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5"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符号表的组织</a:t>
            </a:r>
          </a:p>
        </p:txBody>
      </p:sp>
      <p:sp>
        <p:nvSpPr>
          <p:cNvPr id="120834" name="Rectangle 3"/>
          <p:cNvSpPr>
            <a:spLocks noGrp="1" noChangeArrowheads="1"/>
          </p:cNvSpPr>
          <p:nvPr>
            <p:ph idx="1"/>
          </p:nvPr>
        </p:nvSpPr>
        <p:spPr>
          <a:xfrm>
            <a:off x="571501" y="1128184"/>
            <a:ext cx="11239500" cy="4301067"/>
          </a:xfrm>
        </p:spPr>
        <p:txBody>
          <a:bodyPr/>
          <a:lstStyle/>
          <a:p>
            <a:pPr eaLnBrk="1" hangingPunct="1">
              <a:buClrTx/>
              <a:buFont typeface="Wingdings" panose="05000000000000000000" pitchFamily="2" charset="2"/>
              <a:buChar char="Ø"/>
            </a:pPr>
            <a:r>
              <a:rPr lang="zh-CN" altLang="en-US" sz="3600" b="1" dirty="0">
                <a:solidFill>
                  <a:schemeClr val="tx1"/>
                </a:solidFill>
                <a:latin typeface="楷体" panose="02010609060101010101" pitchFamily="49" charset="-122"/>
              </a:rPr>
              <a:t>基本属性</a:t>
            </a:r>
          </a:p>
          <a:p>
            <a:pPr lvl="1" eaLnBrk="1" hangingPunct="1">
              <a:buClrTx/>
              <a:buFont typeface="Wingdings" panose="05000000000000000000" pitchFamily="2" charset="2"/>
              <a:buChar char="Ø"/>
            </a:pPr>
            <a:r>
              <a:rPr lang="zh-CN" altLang="en-US" sz="3200" b="1" dirty="0">
                <a:solidFill>
                  <a:schemeClr val="tx1"/>
                </a:solidFill>
                <a:latin typeface="楷体" panose="02010609060101010101" pitchFamily="49" charset="-122"/>
              </a:rPr>
              <a:t>各种符号均具有的属性，如类型、地址等</a:t>
            </a:r>
            <a:endParaRPr lang="en-US" altLang="zh-CN" sz="3200" b="1" dirty="0">
              <a:solidFill>
                <a:schemeClr val="tx1"/>
              </a:solidFill>
              <a:latin typeface="楷体" panose="02010609060101010101" pitchFamily="49" charset="-122"/>
            </a:endParaRPr>
          </a:p>
          <a:p>
            <a:pPr eaLnBrk="1" hangingPunct="1">
              <a:buClrTx/>
              <a:buFont typeface="Wingdings" panose="05000000000000000000" pitchFamily="2" charset="2"/>
              <a:buChar char="Ø"/>
            </a:pPr>
            <a:r>
              <a:rPr lang="zh-CN" altLang="en-US" sz="3600" b="1" dirty="0">
                <a:solidFill>
                  <a:schemeClr val="tx1"/>
                </a:solidFill>
                <a:latin typeface="楷体" panose="02010609060101010101" pitchFamily="49" charset="-122"/>
              </a:rPr>
              <a:t>扩展属性</a:t>
            </a:r>
            <a:endParaRPr lang="en-US" altLang="zh-CN" sz="3600" b="1" dirty="0">
              <a:solidFill>
                <a:schemeClr val="tx1"/>
              </a:solidFill>
              <a:latin typeface="楷体" panose="02010609060101010101" pitchFamily="49" charset="-122"/>
            </a:endParaRPr>
          </a:p>
          <a:p>
            <a:pPr lvl="1" eaLnBrk="1" hangingPunct="1">
              <a:buClrTx/>
              <a:buFont typeface="Wingdings" panose="05000000000000000000" pitchFamily="2" charset="2"/>
              <a:buChar char="Ø"/>
            </a:pPr>
            <a:r>
              <a:rPr lang="zh-CN" altLang="en-US" sz="3200" b="1" dirty="0">
                <a:solidFill>
                  <a:schemeClr val="tx1"/>
                </a:solidFill>
                <a:latin typeface="楷体" panose="02010609060101010101" pitchFamily="49" charset="-122"/>
              </a:rPr>
              <a:t>数组：数组的维数、各维的长度等</a:t>
            </a:r>
          </a:p>
          <a:p>
            <a:pPr lvl="1" eaLnBrk="1" hangingPunct="1">
              <a:buClrTx/>
              <a:buFont typeface="Wingdings" panose="05000000000000000000" pitchFamily="2" charset="2"/>
              <a:buChar char="Ø"/>
            </a:pPr>
            <a:r>
              <a:rPr lang="zh-CN" altLang="en-US" sz="3200" b="1" dirty="0">
                <a:solidFill>
                  <a:schemeClr val="tx1"/>
                </a:solidFill>
                <a:latin typeface="楷体" panose="02010609060101010101" pitchFamily="49" charset="-122"/>
              </a:rPr>
              <a:t>过程：参数个数、参数类型等</a:t>
            </a:r>
            <a:endParaRPr lang="en-US" altLang="zh-CN" sz="3200" b="1" dirty="0">
              <a:solidFill>
                <a:schemeClr val="tx1"/>
              </a:solidFill>
              <a:latin typeface="楷体" panose="02010609060101010101" pitchFamily="49" charset="-122"/>
            </a:endParaRPr>
          </a:p>
          <a:p>
            <a:pPr eaLnBrk="1" hangingPunct="1">
              <a:buClrTx/>
              <a:buFont typeface="Wingdings" panose="05000000000000000000" pitchFamily="2" charset="2"/>
              <a:buChar char="Ø"/>
            </a:pPr>
            <a:endParaRPr lang="zh-CN" altLang="en-US" sz="2800" b="1" dirty="0">
              <a:solidFill>
                <a:schemeClr val="tx1"/>
              </a:solidFill>
              <a:latin typeface="楷体" panose="02010609060101010101" pitchFamily="49" charset="-122"/>
            </a:endParaRPr>
          </a:p>
          <a:p>
            <a:pPr eaLnBrk="1" hangingPunct="1">
              <a:buClrTx/>
              <a:buFont typeface="Wingdings" panose="05000000000000000000" pitchFamily="2" charset="2"/>
              <a:buChar char="Ø"/>
            </a:pPr>
            <a:endParaRPr lang="zh-CN" altLang="en-US" sz="2800" b="1" dirty="0">
              <a:solidFill>
                <a:schemeClr val="tx1"/>
              </a:solidFill>
              <a:latin typeface="楷体" panose="02010609060101010101" pitchFamily="49" charset="-122"/>
            </a:endParaRPr>
          </a:p>
        </p:txBody>
      </p:sp>
      <p:sp>
        <p:nvSpPr>
          <p:cNvPr id="16" name="文本框 15">
            <a:extLst>
              <a:ext uri="{FF2B5EF4-FFF2-40B4-BE49-F238E27FC236}">
                <a16:creationId xmlns:a16="http://schemas.microsoft.com/office/drawing/2014/main" id="{54D60977-6360-4F3B-9DF2-3DBF90AB4416}"/>
              </a:ext>
            </a:extLst>
          </p:cNvPr>
          <p:cNvSpPr txBox="1"/>
          <p:nvPr/>
        </p:nvSpPr>
        <p:spPr>
          <a:xfrm>
            <a:off x="3014315" y="1196035"/>
            <a:ext cx="3685253" cy="523220"/>
          </a:xfrm>
          <a:prstGeom prst="rect">
            <a:avLst/>
          </a:prstGeom>
          <a:solidFill>
            <a:schemeClr val="accent5">
              <a:lumMod val="60000"/>
              <a:lumOff val="40000"/>
            </a:schemeClr>
          </a:solidFill>
          <a:ln>
            <a:solidFill>
              <a:schemeClr val="tx1"/>
            </a:solidFill>
          </a:ln>
        </p:spPr>
        <p:txBody>
          <a:bodyPr wrap="square">
            <a:spAutoFit/>
          </a:bodyPr>
          <a:lstStyle/>
          <a:p>
            <a:pPr algn="ctr"/>
            <a:r>
              <a:rPr kumimoji="0" lang="zh-CN" altLang="en-US" sz="2800" b="1" i="0" u="none" strike="noStrike" kern="1200" cap="none" spc="0" normalizeH="0" baseline="0" noProof="0" dirty="0">
                <a:ln>
                  <a:noFill/>
                </a:ln>
                <a:solidFill>
                  <a:prstClr val="black"/>
                </a:solidFill>
                <a:effectLst/>
                <a:uLnTx/>
                <a:uFillTx/>
                <a:latin typeface="楷体" panose="02010609060101010101" pitchFamily="49" charset="-122"/>
                <a:ea typeface="华文楷体" panose="02010600040101010101" pitchFamily="2" charset="-122"/>
                <a:cs typeface="+mn-cs"/>
              </a:rPr>
              <a:t>直接存放在符号表中</a:t>
            </a:r>
            <a:endParaRPr lang="zh-CN" altLang="en-US" dirty="0"/>
          </a:p>
        </p:txBody>
      </p:sp>
      <p:sp>
        <p:nvSpPr>
          <p:cNvPr id="17" name="文本框 16">
            <a:extLst>
              <a:ext uri="{FF2B5EF4-FFF2-40B4-BE49-F238E27FC236}">
                <a16:creationId xmlns:a16="http://schemas.microsoft.com/office/drawing/2014/main" id="{F52BED38-BA96-4F8E-9393-E1C3F0BD6606}"/>
              </a:ext>
            </a:extLst>
          </p:cNvPr>
          <p:cNvSpPr txBox="1"/>
          <p:nvPr/>
        </p:nvSpPr>
        <p:spPr>
          <a:xfrm>
            <a:off x="3014314" y="2426105"/>
            <a:ext cx="3685253" cy="523220"/>
          </a:xfrm>
          <a:prstGeom prst="rect">
            <a:avLst/>
          </a:prstGeom>
          <a:solidFill>
            <a:schemeClr val="accent5">
              <a:lumMod val="60000"/>
              <a:lumOff val="40000"/>
            </a:schemeClr>
          </a:solidFill>
          <a:ln>
            <a:solidFill>
              <a:schemeClr val="tx1"/>
            </a:solidFill>
          </a:ln>
        </p:spPr>
        <p:txBody>
          <a:bodyPr wrap="square">
            <a:spAutoFit/>
          </a:bodyPr>
          <a:lstStyle/>
          <a:p>
            <a:pPr algn="ctr"/>
            <a:r>
              <a:rPr kumimoji="0" lang="zh-CN" altLang="en-US" sz="2800" b="1" i="0" u="none" strike="noStrike" kern="1200" cap="none" spc="0" normalizeH="0" baseline="0" noProof="0" dirty="0">
                <a:ln>
                  <a:noFill/>
                </a:ln>
                <a:solidFill>
                  <a:prstClr val="black"/>
                </a:solidFill>
                <a:effectLst/>
                <a:uLnTx/>
                <a:uFillTx/>
                <a:latin typeface="楷体" panose="02010609060101010101" pitchFamily="49" charset="-122"/>
                <a:ea typeface="华文楷体" panose="02010600040101010101" pitchFamily="2" charset="-122"/>
                <a:cs typeface="+mn-cs"/>
              </a:rPr>
              <a:t>动态申请内存</a:t>
            </a:r>
            <a:endParaRPr lang="zh-CN" altLang="en-US" dirty="0"/>
          </a:p>
        </p:txBody>
      </p:sp>
    </p:spTree>
    <p:extLst>
      <p:ext uri="{BB962C8B-B14F-4D97-AF65-F5344CB8AC3E}">
        <p14:creationId xmlns:p14="http://schemas.microsoft.com/office/powerpoint/2010/main" val="2239009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20834">
                                            <p:txEl>
                                              <p:pRg st="0" end="0"/>
                                            </p:txEl>
                                          </p:spTgt>
                                        </p:tgtEl>
                                        <p:attrNameLst>
                                          <p:attrName>style.visibility</p:attrName>
                                        </p:attrNameLst>
                                      </p:cBhvr>
                                      <p:to>
                                        <p:strVal val="visible"/>
                                      </p:to>
                                    </p:set>
                                    <p:anim calcmode="lin" valueType="num">
                                      <p:cBhvr>
                                        <p:cTn id="7" dur="500" fill="hold"/>
                                        <p:tgtEl>
                                          <p:spTgt spid="120834">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20834">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120834">
                                            <p:txEl>
                                              <p:pRg st="0" end="0"/>
                                            </p:txEl>
                                          </p:spTgt>
                                        </p:tgtEl>
                                      </p:cBhvr>
                                    </p:animEffect>
                                  </p:childTnLst>
                                </p:cTn>
                              </p:par>
                              <p:par>
                                <p:cTn id="10" presetID="53" presetClass="entr" presetSubtype="16" fill="hold" nodeType="withEffect">
                                  <p:stCondLst>
                                    <p:cond delay="0"/>
                                  </p:stCondLst>
                                  <p:childTnLst>
                                    <p:set>
                                      <p:cBhvr>
                                        <p:cTn id="11" dur="1" fill="hold">
                                          <p:stCondLst>
                                            <p:cond delay="0"/>
                                          </p:stCondLst>
                                        </p:cTn>
                                        <p:tgtEl>
                                          <p:spTgt spid="120834">
                                            <p:txEl>
                                              <p:pRg st="2" end="2"/>
                                            </p:txEl>
                                          </p:spTgt>
                                        </p:tgtEl>
                                        <p:attrNameLst>
                                          <p:attrName>style.visibility</p:attrName>
                                        </p:attrNameLst>
                                      </p:cBhvr>
                                      <p:to>
                                        <p:strVal val="visible"/>
                                      </p:to>
                                    </p:set>
                                    <p:anim calcmode="lin" valueType="num">
                                      <p:cBhvr>
                                        <p:cTn id="12" dur="500" fill="hold"/>
                                        <p:tgtEl>
                                          <p:spTgt spid="120834">
                                            <p:txEl>
                                              <p:pRg st="2" end="2"/>
                                            </p:txEl>
                                          </p:spTgt>
                                        </p:tgtEl>
                                        <p:attrNameLst>
                                          <p:attrName>ppt_w</p:attrName>
                                        </p:attrNameLst>
                                      </p:cBhvr>
                                      <p:tavLst>
                                        <p:tav tm="0">
                                          <p:val>
                                            <p:fltVal val="0"/>
                                          </p:val>
                                        </p:tav>
                                        <p:tav tm="100000">
                                          <p:val>
                                            <p:strVal val="#ppt_w"/>
                                          </p:val>
                                        </p:tav>
                                      </p:tavLst>
                                    </p:anim>
                                    <p:anim calcmode="lin" valueType="num">
                                      <p:cBhvr>
                                        <p:cTn id="13" dur="500" fill="hold"/>
                                        <p:tgtEl>
                                          <p:spTgt spid="120834">
                                            <p:txEl>
                                              <p:pRg st="2" end="2"/>
                                            </p:txEl>
                                          </p:spTgt>
                                        </p:tgtEl>
                                        <p:attrNameLst>
                                          <p:attrName>ppt_h</p:attrName>
                                        </p:attrNameLst>
                                      </p:cBhvr>
                                      <p:tavLst>
                                        <p:tav tm="0">
                                          <p:val>
                                            <p:fltVal val="0"/>
                                          </p:val>
                                        </p:tav>
                                        <p:tav tm="100000">
                                          <p:val>
                                            <p:strVal val="#ppt_h"/>
                                          </p:val>
                                        </p:tav>
                                      </p:tavLst>
                                    </p:anim>
                                    <p:animEffect transition="in" filter="fade">
                                      <p:cBhvr>
                                        <p:cTn id="14" dur="500"/>
                                        <p:tgtEl>
                                          <p:spTgt spid="120834">
                                            <p:txEl>
                                              <p:pRg st="2" end="2"/>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120834">
                                            <p:txEl>
                                              <p:pRg st="1" end="1"/>
                                            </p:txEl>
                                          </p:spTgt>
                                        </p:tgtEl>
                                        <p:attrNameLst>
                                          <p:attrName>style.visibility</p:attrName>
                                        </p:attrNameLst>
                                      </p:cBhvr>
                                      <p:to>
                                        <p:strVal val="visible"/>
                                      </p:to>
                                    </p:set>
                                    <p:anim calcmode="lin" valueType="num">
                                      <p:cBhvr>
                                        <p:cTn id="19" dur="500" fill="hold"/>
                                        <p:tgtEl>
                                          <p:spTgt spid="120834">
                                            <p:txEl>
                                              <p:pRg st="1" end="1"/>
                                            </p:txEl>
                                          </p:spTgt>
                                        </p:tgtEl>
                                        <p:attrNameLst>
                                          <p:attrName>ppt_w</p:attrName>
                                        </p:attrNameLst>
                                      </p:cBhvr>
                                      <p:tavLst>
                                        <p:tav tm="0">
                                          <p:val>
                                            <p:fltVal val="0"/>
                                          </p:val>
                                        </p:tav>
                                        <p:tav tm="100000">
                                          <p:val>
                                            <p:strVal val="#ppt_w"/>
                                          </p:val>
                                        </p:tav>
                                      </p:tavLst>
                                    </p:anim>
                                    <p:anim calcmode="lin" valueType="num">
                                      <p:cBhvr>
                                        <p:cTn id="20" dur="500" fill="hold"/>
                                        <p:tgtEl>
                                          <p:spTgt spid="120834">
                                            <p:txEl>
                                              <p:pRg st="1" end="1"/>
                                            </p:txEl>
                                          </p:spTgt>
                                        </p:tgtEl>
                                        <p:attrNameLst>
                                          <p:attrName>ppt_h</p:attrName>
                                        </p:attrNameLst>
                                      </p:cBhvr>
                                      <p:tavLst>
                                        <p:tav tm="0">
                                          <p:val>
                                            <p:fltVal val="0"/>
                                          </p:val>
                                        </p:tav>
                                        <p:tav tm="100000">
                                          <p:val>
                                            <p:strVal val="#ppt_h"/>
                                          </p:val>
                                        </p:tav>
                                      </p:tavLst>
                                    </p:anim>
                                    <p:animEffect transition="in" filter="fade">
                                      <p:cBhvr>
                                        <p:cTn id="21" dur="500"/>
                                        <p:tgtEl>
                                          <p:spTgt spid="120834">
                                            <p:txEl>
                                              <p:pRg st="1" end="1"/>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20834">
                                            <p:txEl>
                                              <p:pRg st="3" end="3"/>
                                            </p:txEl>
                                          </p:spTgt>
                                        </p:tgtEl>
                                        <p:attrNameLst>
                                          <p:attrName>style.visibility</p:attrName>
                                        </p:attrNameLst>
                                      </p:cBhvr>
                                      <p:to>
                                        <p:strVal val="visible"/>
                                      </p:to>
                                    </p:set>
                                    <p:anim calcmode="lin" valueType="num">
                                      <p:cBhvr>
                                        <p:cTn id="26" dur="500" fill="hold"/>
                                        <p:tgtEl>
                                          <p:spTgt spid="120834">
                                            <p:txEl>
                                              <p:pRg st="3" end="3"/>
                                            </p:txEl>
                                          </p:spTgt>
                                        </p:tgtEl>
                                        <p:attrNameLst>
                                          <p:attrName>ppt_w</p:attrName>
                                        </p:attrNameLst>
                                      </p:cBhvr>
                                      <p:tavLst>
                                        <p:tav tm="0">
                                          <p:val>
                                            <p:fltVal val="0"/>
                                          </p:val>
                                        </p:tav>
                                        <p:tav tm="100000">
                                          <p:val>
                                            <p:strVal val="#ppt_w"/>
                                          </p:val>
                                        </p:tav>
                                      </p:tavLst>
                                    </p:anim>
                                    <p:anim calcmode="lin" valueType="num">
                                      <p:cBhvr>
                                        <p:cTn id="27" dur="500" fill="hold"/>
                                        <p:tgtEl>
                                          <p:spTgt spid="120834">
                                            <p:txEl>
                                              <p:pRg st="3" end="3"/>
                                            </p:txEl>
                                          </p:spTgt>
                                        </p:tgtEl>
                                        <p:attrNameLst>
                                          <p:attrName>ppt_h</p:attrName>
                                        </p:attrNameLst>
                                      </p:cBhvr>
                                      <p:tavLst>
                                        <p:tav tm="0">
                                          <p:val>
                                            <p:fltVal val="0"/>
                                          </p:val>
                                        </p:tav>
                                        <p:tav tm="100000">
                                          <p:val>
                                            <p:strVal val="#ppt_h"/>
                                          </p:val>
                                        </p:tav>
                                      </p:tavLst>
                                    </p:anim>
                                    <p:animEffect transition="in" filter="fade">
                                      <p:cBhvr>
                                        <p:cTn id="28" dur="500"/>
                                        <p:tgtEl>
                                          <p:spTgt spid="120834">
                                            <p:txEl>
                                              <p:pRg st="3" end="3"/>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nodeType="clickEffect">
                                  <p:stCondLst>
                                    <p:cond delay="0"/>
                                  </p:stCondLst>
                                  <p:childTnLst>
                                    <p:set>
                                      <p:cBhvr>
                                        <p:cTn id="32" dur="1" fill="hold">
                                          <p:stCondLst>
                                            <p:cond delay="0"/>
                                          </p:stCondLst>
                                        </p:cTn>
                                        <p:tgtEl>
                                          <p:spTgt spid="120834">
                                            <p:txEl>
                                              <p:pRg st="4" end="4"/>
                                            </p:txEl>
                                          </p:spTgt>
                                        </p:tgtEl>
                                        <p:attrNameLst>
                                          <p:attrName>style.visibility</p:attrName>
                                        </p:attrNameLst>
                                      </p:cBhvr>
                                      <p:to>
                                        <p:strVal val="visible"/>
                                      </p:to>
                                    </p:set>
                                    <p:anim calcmode="lin" valueType="num">
                                      <p:cBhvr>
                                        <p:cTn id="33" dur="500" fill="hold"/>
                                        <p:tgtEl>
                                          <p:spTgt spid="120834">
                                            <p:txEl>
                                              <p:pRg st="4" end="4"/>
                                            </p:txEl>
                                          </p:spTgt>
                                        </p:tgtEl>
                                        <p:attrNameLst>
                                          <p:attrName>ppt_w</p:attrName>
                                        </p:attrNameLst>
                                      </p:cBhvr>
                                      <p:tavLst>
                                        <p:tav tm="0">
                                          <p:val>
                                            <p:fltVal val="0"/>
                                          </p:val>
                                        </p:tav>
                                        <p:tav tm="100000">
                                          <p:val>
                                            <p:strVal val="#ppt_w"/>
                                          </p:val>
                                        </p:tav>
                                      </p:tavLst>
                                    </p:anim>
                                    <p:anim calcmode="lin" valueType="num">
                                      <p:cBhvr>
                                        <p:cTn id="34" dur="500" fill="hold"/>
                                        <p:tgtEl>
                                          <p:spTgt spid="120834">
                                            <p:txEl>
                                              <p:pRg st="4" end="4"/>
                                            </p:txEl>
                                          </p:spTgt>
                                        </p:tgtEl>
                                        <p:attrNameLst>
                                          <p:attrName>ppt_h</p:attrName>
                                        </p:attrNameLst>
                                      </p:cBhvr>
                                      <p:tavLst>
                                        <p:tav tm="0">
                                          <p:val>
                                            <p:fltVal val="0"/>
                                          </p:val>
                                        </p:tav>
                                        <p:tav tm="100000">
                                          <p:val>
                                            <p:strVal val="#ppt_h"/>
                                          </p:val>
                                        </p:tav>
                                      </p:tavLst>
                                    </p:anim>
                                    <p:animEffect transition="in" filter="fade">
                                      <p:cBhvr>
                                        <p:cTn id="35" dur="500"/>
                                        <p:tgtEl>
                                          <p:spTgt spid="120834">
                                            <p:txEl>
                                              <p:pRg st="4" end="4"/>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 calcmode="lin" valueType="num">
                                      <p:cBhvr>
                                        <p:cTn id="40" dur="500" fill="hold"/>
                                        <p:tgtEl>
                                          <p:spTgt spid="16"/>
                                        </p:tgtEl>
                                        <p:attrNameLst>
                                          <p:attrName>ppt_w</p:attrName>
                                        </p:attrNameLst>
                                      </p:cBhvr>
                                      <p:tavLst>
                                        <p:tav tm="0">
                                          <p:val>
                                            <p:fltVal val="0"/>
                                          </p:val>
                                        </p:tav>
                                        <p:tav tm="100000">
                                          <p:val>
                                            <p:strVal val="#ppt_w"/>
                                          </p:val>
                                        </p:tav>
                                      </p:tavLst>
                                    </p:anim>
                                    <p:anim calcmode="lin" valueType="num">
                                      <p:cBhvr>
                                        <p:cTn id="41" dur="500" fill="hold"/>
                                        <p:tgtEl>
                                          <p:spTgt spid="16"/>
                                        </p:tgtEl>
                                        <p:attrNameLst>
                                          <p:attrName>ppt_h</p:attrName>
                                        </p:attrNameLst>
                                      </p:cBhvr>
                                      <p:tavLst>
                                        <p:tav tm="0">
                                          <p:val>
                                            <p:fltVal val="0"/>
                                          </p:val>
                                        </p:tav>
                                        <p:tav tm="100000">
                                          <p:val>
                                            <p:strVal val="#ppt_h"/>
                                          </p:val>
                                        </p:tav>
                                      </p:tavLst>
                                    </p:anim>
                                    <p:animEffect transition="in" filter="fade">
                                      <p:cBhvr>
                                        <p:cTn id="42" dur="500"/>
                                        <p:tgtEl>
                                          <p:spTgt spid="16"/>
                                        </p:tgtEl>
                                      </p:cBhvr>
                                    </p:animEffect>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500" fill="hold"/>
                                        <p:tgtEl>
                                          <p:spTgt spid="17"/>
                                        </p:tgtEl>
                                        <p:attrNameLst>
                                          <p:attrName>ppt_w</p:attrName>
                                        </p:attrNameLst>
                                      </p:cBhvr>
                                      <p:tavLst>
                                        <p:tav tm="0">
                                          <p:val>
                                            <p:fltVal val="0"/>
                                          </p:val>
                                        </p:tav>
                                        <p:tav tm="100000">
                                          <p:val>
                                            <p:strVal val="#ppt_w"/>
                                          </p:val>
                                        </p:tav>
                                      </p:tavLst>
                                    </p:anim>
                                    <p:anim calcmode="lin" valueType="num">
                                      <p:cBhvr>
                                        <p:cTn id="48" dur="500" fill="hold"/>
                                        <p:tgtEl>
                                          <p:spTgt spid="17"/>
                                        </p:tgtEl>
                                        <p:attrNameLst>
                                          <p:attrName>ppt_h</p:attrName>
                                        </p:attrNameLst>
                                      </p:cBhvr>
                                      <p:tavLst>
                                        <p:tav tm="0">
                                          <p:val>
                                            <p:fltVal val="0"/>
                                          </p:val>
                                        </p:tav>
                                        <p:tav tm="100000">
                                          <p:val>
                                            <p:strVal val="#ppt_h"/>
                                          </p:val>
                                        </p:tav>
                                      </p:tavLst>
                                    </p:anim>
                                    <p:animEffect transition="in" filter="fade">
                                      <p:cBhvr>
                                        <p:cTn id="4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5"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5" name="Rectangle 3"/>
          <p:cNvSpPr>
            <a:spLocks noGrp="1" noChangeArrowheads="1"/>
          </p:cNvSpPr>
          <p:nvPr>
            <p:ph idx="1"/>
          </p:nvPr>
        </p:nvSpPr>
        <p:spPr>
          <a:xfrm>
            <a:off x="571501" y="1128184"/>
            <a:ext cx="11239500" cy="4301067"/>
          </a:xfrm>
        </p:spPr>
        <p:txBody>
          <a:bodyPr/>
          <a:lstStyle/>
          <a:p>
            <a:pPr marL="403213" lvl="1" indent="0" eaLnBrk="1" hangingPunct="1">
              <a:lnSpc>
                <a:spcPts val="4000"/>
              </a:lnSpc>
              <a:buClr>
                <a:schemeClr val="tx1"/>
              </a:buClr>
              <a:buNone/>
              <a:defRPr/>
            </a:pPr>
            <a:endParaRPr lang="zh-CN" altLang="en-US" sz="3200" b="1" dirty="0">
              <a:solidFill>
                <a:schemeClr val="tx1"/>
              </a:solidFill>
              <a:cs typeface="Times New Roman" pitchFamily="18" charset="0"/>
            </a:endParaRPr>
          </a:p>
          <a:p>
            <a:pPr marL="404273" lvl="1" indent="0" eaLnBrk="1" hangingPunct="1">
              <a:buClrTx/>
              <a:buNone/>
            </a:pPr>
            <a:r>
              <a:rPr lang="en-US" altLang="zh-CN" sz="3200" b="1" dirty="0">
                <a:solidFill>
                  <a:schemeClr val="tx1"/>
                </a:solidFill>
                <a:cs typeface="Times New Roman" panose="02020603050405020304" pitchFamily="18" charset="0"/>
              </a:rPr>
              <a:t>	int </a:t>
            </a:r>
            <a:r>
              <a:rPr lang="en-US" altLang="zh-CN" sz="3200" b="1" dirty="0" err="1">
                <a:solidFill>
                  <a:schemeClr val="tx1"/>
                </a:solidFill>
                <a:cs typeface="Times New Roman" panose="02020603050405020304" pitchFamily="18" charset="0"/>
              </a:rPr>
              <a:t>abc</a:t>
            </a:r>
            <a:r>
              <a:rPr lang="en-US" altLang="zh-CN" sz="3200" b="1" dirty="0">
                <a:solidFill>
                  <a:schemeClr val="tx1"/>
                </a:solidFill>
                <a:cs typeface="Times New Roman" panose="02020603050405020304" pitchFamily="18" charset="0"/>
              </a:rPr>
              <a:t>;</a:t>
            </a:r>
          </a:p>
          <a:p>
            <a:pPr marL="404273" lvl="1" indent="0" eaLnBrk="1" hangingPunct="1">
              <a:buClrTx/>
              <a:buNone/>
            </a:pPr>
            <a:r>
              <a:rPr lang="en-US" altLang="zh-CN" sz="3200" b="1" dirty="0">
                <a:solidFill>
                  <a:schemeClr val="tx1"/>
                </a:solidFill>
                <a:cs typeface="Times New Roman" panose="02020603050405020304" pitchFamily="18" charset="0"/>
              </a:rPr>
              <a:t>	int </a:t>
            </a:r>
            <a:r>
              <a:rPr lang="en-US" altLang="zh-CN" sz="3200" b="1" dirty="0" err="1">
                <a:solidFill>
                  <a:schemeClr val="tx1"/>
                </a:solidFill>
                <a:cs typeface="Times New Roman" panose="02020603050405020304" pitchFamily="18" charset="0"/>
              </a:rPr>
              <a:t>i</a:t>
            </a:r>
            <a:r>
              <a:rPr lang="en-US" altLang="zh-CN" sz="3200" b="1" dirty="0">
                <a:solidFill>
                  <a:schemeClr val="tx1"/>
                </a:solidFill>
                <a:cs typeface="Times New Roman" panose="02020603050405020304" pitchFamily="18" charset="0"/>
              </a:rPr>
              <a:t>;</a:t>
            </a:r>
          </a:p>
          <a:p>
            <a:pPr marL="404273" lvl="1" indent="0" eaLnBrk="1" hangingPunct="1">
              <a:buClrTx/>
              <a:buNone/>
            </a:pPr>
            <a:r>
              <a:rPr lang="en-US" altLang="zh-CN" sz="3200" b="1" dirty="0">
                <a:solidFill>
                  <a:schemeClr val="tx1"/>
                </a:solidFill>
                <a:cs typeface="Times New Roman" panose="02020603050405020304" pitchFamily="18" charset="0"/>
              </a:rPr>
              <a:t>	int </a:t>
            </a:r>
            <a:r>
              <a:rPr lang="en-US" altLang="zh-CN" sz="3200" b="1" dirty="0" err="1">
                <a:solidFill>
                  <a:schemeClr val="tx1"/>
                </a:solidFill>
                <a:cs typeface="Times New Roman" panose="02020603050405020304" pitchFamily="18" charset="0"/>
              </a:rPr>
              <a:t>myarray</a:t>
            </a:r>
            <a:r>
              <a:rPr lang="en-US" altLang="zh-CN" sz="3200" b="1" dirty="0">
                <a:solidFill>
                  <a:schemeClr val="tx1"/>
                </a:solidFill>
                <a:cs typeface="Times New Roman" panose="02020603050405020304" pitchFamily="18" charset="0"/>
              </a:rPr>
              <a:t>[3][4];</a:t>
            </a:r>
          </a:p>
        </p:txBody>
      </p:sp>
      <p:graphicFrame>
        <p:nvGraphicFramePr>
          <p:cNvPr id="12" name="Group 18">
            <a:extLst>
              <a:ext uri="{FF2B5EF4-FFF2-40B4-BE49-F238E27FC236}">
                <a16:creationId xmlns:a16="http://schemas.microsoft.com/office/drawing/2014/main" id="{BEBE1029-FF0F-4D2E-A00C-DEF28C1AE06F}"/>
              </a:ext>
            </a:extLst>
          </p:cNvPr>
          <p:cNvGraphicFramePr>
            <a:graphicFrameLocks noGrp="1"/>
          </p:cNvGraphicFramePr>
          <p:nvPr/>
        </p:nvGraphicFramePr>
        <p:xfrm>
          <a:off x="1570226" y="3953270"/>
          <a:ext cx="4841563" cy="2011788"/>
        </p:xfrm>
        <a:graphic>
          <a:graphicData uri="http://schemas.openxmlformats.org/drawingml/2006/table">
            <a:tbl>
              <a:tblPr/>
              <a:tblGrid>
                <a:gridCol w="981444">
                  <a:extLst>
                    <a:ext uri="{9D8B030D-6E8A-4147-A177-3AD203B41FA5}">
                      <a16:colId xmlns:a16="http://schemas.microsoft.com/office/drawing/2014/main" val="20000"/>
                    </a:ext>
                  </a:extLst>
                </a:gridCol>
                <a:gridCol w="846894">
                  <a:extLst>
                    <a:ext uri="{9D8B030D-6E8A-4147-A177-3AD203B41FA5}">
                      <a16:colId xmlns:a16="http://schemas.microsoft.com/office/drawing/2014/main" val="20001"/>
                    </a:ext>
                  </a:extLst>
                </a:gridCol>
                <a:gridCol w="613956">
                  <a:extLst>
                    <a:ext uri="{9D8B030D-6E8A-4147-A177-3AD203B41FA5}">
                      <a16:colId xmlns:a16="http://schemas.microsoft.com/office/drawing/2014/main" val="1112654328"/>
                    </a:ext>
                  </a:extLst>
                </a:gridCol>
                <a:gridCol w="809808">
                  <a:extLst>
                    <a:ext uri="{9D8B030D-6E8A-4147-A177-3AD203B41FA5}">
                      <a16:colId xmlns:a16="http://schemas.microsoft.com/office/drawing/2014/main" val="1533323095"/>
                    </a:ext>
                  </a:extLst>
                </a:gridCol>
                <a:gridCol w="1589461">
                  <a:extLst>
                    <a:ext uri="{9D8B030D-6E8A-4147-A177-3AD203B41FA5}">
                      <a16:colId xmlns:a16="http://schemas.microsoft.com/office/drawing/2014/main" val="1534389034"/>
                    </a:ext>
                  </a:extLst>
                </a:gridCol>
              </a:tblGrid>
              <a:tr h="133516">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名字</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基本属性</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extLst>
                  <a:ext uri="{0D108BD9-81ED-4DB2-BD59-A6C34878D82A}">
                    <a16:rowId xmlns:a16="http://schemas.microsoft.com/office/drawing/2014/main" val="689980648"/>
                  </a:ext>
                </a:extLst>
              </a:tr>
              <a:tr h="0">
                <a:tc vMerge="1">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名字</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种属</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类型</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地址</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扩展属性指针</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5CEED"/>
                    </a:solidFill>
                  </a:tcPr>
                </a:tc>
                <a:extLst>
                  <a:ext uri="{0D108BD9-81ED-4DB2-BD59-A6C34878D82A}">
                    <a16:rowId xmlns:a16="http://schemas.microsoft.com/office/drawing/2014/main" val="10000"/>
                  </a:ext>
                </a:extLst>
              </a:tr>
              <a:tr h="0">
                <a:tc>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600" b="1" i="0" u="none" strike="noStrike" kern="1200" cap="none" normalizeH="0" baseline="0" dirty="0" err="1">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abc</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kern="1200"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变量</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int</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NULL</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err="1">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i</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kern="1200"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变量</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int</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NULL</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03706424"/>
                  </a:ext>
                </a:extLst>
              </a:tr>
              <a:tr h="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err="1">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myarray</a:t>
                      </a: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600" b="1" i="0" u="none" strike="noStrike" kern="1200" cap="none" normalizeH="0" baseline="0" dirty="0">
                          <a:ln>
                            <a:noFill/>
                          </a:ln>
                          <a:solidFill>
                            <a:schemeClr val="tx1"/>
                          </a:solidFill>
                          <a:effectLst/>
                          <a:latin typeface="楷体" panose="02010609060101010101" pitchFamily="49" charset="-122"/>
                          <a:ea typeface="楷体" panose="02010609060101010101" pitchFamily="49" charset="-122"/>
                          <a:cs typeface="Times New Roman" panose="02020603050405020304" pitchFamily="18" charset="0"/>
                        </a:rPr>
                        <a:t>数组</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int</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595904"/>
                  </a:ext>
                </a:extLst>
              </a:tr>
              <a:tr h="144888">
                <a:tc>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1"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4">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1"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zh-CN" altLang="en-US"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14" name="Group 18">
            <a:extLst>
              <a:ext uri="{FF2B5EF4-FFF2-40B4-BE49-F238E27FC236}">
                <a16:creationId xmlns:a16="http://schemas.microsoft.com/office/drawing/2014/main" id="{861DB7D0-2146-49CF-A320-1DDD02D889E2}"/>
              </a:ext>
            </a:extLst>
          </p:cNvPr>
          <p:cNvGraphicFramePr>
            <a:graphicFrameLocks noGrp="1"/>
          </p:cNvGraphicFramePr>
          <p:nvPr/>
        </p:nvGraphicFramePr>
        <p:xfrm>
          <a:off x="7239553" y="5178667"/>
          <a:ext cx="1347619" cy="670596"/>
        </p:xfrm>
        <a:graphic>
          <a:graphicData uri="http://schemas.openxmlformats.org/drawingml/2006/table">
            <a:tbl>
              <a:tblPr/>
              <a:tblGrid>
                <a:gridCol w="492175">
                  <a:extLst>
                    <a:ext uri="{9D8B030D-6E8A-4147-A177-3AD203B41FA5}">
                      <a16:colId xmlns:a16="http://schemas.microsoft.com/office/drawing/2014/main" val="1991867602"/>
                    </a:ext>
                  </a:extLst>
                </a:gridCol>
                <a:gridCol w="400061">
                  <a:extLst>
                    <a:ext uri="{9D8B030D-6E8A-4147-A177-3AD203B41FA5}">
                      <a16:colId xmlns:a16="http://schemas.microsoft.com/office/drawing/2014/main" val="20001"/>
                    </a:ext>
                  </a:extLst>
                </a:gridCol>
                <a:gridCol w="455383">
                  <a:extLst>
                    <a:ext uri="{9D8B030D-6E8A-4147-A177-3AD203B41FA5}">
                      <a16:colId xmlns:a16="http://schemas.microsoft.com/office/drawing/2014/main" val="217319210"/>
                    </a:ext>
                  </a:extLst>
                </a:gridCol>
              </a:tblGrid>
              <a:tr h="0">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zh-CN" altLang="en-US"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vMerge="1">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accent1"/>
                        </a:buClr>
                        <a:buSzPct val="100000"/>
                        <a:buFont typeface="Symbol" panose="05050102010706020507" pitchFamily="18" charset="2"/>
                        <a:defRPr sz="28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defRPr sz="25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defRPr sz="22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defRPr sz="19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defRPr sz="1900">
                          <a:solidFill>
                            <a:schemeClr val="tx2"/>
                          </a:solidFill>
                          <a:latin typeface="Candara" panose="020E0502030303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16</a:t>
                      </a:r>
                      <a:endParaRPr kumimoji="0" lang="zh-CN" altLang="en-US" sz="1600" b="1"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zh-CN" altLang="en-US"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91495" marR="91495" marT="45729" marB="4572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cxnSp>
        <p:nvCxnSpPr>
          <p:cNvPr id="11" name="直接箭头连接符 10">
            <a:extLst>
              <a:ext uri="{FF2B5EF4-FFF2-40B4-BE49-F238E27FC236}">
                <a16:creationId xmlns:a16="http://schemas.microsoft.com/office/drawing/2014/main" id="{E766B4EE-D677-4E35-ABDE-3AC7B92DDC06}"/>
              </a:ext>
            </a:extLst>
          </p:cNvPr>
          <p:cNvCxnSpPr/>
          <p:nvPr/>
        </p:nvCxnSpPr>
        <p:spPr>
          <a:xfrm>
            <a:off x="5919983" y="5429251"/>
            <a:ext cx="1249882"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2440D99D-4768-41FA-A274-032EFBE191FC}"/>
              </a:ext>
            </a:extLst>
          </p:cNvPr>
          <p:cNvSpPr txBox="1"/>
          <p:nvPr/>
        </p:nvSpPr>
        <p:spPr>
          <a:xfrm>
            <a:off x="7713280" y="5821638"/>
            <a:ext cx="997227"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black"/>
                </a:solidFill>
                <a:effectLst/>
                <a:uLnTx/>
                <a:uFillTx/>
                <a:latin typeface="Candara"/>
                <a:ea typeface="华文楷体" panose="02010600040101010101" pitchFamily="2" charset="-122"/>
                <a:cs typeface="+mn-cs"/>
              </a:rPr>
              <a:t>各维宽度</a:t>
            </a:r>
          </a:p>
        </p:txBody>
      </p:sp>
      <p:sp>
        <p:nvSpPr>
          <p:cNvPr id="18" name="文本框 17">
            <a:extLst>
              <a:ext uri="{FF2B5EF4-FFF2-40B4-BE49-F238E27FC236}">
                <a16:creationId xmlns:a16="http://schemas.microsoft.com/office/drawing/2014/main" id="{B2BBAF8F-93AF-4BCF-BC86-0916E93F0801}"/>
              </a:ext>
            </a:extLst>
          </p:cNvPr>
          <p:cNvSpPr txBox="1"/>
          <p:nvPr/>
        </p:nvSpPr>
        <p:spPr>
          <a:xfrm>
            <a:off x="6411789" y="3946765"/>
            <a:ext cx="2298718" cy="338554"/>
          </a:xfrm>
          <a:prstGeom prst="rect">
            <a:avLst/>
          </a:prstGeom>
          <a:solidFill>
            <a:srgbClr val="B5CEED"/>
          </a:solidFill>
          <a:ln w="15875">
            <a:solidFill>
              <a:schemeClr val="tx1"/>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prstClr val="black"/>
                </a:solidFill>
                <a:effectLst/>
                <a:uLnTx/>
                <a:uFillTx/>
                <a:latin typeface="Candara"/>
                <a:ea typeface="华文楷体" panose="02010600040101010101" pitchFamily="2" charset="-122"/>
                <a:cs typeface="+mn-cs"/>
              </a:rPr>
              <a:t>扩展属性</a:t>
            </a:r>
          </a:p>
        </p:txBody>
      </p:sp>
      <p:sp>
        <p:nvSpPr>
          <p:cNvPr id="19" name="文本框 18">
            <a:extLst>
              <a:ext uri="{FF2B5EF4-FFF2-40B4-BE49-F238E27FC236}">
                <a16:creationId xmlns:a16="http://schemas.microsoft.com/office/drawing/2014/main" id="{5F9A3392-C371-48D1-95B8-7FFF98D51808}"/>
              </a:ext>
            </a:extLst>
          </p:cNvPr>
          <p:cNvSpPr txBox="1"/>
          <p:nvPr/>
        </p:nvSpPr>
        <p:spPr>
          <a:xfrm>
            <a:off x="7222592" y="4909138"/>
            <a:ext cx="1381545"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black"/>
                </a:solidFill>
                <a:effectLst/>
                <a:uLnTx/>
                <a:uFillTx/>
                <a:latin typeface="Candara"/>
                <a:ea typeface="华文楷体" panose="02010600040101010101" pitchFamily="2" charset="-122"/>
                <a:cs typeface="+mn-cs"/>
              </a:rPr>
              <a:t>维数   各维维长</a:t>
            </a:r>
          </a:p>
        </p:txBody>
      </p:sp>
      <p:sp>
        <p:nvSpPr>
          <p:cNvPr id="10" name="矩形 9">
            <a:extLst>
              <a:ext uri="{FF2B5EF4-FFF2-40B4-BE49-F238E27FC236}">
                <a16:creationId xmlns:a16="http://schemas.microsoft.com/office/drawing/2014/main" id="{90E5AA09-A95F-4C65-AF7B-24E8143B987B}"/>
              </a:ext>
            </a:extLst>
          </p:cNvPr>
          <p:cNvSpPr/>
          <p:nvPr/>
        </p:nvSpPr>
        <p:spPr>
          <a:xfrm>
            <a:off x="2639616" y="403742"/>
            <a:ext cx="8699818" cy="461665"/>
          </a:xfrm>
          <a:prstGeom prst="rect">
            <a:avLst/>
          </a:prstGeom>
          <a:solidFill>
            <a:schemeClr val="accent5">
              <a:lumMod val="60000"/>
              <a:lumOff val="40000"/>
            </a:schemeClr>
          </a:solidFill>
          <a:ln>
            <a:solidFill>
              <a:schemeClr val="tx1"/>
            </a:solidFill>
          </a:ln>
        </p:spPr>
        <p:txBody>
          <a:bodyPr wrap="none">
            <a:spAutoFit/>
          </a:bodyPr>
          <a:lstStyle/>
          <a:p>
            <a:pPr defTabSz="1219170" eaLnBrk="0" fontAlgn="base" hangingPunct="0">
              <a:spcBef>
                <a:spcPct val="0"/>
              </a:spcBef>
              <a:spcAft>
                <a:spcPct val="0"/>
              </a:spcAft>
            </a:pPr>
            <a:r>
              <a:rPr lang="zh-CN" altLang="en-US" sz="2400" b="1" dirty="0">
                <a:solidFill>
                  <a:prstClr val="black"/>
                </a:solidFill>
                <a:latin typeface="华文楷体" panose="02010600040101010101" pitchFamily="2" charset="-122"/>
                <a:ea typeface="华文楷体" panose="02010600040101010101" pitchFamily="2" charset="-122"/>
              </a:rPr>
              <a:t>基本属性（直接存放在符号表中）</a:t>
            </a:r>
            <a:r>
              <a:rPr lang="en-US" altLang="zh-CN" sz="2400" b="1" dirty="0">
                <a:solidFill>
                  <a:prstClr val="black"/>
                </a:solidFill>
                <a:latin typeface="华文楷体" panose="02010600040101010101" pitchFamily="2" charset="-122"/>
                <a:ea typeface="华文楷体" panose="02010600040101010101" pitchFamily="2" charset="-122"/>
              </a:rPr>
              <a:t>+</a:t>
            </a:r>
            <a:r>
              <a:rPr lang="zh-CN" altLang="en-US" sz="2400" b="1" dirty="0">
                <a:solidFill>
                  <a:prstClr val="black"/>
                </a:solidFill>
                <a:latin typeface="华文楷体" panose="02010600040101010101" pitchFamily="2" charset="-122"/>
                <a:ea typeface="华文楷体" panose="02010600040101010101" pitchFamily="2" charset="-122"/>
              </a:rPr>
              <a:t>扩展属性（动态申请内存）</a:t>
            </a:r>
          </a:p>
        </p:txBody>
      </p:sp>
      <p:sp>
        <p:nvSpPr>
          <p:cNvPr id="13" name="文本框 12">
            <a:extLst>
              <a:ext uri="{FF2B5EF4-FFF2-40B4-BE49-F238E27FC236}">
                <a16:creationId xmlns:a16="http://schemas.microsoft.com/office/drawing/2014/main" id="{6B251AC3-DFA3-4E98-B86F-6B9A85E4023D}"/>
              </a:ext>
            </a:extLst>
          </p:cNvPr>
          <p:cNvSpPr txBox="1"/>
          <p:nvPr/>
        </p:nvSpPr>
        <p:spPr>
          <a:xfrm>
            <a:off x="8673825" y="5198130"/>
            <a:ext cx="1965114" cy="523220"/>
          </a:xfrm>
          <a:prstGeom prst="rect">
            <a:avLst/>
          </a:prstGeom>
          <a:noFill/>
        </p:spPr>
        <p:txBody>
          <a:bodyPr wrap="square">
            <a:spAutoFit/>
          </a:bodyPr>
          <a:lstStyle/>
          <a:p>
            <a:r>
              <a:rPr kumimoji="0" lang="zh-CN" altLang="en-US" sz="2800" b="1" i="0" u="none" strike="noStrike" kern="1200" cap="none" spc="0" normalizeH="0" baseline="0" noProof="0" dirty="0">
                <a:ln>
                  <a:noFill/>
                </a:ln>
                <a:solidFill>
                  <a:srgbClr val="FF0000"/>
                </a:solidFill>
                <a:effectLst/>
                <a:uLnTx/>
                <a:uFillTx/>
                <a:latin typeface="+mn-ea"/>
                <a:cs typeface="+mn-cs"/>
              </a:rPr>
              <a:t>内情向量</a:t>
            </a:r>
            <a:endParaRPr lang="zh-CN" altLang="en-US" sz="4000" b="1" dirty="0">
              <a:solidFill>
                <a:srgbClr val="FF0000"/>
              </a:solidFill>
              <a:latin typeface="+mn-ea"/>
            </a:endParaRPr>
          </a:p>
        </p:txBody>
      </p:sp>
    </p:spTree>
    <p:extLst>
      <p:ext uri="{BB962C8B-B14F-4D97-AF65-F5344CB8AC3E}">
        <p14:creationId xmlns:p14="http://schemas.microsoft.com/office/powerpoint/2010/main" val="1725354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Effect transition="in" filter="fade">
                                      <p:cBhvr>
                                        <p:cTn id="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3"/>
          <p:cNvSpPr>
            <a:spLocks noGrp="1" noChangeArrowheads="1"/>
          </p:cNvSpPr>
          <p:nvPr>
            <p:ph idx="1"/>
          </p:nvPr>
        </p:nvSpPr>
        <p:spPr>
          <a:xfrm>
            <a:off x="571501" y="1128184"/>
            <a:ext cx="11477161" cy="4301067"/>
          </a:xfrm>
        </p:spPr>
        <p:txBody>
          <a:bodyPr/>
          <a:lstStyle/>
          <a:p>
            <a:pPr eaLnBrk="1" hangingPunct="1">
              <a:buClrTx/>
              <a:buFont typeface="Wingdings" panose="05000000000000000000" pitchFamily="2" charset="2"/>
              <a:buChar char="Ø"/>
            </a:pPr>
            <a:r>
              <a:rPr lang="zh-CN" altLang="en-US" sz="4000" b="1" dirty="0">
                <a:solidFill>
                  <a:schemeClr val="tx1"/>
                </a:solidFill>
                <a:latin typeface="楷体" panose="02010609060101010101" pitchFamily="49" charset="-122"/>
              </a:rPr>
              <a:t>需要考虑的问题</a:t>
            </a:r>
            <a:endParaRPr lang="en-US" altLang="zh-CN" sz="4000" b="1" dirty="0">
              <a:solidFill>
                <a:schemeClr val="tx1"/>
              </a:solidFill>
              <a:latin typeface="楷体" panose="02010609060101010101" pitchFamily="49" charset="-122"/>
            </a:endParaRPr>
          </a:p>
          <a:p>
            <a:pPr lvl="1" eaLnBrk="1" hangingPunct="1">
              <a:buClrTx/>
              <a:buFont typeface="Wingdings" panose="05000000000000000000" pitchFamily="2" charset="2"/>
              <a:buChar char="Ø"/>
            </a:pPr>
            <a:r>
              <a:rPr lang="zh-CN" altLang="en-US" sz="3733" b="1" dirty="0">
                <a:solidFill>
                  <a:schemeClr val="tx1"/>
                </a:solidFill>
                <a:latin typeface="楷体" panose="02010609060101010101" pitchFamily="49" charset="-122"/>
              </a:rPr>
              <a:t>刻画过程之间的</a:t>
            </a:r>
            <a:r>
              <a:rPr lang="zh-CN" altLang="en-US" sz="3733" b="1" dirty="0">
                <a:solidFill>
                  <a:schemeClr val="tx2">
                    <a:lumMod val="60000"/>
                    <a:lumOff val="40000"/>
                  </a:schemeClr>
                </a:solidFill>
                <a:latin typeface="楷体" panose="02010609060101010101" pitchFamily="49" charset="-122"/>
              </a:rPr>
              <a:t>嵌套</a:t>
            </a:r>
            <a:r>
              <a:rPr lang="zh-CN" altLang="en-US" sz="3733" b="1" dirty="0">
                <a:solidFill>
                  <a:schemeClr val="tx1"/>
                </a:solidFill>
                <a:latin typeface="楷体" panose="02010609060101010101" pitchFamily="49" charset="-122"/>
              </a:rPr>
              <a:t>关系（</a:t>
            </a:r>
            <a:r>
              <a:rPr lang="zh-CN" altLang="en-US" sz="3733" b="1" dirty="0">
                <a:solidFill>
                  <a:schemeClr val="tx2">
                    <a:lumMod val="60000"/>
                    <a:lumOff val="40000"/>
                  </a:schemeClr>
                </a:solidFill>
                <a:latin typeface="楷体" panose="02010609060101010101" pitchFamily="49" charset="-122"/>
              </a:rPr>
              <a:t>作用域</a:t>
            </a:r>
            <a:r>
              <a:rPr lang="zh-CN" altLang="en-US" sz="3733" b="1" dirty="0">
                <a:solidFill>
                  <a:schemeClr val="tx1"/>
                </a:solidFill>
                <a:latin typeface="楷体" panose="02010609060101010101" pitchFamily="49" charset="-122"/>
              </a:rPr>
              <a:t>信息）</a:t>
            </a:r>
            <a:endParaRPr lang="en-US" altLang="zh-CN" sz="3733" b="1" dirty="0">
              <a:solidFill>
                <a:schemeClr val="tx1"/>
              </a:solidFill>
              <a:latin typeface="楷体" panose="02010609060101010101" pitchFamily="49" charset="-122"/>
            </a:endParaRPr>
          </a:p>
          <a:p>
            <a:pPr lvl="1" eaLnBrk="1" hangingPunct="1">
              <a:buClrTx/>
              <a:buFont typeface="Wingdings" panose="05000000000000000000" pitchFamily="2" charset="2"/>
              <a:buChar char="Ø"/>
            </a:pPr>
            <a:r>
              <a:rPr lang="zh-CN" altLang="en-US" sz="3733" b="1" dirty="0">
                <a:solidFill>
                  <a:schemeClr val="tx1"/>
                </a:solidFill>
                <a:latin typeface="楷体" panose="02010609060101010101" pitchFamily="49" charset="-122"/>
              </a:rPr>
              <a:t>重名问题</a:t>
            </a:r>
            <a:endParaRPr lang="en-US" altLang="zh-CN" sz="3733" b="1" dirty="0">
              <a:solidFill>
                <a:schemeClr val="tx1"/>
              </a:solidFill>
              <a:latin typeface="楷体" panose="02010609060101010101" pitchFamily="49" charset="-122"/>
            </a:endParaRPr>
          </a:p>
          <a:p>
            <a:pPr eaLnBrk="1" hangingPunct="1">
              <a:buClrTx/>
              <a:buFont typeface="Wingdings" panose="05000000000000000000" pitchFamily="2" charset="2"/>
              <a:buChar char="Ø"/>
            </a:pPr>
            <a:r>
              <a:rPr lang="zh-CN" altLang="en-US" sz="4000" b="1" dirty="0">
                <a:solidFill>
                  <a:schemeClr val="tx1"/>
                </a:solidFill>
                <a:latin typeface="楷体" panose="02010609060101010101" pitchFamily="49" charset="-122"/>
              </a:rPr>
              <a:t>常用的组织方式</a:t>
            </a:r>
            <a:endParaRPr lang="en-US" altLang="zh-CN" sz="4000" b="1" dirty="0">
              <a:solidFill>
                <a:schemeClr val="tx1"/>
              </a:solidFill>
              <a:latin typeface="楷体" panose="02010609060101010101" pitchFamily="49" charset="-122"/>
            </a:endParaRPr>
          </a:p>
          <a:p>
            <a:pPr lvl="1" eaLnBrk="1" hangingPunct="1">
              <a:buClrTx/>
              <a:buFont typeface="Wingdings" panose="05000000000000000000" pitchFamily="2" charset="2"/>
              <a:buChar char="Ø"/>
            </a:pPr>
            <a:r>
              <a:rPr lang="zh-CN" altLang="en-US" sz="3733" b="1" dirty="0">
                <a:solidFill>
                  <a:schemeClr val="tx1"/>
                </a:solidFill>
                <a:latin typeface="楷体" panose="02010609060101010101" pitchFamily="49" charset="-122"/>
              </a:rPr>
              <a:t>每个</a:t>
            </a:r>
            <a:r>
              <a:rPr lang="zh-CN" altLang="en-US" sz="3733" b="1" dirty="0">
                <a:solidFill>
                  <a:schemeClr val="tx2">
                    <a:lumMod val="60000"/>
                    <a:lumOff val="40000"/>
                  </a:schemeClr>
                </a:solidFill>
                <a:latin typeface="楷体" panose="02010609060101010101" pitchFamily="49" charset="-122"/>
              </a:rPr>
              <a:t>过程</a:t>
            </a:r>
            <a:r>
              <a:rPr lang="zh-CN" altLang="en-US" sz="3733" b="1" dirty="0">
                <a:solidFill>
                  <a:schemeClr val="tx1"/>
                </a:solidFill>
                <a:latin typeface="楷体" panose="02010609060101010101" pitchFamily="49" charset="-122"/>
              </a:rPr>
              <a:t>建立一个符号表，同时需要建立起这些符号表之间的联系，用来刻画</a:t>
            </a:r>
            <a:r>
              <a:rPr lang="zh-CN" altLang="en-US" sz="3733" b="1" dirty="0">
                <a:solidFill>
                  <a:schemeClr val="tx2">
                    <a:lumMod val="60000"/>
                    <a:lumOff val="40000"/>
                  </a:schemeClr>
                </a:solidFill>
                <a:latin typeface="楷体" panose="02010609060101010101" pitchFamily="49" charset="-122"/>
              </a:rPr>
              <a:t>过程</a:t>
            </a:r>
            <a:r>
              <a:rPr lang="zh-CN" altLang="en-US" sz="3733" b="1" dirty="0">
                <a:solidFill>
                  <a:schemeClr val="tx1"/>
                </a:solidFill>
                <a:latin typeface="楷体" panose="02010609060101010101" pitchFamily="49" charset="-122"/>
              </a:rPr>
              <a:t>之间的</a:t>
            </a:r>
            <a:r>
              <a:rPr lang="zh-CN" altLang="en-US" sz="3733" b="1" dirty="0">
                <a:solidFill>
                  <a:schemeClr val="tx2">
                    <a:lumMod val="60000"/>
                    <a:lumOff val="40000"/>
                  </a:schemeClr>
                </a:solidFill>
                <a:latin typeface="楷体" panose="02010609060101010101" pitchFamily="49" charset="-122"/>
              </a:rPr>
              <a:t>嵌套关系</a:t>
            </a:r>
          </a:p>
        </p:txBody>
      </p:sp>
      <p:sp>
        <p:nvSpPr>
          <p:cNvPr id="120835" name="Rectangle 2"/>
          <p:cNvSpPr>
            <a:spLocks noGrp="1" noChangeArrowheads="1"/>
          </p:cNvSpPr>
          <p:nvPr>
            <p:ph type="title"/>
          </p:nvPr>
        </p:nvSpPr>
        <p:spPr>
          <a:xfrm>
            <a:off x="1007533" y="357718"/>
            <a:ext cx="10574867" cy="478367"/>
          </a:xfrm>
        </p:spPr>
        <p:txBody>
          <a:bodyPr/>
          <a:lstStyle/>
          <a:p>
            <a:pPr eaLnBrk="1" hangingPunct="1"/>
            <a:r>
              <a:rPr lang="zh-CN" altLang="en-US" sz="4000" dirty="0">
                <a:solidFill>
                  <a:prstClr val="black"/>
                </a:solidFill>
                <a:latin typeface="微软雅黑" panose="020B0503020204020204" pitchFamily="34" charset="-122"/>
                <a:ea typeface="微软雅黑" panose="020B0503020204020204" pitchFamily="34" charset="-122"/>
                <a:cs typeface="Times New Roman" panose="02020603050405020304" pitchFamily="18" charset="0"/>
              </a:rPr>
              <a:t>多个过程符号表的组织</a:t>
            </a:r>
            <a:endPar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 name="矩形 1">
            <a:extLst>
              <a:ext uri="{FF2B5EF4-FFF2-40B4-BE49-F238E27FC236}">
                <a16:creationId xmlns:a16="http://schemas.microsoft.com/office/drawing/2014/main" id="{1ECDCC90-BF35-4FC3-BA14-417EC806FF17}"/>
              </a:ext>
            </a:extLst>
          </p:cNvPr>
          <p:cNvSpPr/>
          <p:nvPr/>
        </p:nvSpPr>
        <p:spPr>
          <a:xfrm>
            <a:off x="4976524" y="1143165"/>
            <a:ext cx="7072137" cy="666977"/>
          </a:xfrm>
          <a:prstGeom prst="rect">
            <a:avLst/>
          </a:prstGeom>
          <a:solidFill>
            <a:schemeClr val="accent5">
              <a:lumMod val="60000"/>
              <a:lumOff val="40000"/>
            </a:schemeClr>
          </a:solidFill>
          <a:ln>
            <a:solidFill>
              <a:schemeClr val="tx1"/>
            </a:solidFill>
          </a:ln>
        </p:spPr>
        <p:txBody>
          <a:bodyPr wrap="square">
            <a:spAutoFit/>
          </a:bodyPr>
          <a:lstStyle/>
          <a:p>
            <a:pPr defTabSz="1219170" eaLnBrk="0" fontAlgn="base" hangingPunct="0">
              <a:spcBef>
                <a:spcPct val="0"/>
              </a:spcBef>
              <a:spcAft>
                <a:spcPct val="0"/>
              </a:spcAft>
            </a:pP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假设过程</a:t>
            </a:r>
            <a:r>
              <a:rPr lang="en-US" altLang="zh-CN" sz="1867" b="1" i="1" dirty="0">
                <a:solidFill>
                  <a:srgbClr val="FF0000"/>
                </a:solidFill>
                <a:latin typeface="Times New Roman" panose="02020603050405020304" pitchFamily="18" charset="0"/>
                <a:ea typeface="华文楷体" panose="02010600040101010101" pitchFamily="2" charset="-122"/>
                <a:cs typeface="Times New Roman" panose="02020603050405020304" pitchFamily="18" charset="0"/>
              </a:rPr>
              <a:t>p</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要访问过程</a:t>
            </a:r>
            <a:r>
              <a:rPr lang="en-US" altLang="zh-CN" sz="1867" b="1" i="1" dirty="0">
                <a:solidFill>
                  <a:srgbClr val="FF0000"/>
                </a:solidFill>
                <a:latin typeface="Times New Roman" panose="02020603050405020304" pitchFamily="18" charset="0"/>
                <a:ea typeface="华文楷体" panose="02010600040101010101" pitchFamily="2" charset="-122"/>
                <a:cs typeface="Times New Roman" panose="02020603050405020304" pitchFamily="18" charset="0"/>
              </a:rPr>
              <a:t>q</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中的数据对象</a:t>
            </a:r>
            <a:r>
              <a:rPr lang="en-US" altLang="zh-CN" sz="1867" b="1" i="1" dirty="0">
                <a:solidFill>
                  <a:srgbClr val="FF0000"/>
                </a:solidFill>
                <a:latin typeface="Times New Roman" panose="02020603050405020304" pitchFamily="18" charset="0"/>
                <a:ea typeface="华文楷体" panose="02010600040101010101" pitchFamily="2" charset="-122"/>
                <a:cs typeface="Times New Roman" panose="02020603050405020304" pitchFamily="18" charset="0"/>
              </a:rPr>
              <a:t>x</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t>
            </a:r>
            <a:endParaRPr lang="en-US" altLang="zh-CN"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a:p>
            <a:pPr defTabSz="1219170" eaLnBrk="0" fontAlgn="base" hangingPunct="0">
              <a:spcBef>
                <a:spcPct val="0"/>
              </a:spcBef>
              <a:spcAft>
                <a:spcPct val="0"/>
              </a:spcAft>
            </a:pPr>
            <a:r>
              <a:rPr lang="en-US" altLang="zh-CN" sz="1867"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x</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的地址 </a:t>
            </a:r>
            <a:r>
              <a:rPr lang="en-US" altLang="zh-CN"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 </a:t>
            </a:r>
            <a:r>
              <a:rPr lang="en-US" altLang="zh-CN" sz="1867"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q</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的活动记录</a:t>
            </a:r>
            <a:r>
              <a:rPr lang="zh-CN" altLang="en-US" sz="1867" b="1" dirty="0">
                <a:solidFill>
                  <a:schemeClr val="tx2">
                    <a:lumMod val="60000"/>
                    <a:lumOff val="40000"/>
                  </a:schemeClr>
                </a:solidFill>
                <a:latin typeface="Times New Roman" panose="02020603050405020304" pitchFamily="18" charset="0"/>
                <a:ea typeface="华文楷体" panose="02010600040101010101" pitchFamily="2" charset="-122"/>
                <a:cs typeface="Times New Roman" panose="02020603050405020304" pitchFamily="18" charset="0"/>
              </a:rPr>
              <a:t>基地址</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 </a:t>
            </a:r>
            <a:r>
              <a:rPr lang="en-US" altLang="zh-CN"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 </a:t>
            </a:r>
            <a:r>
              <a:rPr lang="en-US" altLang="zh-CN" sz="1867"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x</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在</a:t>
            </a:r>
            <a:r>
              <a:rPr lang="en-US" altLang="zh-CN" sz="1867"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q</a:t>
            </a:r>
            <a:r>
              <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的活动记录中的</a:t>
            </a:r>
            <a:r>
              <a:rPr lang="zh-CN" altLang="en-US" sz="1867" b="1" dirty="0">
                <a:solidFill>
                  <a:schemeClr val="tx2">
                    <a:lumMod val="60000"/>
                    <a:lumOff val="40000"/>
                  </a:schemeClr>
                </a:solidFill>
                <a:latin typeface="Times New Roman" panose="02020603050405020304" pitchFamily="18" charset="0"/>
                <a:ea typeface="华文楷体" panose="02010600040101010101" pitchFamily="2" charset="-122"/>
                <a:cs typeface="Times New Roman" panose="02020603050405020304" pitchFamily="18" charset="0"/>
              </a:rPr>
              <a:t>偏移地址</a:t>
            </a:r>
            <a:endParaRPr lang="zh-CN" altLang="en-US" sz="1467" b="1" dirty="0">
              <a:solidFill>
                <a:schemeClr val="tx2">
                  <a:lumMod val="60000"/>
                  <a:lumOff val="40000"/>
                </a:schemeClr>
              </a:solidFill>
              <a:latin typeface="Times New Roman" panose="02020603050405020304" pitchFamily="18" charset="0"/>
              <a:ea typeface="华文楷体" panose="02010600040101010101" pitchFamily="2"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20834">
                                            <p:txEl>
                                              <p:pRg st="0" end="0"/>
                                            </p:txEl>
                                          </p:spTgt>
                                        </p:tgtEl>
                                        <p:attrNameLst>
                                          <p:attrName>style.visibility</p:attrName>
                                        </p:attrNameLst>
                                      </p:cBhvr>
                                      <p:to>
                                        <p:strVal val="visible"/>
                                      </p:to>
                                    </p:set>
                                    <p:anim calcmode="lin" valueType="num">
                                      <p:cBhvr>
                                        <p:cTn id="7" dur="500" fill="hold"/>
                                        <p:tgtEl>
                                          <p:spTgt spid="120834">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20834">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120834">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animEffect transition="in" filter="fade">
                                      <p:cBhvr>
                                        <p:cTn id="16" dur="5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120834">
                                            <p:txEl>
                                              <p:pRg st="1" end="1"/>
                                            </p:txEl>
                                          </p:spTgt>
                                        </p:tgtEl>
                                        <p:attrNameLst>
                                          <p:attrName>style.visibility</p:attrName>
                                        </p:attrNameLst>
                                      </p:cBhvr>
                                      <p:to>
                                        <p:strVal val="visible"/>
                                      </p:to>
                                    </p:set>
                                    <p:anim calcmode="lin" valueType="num">
                                      <p:cBhvr>
                                        <p:cTn id="21" dur="500" fill="hold"/>
                                        <p:tgtEl>
                                          <p:spTgt spid="120834">
                                            <p:txEl>
                                              <p:pRg st="1" end="1"/>
                                            </p:txEl>
                                          </p:spTgt>
                                        </p:tgtEl>
                                        <p:attrNameLst>
                                          <p:attrName>ppt_w</p:attrName>
                                        </p:attrNameLst>
                                      </p:cBhvr>
                                      <p:tavLst>
                                        <p:tav tm="0">
                                          <p:val>
                                            <p:fltVal val="0"/>
                                          </p:val>
                                        </p:tav>
                                        <p:tav tm="100000">
                                          <p:val>
                                            <p:strVal val="#ppt_w"/>
                                          </p:val>
                                        </p:tav>
                                      </p:tavLst>
                                    </p:anim>
                                    <p:anim calcmode="lin" valueType="num">
                                      <p:cBhvr>
                                        <p:cTn id="22" dur="500" fill="hold"/>
                                        <p:tgtEl>
                                          <p:spTgt spid="120834">
                                            <p:txEl>
                                              <p:pRg st="1" end="1"/>
                                            </p:txEl>
                                          </p:spTgt>
                                        </p:tgtEl>
                                        <p:attrNameLst>
                                          <p:attrName>ppt_h</p:attrName>
                                        </p:attrNameLst>
                                      </p:cBhvr>
                                      <p:tavLst>
                                        <p:tav tm="0">
                                          <p:val>
                                            <p:fltVal val="0"/>
                                          </p:val>
                                        </p:tav>
                                        <p:tav tm="100000">
                                          <p:val>
                                            <p:strVal val="#ppt_h"/>
                                          </p:val>
                                        </p:tav>
                                      </p:tavLst>
                                    </p:anim>
                                    <p:animEffect transition="in" filter="fade">
                                      <p:cBhvr>
                                        <p:cTn id="23" dur="500"/>
                                        <p:tgtEl>
                                          <p:spTgt spid="120834">
                                            <p:txEl>
                                              <p:pRg st="1" end="1"/>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20834">
                                            <p:txEl>
                                              <p:pRg st="2" end="2"/>
                                            </p:txEl>
                                          </p:spTgt>
                                        </p:tgtEl>
                                        <p:attrNameLst>
                                          <p:attrName>style.visibility</p:attrName>
                                        </p:attrNameLst>
                                      </p:cBhvr>
                                      <p:to>
                                        <p:strVal val="visible"/>
                                      </p:to>
                                    </p:set>
                                    <p:anim calcmode="lin" valueType="num">
                                      <p:cBhvr>
                                        <p:cTn id="28" dur="500" fill="hold"/>
                                        <p:tgtEl>
                                          <p:spTgt spid="120834">
                                            <p:txEl>
                                              <p:pRg st="2" end="2"/>
                                            </p:txEl>
                                          </p:spTgt>
                                        </p:tgtEl>
                                        <p:attrNameLst>
                                          <p:attrName>ppt_w</p:attrName>
                                        </p:attrNameLst>
                                      </p:cBhvr>
                                      <p:tavLst>
                                        <p:tav tm="0">
                                          <p:val>
                                            <p:fltVal val="0"/>
                                          </p:val>
                                        </p:tav>
                                        <p:tav tm="100000">
                                          <p:val>
                                            <p:strVal val="#ppt_w"/>
                                          </p:val>
                                        </p:tav>
                                      </p:tavLst>
                                    </p:anim>
                                    <p:anim calcmode="lin" valueType="num">
                                      <p:cBhvr>
                                        <p:cTn id="29" dur="500" fill="hold"/>
                                        <p:tgtEl>
                                          <p:spTgt spid="120834">
                                            <p:txEl>
                                              <p:pRg st="2" end="2"/>
                                            </p:txEl>
                                          </p:spTgt>
                                        </p:tgtEl>
                                        <p:attrNameLst>
                                          <p:attrName>ppt_h</p:attrName>
                                        </p:attrNameLst>
                                      </p:cBhvr>
                                      <p:tavLst>
                                        <p:tav tm="0">
                                          <p:val>
                                            <p:fltVal val="0"/>
                                          </p:val>
                                        </p:tav>
                                        <p:tav tm="100000">
                                          <p:val>
                                            <p:strVal val="#ppt_h"/>
                                          </p:val>
                                        </p:tav>
                                      </p:tavLst>
                                    </p:anim>
                                    <p:animEffect transition="in" filter="fade">
                                      <p:cBhvr>
                                        <p:cTn id="30" dur="500"/>
                                        <p:tgtEl>
                                          <p:spTgt spid="120834">
                                            <p:txEl>
                                              <p:pRg st="2" end="2"/>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nodeType="clickEffect">
                                  <p:stCondLst>
                                    <p:cond delay="0"/>
                                  </p:stCondLst>
                                  <p:childTnLst>
                                    <p:set>
                                      <p:cBhvr>
                                        <p:cTn id="34" dur="1" fill="hold">
                                          <p:stCondLst>
                                            <p:cond delay="0"/>
                                          </p:stCondLst>
                                        </p:cTn>
                                        <p:tgtEl>
                                          <p:spTgt spid="120834">
                                            <p:txEl>
                                              <p:pRg st="3" end="3"/>
                                            </p:txEl>
                                          </p:spTgt>
                                        </p:tgtEl>
                                        <p:attrNameLst>
                                          <p:attrName>style.visibility</p:attrName>
                                        </p:attrNameLst>
                                      </p:cBhvr>
                                      <p:to>
                                        <p:strVal val="visible"/>
                                      </p:to>
                                    </p:set>
                                    <p:anim calcmode="lin" valueType="num">
                                      <p:cBhvr>
                                        <p:cTn id="35" dur="500" fill="hold"/>
                                        <p:tgtEl>
                                          <p:spTgt spid="120834">
                                            <p:txEl>
                                              <p:pRg st="3" end="3"/>
                                            </p:txEl>
                                          </p:spTgt>
                                        </p:tgtEl>
                                        <p:attrNameLst>
                                          <p:attrName>ppt_w</p:attrName>
                                        </p:attrNameLst>
                                      </p:cBhvr>
                                      <p:tavLst>
                                        <p:tav tm="0">
                                          <p:val>
                                            <p:fltVal val="0"/>
                                          </p:val>
                                        </p:tav>
                                        <p:tav tm="100000">
                                          <p:val>
                                            <p:strVal val="#ppt_w"/>
                                          </p:val>
                                        </p:tav>
                                      </p:tavLst>
                                    </p:anim>
                                    <p:anim calcmode="lin" valueType="num">
                                      <p:cBhvr>
                                        <p:cTn id="36" dur="500" fill="hold"/>
                                        <p:tgtEl>
                                          <p:spTgt spid="120834">
                                            <p:txEl>
                                              <p:pRg st="3" end="3"/>
                                            </p:txEl>
                                          </p:spTgt>
                                        </p:tgtEl>
                                        <p:attrNameLst>
                                          <p:attrName>ppt_h</p:attrName>
                                        </p:attrNameLst>
                                      </p:cBhvr>
                                      <p:tavLst>
                                        <p:tav tm="0">
                                          <p:val>
                                            <p:fltVal val="0"/>
                                          </p:val>
                                        </p:tav>
                                        <p:tav tm="100000">
                                          <p:val>
                                            <p:strVal val="#ppt_h"/>
                                          </p:val>
                                        </p:tav>
                                      </p:tavLst>
                                    </p:anim>
                                    <p:animEffect transition="in" filter="fade">
                                      <p:cBhvr>
                                        <p:cTn id="37" dur="500"/>
                                        <p:tgtEl>
                                          <p:spTgt spid="120834">
                                            <p:txEl>
                                              <p:pRg st="3" end="3"/>
                                            </p:txEl>
                                          </p:spTgt>
                                        </p:tgtEl>
                                      </p:cBhvr>
                                    </p:animEffect>
                                  </p:childTnLst>
                                </p:cTn>
                              </p:par>
                              <p:par>
                                <p:cTn id="38" presetID="53" presetClass="entr" presetSubtype="16" fill="hold" nodeType="withEffect">
                                  <p:stCondLst>
                                    <p:cond delay="0"/>
                                  </p:stCondLst>
                                  <p:childTnLst>
                                    <p:set>
                                      <p:cBhvr>
                                        <p:cTn id="39" dur="1" fill="hold">
                                          <p:stCondLst>
                                            <p:cond delay="0"/>
                                          </p:stCondLst>
                                        </p:cTn>
                                        <p:tgtEl>
                                          <p:spTgt spid="120834">
                                            <p:txEl>
                                              <p:pRg st="4" end="4"/>
                                            </p:txEl>
                                          </p:spTgt>
                                        </p:tgtEl>
                                        <p:attrNameLst>
                                          <p:attrName>style.visibility</p:attrName>
                                        </p:attrNameLst>
                                      </p:cBhvr>
                                      <p:to>
                                        <p:strVal val="visible"/>
                                      </p:to>
                                    </p:set>
                                    <p:anim calcmode="lin" valueType="num">
                                      <p:cBhvr>
                                        <p:cTn id="40" dur="500" fill="hold"/>
                                        <p:tgtEl>
                                          <p:spTgt spid="120834">
                                            <p:txEl>
                                              <p:pRg st="4" end="4"/>
                                            </p:txEl>
                                          </p:spTgt>
                                        </p:tgtEl>
                                        <p:attrNameLst>
                                          <p:attrName>ppt_w</p:attrName>
                                        </p:attrNameLst>
                                      </p:cBhvr>
                                      <p:tavLst>
                                        <p:tav tm="0">
                                          <p:val>
                                            <p:fltVal val="0"/>
                                          </p:val>
                                        </p:tav>
                                        <p:tav tm="100000">
                                          <p:val>
                                            <p:strVal val="#ppt_w"/>
                                          </p:val>
                                        </p:tav>
                                      </p:tavLst>
                                    </p:anim>
                                    <p:anim calcmode="lin" valueType="num">
                                      <p:cBhvr>
                                        <p:cTn id="41" dur="500" fill="hold"/>
                                        <p:tgtEl>
                                          <p:spTgt spid="120834">
                                            <p:txEl>
                                              <p:pRg st="4" end="4"/>
                                            </p:txEl>
                                          </p:spTgt>
                                        </p:tgtEl>
                                        <p:attrNameLst>
                                          <p:attrName>ppt_h</p:attrName>
                                        </p:attrNameLst>
                                      </p:cBhvr>
                                      <p:tavLst>
                                        <p:tav tm="0">
                                          <p:val>
                                            <p:fltVal val="0"/>
                                          </p:val>
                                        </p:tav>
                                        <p:tav tm="100000">
                                          <p:val>
                                            <p:strVal val="#ppt_h"/>
                                          </p:val>
                                        </p:tav>
                                      </p:tavLst>
                                    </p:anim>
                                    <p:animEffect transition="in" filter="fade">
                                      <p:cBhvr>
                                        <p:cTn id="42" dur="500"/>
                                        <p:tgtEl>
                                          <p:spTgt spid="12083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矩形 88"/>
          <p:cNvSpPr/>
          <p:nvPr/>
        </p:nvSpPr>
        <p:spPr>
          <a:xfrm>
            <a:off x="207434" y="1104901"/>
            <a:ext cx="10902951" cy="5707140"/>
          </a:xfrm>
          <a:prstGeom prst="rect">
            <a:avLst/>
          </a:prstGeom>
          <a:noFill/>
          <a:ln>
            <a:noFill/>
          </a:ln>
        </p:spPr>
        <p:txBody>
          <a:bodyPr lIns="91440" tIns="45720" rIns="91440" bIns="45720">
            <a:spAutoFit/>
          </a:bodyPr>
          <a:lstStyle/>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program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sort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input</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output</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array</a:t>
            </a:r>
            <a:r>
              <a:rPr lang="en-US" altLang="zh-CN" sz="2667" b="1" kern="0" dirty="0">
                <a:solidFill>
                  <a:srgbClr val="000000"/>
                </a:solidFill>
                <a:latin typeface="Times New Roman" panose="02020603050405020304" pitchFamily="18" charset="0"/>
                <a:ea typeface="楷体_GB2312" pitchFamily="49" charset="-122"/>
              </a:rPr>
              <a:t>[0..10] </a:t>
            </a:r>
            <a:r>
              <a:rPr lang="en-US" altLang="zh-CN" sz="2667" b="1" i="1" kern="0" dirty="0">
                <a:solidFill>
                  <a:srgbClr val="000000"/>
                </a:solidFill>
                <a:latin typeface="Times New Roman" panose="02020603050405020304" pitchFamily="18" charset="0"/>
                <a:ea typeface="楷体_GB2312" pitchFamily="49" charset="-122"/>
              </a:rPr>
              <a:t>of 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           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FF0000"/>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exchang</a:t>
            </a:r>
            <a:r>
              <a:rPr lang="en-US" altLang="zh-CN" sz="2667" b="1" kern="0" dirty="0">
                <a:solidFill>
                  <a:srgbClr val="FF0000"/>
                </a:solidFill>
                <a:latin typeface="Times New Roman" panose="02020603050405020304" pitchFamily="18" charset="0"/>
                <a:ea typeface="楷体_GB2312" pitchFamily="49" charset="-122"/>
              </a:rPr>
              <a:t>e</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err="1">
                <a:solidFill>
                  <a:prstClr val="black"/>
                </a:solidFill>
                <a:latin typeface="Times New Roman" panose="02020603050405020304" pitchFamily="18" charset="0"/>
                <a:ea typeface="楷体_GB2312" pitchFamily="49" charset="-122"/>
              </a:rPr>
              <a:t>i</a:t>
            </a:r>
            <a:r>
              <a:rPr lang="en-US" altLang="zh-CN" sz="2667" b="1" kern="0" dirty="0">
                <a:solidFill>
                  <a:prstClr val="black"/>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a:t>
            </a:r>
            <a:r>
              <a:rPr lang="en-US" altLang="zh-CN" sz="2667" b="1" kern="0" dirty="0">
                <a:solidFill>
                  <a:srgbClr val="0000FF"/>
                </a:solidFill>
                <a:latin typeface="Times New Roman" panose="02020603050405020304" pitchFamily="18" charset="0"/>
                <a:ea typeface="楷体_GB2312" pitchFamily="49" charset="-122"/>
              </a:rPr>
              <a:t>e</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quicksort</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n</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k</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v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function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partition</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y</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z</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a:t>
            </a:r>
            <a:r>
              <a:rPr lang="en-US" altLang="zh-CN" sz="2667" b="1" kern="0" dirty="0">
                <a:solidFill>
                  <a:srgbClr val="000000"/>
                </a:solidFill>
                <a:latin typeface="Times New Roman" panose="02020603050405020304" pitchFamily="18" charset="0"/>
                <a:ea typeface="楷体_GB2312" pitchFamily="49" charset="-122"/>
              </a:rPr>
              <a:t>r;</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exchange</a:t>
            </a:r>
            <a:r>
              <a:rPr lang="en-US" altLang="zh-CN" sz="2667" b="1" kern="0" dirty="0">
                <a:solidFill>
                  <a:srgbClr val="0000FF"/>
                </a:solidFill>
                <a:latin typeface="Times New Roman" panose="02020603050405020304" pitchFamily="18" charset="0"/>
                <a:ea typeface="楷体_GB2312" pitchFamily="49" charset="-122"/>
              </a:rPr>
              <a:t>(</a:t>
            </a:r>
            <a:r>
              <a:rPr lang="en-US" altLang="zh-CN" sz="2667" b="1" i="1" kern="0" dirty="0" err="1">
                <a:solidFill>
                  <a:srgbClr val="0000FF"/>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 </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sort</a:t>
            </a:r>
            <a:r>
              <a:rPr lang="en-US" altLang="zh-CN" sz="2667" b="1" kern="0" dirty="0">
                <a:solidFill>
                  <a:srgbClr val="000000"/>
                </a:solidFill>
                <a:latin typeface="Times New Roman" panose="02020603050405020304" pitchFamily="18" charset="0"/>
                <a:ea typeface="楷体_GB2312" pitchFamily="49" charset="-122"/>
              </a:rPr>
              <a:t>};</a:t>
            </a:r>
          </a:p>
        </p:txBody>
      </p:sp>
      <p:sp>
        <p:nvSpPr>
          <p:cNvPr id="122883"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grpSp>
        <p:nvGrpSpPr>
          <p:cNvPr id="2" name="组合 2"/>
          <p:cNvGrpSpPr>
            <a:grpSpLocks/>
          </p:cNvGrpSpPr>
          <p:nvPr/>
        </p:nvGrpSpPr>
        <p:grpSpPr bwMode="auto">
          <a:xfrm>
            <a:off x="5970951" y="-21167"/>
            <a:ext cx="6269733" cy="6064251"/>
            <a:chOff x="4478213" y="-15875"/>
            <a:chExt cx="4702299" cy="4548188"/>
          </a:xfrm>
        </p:grpSpPr>
        <p:sp>
          <p:nvSpPr>
            <p:cNvPr id="122885" name="Rectangle 54"/>
            <p:cNvSpPr>
              <a:spLocks noChangeArrowheads="1"/>
            </p:cNvSpPr>
            <p:nvPr/>
          </p:nvSpPr>
          <p:spPr bwMode="auto">
            <a:xfrm>
              <a:off x="7108911" y="2277971"/>
              <a:ext cx="2035089"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k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22886" name="Rectangle 55"/>
            <p:cNvSpPr>
              <a:spLocks noChangeArrowheads="1"/>
            </p:cNvSpPr>
            <p:nvPr/>
          </p:nvSpPr>
          <p:spPr bwMode="auto">
            <a:xfrm>
              <a:off x="7108910" y="2562088"/>
              <a:ext cx="2035089" cy="390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v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22887" name="Rectangle 68"/>
            <p:cNvSpPr>
              <a:spLocks noChangeArrowheads="1"/>
            </p:cNvSpPr>
            <p:nvPr/>
          </p:nvSpPr>
          <p:spPr bwMode="auto">
            <a:xfrm>
              <a:off x="7559744" y="4168833"/>
              <a:ext cx="1620768" cy="36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j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22888" name="Rectangle 67"/>
            <p:cNvSpPr>
              <a:spLocks noChangeArrowheads="1"/>
            </p:cNvSpPr>
            <p:nvPr/>
          </p:nvSpPr>
          <p:spPr bwMode="auto">
            <a:xfrm>
              <a:off x="7559744" y="3859319"/>
              <a:ext cx="1458850" cy="363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22889" name="Line 2"/>
            <p:cNvSpPr>
              <a:spLocks noChangeShapeType="1"/>
            </p:cNvSpPr>
            <p:nvPr/>
          </p:nvSpPr>
          <p:spPr bwMode="auto">
            <a:xfrm>
              <a:off x="4489326" y="1027296"/>
              <a:ext cx="1587" cy="17856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0" name="Line 3"/>
            <p:cNvSpPr>
              <a:spLocks noChangeShapeType="1"/>
            </p:cNvSpPr>
            <p:nvPr/>
          </p:nvSpPr>
          <p:spPr bwMode="auto">
            <a:xfrm>
              <a:off x="6140057" y="1027296"/>
              <a:ext cx="0" cy="176026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1" name="Line 4"/>
            <p:cNvSpPr>
              <a:spLocks noChangeShapeType="1"/>
            </p:cNvSpPr>
            <p:nvPr/>
          </p:nvSpPr>
          <p:spPr bwMode="auto">
            <a:xfrm flipV="1">
              <a:off x="4490913" y="2784951"/>
              <a:ext cx="19864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2" name="Line 5"/>
            <p:cNvSpPr>
              <a:spLocks noChangeShapeType="1"/>
            </p:cNvSpPr>
            <p:nvPr/>
          </p:nvSpPr>
          <p:spPr bwMode="auto">
            <a:xfrm>
              <a:off x="4490913" y="2489723"/>
              <a:ext cx="197372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3" name="Line 6"/>
            <p:cNvSpPr>
              <a:spLocks noChangeShapeType="1"/>
            </p:cNvSpPr>
            <p:nvPr/>
          </p:nvSpPr>
          <p:spPr bwMode="auto">
            <a:xfrm flipV="1">
              <a:off x="4478213" y="2200273"/>
              <a:ext cx="198642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4" name="Line 7"/>
            <p:cNvSpPr>
              <a:spLocks noChangeShapeType="1"/>
            </p:cNvSpPr>
            <p:nvPr/>
          </p:nvSpPr>
          <p:spPr bwMode="auto">
            <a:xfrm flipV="1">
              <a:off x="4503612" y="1924093"/>
              <a:ext cx="1977941"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5" name="Line 8"/>
            <p:cNvSpPr>
              <a:spLocks noChangeShapeType="1"/>
            </p:cNvSpPr>
            <p:nvPr/>
          </p:nvSpPr>
          <p:spPr bwMode="auto">
            <a:xfrm>
              <a:off x="4502025" y="1633625"/>
              <a:ext cx="2020800"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6" name="Line 9"/>
            <p:cNvSpPr>
              <a:spLocks noChangeShapeType="1"/>
            </p:cNvSpPr>
            <p:nvPr/>
          </p:nvSpPr>
          <p:spPr bwMode="auto">
            <a:xfrm flipV="1">
              <a:off x="4490913" y="1338397"/>
              <a:ext cx="200916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897" name="Rectangle 10"/>
            <p:cNvSpPr>
              <a:spLocks noChangeArrowheads="1"/>
            </p:cNvSpPr>
            <p:nvPr/>
          </p:nvSpPr>
          <p:spPr bwMode="auto">
            <a:xfrm>
              <a:off x="4916344" y="976504"/>
              <a:ext cx="1738457"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r>
                <a:rPr lang="en-US" altLang="zh-CN" sz="2400">
                  <a:solidFill>
                    <a:srgbClr val="000000"/>
                  </a:solidFill>
                  <a:ea typeface="宋体" panose="02010600030101010101" pitchFamily="2" charset="-122"/>
                  <a:cs typeface="Times New Roman" panose="02020603050405020304" pitchFamily="18" charset="0"/>
                </a:rPr>
                <a:t>48</a:t>
              </a:r>
            </a:p>
          </p:txBody>
        </p:sp>
        <p:sp>
          <p:nvSpPr>
            <p:cNvPr id="122898" name="Rectangle 11"/>
            <p:cNvSpPr>
              <a:spLocks noChangeArrowheads="1"/>
            </p:cNvSpPr>
            <p:nvPr/>
          </p:nvSpPr>
          <p:spPr bwMode="auto">
            <a:xfrm>
              <a:off x="4860213" y="703497"/>
              <a:ext cx="1168351" cy="363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sort</a:t>
              </a:r>
            </a:p>
          </p:txBody>
        </p:sp>
        <p:sp>
          <p:nvSpPr>
            <p:cNvPr id="122899" name="Line 12"/>
            <p:cNvSpPr>
              <a:spLocks noChangeShapeType="1"/>
            </p:cNvSpPr>
            <p:nvPr/>
          </p:nvSpPr>
          <p:spPr bwMode="auto">
            <a:xfrm flipV="1">
              <a:off x="4502024" y="1025709"/>
              <a:ext cx="2020801"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00" name="Line 13"/>
            <p:cNvSpPr>
              <a:spLocks noChangeShapeType="1"/>
            </p:cNvSpPr>
            <p:nvPr/>
          </p:nvSpPr>
          <p:spPr bwMode="auto">
            <a:xfrm>
              <a:off x="4867135" y="1041582"/>
              <a:ext cx="0" cy="2841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01" name="Line 14"/>
            <p:cNvSpPr>
              <a:spLocks noChangeShapeType="1"/>
            </p:cNvSpPr>
            <p:nvPr/>
          </p:nvSpPr>
          <p:spPr bwMode="auto">
            <a:xfrm>
              <a:off x="5564018" y="1314266"/>
              <a:ext cx="0" cy="14634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02" name="Rectangle 15"/>
            <p:cNvSpPr>
              <a:spLocks noChangeArrowheads="1"/>
            </p:cNvSpPr>
            <p:nvPr/>
          </p:nvSpPr>
          <p:spPr bwMode="auto">
            <a:xfrm>
              <a:off x="7092367" y="-15875"/>
              <a:ext cx="1428690" cy="428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readarrary</a:t>
              </a:r>
            </a:p>
          </p:txBody>
        </p:sp>
        <p:sp>
          <p:nvSpPr>
            <p:cNvPr id="122903" name="Rectangle 25"/>
            <p:cNvSpPr>
              <a:spLocks noChangeArrowheads="1"/>
            </p:cNvSpPr>
            <p:nvPr/>
          </p:nvSpPr>
          <p:spPr bwMode="auto">
            <a:xfrm>
              <a:off x="4484563" y="1282844"/>
              <a:ext cx="2038263"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a                </a:t>
              </a:r>
              <a:r>
                <a:rPr lang="en-US" altLang="zh-CN" sz="2400">
                  <a:solidFill>
                    <a:srgbClr val="000000"/>
                  </a:solidFill>
                  <a:ea typeface="宋体" panose="02010600030101010101" pitchFamily="2" charset="-122"/>
                  <a:cs typeface="Times New Roman" panose="02020603050405020304" pitchFamily="18" charset="0"/>
                </a:rPr>
                <a:t>array  0</a:t>
              </a:r>
            </a:p>
          </p:txBody>
        </p:sp>
        <p:sp>
          <p:nvSpPr>
            <p:cNvPr id="122904" name="Rectangle 26"/>
            <p:cNvSpPr>
              <a:spLocks noChangeArrowheads="1"/>
            </p:cNvSpPr>
            <p:nvPr/>
          </p:nvSpPr>
          <p:spPr bwMode="auto">
            <a:xfrm>
              <a:off x="4501480" y="1585513"/>
              <a:ext cx="2070606" cy="36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x                 </a:t>
              </a:r>
              <a:r>
                <a:rPr lang="en-US" altLang="zh-CN" sz="2400">
                  <a:solidFill>
                    <a:srgbClr val="000000"/>
                  </a:solidFill>
                  <a:ea typeface="宋体" panose="02010600030101010101" pitchFamily="2" charset="-122"/>
                  <a:cs typeface="Times New Roman" panose="02020603050405020304" pitchFamily="18" charset="0"/>
                </a:rPr>
                <a:t>int     44</a:t>
              </a:r>
            </a:p>
          </p:txBody>
        </p:sp>
        <p:sp>
          <p:nvSpPr>
            <p:cNvPr id="122906" name="Rectangle 31"/>
            <p:cNvSpPr>
              <a:spLocks noChangeArrowheads="1"/>
            </p:cNvSpPr>
            <p:nvPr/>
          </p:nvSpPr>
          <p:spPr bwMode="auto">
            <a:xfrm>
              <a:off x="7169582" y="970179"/>
              <a:ext cx="1271534" cy="403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exchange</a:t>
              </a:r>
            </a:p>
          </p:txBody>
        </p:sp>
        <p:sp>
          <p:nvSpPr>
            <p:cNvPr id="122907" name="Line 32"/>
            <p:cNvSpPr>
              <a:spLocks noChangeShapeType="1"/>
            </p:cNvSpPr>
            <p:nvPr/>
          </p:nvSpPr>
          <p:spPr bwMode="auto">
            <a:xfrm>
              <a:off x="7090260" y="1375449"/>
              <a:ext cx="0" cy="29205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08" name="Line 33"/>
            <p:cNvSpPr>
              <a:spLocks noChangeShapeType="1"/>
            </p:cNvSpPr>
            <p:nvPr/>
          </p:nvSpPr>
          <p:spPr bwMode="auto">
            <a:xfrm>
              <a:off x="8321661" y="1375449"/>
              <a:ext cx="0" cy="32221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09" name="Line 34"/>
            <p:cNvSpPr>
              <a:spLocks noChangeShapeType="1"/>
            </p:cNvSpPr>
            <p:nvPr/>
          </p:nvSpPr>
          <p:spPr bwMode="auto">
            <a:xfrm>
              <a:off x="7091847" y="1684961"/>
              <a:ext cx="119533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0" name="Rectangle 35"/>
            <p:cNvSpPr>
              <a:spLocks noChangeArrowheads="1"/>
            </p:cNvSpPr>
            <p:nvPr/>
          </p:nvSpPr>
          <p:spPr bwMode="auto">
            <a:xfrm>
              <a:off x="7313591" y="1323070"/>
              <a:ext cx="1078362" cy="363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r>
                <a:rPr lang="en-US" altLang="zh-CN" sz="2800">
                  <a:solidFill>
                    <a:srgbClr val="000000"/>
                  </a:solidFill>
                  <a:ea typeface="宋体" panose="02010600030101010101" pitchFamily="2" charset="-122"/>
                  <a:cs typeface="Times New Roman" panose="02020603050405020304" pitchFamily="18" charset="0"/>
                </a:rPr>
                <a:t>0</a:t>
              </a:r>
            </a:p>
          </p:txBody>
        </p:sp>
        <p:sp>
          <p:nvSpPr>
            <p:cNvPr id="122911" name="Line 36"/>
            <p:cNvSpPr>
              <a:spLocks noChangeShapeType="1"/>
            </p:cNvSpPr>
            <p:nvPr/>
          </p:nvSpPr>
          <p:spPr bwMode="auto">
            <a:xfrm flipV="1">
              <a:off x="7104547" y="1373861"/>
              <a:ext cx="1217114" cy="15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2" name="Line 37"/>
            <p:cNvSpPr>
              <a:spLocks noChangeShapeType="1"/>
            </p:cNvSpPr>
            <p:nvPr/>
          </p:nvSpPr>
          <p:spPr bwMode="auto">
            <a:xfrm>
              <a:off x="7313591" y="1389734"/>
              <a:ext cx="0" cy="28411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4" name="Line 42"/>
            <p:cNvSpPr>
              <a:spLocks noChangeShapeType="1"/>
            </p:cNvSpPr>
            <p:nvPr/>
          </p:nvSpPr>
          <p:spPr bwMode="auto">
            <a:xfrm>
              <a:off x="7058113" y="1997027"/>
              <a:ext cx="1587" cy="117932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5" name="Line 43"/>
            <p:cNvSpPr>
              <a:spLocks noChangeShapeType="1"/>
            </p:cNvSpPr>
            <p:nvPr/>
          </p:nvSpPr>
          <p:spPr bwMode="auto">
            <a:xfrm flipH="1">
              <a:off x="8694756" y="1995440"/>
              <a:ext cx="4763" cy="11967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6" name="Line 44"/>
            <p:cNvSpPr>
              <a:spLocks noChangeShapeType="1"/>
            </p:cNvSpPr>
            <p:nvPr/>
          </p:nvSpPr>
          <p:spPr bwMode="auto">
            <a:xfrm flipV="1">
              <a:off x="7047001" y="3177941"/>
              <a:ext cx="1639819"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7" name="Line 45"/>
            <p:cNvSpPr>
              <a:spLocks noChangeShapeType="1"/>
            </p:cNvSpPr>
            <p:nvPr/>
          </p:nvSpPr>
          <p:spPr bwMode="auto">
            <a:xfrm flipV="1">
              <a:off x="7070813" y="2895410"/>
              <a:ext cx="1642992"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8" name="Line 46"/>
            <p:cNvSpPr>
              <a:spLocks noChangeShapeType="1"/>
            </p:cNvSpPr>
            <p:nvPr/>
          </p:nvSpPr>
          <p:spPr bwMode="auto">
            <a:xfrm flipV="1">
              <a:off x="7070813" y="2601770"/>
              <a:ext cx="1639818"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19" name="Line 47"/>
            <p:cNvSpPr>
              <a:spLocks noChangeShapeType="1"/>
            </p:cNvSpPr>
            <p:nvPr/>
          </p:nvSpPr>
          <p:spPr bwMode="auto">
            <a:xfrm flipV="1">
              <a:off x="7059700" y="2306541"/>
              <a:ext cx="163981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0" name="Rectangle 48"/>
            <p:cNvSpPr>
              <a:spLocks noChangeArrowheads="1"/>
            </p:cNvSpPr>
            <p:nvPr/>
          </p:nvSpPr>
          <p:spPr bwMode="auto">
            <a:xfrm>
              <a:off x="7550217" y="1944649"/>
              <a:ext cx="1304001"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r>
                <a:rPr lang="en-US" altLang="zh-CN" sz="2800">
                  <a:solidFill>
                    <a:srgbClr val="000000"/>
                  </a:solidFill>
                  <a:ea typeface="宋体" panose="02010600030101010101" pitchFamily="2" charset="-122"/>
                  <a:cs typeface="Times New Roman" panose="02020603050405020304" pitchFamily="18" charset="0"/>
                </a:rPr>
                <a:t>8</a:t>
              </a:r>
            </a:p>
          </p:txBody>
        </p:sp>
        <p:sp>
          <p:nvSpPr>
            <p:cNvPr id="122921" name="Rectangle 49"/>
            <p:cNvSpPr>
              <a:spLocks noChangeArrowheads="1"/>
            </p:cNvSpPr>
            <p:nvPr/>
          </p:nvSpPr>
          <p:spPr bwMode="auto">
            <a:xfrm>
              <a:off x="7270109" y="1658944"/>
              <a:ext cx="1350906" cy="387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quicksort</a:t>
              </a:r>
            </a:p>
          </p:txBody>
        </p:sp>
        <p:sp>
          <p:nvSpPr>
            <p:cNvPr id="122922" name="Line 50"/>
            <p:cNvSpPr>
              <a:spLocks noChangeShapeType="1"/>
            </p:cNvSpPr>
            <p:nvPr/>
          </p:nvSpPr>
          <p:spPr bwMode="auto">
            <a:xfrm flipV="1">
              <a:off x="7070813" y="1995440"/>
              <a:ext cx="1639818"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3" name="Line 51"/>
            <p:cNvSpPr>
              <a:spLocks noChangeShapeType="1"/>
            </p:cNvSpPr>
            <p:nvPr/>
          </p:nvSpPr>
          <p:spPr bwMode="auto">
            <a:xfrm>
              <a:off x="7435922" y="2011313"/>
              <a:ext cx="1587" cy="28253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4" name="Line 52"/>
            <p:cNvSpPr>
              <a:spLocks noChangeShapeType="1"/>
            </p:cNvSpPr>
            <p:nvPr/>
          </p:nvSpPr>
          <p:spPr bwMode="auto">
            <a:xfrm>
              <a:off x="7990159" y="2330350"/>
              <a:ext cx="0" cy="8602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5" name="Line 56"/>
            <p:cNvSpPr>
              <a:spLocks noChangeShapeType="1"/>
            </p:cNvSpPr>
            <p:nvPr/>
          </p:nvSpPr>
          <p:spPr bwMode="auto">
            <a:xfrm flipH="1">
              <a:off x="7507358" y="3589487"/>
              <a:ext cx="0" cy="9031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6" name="Line 57"/>
            <p:cNvSpPr>
              <a:spLocks noChangeShapeType="1"/>
            </p:cNvSpPr>
            <p:nvPr/>
          </p:nvSpPr>
          <p:spPr bwMode="auto">
            <a:xfrm flipH="1">
              <a:off x="8802827" y="3589487"/>
              <a:ext cx="0" cy="9031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7" name="Line 58"/>
            <p:cNvSpPr>
              <a:spLocks noChangeShapeType="1"/>
            </p:cNvSpPr>
            <p:nvPr/>
          </p:nvSpPr>
          <p:spPr bwMode="auto">
            <a:xfrm>
              <a:off x="7532757" y="4489458"/>
              <a:ext cx="12780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8" name="Line 59"/>
            <p:cNvSpPr>
              <a:spLocks noChangeShapeType="1"/>
            </p:cNvSpPr>
            <p:nvPr/>
          </p:nvSpPr>
          <p:spPr bwMode="auto">
            <a:xfrm flipV="1">
              <a:off x="7531171" y="4175605"/>
              <a:ext cx="127959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29" name="Line 60"/>
            <p:cNvSpPr>
              <a:spLocks noChangeShapeType="1"/>
            </p:cNvSpPr>
            <p:nvPr/>
          </p:nvSpPr>
          <p:spPr bwMode="auto">
            <a:xfrm flipV="1">
              <a:off x="7520058" y="3883550"/>
              <a:ext cx="129070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30" name="Rectangle 61"/>
            <p:cNvSpPr>
              <a:spLocks noChangeArrowheads="1"/>
            </p:cNvSpPr>
            <p:nvPr/>
          </p:nvSpPr>
          <p:spPr bwMode="auto">
            <a:xfrm>
              <a:off x="7794758" y="3537108"/>
              <a:ext cx="1188914"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r>
                <a:rPr lang="en-US" altLang="zh-CN" sz="2800">
                  <a:solidFill>
                    <a:srgbClr val="000000"/>
                  </a:solidFill>
                  <a:ea typeface="宋体" panose="02010600030101010101" pitchFamily="2" charset="-122"/>
                  <a:cs typeface="Times New Roman" panose="02020603050405020304" pitchFamily="18" charset="0"/>
                </a:rPr>
                <a:t>8</a:t>
              </a:r>
            </a:p>
          </p:txBody>
        </p:sp>
        <p:sp>
          <p:nvSpPr>
            <p:cNvPr id="122931" name="Rectangle 62"/>
            <p:cNvSpPr>
              <a:spLocks noChangeArrowheads="1"/>
            </p:cNvSpPr>
            <p:nvPr/>
          </p:nvSpPr>
          <p:spPr bwMode="auto">
            <a:xfrm>
              <a:off x="7680290" y="3252197"/>
              <a:ext cx="1350906" cy="387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partition</a:t>
              </a:r>
            </a:p>
          </p:txBody>
        </p:sp>
        <p:sp>
          <p:nvSpPr>
            <p:cNvPr id="122932" name="Line 63"/>
            <p:cNvSpPr>
              <a:spLocks noChangeShapeType="1"/>
            </p:cNvSpPr>
            <p:nvPr/>
          </p:nvSpPr>
          <p:spPr bwMode="auto">
            <a:xfrm>
              <a:off x="7531170" y="3591074"/>
              <a:ext cx="1269945" cy="1587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33" name="Line 64"/>
            <p:cNvSpPr>
              <a:spLocks noChangeShapeType="1"/>
            </p:cNvSpPr>
            <p:nvPr/>
          </p:nvSpPr>
          <p:spPr bwMode="auto">
            <a:xfrm>
              <a:off x="7794758" y="3603773"/>
              <a:ext cx="1587" cy="28253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34" name="Line 65"/>
            <p:cNvSpPr>
              <a:spLocks noChangeShapeType="1"/>
            </p:cNvSpPr>
            <p:nvPr/>
          </p:nvSpPr>
          <p:spPr bwMode="auto">
            <a:xfrm flipH="1">
              <a:off x="7801108" y="3902175"/>
              <a:ext cx="0" cy="57775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9" name="Line 103"/>
            <p:cNvSpPr>
              <a:spLocks noChangeShapeType="1"/>
            </p:cNvSpPr>
            <p:nvPr/>
          </p:nvSpPr>
          <p:spPr bwMode="auto">
            <a:xfrm flipH="1" flipV="1">
              <a:off x="6365875" y="2092325"/>
              <a:ext cx="269875"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22938" name="Line 17"/>
            <p:cNvSpPr>
              <a:spLocks noChangeShapeType="1"/>
            </p:cNvSpPr>
            <p:nvPr/>
          </p:nvSpPr>
          <p:spPr bwMode="auto">
            <a:xfrm>
              <a:off x="7094996" y="360303"/>
              <a:ext cx="0" cy="5920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39" name="Line 18"/>
            <p:cNvSpPr>
              <a:spLocks noChangeShapeType="1"/>
            </p:cNvSpPr>
            <p:nvPr/>
          </p:nvSpPr>
          <p:spPr bwMode="auto">
            <a:xfrm>
              <a:off x="8386620" y="360303"/>
              <a:ext cx="1587" cy="62061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40" name="Line 19"/>
            <p:cNvSpPr>
              <a:spLocks noChangeShapeType="1"/>
            </p:cNvSpPr>
            <p:nvPr/>
          </p:nvSpPr>
          <p:spPr bwMode="auto">
            <a:xfrm flipV="1">
              <a:off x="7107695" y="952347"/>
              <a:ext cx="122832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41" name="Line 20"/>
            <p:cNvSpPr>
              <a:spLocks noChangeShapeType="1"/>
            </p:cNvSpPr>
            <p:nvPr/>
          </p:nvSpPr>
          <p:spPr bwMode="auto">
            <a:xfrm flipV="1">
              <a:off x="7096583" y="653945"/>
              <a:ext cx="128582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42" name="Rectangle 21"/>
            <p:cNvSpPr>
              <a:spLocks noChangeArrowheads="1"/>
            </p:cNvSpPr>
            <p:nvPr/>
          </p:nvSpPr>
          <p:spPr bwMode="auto">
            <a:xfrm>
              <a:off x="7339460" y="287463"/>
              <a:ext cx="1119165" cy="36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r>
                <a:rPr lang="en-US" altLang="zh-CN" sz="2800">
                  <a:solidFill>
                    <a:srgbClr val="000000"/>
                  </a:solidFill>
                  <a:ea typeface="宋体" panose="02010600030101010101" pitchFamily="2" charset="-122"/>
                  <a:cs typeface="Times New Roman" panose="02020603050405020304" pitchFamily="18" charset="0"/>
                </a:rPr>
                <a:t>4</a:t>
              </a:r>
              <a:r>
                <a:rPr lang="en-US" altLang="zh-CN" sz="2800" i="1">
                  <a:solidFill>
                    <a:srgbClr val="000000"/>
                  </a:solidFill>
                  <a:ea typeface="宋体" panose="02010600030101010101" pitchFamily="2" charset="-122"/>
                  <a:cs typeface="Times New Roman" panose="02020603050405020304" pitchFamily="18" charset="0"/>
                </a:rPr>
                <a:t> </a:t>
              </a:r>
            </a:p>
          </p:txBody>
        </p:sp>
        <p:sp>
          <p:nvSpPr>
            <p:cNvPr id="122943" name="Line 22"/>
            <p:cNvSpPr>
              <a:spLocks noChangeShapeType="1"/>
            </p:cNvSpPr>
            <p:nvPr/>
          </p:nvSpPr>
          <p:spPr bwMode="auto">
            <a:xfrm>
              <a:off x="7107696" y="360303"/>
              <a:ext cx="125407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44" name="Line 23"/>
            <p:cNvSpPr>
              <a:spLocks noChangeShapeType="1"/>
            </p:cNvSpPr>
            <p:nvPr/>
          </p:nvSpPr>
          <p:spPr bwMode="auto">
            <a:xfrm>
              <a:off x="7378551" y="374588"/>
              <a:ext cx="0" cy="2841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45" name="Rectangle 40"/>
            <p:cNvSpPr>
              <a:spLocks noChangeArrowheads="1"/>
            </p:cNvSpPr>
            <p:nvPr/>
          </p:nvSpPr>
          <p:spPr bwMode="auto">
            <a:xfrm>
              <a:off x="7126744" y="615850"/>
              <a:ext cx="1220390"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22946" name="Line 24"/>
            <p:cNvSpPr>
              <a:spLocks noChangeShapeType="1"/>
            </p:cNvSpPr>
            <p:nvPr/>
          </p:nvSpPr>
          <p:spPr bwMode="auto">
            <a:xfrm>
              <a:off x="7378551" y="696799"/>
              <a:ext cx="0" cy="26983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49" name="Line 95"/>
            <p:cNvSpPr>
              <a:spLocks noChangeShapeType="1"/>
            </p:cNvSpPr>
            <p:nvPr/>
          </p:nvSpPr>
          <p:spPr bwMode="auto">
            <a:xfrm>
              <a:off x="6819900" y="2066925"/>
              <a:ext cx="0" cy="631825"/>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50" name="Line 43"/>
            <p:cNvSpPr>
              <a:spLocks noChangeShapeType="1"/>
            </p:cNvSpPr>
            <p:nvPr/>
          </p:nvSpPr>
          <p:spPr bwMode="auto">
            <a:xfrm>
              <a:off x="6804025" y="2066925"/>
              <a:ext cx="246063"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22949" name="Line 51"/>
            <p:cNvSpPr>
              <a:spLocks noChangeShapeType="1"/>
            </p:cNvSpPr>
            <p:nvPr/>
          </p:nvSpPr>
          <p:spPr bwMode="auto">
            <a:xfrm flipH="1" flipV="1">
              <a:off x="6498916" y="2198608"/>
              <a:ext cx="821399" cy="43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50" name="Line 3"/>
            <p:cNvSpPr>
              <a:spLocks noChangeShapeType="1"/>
            </p:cNvSpPr>
            <p:nvPr/>
          </p:nvSpPr>
          <p:spPr bwMode="auto">
            <a:xfrm>
              <a:off x="6481777" y="1049790"/>
              <a:ext cx="0" cy="176026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51" name="Line 18"/>
            <p:cNvSpPr>
              <a:spLocks noChangeShapeType="1"/>
            </p:cNvSpPr>
            <p:nvPr/>
          </p:nvSpPr>
          <p:spPr bwMode="auto">
            <a:xfrm>
              <a:off x="8098600" y="362956"/>
              <a:ext cx="1587" cy="62061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52" name="Line 33"/>
            <p:cNvSpPr>
              <a:spLocks noChangeShapeType="1"/>
            </p:cNvSpPr>
            <p:nvPr/>
          </p:nvSpPr>
          <p:spPr bwMode="auto">
            <a:xfrm>
              <a:off x="8105646" y="1370687"/>
              <a:ext cx="0" cy="32221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53" name="Line 57"/>
            <p:cNvSpPr>
              <a:spLocks noChangeShapeType="1"/>
            </p:cNvSpPr>
            <p:nvPr/>
          </p:nvSpPr>
          <p:spPr bwMode="auto">
            <a:xfrm flipH="1">
              <a:off x="8586812" y="3610543"/>
              <a:ext cx="0" cy="9031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54" name="Line 43"/>
            <p:cNvSpPr>
              <a:spLocks noChangeShapeType="1"/>
            </p:cNvSpPr>
            <p:nvPr/>
          </p:nvSpPr>
          <p:spPr bwMode="auto">
            <a:xfrm flipH="1">
              <a:off x="8350184" y="1980237"/>
              <a:ext cx="4763" cy="11967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58" name="Line 103"/>
            <p:cNvSpPr>
              <a:spLocks noChangeShapeType="1"/>
            </p:cNvSpPr>
            <p:nvPr/>
          </p:nvSpPr>
          <p:spPr bwMode="auto">
            <a:xfrm flipH="1">
              <a:off x="6356350" y="2381250"/>
              <a:ext cx="374650"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59" name="Line 103"/>
            <p:cNvSpPr>
              <a:spLocks noChangeShapeType="1"/>
            </p:cNvSpPr>
            <p:nvPr/>
          </p:nvSpPr>
          <p:spPr bwMode="auto">
            <a:xfrm flipH="1" flipV="1">
              <a:off x="6376988" y="2692400"/>
              <a:ext cx="431800"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0" name="Line 95"/>
            <p:cNvSpPr>
              <a:spLocks noChangeShapeType="1"/>
            </p:cNvSpPr>
            <p:nvPr/>
          </p:nvSpPr>
          <p:spPr bwMode="auto">
            <a:xfrm flipH="1">
              <a:off x="6732588" y="1511300"/>
              <a:ext cx="0" cy="865188"/>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1" name="Line 95"/>
            <p:cNvSpPr>
              <a:spLocks noChangeShapeType="1"/>
            </p:cNvSpPr>
            <p:nvPr/>
          </p:nvSpPr>
          <p:spPr bwMode="auto">
            <a:xfrm flipH="1">
              <a:off x="6626225" y="852488"/>
              <a:ext cx="0" cy="1252537"/>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2" name="Line 43"/>
            <p:cNvSpPr>
              <a:spLocks noChangeShapeType="1"/>
            </p:cNvSpPr>
            <p:nvPr/>
          </p:nvSpPr>
          <p:spPr bwMode="auto">
            <a:xfrm flipV="1">
              <a:off x="6732588" y="1511300"/>
              <a:ext cx="284162"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3" name="Line 43"/>
            <p:cNvSpPr>
              <a:spLocks noChangeShapeType="1"/>
            </p:cNvSpPr>
            <p:nvPr/>
          </p:nvSpPr>
          <p:spPr bwMode="auto">
            <a:xfrm>
              <a:off x="6635750" y="825500"/>
              <a:ext cx="471488"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4" name="Line 95"/>
            <p:cNvSpPr>
              <a:spLocks noChangeShapeType="1"/>
            </p:cNvSpPr>
            <p:nvPr/>
          </p:nvSpPr>
          <p:spPr bwMode="auto">
            <a:xfrm flipH="1">
              <a:off x="8440737" y="3030538"/>
              <a:ext cx="0" cy="21590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5" name="Line 43"/>
            <p:cNvSpPr>
              <a:spLocks noChangeShapeType="1"/>
            </p:cNvSpPr>
            <p:nvPr/>
          </p:nvSpPr>
          <p:spPr bwMode="auto">
            <a:xfrm>
              <a:off x="7740649" y="3262313"/>
              <a:ext cx="0" cy="280987"/>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66" name="Line 103"/>
            <p:cNvSpPr>
              <a:spLocks noChangeShapeType="1"/>
            </p:cNvSpPr>
            <p:nvPr/>
          </p:nvSpPr>
          <p:spPr bwMode="auto">
            <a:xfrm flipH="1" flipV="1">
              <a:off x="7740649" y="3233738"/>
              <a:ext cx="696913"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22964" name="Line 51"/>
            <p:cNvSpPr>
              <a:spLocks noChangeShapeType="1"/>
            </p:cNvSpPr>
            <p:nvPr/>
          </p:nvSpPr>
          <p:spPr bwMode="auto">
            <a:xfrm flipV="1">
              <a:off x="7570011" y="3277643"/>
              <a:ext cx="1" cy="38462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65" name="Line 51"/>
            <p:cNvSpPr>
              <a:spLocks noChangeShapeType="1"/>
            </p:cNvSpPr>
            <p:nvPr/>
          </p:nvSpPr>
          <p:spPr bwMode="auto">
            <a:xfrm flipH="1">
              <a:off x="6464638" y="1609715"/>
              <a:ext cx="736791" cy="1659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66" name="Line 103"/>
            <p:cNvSpPr>
              <a:spLocks noChangeShapeType="1"/>
            </p:cNvSpPr>
            <p:nvPr/>
          </p:nvSpPr>
          <p:spPr bwMode="auto">
            <a:xfrm flipH="1" flipV="1">
              <a:off x="6282255" y="556698"/>
              <a:ext cx="968484" cy="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967" name="Line 51"/>
            <p:cNvSpPr>
              <a:spLocks noChangeShapeType="1"/>
            </p:cNvSpPr>
            <p:nvPr/>
          </p:nvSpPr>
          <p:spPr bwMode="auto">
            <a:xfrm flipH="1">
              <a:off x="6300658" y="542412"/>
              <a:ext cx="0" cy="458199"/>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88" name="Rectangle 28">
            <a:extLst>
              <a:ext uri="{FF2B5EF4-FFF2-40B4-BE49-F238E27FC236}">
                <a16:creationId xmlns:a16="http://schemas.microsoft.com/office/drawing/2014/main" id="{E915BF65-9878-4F21-AE33-9C6C207B6135}"/>
              </a:ext>
            </a:extLst>
          </p:cNvPr>
          <p:cNvSpPr>
            <a:spLocks noChangeArrowheads="1"/>
          </p:cNvSpPr>
          <p:nvPr/>
        </p:nvSpPr>
        <p:spPr bwMode="auto">
          <a:xfrm>
            <a:off x="5955452" y="2508438"/>
            <a:ext cx="2385779" cy="48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err="1">
                <a:solidFill>
                  <a:srgbClr val="000000"/>
                </a:solidFill>
                <a:ea typeface="宋体" panose="02010600030101010101" pitchFamily="2" charset="-122"/>
                <a:cs typeface="Times New Roman" panose="02020603050405020304" pitchFamily="18" charset="0"/>
              </a:rPr>
              <a:t>readarray</a:t>
            </a:r>
            <a:r>
              <a:rPr lang="en-US" altLang="zh-CN" sz="2400" i="1" dirty="0">
                <a:solidFill>
                  <a:srgbClr val="000000"/>
                </a:solidFill>
                <a:ea typeface="宋体" panose="02010600030101010101" pitchFamily="2" charset="-122"/>
                <a:cs typeface="Times New Roman" panose="02020603050405020304" pitchFamily="18" charset="0"/>
              </a:rPr>
              <a:t>   proc</a:t>
            </a:r>
          </a:p>
        </p:txBody>
      </p:sp>
      <p:sp>
        <p:nvSpPr>
          <p:cNvPr id="90" name="Rectangle 39">
            <a:extLst>
              <a:ext uri="{FF2B5EF4-FFF2-40B4-BE49-F238E27FC236}">
                <a16:creationId xmlns:a16="http://schemas.microsoft.com/office/drawing/2014/main" id="{BA9AED32-76A0-463E-8110-633E967D48AD}"/>
              </a:ext>
            </a:extLst>
          </p:cNvPr>
          <p:cNvSpPr>
            <a:spLocks noChangeArrowheads="1"/>
          </p:cNvSpPr>
          <p:nvPr/>
        </p:nvSpPr>
        <p:spPr bwMode="auto">
          <a:xfrm>
            <a:off x="5974931" y="2847461"/>
            <a:ext cx="2428743" cy="484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exchange   proc</a:t>
            </a:r>
          </a:p>
        </p:txBody>
      </p:sp>
      <p:sp>
        <p:nvSpPr>
          <p:cNvPr id="91" name="Rectangle 72">
            <a:extLst>
              <a:ext uri="{FF2B5EF4-FFF2-40B4-BE49-F238E27FC236}">
                <a16:creationId xmlns:a16="http://schemas.microsoft.com/office/drawing/2014/main" id="{A89490E6-1123-46B8-A394-20F8A2FEE2E5}"/>
              </a:ext>
            </a:extLst>
          </p:cNvPr>
          <p:cNvSpPr>
            <a:spLocks noChangeArrowheads="1"/>
          </p:cNvSpPr>
          <p:nvPr/>
        </p:nvSpPr>
        <p:spPr bwMode="auto">
          <a:xfrm>
            <a:off x="5946832" y="3248355"/>
            <a:ext cx="2851040" cy="51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quicksort    proc</a:t>
            </a:r>
          </a:p>
        </p:txBody>
      </p:sp>
      <p:sp>
        <p:nvSpPr>
          <p:cNvPr id="92" name="Rectangle 69">
            <a:extLst>
              <a:ext uri="{FF2B5EF4-FFF2-40B4-BE49-F238E27FC236}">
                <a16:creationId xmlns:a16="http://schemas.microsoft.com/office/drawing/2014/main" id="{80D7152B-A2BA-4239-8181-6F48BB8DDE3A}"/>
              </a:ext>
            </a:extLst>
          </p:cNvPr>
          <p:cNvSpPr>
            <a:spLocks noChangeArrowheads="1"/>
          </p:cNvSpPr>
          <p:nvPr/>
        </p:nvSpPr>
        <p:spPr bwMode="auto">
          <a:xfrm>
            <a:off x="9407338" y="3759626"/>
            <a:ext cx="2201134" cy="556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partition </a:t>
            </a:r>
            <a:r>
              <a:rPr lang="en-US" altLang="zh-CN" sz="2000" i="1" dirty="0">
                <a:solidFill>
                  <a:srgbClr val="000000"/>
                </a:solidFill>
                <a:ea typeface="宋体" panose="02010600030101010101" pitchFamily="2" charset="-122"/>
                <a:cs typeface="Times New Roman" panose="02020603050405020304" pitchFamily="18" charset="0"/>
              </a:rPr>
              <a:t>proc</a:t>
            </a:r>
            <a:endParaRPr lang="en-US" altLang="zh-CN" sz="2400" i="1" dirty="0">
              <a:solidFill>
                <a:srgbClr val="000000"/>
              </a:solidFill>
              <a:ea typeface="宋体" panose="02010600030101010101" pitchFamily="2" charset="-122"/>
              <a:cs typeface="Times New Roman" panose="02020603050405020304" pitchFamily="18" charset="0"/>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3"/>
          <p:cNvSpPr>
            <a:spLocks noGrp="1" noChangeArrowheads="1"/>
          </p:cNvSpPr>
          <p:nvPr>
            <p:ph idx="1"/>
          </p:nvPr>
        </p:nvSpPr>
        <p:spPr>
          <a:xfrm>
            <a:off x="143934" y="1123951"/>
            <a:ext cx="9450917" cy="5954183"/>
          </a:xfrm>
        </p:spPr>
        <p:txBody>
          <a:bodyPr/>
          <a:lstStyle/>
          <a:p>
            <a:pPr>
              <a:lnSpc>
                <a:spcPts val="2400"/>
              </a:lnSpc>
              <a:buNone/>
              <a:defRPr/>
            </a:pPr>
            <a:r>
              <a:rPr lang="en-US" altLang="zh-CN" sz="2400" b="1" i="1" dirty="0">
                <a:solidFill>
                  <a:schemeClr val="tx1"/>
                </a:solidFill>
                <a:ea typeface="楷体_GB2312" pitchFamily="49" charset="-122"/>
                <a:cs typeface="Times New Roman" panose="02020603050405020304" pitchFamily="18" charset="0"/>
              </a:rPr>
              <a:t>P</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rPr>
              <a:t>M</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a:t>
            </a:r>
            <a:r>
              <a:rPr lang="en-US" altLang="zh-CN" sz="2400" b="1" dirty="0" err="1">
                <a:solidFill>
                  <a:schemeClr val="tx2">
                    <a:lumMod val="60000"/>
                    <a:lumOff val="40000"/>
                  </a:schemeClr>
                </a:solidFill>
                <a:ea typeface="楷体_GB2312" pitchFamily="49" charset="-122"/>
                <a:cs typeface="Times New Roman" panose="02020603050405020304" pitchFamily="18" charset="0"/>
              </a:rPr>
              <a: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M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nil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 </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2</a:t>
            </a:r>
            <a:endParaRPr lang="en-US" altLang="zh-CN" sz="2400" b="1" i="1" dirty="0">
              <a:solidFill>
                <a:schemeClr val="tx1"/>
              </a:solidFill>
              <a:ea typeface="楷体_GB2312" pitchFamily="49" charset="-122"/>
              <a:cs typeface="Times New Roman" panose="02020603050405020304" pitchFamily="18" charset="0"/>
            </a:endParaRP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p</a:t>
            </a:r>
            <a:r>
              <a:rPr lang="en-US" altLang="zh-CN" sz="2400" b="1" i="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err="1">
                <a:solidFill>
                  <a:schemeClr val="tx1"/>
                </a:solidFill>
                <a:ea typeface="楷体_GB2312" pitchFamily="49" charset="-122"/>
                <a:cs typeface="Times New Roman" panose="02020603050405020304" pitchFamily="18" charset="0"/>
              </a:rPr>
              <a:t>proc</a:t>
            </a:r>
            <a:r>
              <a:rPr lang="en-US" altLang="zh-CN" sz="2400" b="1" dirty="0">
                <a:solidFill>
                  <a:schemeClr val="tx1"/>
                </a:solidFill>
                <a:ea typeface="楷体_GB2312" pitchFamily="49" charset="-122"/>
                <a:cs typeface="Times New Roman" panose="02020603050405020304" pitchFamily="18" charset="0"/>
              </a:rPr>
              <a:t> id ; </a:t>
            </a:r>
            <a:r>
              <a:rPr lang="en-US" altLang="zh-CN" sz="2400" b="1" i="1" dirty="0">
                <a:solidFill>
                  <a:srgbClr val="FF0000"/>
                </a:solidFill>
                <a:ea typeface="楷体_GB2312" pitchFamily="49" charset="-122"/>
                <a:cs typeface="Times New Roman" panose="02020603050405020304" pitchFamily="18" charset="0"/>
              </a:rPr>
              <a:t>N</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S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accent5">
                    <a:lumMod val="75000"/>
                  </a:schemeClr>
                </a:solidFill>
                <a:ea typeface="楷体_GB2312" pitchFamily="49" charset="-122"/>
                <a:cs typeface="Times New Roman" panose="02020603050405020304" pitchFamily="18" charset="0"/>
              </a:rPr>
              <a:t>top</a:t>
            </a:r>
            <a:r>
              <a:rPr lang="en-US" altLang="zh-CN" sz="2400" b="1" dirty="0">
                <a:solidFill>
                  <a:schemeClr val="accent5">
                    <a:lumMod val="75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accent5">
                    <a:lumMod val="75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enterproc</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v</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1"/>
                </a:solidFill>
                <a:ea typeface="楷体_GB2312" pitchFamily="49" charset="-122"/>
                <a:cs typeface="Times New Roman" panose="02020603050405020304" pitchFamily="18" charset="0"/>
              </a:rPr>
              <a:t>id: </a:t>
            </a:r>
            <a:r>
              <a:rPr lang="en-US" altLang="zh-CN" sz="2400" b="1" i="1" dirty="0">
                <a:solidFill>
                  <a:schemeClr val="tx1"/>
                </a:solidFill>
                <a:ea typeface="楷体_GB2312" pitchFamily="49" charset="-122"/>
                <a:cs typeface="Times New Roman" panose="02020603050405020304" pitchFamily="18" charset="0"/>
              </a:rPr>
              <a:t>T</a:t>
            </a:r>
            <a:r>
              <a:rPr lang="en-US" altLang="zh-CN" sz="2400" b="1" dirty="0">
                <a:solidFill>
                  <a:schemeClr val="tx1"/>
                </a:solidFill>
                <a:ea typeface="楷体_GB2312" pitchFamily="49" charset="-122"/>
                <a:cs typeface="Times New Roman" panose="02020603050405020304" pitchFamily="18" charset="0"/>
              </a:rPr>
              <a:t> ;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enter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accent5">
                    <a:lumMod val="75000"/>
                  </a:schemeClr>
                </a:solidFill>
                <a:ea typeface="楷体_GB2312" pitchFamily="49" charset="-122"/>
                <a:cs typeface="Times New Roman" panose="02020603050405020304" pitchFamily="18" charset="0"/>
              </a:rPr>
              <a:t>top</a:t>
            </a:r>
            <a:r>
              <a:rPr lang="en-US" altLang="zh-CN" sz="2400" b="1" dirty="0">
                <a:solidFill>
                  <a:schemeClr val="accent5">
                    <a:lumMod val="75000"/>
                  </a:schemeClr>
                </a:solidFill>
                <a:ea typeface="楷体_GB2312" pitchFamily="49" charset="-122"/>
                <a:cs typeface="Times New Roman" panose="02020603050405020304" pitchFamily="18" charset="0"/>
              </a:rPr>
              <a:t>(</a:t>
            </a:r>
            <a:r>
              <a:rPr lang="en-US" altLang="zh-CN" sz="2400" b="1" i="1" dirty="0" err="1">
                <a:solidFill>
                  <a:schemeClr val="accent5">
                    <a:lumMod val="75000"/>
                  </a:schemeClr>
                </a:solidFill>
                <a:ea typeface="楷体_GB2312" pitchFamily="49" charset="-122"/>
                <a:cs typeface="Times New Roman" panose="02020603050405020304" pitchFamily="18" charset="0"/>
              </a:rPr>
              <a:t>tblptr</a:t>
            </a:r>
            <a:r>
              <a:rPr lang="en-US" altLang="zh-CN" sz="2400" b="1" dirty="0">
                <a:solidFill>
                  <a:schemeClr val="accent5">
                    <a:lumMod val="75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T.type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accent5">
                    <a:lumMod val="75000"/>
                  </a:schemeClr>
                </a:solidFill>
                <a:ea typeface="楷体_GB2312" pitchFamily="49" charset="-122"/>
                <a:cs typeface="Times New Roman" panose="02020603050405020304" pitchFamily="18" charset="0"/>
              </a:rPr>
              <a:t>top</a:t>
            </a:r>
            <a:r>
              <a:rPr lang="en-US" altLang="zh-CN" sz="2400" b="1" dirty="0">
                <a:solidFill>
                  <a:schemeClr val="accent5">
                    <a:lumMod val="75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accent5">
                    <a:lumMod val="75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accent5">
                    <a:lumMod val="75000"/>
                  </a:schemeClr>
                </a:solidFill>
                <a:ea typeface="楷体_GB2312" pitchFamily="49" charset="-122"/>
                <a:cs typeface="Times New Roman" panose="02020603050405020304" pitchFamily="18" charset="0"/>
              </a:rPr>
              <a:t>top</a:t>
            </a:r>
            <a:r>
              <a:rPr lang="en-US" altLang="zh-CN" sz="2400" b="1" dirty="0">
                <a:solidFill>
                  <a:schemeClr val="accent5">
                    <a:lumMod val="75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a:solidFill>
                  <a:schemeClr val="accent5">
                    <a:lumMod val="75000"/>
                  </a:schemeClr>
                </a:solidFill>
                <a:ea typeface="楷体_GB2312" pitchFamily="49" charset="-122"/>
                <a:cs typeface="Times New Roman" panose="02020603050405020304" pitchFamily="18" charset="0"/>
              </a:rPr>
              <a:t>)</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accent5">
                    <a:lumMod val="75000"/>
                  </a:schemeClr>
                </a:solidFill>
                <a:ea typeface="楷体_GB2312" pitchFamily="49" charset="-122"/>
                <a:cs typeface="Times New Roman" panose="02020603050405020304" pitchFamily="18" charset="0"/>
              </a:rPr>
              <a:t>top</a:t>
            </a:r>
            <a:r>
              <a:rPr lang="en-US" altLang="zh-CN" sz="2400" b="1" dirty="0">
                <a:solidFill>
                  <a:schemeClr val="accent5">
                    <a:lumMod val="75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rgbClr val="FFC000"/>
                </a:solidFill>
                <a:ea typeface="楷体_GB2312" pitchFamily="49" charset="-122"/>
                <a:cs typeface="Times New Roman" panose="02020603050405020304" pitchFamily="18" charset="0"/>
              </a:rPr>
              <a:t> </a:t>
            </a:r>
            <a:r>
              <a:rPr lang="en-US" altLang="zh-CN" sz="2400" b="1" dirty="0">
                <a:solidFill>
                  <a:schemeClr val="accent5">
                    <a:lumMod val="75000"/>
                  </a:schemeClr>
                </a:solidFill>
                <a:ea typeface="楷体_GB2312" pitchFamily="49" charset="-122"/>
                <a:cs typeface="Times New Roman" panose="02020603050405020304" pitchFamily="18" charset="0"/>
              </a:rPr>
              <a:t>)</a:t>
            </a:r>
            <a:r>
              <a:rPr lang="en-US" altLang="zh-CN" sz="2400" b="1" dirty="0">
                <a:solidFill>
                  <a:srgbClr val="FFC000"/>
                </a:solidFill>
                <a:ea typeface="楷体_GB2312" pitchFamily="49" charset="-122"/>
                <a:cs typeface="Times New Roman" panose="02020603050405020304" pitchFamily="18" charset="0"/>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N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 </a:t>
            </a:r>
            <a:endParaRPr lang="zh-CN" altLang="en-US" sz="2400" b="1" dirty="0">
              <a:solidFill>
                <a:schemeClr val="tx2">
                  <a:lumMod val="60000"/>
                  <a:lumOff val="40000"/>
                </a:schemeClr>
              </a:solidFill>
              <a:ea typeface="楷体_GB2312" pitchFamily="49" charset="-122"/>
              <a:cs typeface="Times New Roman" panose="02020603050405020304" pitchFamily="18" charset="0"/>
            </a:endParaRPr>
          </a:p>
        </p:txBody>
      </p:sp>
      <p:sp>
        <p:nvSpPr>
          <p:cNvPr id="132099" name="Rectangle 2"/>
          <p:cNvSpPr>
            <a:spLocks noGrp="1" noChangeArrowheads="1"/>
          </p:cNvSpPr>
          <p:nvPr>
            <p:ph type="title"/>
          </p:nvPr>
        </p:nvSpPr>
        <p:spPr>
          <a:xfrm>
            <a:off x="1007533" y="357718"/>
            <a:ext cx="10574867" cy="478367"/>
          </a:xfrm>
        </p:spPr>
        <p:txBody>
          <a:bodyPr/>
          <a:lstStyle/>
          <a:p>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嵌套过程声明语句的</a:t>
            </a:r>
            <a:r>
              <a:rPr lang="en-US" altLang="zh-CN" sz="4000" i="1">
                <a:solidFill>
                  <a:schemeClr val="tx1"/>
                </a:solidFill>
                <a:ea typeface="楷体_GB2312" pitchFamily="49" charset="-122"/>
                <a:cs typeface="Times New Roman" panose="02020603050405020304" pitchFamily="18" charset="0"/>
              </a:rPr>
              <a:t>SDT</a:t>
            </a:r>
            <a:endParaRPr lang="zh-CN" altLang="en-US" sz="4000" i="1">
              <a:solidFill>
                <a:schemeClr val="tx1"/>
              </a:solidFill>
              <a:ea typeface="楷体_GB2312" pitchFamily="49" charset="-122"/>
              <a:cs typeface="Times New Roman" panose="02020603050405020304" pitchFamily="18" charset="0"/>
            </a:endParaRPr>
          </a:p>
        </p:txBody>
      </p:sp>
      <p:sp>
        <p:nvSpPr>
          <p:cNvPr id="267268" name="AutoShape 4"/>
          <p:cNvSpPr>
            <a:spLocks noChangeArrowheads="1"/>
          </p:cNvSpPr>
          <p:nvPr/>
        </p:nvSpPr>
        <p:spPr bwMode="auto">
          <a:xfrm>
            <a:off x="4237567" y="1509184"/>
            <a:ext cx="6457831" cy="1056216"/>
          </a:xfrm>
          <a:prstGeom prst="wedgeRectCallout">
            <a:avLst>
              <a:gd name="adj1" fmla="val -54824"/>
              <a:gd name="adj2" fmla="val 38471"/>
            </a:avLst>
          </a:prstGeom>
          <a:solidFill>
            <a:schemeClr val="accent5">
              <a:lumMod val="60000"/>
              <a:lumOff val="40000"/>
            </a:schemeClr>
          </a:solidFill>
          <a:ln w="9525" algn="ctr">
            <a:solidFill>
              <a:schemeClr val="tx1"/>
            </a:solidFill>
            <a:prstDash val="solid"/>
            <a:miter lim="800000"/>
            <a:headEnd/>
            <a:tailEnd/>
          </a:ln>
        </p:spPr>
        <p:txBody>
          <a:bodyPr lIns="91440" tIns="45720" rIns="91440" bIns="45720" anchor="ctr"/>
          <a:lstStyle/>
          <a:p>
            <a:pPr defTabSz="1219170" fontAlgn="base">
              <a:spcBef>
                <a:spcPct val="0"/>
              </a:spcBef>
              <a:spcAft>
                <a:spcPct val="0"/>
              </a:spcAft>
              <a:defRPr/>
            </a:pPr>
            <a:r>
              <a:rPr lang="en-US" altLang="zh-CN" sz="2133" b="1" i="1" dirty="0" err="1">
                <a:solidFill>
                  <a:srgbClr val="0000FF"/>
                </a:solidFill>
                <a:latin typeface="Times New Roman" panose="02020603050405020304" pitchFamily="18" charset="0"/>
                <a:ea typeface="楷体_GB2312"/>
                <a:cs typeface="楷体_GB2312"/>
              </a:rPr>
              <a:t>mktable</a:t>
            </a:r>
            <a:r>
              <a:rPr lang="en-US" altLang="zh-CN" sz="2133" b="1" dirty="0">
                <a:solidFill>
                  <a:srgbClr val="0000FF"/>
                </a:solidFill>
                <a:latin typeface="Times New Roman" panose="02020603050405020304" pitchFamily="18" charset="0"/>
                <a:ea typeface="楷体_GB2312"/>
                <a:cs typeface="楷体_GB2312"/>
              </a:rPr>
              <a:t>(</a:t>
            </a:r>
            <a:r>
              <a:rPr lang="en-US" altLang="zh-CN" sz="2133" b="1" i="1" dirty="0">
                <a:solidFill>
                  <a:srgbClr val="0000FF"/>
                </a:solidFill>
                <a:latin typeface="Times New Roman" panose="02020603050405020304" pitchFamily="18" charset="0"/>
                <a:ea typeface="楷体_GB2312"/>
                <a:cs typeface="楷体_GB2312"/>
              </a:rPr>
              <a:t> previous</a:t>
            </a:r>
            <a:r>
              <a:rPr lang="en-US" altLang="zh-CN" sz="2133" b="1" dirty="0">
                <a:solidFill>
                  <a:srgbClr val="0000FF"/>
                </a:solidFill>
                <a:latin typeface="Times New Roman" panose="02020603050405020304" pitchFamily="18" charset="0"/>
                <a:ea typeface="楷体_GB2312"/>
                <a:cs typeface="楷体_GB2312"/>
              </a:rPr>
              <a:t> )</a:t>
            </a:r>
          </a:p>
          <a:p>
            <a:pPr defTabSz="1219170" fontAlgn="base">
              <a:spcBef>
                <a:spcPct val="0"/>
              </a:spcBef>
              <a:spcAft>
                <a:spcPct val="0"/>
              </a:spcAft>
              <a:defRPr/>
            </a:pPr>
            <a:r>
              <a:rPr lang="zh-CN" altLang="en-US" sz="2133" b="1" dirty="0">
                <a:solidFill>
                  <a:prstClr val="black"/>
                </a:solidFill>
                <a:latin typeface="Times New Roman" panose="02020603050405020304" pitchFamily="18" charset="0"/>
                <a:ea typeface="楷体" pitchFamily="49" charset="-122"/>
                <a:cs typeface="Times New Roman" pitchFamily="18" charset="0"/>
              </a:rPr>
              <a:t>创建一个新的符号表，并返回指向新表的指针。参数 </a:t>
            </a:r>
            <a:r>
              <a:rPr lang="en-US" altLang="zh-CN" sz="2133" b="1" i="1" dirty="0">
                <a:solidFill>
                  <a:prstClr val="black"/>
                </a:solidFill>
                <a:latin typeface="Times New Roman" panose="02020603050405020304" pitchFamily="18" charset="0"/>
                <a:ea typeface="楷体" pitchFamily="49" charset="-122"/>
                <a:cs typeface="Times New Roman" pitchFamily="18" charset="0"/>
              </a:rPr>
              <a:t>previous</a:t>
            </a:r>
            <a:r>
              <a:rPr lang="zh-CN" altLang="en-US" sz="2133" b="1" dirty="0">
                <a:solidFill>
                  <a:prstClr val="black"/>
                </a:solidFill>
                <a:latin typeface="Times New Roman" panose="02020603050405020304" pitchFamily="18" charset="0"/>
                <a:ea typeface="楷体" pitchFamily="49" charset="-122"/>
                <a:cs typeface="Times New Roman" pitchFamily="18" charset="0"/>
              </a:rPr>
              <a:t>指向先前创建的符号表</a:t>
            </a:r>
            <a:r>
              <a:rPr lang="en-US" altLang="zh-CN" sz="2133" b="1" dirty="0">
                <a:solidFill>
                  <a:prstClr val="black"/>
                </a:solidFill>
                <a:latin typeface="Times New Roman" panose="02020603050405020304" pitchFamily="18" charset="0"/>
                <a:ea typeface="楷体_GB2312"/>
                <a:cs typeface="楷体_GB2312"/>
              </a:rPr>
              <a:t>(</a:t>
            </a:r>
            <a:r>
              <a:rPr lang="zh-CN" altLang="en-US" sz="2133" b="1" dirty="0">
                <a:solidFill>
                  <a:prstClr val="black"/>
                </a:solidFill>
                <a:latin typeface="Times New Roman" panose="02020603050405020304" pitchFamily="18" charset="0"/>
                <a:ea typeface="楷体" pitchFamily="49" charset="-122"/>
                <a:cs typeface="Times New Roman" pitchFamily="18" charset="0"/>
              </a:rPr>
              <a:t>外围过程的符号表</a:t>
            </a:r>
            <a:r>
              <a:rPr lang="en-US" altLang="zh-CN" sz="2133" b="1" dirty="0">
                <a:solidFill>
                  <a:prstClr val="black"/>
                </a:solidFill>
                <a:latin typeface="Times New Roman" panose="02020603050405020304" pitchFamily="18" charset="0"/>
                <a:ea typeface="楷体_GB2312"/>
                <a:cs typeface="楷体_GB2312"/>
              </a:rPr>
              <a:t>)</a:t>
            </a:r>
            <a:endParaRPr lang="zh-CN" altLang="en-US" sz="2133" b="1" dirty="0">
              <a:solidFill>
                <a:prstClr val="black"/>
              </a:solidFill>
              <a:latin typeface="Times New Roman" panose="02020603050405020304" pitchFamily="18" charset="0"/>
              <a:ea typeface="楷体" pitchFamily="49" charset="-122"/>
              <a:cs typeface="Times New Roman" pitchFamily="18" charset="0"/>
            </a:endParaRPr>
          </a:p>
        </p:txBody>
      </p:sp>
      <p:sp>
        <p:nvSpPr>
          <p:cNvPr id="267269" name="AutoShape 5"/>
          <p:cNvSpPr>
            <a:spLocks noChangeArrowheads="1"/>
          </p:cNvSpPr>
          <p:nvPr/>
        </p:nvSpPr>
        <p:spPr bwMode="auto">
          <a:xfrm>
            <a:off x="6959601" y="5810252"/>
            <a:ext cx="3841751" cy="882649"/>
          </a:xfrm>
          <a:prstGeom prst="wedgeRectCallout">
            <a:avLst>
              <a:gd name="adj1" fmla="val -40495"/>
              <a:gd name="adj2" fmla="val -67081"/>
            </a:avLst>
          </a:prstGeom>
          <a:solidFill>
            <a:schemeClr val="accent5">
              <a:lumMod val="60000"/>
              <a:lumOff val="40000"/>
            </a:schemeClr>
          </a:solidFill>
          <a:ln w="9525" algn="ctr">
            <a:solidFill>
              <a:schemeClr val="tx1"/>
            </a:solidFill>
            <a:prstDash val="solid"/>
            <a:miter lim="800000"/>
            <a:headEnd/>
            <a:tailEnd/>
          </a:ln>
        </p:spPr>
        <p:txBody>
          <a:bodyPr lIns="91440" tIns="45720" rIns="91440" bIns="45720" anchor="ctr"/>
          <a:lstStyle/>
          <a:p>
            <a:pPr defTabSz="1219170" fontAlgn="base">
              <a:spcBef>
                <a:spcPct val="0"/>
              </a:spcBef>
              <a:spcAft>
                <a:spcPct val="0"/>
              </a:spcAft>
              <a:defRPr/>
            </a:pPr>
            <a:r>
              <a:rPr lang="en-US" altLang="zh-CN" sz="2133" b="1" i="1" dirty="0">
                <a:solidFill>
                  <a:srgbClr val="0000FF"/>
                </a:solidFill>
                <a:latin typeface="Times New Roman" panose="02020603050405020304" pitchFamily="18" charset="0"/>
                <a:ea typeface="楷体_GB2312"/>
                <a:cs typeface="楷体_GB2312"/>
              </a:rPr>
              <a:t>enter</a:t>
            </a:r>
            <a:r>
              <a:rPr lang="en-US" altLang="zh-CN" sz="2133" b="1" dirty="0">
                <a:solidFill>
                  <a:srgbClr val="0000FF"/>
                </a:solidFill>
                <a:latin typeface="Times New Roman" panose="02020603050405020304" pitchFamily="18" charset="0"/>
                <a:ea typeface="楷体_GB2312"/>
                <a:cs typeface="楷体_GB2312"/>
              </a:rPr>
              <a:t>( </a:t>
            </a:r>
            <a:r>
              <a:rPr lang="en-US" altLang="zh-CN" sz="2133" b="1" i="1" dirty="0">
                <a:solidFill>
                  <a:srgbClr val="0000FF"/>
                </a:solidFill>
                <a:latin typeface="Times New Roman" panose="02020603050405020304" pitchFamily="18" charset="0"/>
                <a:ea typeface="楷体_GB2312"/>
                <a:cs typeface="楷体_GB2312"/>
              </a:rPr>
              <a:t>table</a:t>
            </a:r>
            <a:r>
              <a:rPr lang="en-US" altLang="zh-CN" sz="2133" b="1" dirty="0">
                <a:solidFill>
                  <a:srgbClr val="0000FF"/>
                </a:solidFill>
                <a:latin typeface="Times New Roman" panose="02020603050405020304" pitchFamily="18" charset="0"/>
                <a:ea typeface="楷体_GB2312"/>
                <a:cs typeface="楷体_GB2312"/>
              </a:rPr>
              <a:t>, </a:t>
            </a:r>
            <a:r>
              <a:rPr lang="en-US" altLang="zh-CN" sz="2133" b="1" i="1" dirty="0">
                <a:solidFill>
                  <a:srgbClr val="0000FF"/>
                </a:solidFill>
                <a:latin typeface="Times New Roman" panose="02020603050405020304" pitchFamily="18" charset="0"/>
                <a:ea typeface="楷体_GB2312"/>
                <a:cs typeface="楷体_GB2312"/>
              </a:rPr>
              <a:t>name</a:t>
            </a:r>
            <a:r>
              <a:rPr lang="en-US" altLang="zh-CN" sz="2133" b="1" dirty="0">
                <a:solidFill>
                  <a:srgbClr val="0000FF"/>
                </a:solidFill>
                <a:latin typeface="Times New Roman" panose="02020603050405020304" pitchFamily="18" charset="0"/>
                <a:ea typeface="楷体_GB2312"/>
                <a:cs typeface="楷体_GB2312"/>
              </a:rPr>
              <a:t>, </a:t>
            </a:r>
            <a:r>
              <a:rPr lang="en-US" altLang="zh-CN" sz="2133" b="1" i="1" dirty="0">
                <a:solidFill>
                  <a:srgbClr val="0000FF"/>
                </a:solidFill>
                <a:latin typeface="Times New Roman" panose="02020603050405020304" pitchFamily="18" charset="0"/>
                <a:ea typeface="楷体_GB2312"/>
                <a:cs typeface="楷体_GB2312"/>
              </a:rPr>
              <a:t>type</a:t>
            </a:r>
            <a:r>
              <a:rPr lang="en-US" altLang="zh-CN" sz="2133" b="1" dirty="0">
                <a:solidFill>
                  <a:srgbClr val="0000FF"/>
                </a:solidFill>
                <a:latin typeface="Times New Roman" panose="02020603050405020304" pitchFamily="18" charset="0"/>
                <a:ea typeface="楷体_GB2312"/>
                <a:cs typeface="楷体_GB2312"/>
              </a:rPr>
              <a:t>, </a:t>
            </a:r>
            <a:r>
              <a:rPr lang="en-US" altLang="zh-CN" sz="2133" b="1" i="1" dirty="0">
                <a:solidFill>
                  <a:srgbClr val="0000FF"/>
                </a:solidFill>
                <a:latin typeface="Times New Roman" panose="02020603050405020304" pitchFamily="18" charset="0"/>
                <a:ea typeface="楷体_GB2312"/>
                <a:cs typeface="楷体_GB2312"/>
              </a:rPr>
              <a:t>offset</a:t>
            </a:r>
            <a:r>
              <a:rPr lang="en-US" altLang="zh-CN" sz="2133" b="1" dirty="0">
                <a:solidFill>
                  <a:srgbClr val="0000FF"/>
                </a:solidFill>
                <a:latin typeface="Times New Roman" panose="02020603050405020304" pitchFamily="18" charset="0"/>
                <a:ea typeface="楷体_GB2312"/>
                <a:cs typeface="楷体_GB2312"/>
              </a:rPr>
              <a:t> )</a:t>
            </a:r>
          </a:p>
          <a:p>
            <a:pPr defTabSz="1219170" fontAlgn="base">
              <a:spcBef>
                <a:spcPct val="0"/>
              </a:spcBef>
              <a:spcAft>
                <a:spcPct val="0"/>
              </a:spcAft>
              <a:defRPr/>
            </a:pPr>
            <a:r>
              <a:rPr lang="zh-CN" altLang="en-US" sz="2133" b="1" dirty="0">
                <a:solidFill>
                  <a:prstClr val="black"/>
                </a:solidFill>
                <a:latin typeface="Times New Roman" panose="02020603050405020304" pitchFamily="18" charset="0"/>
                <a:ea typeface="楷体" pitchFamily="49" charset="-122"/>
                <a:cs typeface="Times New Roman" pitchFamily="18" charset="0"/>
              </a:rPr>
              <a:t>在</a:t>
            </a:r>
            <a:r>
              <a:rPr lang="en-US" altLang="zh-CN" sz="2133" b="1" i="1" dirty="0">
                <a:solidFill>
                  <a:prstClr val="black"/>
                </a:solidFill>
                <a:latin typeface="Times New Roman" panose="02020603050405020304" pitchFamily="18" charset="0"/>
                <a:ea typeface="楷体" pitchFamily="49" charset="-122"/>
                <a:cs typeface="Times New Roman" pitchFamily="18" charset="0"/>
              </a:rPr>
              <a:t>table</a:t>
            </a:r>
            <a:r>
              <a:rPr lang="zh-CN" altLang="en-US" sz="2133" b="1" dirty="0">
                <a:solidFill>
                  <a:prstClr val="black"/>
                </a:solidFill>
                <a:latin typeface="Times New Roman" panose="02020603050405020304" pitchFamily="18" charset="0"/>
                <a:ea typeface="楷体" pitchFamily="49" charset="-122"/>
                <a:cs typeface="Times New Roman" pitchFamily="18" charset="0"/>
              </a:rPr>
              <a:t>指向的符号表中为名字</a:t>
            </a:r>
            <a:r>
              <a:rPr lang="en-US" altLang="zh-CN" sz="2133" b="1" i="1" dirty="0">
                <a:solidFill>
                  <a:prstClr val="black"/>
                </a:solidFill>
                <a:latin typeface="Times New Roman" panose="02020603050405020304" pitchFamily="18" charset="0"/>
                <a:ea typeface="楷体" pitchFamily="49" charset="-122"/>
                <a:cs typeface="Times New Roman" pitchFamily="18" charset="0"/>
              </a:rPr>
              <a:t>name</a:t>
            </a:r>
            <a:r>
              <a:rPr lang="zh-CN" altLang="en-US" sz="2133" b="1" dirty="0">
                <a:solidFill>
                  <a:prstClr val="black"/>
                </a:solidFill>
                <a:latin typeface="Times New Roman" panose="02020603050405020304" pitchFamily="18" charset="0"/>
                <a:ea typeface="楷体" pitchFamily="49" charset="-122"/>
                <a:cs typeface="Times New Roman" pitchFamily="18" charset="0"/>
              </a:rPr>
              <a:t>建立一个新表项</a:t>
            </a:r>
          </a:p>
        </p:txBody>
      </p:sp>
      <p:sp>
        <p:nvSpPr>
          <p:cNvPr id="12" name="AutoShape 16"/>
          <p:cNvSpPr>
            <a:spLocks noChangeArrowheads="1"/>
          </p:cNvSpPr>
          <p:nvPr/>
        </p:nvSpPr>
        <p:spPr bwMode="auto">
          <a:xfrm>
            <a:off x="5327651" y="2781300"/>
            <a:ext cx="4741333" cy="840317"/>
          </a:xfrm>
          <a:prstGeom prst="wedgeRectCallout">
            <a:avLst>
              <a:gd name="adj1" fmla="val -37253"/>
              <a:gd name="adj2" fmla="val 89274"/>
            </a:avLst>
          </a:prstGeom>
          <a:solidFill>
            <a:schemeClr val="accent5">
              <a:lumMod val="60000"/>
              <a:lumOff val="40000"/>
            </a:schemeClr>
          </a:solidFill>
          <a:ln w="9525" algn="ctr">
            <a:solidFill>
              <a:schemeClr val="tx1"/>
            </a:solidFill>
            <a:prstDash val="solid"/>
            <a:miter lim="800000"/>
            <a:headEnd/>
            <a:tailEnd/>
          </a:ln>
        </p:spPr>
        <p:txBody>
          <a:bodyPr lIns="91440" tIns="45720" rIns="91440" bIns="45720" anchor="ctr"/>
          <a:lstStyle/>
          <a:p>
            <a:pPr defTabSz="1219170" fontAlgn="base">
              <a:lnSpc>
                <a:spcPct val="90000"/>
              </a:lnSpc>
              <a:spcBef>
                <a:spcPct val="0"/>
              </a:spcBef>
              <a:spcAft>
                <a:spcPct val="0"/>
              </a:spcAft>
              <a:defRPr/>
            </a:pPr>
            <a:r>
              <a:rPr lang="en-US" altLang="zh-CN" sz="2133" b="1" i="1" dirty="0">
                <a:solidFill>
                  <a:srgbClr val="0000FF"/>
                </a:solidFill>
                <a:latin typeface="Times New Roman" panose="02020603050405020304" pitchFamily="18" charset="0"/>
                <a:ea typeface="楷体_GB2312"/>
                <a:cs typeface="楷体_GB2312"/>
              </a:rPr>
              <a:t>addwidth</a:t>
            </a:r>
            <a:r>
              <a:rPr lang="en-US" altLang="zh-CN" sz="2133" b="1" dirty="0">
                <a:solidFill>
                  <a:srgbClr val="0000FF"/>
                </a:solidFill>
                <a:latin typeface="Times New Roman" panose="02020603050405020304" pitchFamily="18" charset="0"/>
                <a:ea typeface="楷体_GB2312"/>
                <a:cs typeface="楷体_GB2312"/>
              </a:rPr>
              <a:t>( </a:t>
            </a:r>
            <a:r>
              <a:rPr lang="en-US" altLang="zh-CN" sz="2133" b="1" i="1" dirty="0">
                <a:solidFill>
                  <a:srgbClr val="0000FF"/>
                </a:solidFill>
                <a:latin typeface="Times New Roman" panose="02020603050405020304" pitchFamily="18" charset="0"/>
                <a:ea typeface="楷体_GB2312"/>
                <a:cs typeface="楷体_GB2312"/>
              </a:rPr>
              <a:t>table</a:t>
            </a:r>
            <a:r>
              <a:rPr lang="en-US" altLang="zh-CN" sz="2133" b="1" dirty="0">
                <a:solidFill>
                  <a:srgbClr val="0000FF"/>
                </a:solidFill>
                <a:latin typeface="Times New Roman" panose="02020603050405020304" pitchFamily="18" charset="0"/>
                <a:ea typeface="楷体_GB2312"/>
                <a:cs typeface="楷体_GB2312"/>
              </a:rPr>
              <a:t>, </a:t>
            </a:r>
            <a:r>
              <a:rPr lang="en-US" altLang="zh-CN" sz="2133" b="1" i="1" dirty="0">
                <a:solidFill>
                  <a:srgbClr val="0000FF"/>
                </a:solidFill>
                <a:latin typeface="Times New Roman" panose="02020603050405020304" pitchFamily="18" charset="0"/>
                <a:ea typeface="楷体_GB2312"/>
                <a:cs typeface="楷体_GB2312"/>
              </a:rPr>
              <a:t>width</a:t>
            </a:r>
            <a:r>
              <a:rPr lang="en-US" altLang="zh-CN" sz="2133" b="1" dirty="0">
                <a:solidFill>
                  <a:srgbClr val="0000FF"/>
                </a:solidFill>
                <a:latin typeface="Times New Roman" panose="02020603050405020304" pitchFamily="18" charset="0"/>
                <a:ea typeface="楷体_GB2312"/>
                <a:cs typeface="楷体_GB2312"/>
              </a:rPr>
              <a:t> )  </a:t>
            </a:r>
          </a:p>
          <a:p>
            <a:pPr defTabSz="1219170" fontAlgn="base">
              <a:lnSpc>
                <a:spcPct val="90000"/>
              </a:lnSpc>
              <a:spcBef>
                <a:spcPct val="0"/>
              </a:spcBef>
              <a:spcAft>
                <a:spcPct val="0"/>
              </a:spcAft>
              <a:defRPr/>
            </a:pPr>
            <a:r>
              <a:rPr lang="zh-CN" altLang="en-US" sz="2133" b="1" dirty="0">
                <a:solidFill>
                  <a:prstClr val="black"/>
                </a:solidFill>
                <a:latin typeface="Times New Roman" panose="02020603050405020304" pitchFamily="18" charset="0"/>
                <a:ea typeface="楷体" pitchFamily="49" charset="-122"/>
                <a:cs typeface="Times New Roman" pitchFamily="18" charset="0"/>
              </a:rPr>
              <a:t>将</a:t>
            </a:r>
            <a:r>
              <a:rPr lang="en-US" altLang="zh-CN" sz="2133" b="1" i="1" dirty="0">
                <a:solidFill>
                  <a:prstClr val="black"/>
                </a:solidFill>
                <a:latin typeface="Times New Roman" panose="02020603050405020304" pitchFamily="18" charset="0"/>
                <a:ea typeface="楷体" pitchFamily="49" charset="-122"/>
                <a:cs typeface="Times New Roman" pitchFamily="18" charset="0"/>
              </a:rPr>
              <a:t>table</a:t>
            </a:r>
            <a:r>
              <a:rPr lang="zh-CN" altLang="en-US" sz="2133" b="1" dirty="0">
                <a:solidFill>
                  <a:prstClr val="black"/>
                </a:solidFill>
                <a:latin typeface="Times New Roman" panose="02020603050405020304" pitchFamily="18" charset="0"/>
                <a:ea typeface="楷体" pitchFamily="49" charset="-122"/>
                <a:cs typeface="Times New Roman" pitchFamily="18" charset="0"/>
              </a:rPr>
              <a:t>指向的符号表中所有表项的宽度之和</a:t>
            </a:r>
            <a:r>
              <a:rPr lang="en-US" altLang="zh-CN" sz="2133" b="1" i="1" dirty="0">
                <a:solidFill>
                  <a:prstClr val="black"/>
                </a:solidFill>
                <a:latin typeface="Times New Roman" panose="02020603050405020304" pitchFamily="18" charset="0"/>
                <a:ea typeface="楷体" pitchFamily="49" charset="-122"/>
                <a:cs typeface="Times New Roman" pitchFamily="18" charset="0"/>
              </a:rPr>
              <a:t>width</a:t>
            </a:r>
            <a:r>
              <a:rPr lang="zh-CN" altLang="en-US" sz="2133" b="1" dirty="0">
                <a:solidFill>
                  <a:prstClr val="black"/>
                </a:solidFill>
                <a:latin typeface="Times New Roman" panose="02020603050405020304" pitchFamily="18" charset="0"/>
                <a:ea typeface="楷体" pitchFamily="49" charset="-122"/>
                <a:cs typeface="Times New Roman" pitchFamily="18" charset="0"/>
              </a:rPr>
              <a:t>记录在符号表的表头中</a:t>
            </a:r>
          </a:p>
        </p:txBody>
      </p:sp>
      <p:sp>
        <p:nvSpPr>
          <p:cNvPr id="13" name="AutoShape 15"/>
          <p:cNvSpPr>
            <a:spLocks noChangeArrowheads="1"/>
          </p:cNvSpPr>
          <p:nvPr/>
        </p:nvSpPr>
        <p:spPr bwMode="auto">
          <a:xfrm>
            <a:off x="7056967" y="3793068"/>
            <a:ext cx="5067300" cy="1172633"/>
          </a:xfrm>
          <a:prstGeom prst="wedgeRectCallout">
            <a:avLst>
              <a:gd name="adj1" fmla="val -36727"/>
              <a:gd name="adj2" fmla="val 65014"/>
            </a:avLst>
          </a:prstGeom>
          <a:solidFill>
            <a:schemeClr val="accent5">
              <a:lumMod val="60000"/>
              <a:lumOff val="40000"/>
            </a:schemeClr>
          </a:solidFill>
          <a:ln w="9525" algn="ctr">
            <a:solidFill>
              <a:schemeClr val="tx1"/>
            </a:solidFill>
            <a:prstDash val="solid"/>
            <a:miter lim="800000"/>
            <a:headEnd/>
            <a:tailEnd/>
          </a:ln>
        </p:spPr>
        <p:txBody>
          <a:bodyPr lIns="91440" tIns="45720" rIns="91440" bIns="45720" anchor="ctr"/>
          <a:lstStyle/>
          <a:p>
            <a:pPr defTabSz="1219170" fontAlgn="base">
              <a:lnSpc>
                <a:spcPct val="90000"/>
              </a:lnSpc>
              <a:spcBef>
                <a:spcPct val="0"/>
              </a:spcBef>
              <a:spcAft>
                <a:spcPct val="0"/>
              </a:spcAft>
              <a:defRPr/>
            </a:pPr>
            <a:r>
              <a:rPr lang="en-US" altLang="zh-CN" sz="2000" b="1" i="1" dirty="0" err="1">
                <a:solidFill>
                  <a:srgbClr val="0000FF"/>
                </a:solidFill>
                <a:latin typeface="Times New Roman" panose="02020603050405020304" pitchFamily="18" charset="0"/>
                <a:ea typeface="楷体_GB2312"/>
                <a:cs typeface="楷体_GB2312"/>
              </a:rPr>
              <a:t>enterproc</a:t>
            </a:r>
            <a:r>
              <a:rPr lang="en-US" altLang="zh-CN" sz="2000" b="1" dirty="0">
                <a:solidFill>
                  <a:srgbClr val="0000FF"/>
                </a:solidFill>
                <a:latin typeface="Times New Roman" panose="02020603050405020304" pitchFamily="18" charset="0"/>
                <a:ea typeface="楷体_GB2312"/>
                <a:cs typeface="楷体_GB2312"/>
              </a:rPr>
              <a:t>(</a:t>
            </a:r>
            <a:r>
              <a:rPr lang="en-US" altLang="zh-CN" sz="2000" b="1" i="1" dirty="0">
                <a:solidFill>
                  <a:srgbClr val="0000FF"/>
                </a:solidFill>
                <a:latin typeface="Times New Roman" panose="02020603050405020304" pitchFamily="18" charset="0"/>
                <a:ea typeface="楷体_GB2312"/>
                <a:cs typeface="楷体_GB2312"/>
              </a:rPr>
              <a:t>table</a:t>
            </a:r>
            <a:r>
              <a:rPr lang="en-US" altLang="zh-CN" sz="2000" b="1" dirty="0">
                <a:solidFill>
                  <a:srgbClr val="0000FF"/>
                </a:solidFill>
                <a:latin typeface="Times New Roman" panose="02020603050405020304" pitchFamily="18" charset="0"/>
                <a:ea typeface="楷体_GB2312"/>
                <a:cs typeface="楷体_GB2312"/>
              </a:rPr>
              <a:t>, </a:t>
            </a:r>
            <a:r>
              <a:rPr lang="en-US" altLang="zh-CN" sz="2000" b="1" i="1" dirty="0">
                <a:solidFill>
                  <a:srgbClr val="0000FF"/>
                </a:solidFill>
                <a:latin typeface="Times New Roman" panose="02020603050405020304" pitchFamily="18" charset="0"/>
                <a:ea typeface="楷体_GB2312"/>
                <a:cs typeface="楷体_GB2312"/>
              </a:rPr>
              <a:t>name</a:t>
            </a:r>
            <a:r>
              <a:rPr lang="en-US" altLang="zh-CN" sz="2000" b="1" dirty="0">
                <a:solidFill>
                  <a:srgbClr val="0000FF"/>
                </a:solidFill>
                <a:latin typeface="Times New Roman" panose="02020603050405020304" pitchFamily="18" charset="0"/>
                <a:ea typeface="楷体_GB2312"/>
                <a:cs typeface="楷体_GB2312"/>
              </a:rPr>
              <a:t>, </a:t>
            </a:r>
            <a:r>
              <a:rPr lang="en-US" altLang="zh-CN" sz="2000" b="1" i="1" dirty="0" err="1">
                <a:solidFill>
                  <a:srgbClr val="0000FF"/>
                </a:solidFill>
                <a:latin typeface="Times New Roman" panose="02020603050405020304" pitchFamily="18" charset="0"/>
                <a:ea typeface="楷体_GB2312"/>
                <a:cs typeface="楷体_GB2312"/>
              </a:rPr>
              <a:t>newtable</a:t>
            </a:r>
            <a:r>
              <a:rPr lang="en-US" altLang="zh-CN" sz="2000" b="1" dirty="0">
                <a:solidFill>
                  <a:srgbClr val="0000FF"/>
                </a:solidFill>
                <a:latin typeface="Times New Roman" panose="02020603050405020304" pitchFamily="18" charset="0"/>
                <a:ea typeface="楷体_GB2312"/>
                <a:cs typeface="楷体_GB2312"/>
              </a:rPr>
              <a:t> )</a:t>
            </a:r>
          </a:p>
          <a:p>
            <a:pPr defTabSz="1219170" fontAlgn="base">
              <a:spcBef>
                <a:spcPct val="0"/>
              </a:spcBef>
              <a:spcAft>
                <a:spcPct val="0"/>
              </a:spcAft>
              <a:defRPr/>
            </a:pPr>
            <a:r>
              <a:rPr lang="zh-CN" altLang="en-US" sz="2000" b="1" dirty="0">
                <a:solidFill>
                  <a:prstClr val="black"/>
                </a:solidFill>
                <a:latin typeface="Times New Roman" panose="02020603050405020304" pitchFamily="18" charset="0"/>
                <a:ea typeface="楷体" pitchFamily="49" charset="-122"/>
                <a:cs typeface="Times New Roman" pitchFamily="18" charset="0"/>
              </a:rPr>
              <a:t>在</a:t>
            </a:r>
            <a:r>
              <a:rPr lang="en-US" altLang="zh-CN" sz="2000" b="1" i="1" dirty="0">
                <a:solidFill>
                  <a:prstClr val="black"/>
                </a:solidFill>
                <a:latin typeface="Times New Roman" panose="02020603050405020304" pitchFamily="18" charset="0"/>
                <a:ea typeface="楷体" pitchFamily="49" charset="-122"/>
                <a:cs typeface="Times New Roman" pitchFamily="18" charset="0"/>
              </a:rPr>
              <a:t>table</a:t>
            </a:r>
            <a:r>
              <a:rPr lang="zh-CN" altLang="en-US" sz="2000" b="1" dirty="0">
                <a:solidFill>
                  <a:prstClr val="black"/>
                </a:solidFill>
                <a:latin typeface="Times New Roman" panose="02020603050405020304" pitchFamily="18" charset="0"/>
                <a:ea typeface="楷体" pitchFamily="49" charset="-122"/>
                <a:cs typeface="Times New Roman" pitchFamily="18" charset="0"/>
              </a:rPr>
              <a:t>指向的符号表中为过程</a:t>
            </a:r>
            <a:r>
              <a:rPr lang="en-US" altLang="zh-CN" sz="2000" b="1" i="1" dirty="0">
                <a:solidFill>
                  <a:prstClr val="black"/>
                </a:solidFill>
                <a:latin typeface="Times New Roman" panose="02020603050405020304" pitchFamily="18" charset="0"/>
                <a:ea typeface="楷体" pitchFamily="49" charset="-122"/>
                <a:cs typeface="Times New Roman" pitchFamily="18" charset="0"/>
              </a:rPr>
              <a:t>name</a:t>
            </a:r>
            <a:r>
              <a:rPr lang="zh-CN" altLang="en-US" sz="2000" b="1" dirty="0">
                <a:solidFill>
                  <a:prstClr val="black"/>
                </a:solidFill>
                <a:latin typeface="Times New Roman" panose="02020603050405020304" pitchFamily="18" charset="0"/>
                <a:ea typeface="楷体" pitchFamily="49" charset="-122"/>
                <a:cs typeface="Times New Roman" pitchFamily="18" charset="0"/>
              </a:rPr>
              <a:t>建立一条记录，</a:t>
            </a:r>
            <a:r>
              <a:rPr lang="en-US" altLang="zh-CN" sz="2000" b="1" i="1" dirty="0" err="1">
                <a:solidFill>
                  <a:prstClr val="black"/>
                </a:solidFill>
                <a:latin typeface="Times New Roman" panose="02020603050405020304" pitchFamily="18" charset="0"/>
                <a:ea typeface="楷体" pitchFamily="49" charset="-122"/>
                <a:cs typeface="Times New Roman" pitchFamily="18" charset="0"/>
              </a:rPr>
              <a:t>newtable</a:t>
            </a:r>
            <a:r>
              <a:rPr lang="zh-CN" altLang="en-US" sz="2000" b="1" dirty="0">
                <a:solidFill>
                  <a:prstClr val="black"/>
                </a:solidFill>
                <a:latin typeface="Times New Roman" panose="02020603050405020304" pitchFamily="18" charset="0"/>
                <a:ea typeface="楷体" pitchFamily="49" charset="-122"/>
                <a:cs typeface="Times New Roman" pitchFamily="18" charset="0"/>
              </a:rPr>
              <a:t>指向过程</a:t>
            </a:r>
            <a:r>
              <a:rPr lang="en-US" altLang="zh-CN" sz="2000" b="1" i="1" dirty="0">
                <a:solidFill>
                  <a:prstClr val="black"/>
                </a:solidFill>
                <a:latin typeface="Times New Roman" panose="02020603050405020304" pitchFamily="18" charset="0"/>
                <a:ea typeface="楷体" pitchFamily="49" charset="-122"/>
                <a:cs typeface="Times New Roman" pitchFamily="18" charset="0"/>
              </a:rPr>
              <a:t>name</a:t>
            </a:r>
            <a:r>
              <a:rPr lang="zh-CN" altLang="en-US" sz="2000" b="1" dirty="0">
                <a:solidFill>
                  <a:prstClr val="black"/>
                </a:solidFill>
                <a:latin typeface="Times New Roman" panose="02020603050405020304" pitchFamily="18" charset="0"/>
                <a:ea typeface="楷体" pitchFamily="49" charset="-122"/>
                <a:cs typeface="Times New Roman" pitchFamily="18" charset="0"/>
              </a:rPr>
              <a:t>的符号表</a:t>
            </a:r>
          </a:p>
        </p:txBody>
      </p:sp>
      <p:cxnSp>
        <p:nvCxnSpPr>
          <p:cNvPr id="3" name="直接连接符 2">
            <a:extLst>
              <a:ext uri="{FF2B5EF4-FFF2-40B4-BE49-F238E27FC236}">
                <a16:creationId xmlns:a16="http://schemas.microsoft.com/office/drawing/2014/main" id="{FAA2B77F-C7E8-46DF-8547-E51E7ECB7A69}"/>
              </a:ext>
            </a:extLst>
          </p:cNvPr>
          <p:cNvCxnSpPr/>
          <p:nvPr/>
        </p:nvCxnSpPr>
        <p:spPr>
          <a:xfrm>
            <a:off x="2316480" y="2872740"/>
            <a:ext cx="82296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FE480C6A-FCA0-44AE-94DF-9530BA0A469D}"/>
              </a:ext>
            </a:extLst>
          </p:cNvPr>
          <p:cNvCxnSpPr/>
          <p:nvPr/>
        </p:nvCxnSpPr>
        <p:spPr>
          <a:xfrm>
            <a:off x="2376414" y="3220346"/>
            <a:ext cx="82296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67268"/>
                                        </p:tgtEl>
                                        <p:attrNameLst>
                                          <p:attrName>style.visibility</p:attrName>
                                        </p:attrNameLst>
                                      </p:cBhvr>
                                      <p:to>
                                        <p:strVal val="visible"/>
                                      </p:to>
                                    </p:set>
                                    <p:anim calcmode="lin" valueType="num">
                                      <p:cBhvr>
                                        <p:cTn id="7" dur="500" fill="hold"/>
                                        <p:tgtEl>
                                          <p:spTgt spid="267268"/>
                                        </p:tgtEl>
                                        <p:attrNameLst>
                                          <p:attrName>ppt_w</p:attrName>
                                        </p:attrNameLst>
                                      </p:cBhvr>
                                      <p:tavLst>
                                        <p:tav tm="0">
                                          <p:val>
                                            <p:fltVal val="0"/>
                                          </p:val>
                                        </p:tav>
                                        <p:tav tm="100000">
                                          <p:val>
                                            <p:strVal val="#ppt_w"/>
                                          </p:val>
                                        </p:tav>
                                      </p:tavLst>
                                    </p:anim>
                                    <p:anim calcmode="lin" valueType="num">
                                      <p:cBhvr>
                                        <p:cTn id="8" dur="500" fill="hold"/>
                                        <p:tgtEl>
                                          <p:spTgt spid="267268"/>
                                        </p:tgtEl>
                                        <p:attrNameLst>
                                          <p:attrName>ppt_h</p:attrName>
                                        </p:attrNameLst>
                                      </p:cBhvr>
                                      <p:tavLst>
                                        <p:tav tm="0">
                                          <p:val>
                                            <p:fltVal val="0"/>
                                          </p:val>
                                        </p:tav>
                                        <p:tav tm="100000">
                                          <p:val>
                                            <p:strVal val="#ppt_h"/>
                                          </p:val>
                                        </p:tav>
                                      </p:tavLst>
                                    </p:anim>
                                    <p:animEffect transition="in" filter="fade">
                                      <p:cBhvr>
                                        <p:cTn id="9" dur="500"/>
                                        <p:tgtEl>
                                          <p:spTgt spid="267268"/>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xit" presetSubtype="32" fill="hold" grpId="1" nodeType="clickEffect">
                                  <p:stCondLst>
                                    <p:cond delay="0"/>
                                  </p:stCondLst>
                                  <p:childTnLst>
                                    <p:anim calcmode="lin" valueType="num">
                                      <p:cBhvr>
                                        <p:cTn id="13" dur="500"/>
                                        <p:tgtEl>
                                          <p:spTgt spid="267268"/>
                                        </p:tgtEl>
                                        <p:attrNameLst>
                                          <p:attrName>ppt_w</p:attrName>
                                        </p:attrNameLst>
                                      </p:cBhvr>
                                      <p:tavLst>
                                        <p:tav tm="0">
                                          <p:val>
                                            <p:strVal val="ppt_w"/>
                                          </p:val>
                                        </p:tav>
                                        <p:tav tm="100000">
                                          <p:val>
                                            <p:fltVal val="0"/>
                                          </p:val>
                                        </p:tav>
                                      </p:tavLst>
                                    </p:anim>
                                    <p:anim calcmode="lin" valueType="num">
                                      <p:cBhvr>
                                        <p:cTn id="14" dur="500"/>
                                        <p:tgtEl>
                                          <p:spTgt spid="267268"/>
                                        </p:tgtEl>
                                        <p:attrNameLst>
                                          <p:attrName>ppt_h</p:attrName>
                                        </p:attrNameLst>
                                      </p:cBhvr>
                                      <p:tavLst>
                                        <p:tav tm="0">
                                          <p:val>
                                            <p:strVal val="ppt_h"/>
                                          </p:val>
                                        </p:tav>
                                        <p:tav tm="100000">
                                          <p:val>
                                            <p:fltVal val="0"/>
                                          </p:val>
                                        </p:tav>
                                      </p:tavLst>
                                    </p:anim>
                                    <p:animEffect transition="out" filter="fade">
                                      <p:cBhvr>
                                        <p:cTn id="15" dur="500"/>
                                        <p:tgtEl>
                                          <p:spTgt spid="267268"/>
                                        </p:tgtEl>
                                      </p:cBhvr>
                                    </p:animEffect>
                                    <p:set>
                                      <p:cBhvr>
                                        <p:cTn id="16" dur="1" fill="hold">
                                          <p:stCondLst>
                                            <p:cond delay="499"/>
                                          </p:stCondLst>
                                        </p:cTn>
                                        <p:tgtEl>
                                          <p:spTgt spid="267268"/>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16" fill="hold"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500" fill="hold"/>
                                        <p:tgtEl>
                                          <p:spTgt spid="3"/>
                                        </p:tgtEl>
                                        <p:attrNameLst>
                                          <p:attrName>ppt_w</p:attrName>
                                        </p:attrNameLst>
                                      </p:cBhvr>
                                      <p:tavLst>
                                        <p:tav tm="0">
                                          <p:val>
                                            <p:fltVal val="0"/>
                                          </p:val>
                                        </p:tav>
                                        <p:tav tm="100000">
                                          <p:val>
                                            <p:strVal val="#ppt_w"/>
                                          </p:val>
                                        </p:tav>
                                      </p:tavLst>
                                    </p:anim>
                                    <p:anim calcmode="lin" valueType="num">
                                      <p:cBhvr>
                                        <p:cTn id="22" dur="500" fill="hold"/>
                                        <p:tgtEl>
                                          <p:spTgt spid="3"/>
                                        </p:tgtEl>
                                        <p:attrNameLst>
                                          <p:attrName>ppt_h</p:attrName>
                                        </p:attrNameLst>
                                      </p:cBhvr>
                                      <p:tavLst>
                                        <p:tav tm="0">
                                          <p:val>
                                            <p:fltVal val="0"/>
                                          </p:val>
                                        </p:tav>
                                        <p:tav tm="100000">
                                          <p:val>
                                            <p:strVal val="#ppt_h"/>
                                          </p:val>
                                        </p:tav>
                                      </p:tavLst>
                                    </p:anim>
                                    <p:animEffect transition="in" filter="fade">
                                      <p:cBhvr>
                                        <p:cTn id="23" dur="500"/>
                                        <p:tgtEl>
                                          <p:spTgt spid="3"/>
                                        </p:tgtEl>
                                      </p:cBhvr>
                                    </p:animEffect>
                                  </p:childTnLst>
                                </p:cTn>
                              </p:par>
                              <p:par>
                                <p:cTn id="24" presetID="53" presetClass="entr" presetSubtype="16"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p:cTn id="26" dur="500" fill="hold"/>
                                        <p:tgtEl>
                                          <p:spTgt spid="10"/>
                                        </p:tgtEl>
                                        <p:attrNameLst>
                                          <p:attrName>ppt_w</p:attrName>
                                        </p:attrNameLst>
                                      </p:cBhvr>
                                      <p:tavLst>
                                        <p:tav tm="0">
                                          <p:val>
                                            <p:fltVal val="0"/>
                                          </p:val>
                                        </p:tav>
                                        <p:tav tm="100000">
                                          <p:val>
                                            <p:strVal val="#ppt_w"/>
                                          </p:val>
                                        </p:tav>
                                      </p:tavLst>
                                    </p:anim>
                                    <p:anim calcmode="lin" valueType="num">
                                      <p:cBhvr>
                                        <p:cTn id="27" dur="500" fill="hold"/>
                                        <p:tgtEl>
                                          <p:spTgt spid="10"/>
                                        </p:tgtEl>
                                        <p:attrNameLst>
                                          <p:attrName>ppt_h</p:attrName>
                                        </p:attrNameLst>
                                      </p:cBhvr>
                                      <p:tavLst>
                                        <p:tav tm="0">
                                          <p:val>
                                            <p:fltVal val="0"/>
                                          </p:val>
                                        </p:tav>
                                        <p:tav tm="100000">
                                          <p:val>
                                            <p:strVal val="#ppt_h"/>
                                          </p:val>
                                        </p:tav>
                                      </p:tavLst>
                                    </p:anim>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0" fill="hold" grpId="0" nodeType="clickEffect">
                                  <p:stCondLst>
                                    <p:cond delay="0"/>
                                  </p:stCondLst>
                                  <p:childTnLst>
                                    <p:set>
                                      <p:cBhvr>
                                        <p:cTn id="32" dur="1" fill="hold">
                                          <p:stCondLst>
                                            <p:cond delay="0"/>
                                          </p:stCondLst>
                                        </p:cTn>
                                        <p:tgtEl>
                                          <p:spTgt spid="267269"/>
                                        </p:tgtEl>
                                        <p:attrNameLst>
                                          <p:attrName>style.visibility</p:attrName>
                                        </p:attrNameLst>
                                      </p:cBhvr>
                                      <p:to>
                                        <p:strVal val="visible"/>
                                      </p:to>
                                    </p:set>
                                    <p:anim calcmode="lin" valueType="num">
                                      <p:cBhvr>
                                        <p:cTn id="33" dur="500" fill="hold"/>
                                        <p:tgtEl>
                                          <p:spTgt spid="267269"/>
                                        </p:tgtEl>
                                        <p:attrNameLst>
                                          <p:attrName>ppt_w</p:attrName>
                                        </p:attrNameLst>
                                      </p:cBhvr>
                                      <p:tavLst>
                                        <p:tav tm="0">
                                          <p:val>
                                            <p:fltVal val="0"/>
                                          </p:val>
                                        </p:tav>
                                        <p:tav tm="100000">
                                          <p:val>
                                            <p:strVal val="#ppt_w"/>
                                          </p:val>
                                        </p:tav>
                                      </p:tavLst>
                                    </p:anim>
                                    <p:anim calcmode="lin" valueType="num">
                                      <p:cBhvr>
                                        <p:cTn id="34" dur="500" fill="hold"/>
                                        <p:tgtEl>
                                          <p:spTgt spid="267269"/>
                                        </p:tgtEl>
                                        <p:attrNameLst>
                                          <p:attrName>ppt_h</p:attrName>
                                        </p:attrNameLst>
                                      </p:cBhvr>
                                      <p:tavLst>
                                        <p:tav tm="0">
                                          <p:val>
                                            <p:fltVal val="0"/>
                                          </p:val>
                                        </p:tav>
                                        <p:tav tm="100000">
                                          <p:val>
                                            <p:strVal val="#ppt_h"/>
                                          </p:val>
                                        </p:tav>
                                      </p:tavLst>
                                    </p:anim>
                                    <p:animEffect transition="in" filter="fade">
                                      <p:cBhvr>
                                        <p:cTn id="35" dur="500"/>
                                        <p:tgtEl>
                                          <p:spTgt spid="267269"/>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3" presetClass="exit" presetSubtype="32" fill="hold" grpId="1" nodeType="clickEffect">
                                  <p:stCondLst>
                                    <p:cond delay="0"/>
                                  </p:stCondLst>
                                  <p:childTnLst>
                                    <p:anim calcmode="lin" valueType="num">
                                      <p:cBhvr>
                                        <p:cTn id="39" dur="500"/>
                                        <p:tgtEl>
                                          <p:spTgt spid="267269"/>
                                        </p:tgtEl>
                                        <p:attrNameLst>
                                          <p:attrName>ppt_w</p:attrName>
                                        </p:attrNameLst>
                                      </p:cBhvr>
                                      <p:tavLst>
                                        <p:tav tm="0">
                                          <p:val>
                                            <p:strVal val="ppt_w"/>
                                          </p:val>
                                        </p:tav>
                                        <p:tav tm="100000">
                                          <p:val>
                                            <p:fltVal val="0"/>
                                          </p:val>
                                        </p:tav>
                                      </p:tavLst>
                                    </p:anim>
                                    <p:anim calcmode="lin" valueType="num">
                                      <p:cBhvr>
                                        <p:cTn id="40" dur="500"/>
                                        <p:tgtEl>
                                          <p:spTgt spid="267269"/>
                                        </p:tgtEl>
                                        <p:attrNameLst>
                                          <p:attrName>ppt_h</p:attrName>
                                        </p:attrNameLst>
                                      </p:cBhvr>
                                      <p:tavLst>
                                        <p:tav tm="0">
                                          <p:val>
                                            <p:strVal val="ppt_h"/>
                                          </p:val>
                                        </p:tav>
                                        <p:tav tm="100000">
                                          <p:val>
                                            <p:fltVal val="0"/>
                                          </p:val>
                                        </p:tav>
                                      </p:tavLst>
                                    </p:anim>
                                    <p:animEffect transition="out" filter="fade">
                                      <p:cBhvr>
                                        <p:cTn id="41" dur="500"/>
                                        <p:tgtEl>
                                          <p:spTgt spid="267269"/>
                                        </p:tgtEl>
                                      </p:cBhvr>
                                    </p:animEffect>
                                    <p:set>
                                      <p:cBhvr>
                                        <p:cTn id="42" dur="1" fill="hold">
                                          <p:stCondLst>
                                            <p:cond delay="499"/>
                                          </p:stCondLst>
                                        </p:cTn>
                                        <p:tgtEl>
                                          <p:spTgt spid="267269"/>
                                        </p:tgtEl>
                                        <p:attrNameLst>
                                          <p:attrName>style.visibility</p:attrName>
                                        </p:attrNameLst>
                                      </p:cBhvr>
                                      <p:to>
                                        <p:strVal val="hidden"/>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p:cTn id="47" dur="500" fill="hold"/>
                                        <p:tgtEl>
                                          <p:spTgt spid="12"/>
                                        </p:tgtEl>
                                        <p:attrNameLst>
                                          <p:attrName>ppt_w</p:attrName>
                                        </p:attrNameLst>
                                      </p:cBhvr>
                                      <p:tavLst>
                                        <p:tav tm="0">
                                          <p:val>
                                            <p:fltVal val="0"/>
                                          </p:val>
                                        </p:tav>
                                        <p:tav tm="100000">
                                          <p:val>
                                            <p:strVal val="#ppt_w"/>
                                          </p:val>
                                        </p:tav>
                                      </p:tavLst>
                                    </p:anim>
                                    <p:anim calcmode="lin" valueType="num">
                                      <p:cBhvr>
                                        <p:cTn id="48" dur="500" fill="hold"/>
                                        <p:tgtEl>
                                          <p:spTgt spid="12"/>
                                        </p:tgtEl>
                                        <p:attrNameLst>
                                          <p:attrName>ppt_h</p:attrName>
                                        </p:attrNameLst>
                                      </p:cBhvr>
                                      <p:tavLst>
                                        <p:tav tm="0">
                                          <p:val>
                                            <p:fltVal val="0"/>
                                          </p:val>
                                        </p:tav>
                                        <p:tav tm="100000">
                                          <p:val>
                                            <p:strVal val="#ppt_h"/>
                                          </p:val>
                                        </p:tav>
                                      </p:tavLst>
                                    </p:anim>
                                    <p:animEffect transition="in" filter="fade">
                                      <p:cBhvr>
                                        <p:cTn id="49" dur="500"/>
                                        <p:tgtEl>
                                          <p:spTgt spid="1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3" presetClass="exit" presetSubtype="32" fill="hold" grpId="1" nodeType="clickEffect">
                                  <p:stCondLst>
                                    <p:cond delay="0"/>
                                  </p:stCondLst>
                                  <p:childTnLst>
                                    <p:anim calcmode="lin" valueType="num">
                                      <p:cBhvr>
                                        <p:cTn id="53" dur="500"/>
                                        <p:tgtEl>
                                          <p:spTgt spid="12"/>
                                        </p:tgtEl>
                                        <p:attrNameLst>
                                          <p:attrName>ppt_w</p:attrName>
                                        </p:attrNameLst>
                                      </p:cBhvr>
                                      <p:tavLst>
                                        <p:tav tm="0">
                                          <p:val>
                                            <p:strVal val="ppt_w"/>
                                          </p:val>
                                        </p:tav>
                                        <p:tav tm="100000">
                                          <p:val>
                                            <p:fltVal val="0"/>
                                          </p:val>
                                        </p:tav>
                                      </p:tavLst>
                                    </p:anim>
                                    <p:anim calcmode="lin" valueType="num">
                                      <p:cBhvr>
                                        <p:cTn id="54" dur="500"/>
                                        <p:tgtEl>
                                          <p:spTgt spid="12"/>
                                        </p:tgtEl>
                                        <p:attrNameLst>
                                          <p:attrName>ppt_h</p:attrName>
                                        </p:attrNameLst>
                                      </p:cBhvr>
                                      <p:tavLst>
                                        <p:tav tm="0">
                                          <p:val>
                                            <p:strVal val="ppt_h"/>
                                          </p:val>
                                        </p:tav>
                                        <p:tav tm="100000">
                                          <p:val>
                                            <p:fltVal val="0"/>
                                          </p:val>
                                        </p:tav>
                                      </p:tavLst>
                                    </p:anim>
                                    <p:animEffect transition="out" filter="fade">
                                      <p:cBhvr>
                                        <p:cTn id="55" dur="500"/>
                                        <p:tgtEl>
                                          <p:spTgt spid="12"/>
                                        </p:tgtEl>
                                      </p:cBhvr>
                                    </p:animEffect>
                                    <p:set>
                                      <p:cBhvr>
                                        <p:cTn id="56" dur="1" fill="hold">
                                          <p:stCondLst>
                                            <p:cond delay="499"/>
                                          </p:stCondLst>
                                        </p:cTn>
                                        <p:tgtEl>
                                          <p:spTgt spid="12"/>
                                        </p:tgtEl>
                                        <p:attrNameLst>
                                          <p:attrName>style.visibility</p:attrName>
                                        </p:attrNameLst>
                                      </p:cBhvr>
                                      <p:to>
                                        <p:strVal val="hidden"/>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53" presetClass="entr" presetSubtype="0" fill="hold" grpId="0" nodeType="click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p:cTn id="61" dur="500" fill="hold"/>
                                        <p:tgtEl>
                                          <p:spTgt spid="13"/>
                                        </p:tgtEl>
                                        <p:attrNameLst>
                                          <p:attrName>ppt_w</p:attrName>
                                        </p:attrNameLst>
                                      </p:cBhvr>
                                      <p:tavLst>
                                        <p:tav tm="0">
                                          <p:val>
                                            <p:fltVal val="0"/>
                                          </p:val>
                                        </p:tav>
                                        <p:tav tm="100000">
                                          <p:val>
                                            <p:strVal val="#ppt_w"/>
                                          </p:val>
                                        </p:tav>
                                      </p:tavLst>
                                    </p:anim>
                                    <p:anim calcmode="lin" valueType="num">
                                      <p:cBhvr>
                                        <p:cTn id="62" dur="500" fill="hold"/>
                                        <p:tgtEl>
                                          <p:spTgt spid="13"/>
                                        </p:tgtEl>
                                        <p:attrNameLst>
                                          <p:attrName>ppt_h</p:attrName>
                                        </p:attrNameLst>
                                      </p:cBhvr>
                                      <p:tavLst>
                                        <p:tav tm="0">
                                          <p:val>
                                            <p:fltVal val="0"/>
                                          </p:val>
                                        </p:tav>
                                        <p:tav tm="100000">
                                          <p:val>
                                            <p:strVal val="#ppt_h"/>
                                          </p:val>
                                        </p:tav>
                                      </p:tavLst>
                                    </p:anim>
                                    <p:animEffect transition="in" filter="fade">
                                      <p:cBhvr>
                                        <p:cTn id="63" dur="500"/>
                                        <p:tgtEl>
                                          <p:spTgt spid="13"/>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53" presetClass="exit" presetSubtype="32" fill="hold" grpId="1" nodeType="clickEffect">
                                  <p:stCondLst>
                                    <p:cond delay="0"/>
                                  </p:stCondLst>
                                  <p:childTnLst>
                                    <p:anim calcmode="lin" valueType="num">
                                      <p:cBhvr>
                                        <p:cTn id="67" dur="500"/>
                                        <p:tgtEl>
                                          <p:spTgt spid="13"/>
                                        </p:tgtEl>
                                        <p:attrNameLst>
                                          <p:attrName>ppt_w</p:attrName>
                                        </p:attrNameLst>
                                      </p:cBhvr>
                                      <p:tavLst>
                                        <p:tav tm="0">
                                          <p:val>
                                            <p:strVal val="ppt_w"/>
                                          </p:val>
                                        </p:tav>
                                        <p:tav tm="100000">
                                          <p:val>
                                            <p:fltVal val="0"/>
                                          </p:val>
                                        </p:tav>
                                      </p:tavLst>
                                    </p:anim>
                                    <p:anim calcmode="lin" valueType="num">
                                      <p:cBhvr>
                                        <p:cTn id="68" dur="500"/>
                                        <p:tgtEl>
                                          <p:spTgt spid="13"/>
                                        </p:tgtEl>
                                        <p:attrNameLst>
                                          <p:attrName>ppt_h</p:attrName>
                                        </p:attrNameLst>
                                      </p:cBhvr>
                                      <p:tavLst>
                                        <p:tav tm="0">
                                          <p:val>
                                            <p:strVal val="ppt_h"/>
                                          </p:val>
                                        </p:tav>
                                        <p:tav tm="100000">
                                          <p:val>
                                            <p:fltVal val="0"/>
                                          </p:val>
                                        </p:tav>
                                      </p:tavLst>
                                    </p:anim>
                                    <p:animEffect transition="out" filter="fade">
                                      <p:cBhvr>
                                        <p:cTn id="69" dur="500"/>
                                        <p:tgtEl>
                                          <p:spTgt spid="13"/>
                                        </p:tgtEl>
                                      </p:cBhvr>
                                    </p:animEffect>
                                    <p:set>
                                      <p:cBhvr>
                                        <p:cTn id="70" dur="1" fill="hold">
                                          <p:stCondLst>
                                            <p:cond delay="49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268" grpId="0" animBg="1"/>
      <p:bldP spid="267268" grpId="1" animBg="1"/>
      <p:bldP spid="267269" grpId="0" animBg="1"/>
      <p:bldP spid="267269" grpId="1" animBg="1"/>
      <p:bldP spid="12" grpId="0" animBg="1"/>
      <p:bldP spid="12" grpId="1" animBg="1"/>
      <p:bldP spid="13" grpId="0" animBg="1"/>
      <p:bldP spid="13" grpId="1"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4" name="Rectangle 3"/>
          <p:cNvSpPr txBox="1">
            <a:spLocks noChangeArrowheads="1"/>
          </p:cNvSpPr>
          <p:nvPr/>
        </p:nvSpPr>
        <p:spPr bwMode="auto">
          <a:xfrm>
            <a:off x="7048500" y="381001"/>
            <a:ext cx="331046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indent="-361942" algn="just" defTabSz="1219170" fontAlgn="base">
              <a:lnSpc>
                <a:spcPts val="1867"/>
              </a:lnSpc>
              <a:spcBef>
                <a:spcPct val="12000"/>
              </a:spcBef>
              <a:spcAft>
                <a:spcPct val="0"/>
              </a:spcAft>
              <a:buClr>
                <a:srgbClr val="3333CC"/>
              </a:buClr>
              <a:buNone/>
              <a:defRPr/>
            </a:pPr>
            <a:r>
              <a:rPr lang="en-US" altLang="zh-CN" b="1" i="1" dirty="0">
                <a:solidFill>
                  <a:srgbClr val="0000FF"/>
                </a:solidFill>
                <a:latin typeface="Times New Roman" panose="02020603050405020304" pitchFamily="18" charset="0"/>
                <a:ea typeface="楷体_GB2312" pitchFamily="49" charset="-122"/>
              </a:rPr>
              <a:t>program</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i="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[11]; </a:t>
            </a:r>
            <a:r>
              <a:rPr lang="en-US" altLang="zh-CN" b="1" i="1" dirty="0">
                <a:solidFill>
                  <a:prstClr val="black"/>
                </a:solidFill>
                <a:latin typeface="Times New Roman" panose="02020603050405020304" pitchFamily="18" charset="0"/>
                <a:ea typeface="楷体_GB2312" pitchFamily="49" charset="-122"/>
              </a:rPr>
              <a:t>x</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exchange</a:t>
            </a:r>
            <a:r>
              <a:rPr lang="en-US" altLang="zh-CN" b="1" dirty="0">
                <a:solidFill>
                  <a:prstClr val="black"/>
                </a:solidFill>
                <a:latin typeface="Times New Roman" panose="02020603050405020304" pitchFamily="18" charset="0"/>
                <a:ea typeface="楷体_GB2312" pitchFamily="49" charset="-122"/>
              </a:rPr>
              <a:t>; {…}</a:t>
            </a:r>
            <a:endParaRPr lang="zh-CN" altLang="en-US" b="1" dirty="0">
              <a:solidFill>
                <a:srgbClr val="073E87"/>
              </a:solidFill>
              <a:latin typeface="Times New Roman" panose="02020603050405020304" pitchFamily="18" charset="0"/>
              <a:ea typeface="楷体_GB2312" pitchFamily="49" charset="-122"/>
            </a:endParaRP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k</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func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j</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p:txBody>
      </p:sp>
      <p:sp>
        <p:nvSpPr>
          <p:cNvPr id="6" name="矩形 5">
            <a:extLst>
              <a:ext uri="{FF2B5EF4-FFF2-40B4-BE49-F238E27FC236}">
                <a16:creationId xmlns:a16="http://schemas.microsoft.com/office/drawing/2014/main" id="{5228D669-AC86-41A3-B647-84E920995F3F}"/>
              </a:ext>
            </a:extLst>
          </p:cNvPr>
          <p:cNvSpPr/>
          <p:nvPr/>
        </p:nvSpPr>
        <p:spPr>
          <a:xfrm>
            <a:off x="207434" y="1104901"/>
            <a:ext cx="10902951" cy="5707140"/>
          </a:xfrm>
          <a:prstGeom prst="rect">
            <a:avLst/>
          </a:prstGeom>
          <a:noFill/>
          <a:ln>
            <a:noFill/>
          </a:ln>
        </p:spPr>
        <p:txBody>
          <a:bodyPr lIns="91440" tIns="45720" rIns="91440" bIns="45720">
            <a:spAutoFit/>
          </a:bodyPr>
          <a:lstStyle/>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program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sort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input</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output</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array</a:t>
            </a:r>
            <a:r>
              <a:rPr lang="en-US" altLang="zh-CN" sz="2667" b="1" kern="0" dirty="0">
                <a:solidFill>
                  <a:srgbClr val="000000"/>
                </a:solidFill>
                <a:latin typeface="Times New Roman" panose="02020603050405020304" pitchFamily="18" charset="0"/>
                <a:ea typeface="楷体_GB2312" pitchFamily="49" charset="-122"/>
              </a:rPr>
              <a:t>[0..10] </a:t>
            </a:r>
            <a:r>
              <a:rPr lang="en-US" altLang="zh-CN" sz="2667" b="1" i="1" kern="0" dirty="0">
                <a:solidFill>
                  <a:srgbClr val="000000"/>
                </a:solidFill>
                <a:latin typeface="Times New Roman" panose="02020603050405020304" pitchFamily="18" charset="0"/>
                <a:ea typeface="楷体_GB2312" pitchFamily="49" charset="-122"/>
              </a:rPr>
              <a:t>of 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           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FF0000"/>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exchang</a:t>
            </a:r>
            <a:r>
              <a:rPr lang="en-US" altLang="zh-CN" sz="2667" b="1" kern="0" dirty="0">
                <a:solidFill>
                  <a:srgbClr val="FF0000"/>
                </a:solidFill>
                <a:latin typeface="Times New Roman" panose="02020603050405020304" pitchFamily="18" charset="0"/>
                <a:ea typeface="楷体_GB2312" pitchFamily="49" charset="-122"/>
              </a:rPr>
              <a:t>e</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err="1">
                <a:solidFill>
                  <a:prstClr val="black"/>
                </a:solidFill>
                <a:latin typeface="Times New Roman" panose="02020603050405020304" pitchFamily="18" charset="0"/>
                <a:ea typeface="楷体_GB2312" pitchFamily="49" charset="-122"/>
              </a:rPr>
              <a:t>i</a:t>
            </a:r>
            <a:r>
              <a:rPr lang="en-US" altLang="zh-CN" sz="2667" b="1" kern="0" dirty="0">
                <a:solidFill>
                  <a:prstClr val="black"/>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a:t>
            </a:r>
            <a:r>
              <a:rPr lang="en-US" altLang="zh-CN" sz="2667" b="1" kern="0" dirty="0">
                <a:solidFill>
                  <a:srgbClr val="0000FF"/>
                </a:solidFill>
                <a:latin typeface="Times New Roman" panose="02020603050405020304" pitchFamily="18" charset="0"/>
                <a:ea typeface="楷体_GB2312" pitchFamily="49" charset="-122"/>
              </a:rPr>
              <a:t>e</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quicksort</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n</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k</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v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function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partition</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y</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z</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a:t>
            </a:r>
            <a:r>
              <a:rPr lang="en-US" altLang="zh-CN" sz="2667" b="1" kern="0" dirty="0">
                <a:solidFill>
                  <a:srgbClr val="000000"/>
                </a:solidFill>
                <a:latin typeface="Times New Roman" panose="02020603050405020304" pitchFamily="18" charset="0"/>
                <a:ea typeface="楷体_GB2312" pitchFamily="49" charset="-122"/>
              </a:rPr>
              <a:t>r;</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exchange</a:t>
            </a:r>
            <a:r>
              <a:rPr lang="en-US" altLang="zh-CN" sz="2667" b="1" kern="0" dirty="0">
                <a:solidFill>
                  <a:srgbClr val="0000FF"/>
                </a:solidFill>
                <a:latin typeface="Times New Roman" panose="02020603050405020304" pitchFamily="18" charset="0"/>
                <a:ea typeface="楷体_GB2312" pitchFamily="49" charset="-122"/>
              </a:rPr>
              <a:t>(</a:t>
            </a:r>
            <a:r>
              <a:rPr lang="en-US" altLang="zh-CN" sz="2667" b="1" i="1" kern="0" dirty="0" err="1">
                <a:solidFill>
                  <a:srgbClr val="0000FF"/>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 </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sort</a:t>
            </a:r>
            <a:r>
              <a:rPr lang="en-US" altLang="zh-CN" sz="2667" b="1" kern="0" dirty="0">
                <a:solidFill>
                  <a:srgbClr val="000000"/>
                </a:solidFill>
                <a:latin typeface="Times New Roman" panose="02020603050405020304" pitchFamily="18" charset="0"/>
                <a:ea typeface="楷体_GB2312" pitchFamily="49" charset="-122"/>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80223"/>
          <p:cNvGrpSpPr>
            <a:grpSpLocks/>
          </p:cNvGrpSpPr>
          <p:nvPr/>
        </p:nvGrpSpPr>
        <p:grpSpPr bwMode="auto">
          <a:xfrm>
            <a:off x="6515100" y="1123952"/>
            <a:ext cx="3149600" cy="3103033"/>
            <a:chOff x="4885681" y="843558"/>
            <a:chExt cx="2362199" cy="2326457"/>
          </a:xfrm>
        </p:grpSpPr>
        <p:sp>
          <p:nvSpPr>
            <p:cNvPr id="136265" name="Line 2"/>
            <p:cNvSpPr>
              <a:spLocks noChangeShapeType="1"/>
            </p:cNvSpPr>
            <p:nvPr/>
          </p:nvSpPr>
          <p:spPr bwMode="auto">
            <a:xfrm>
              <a:off x="4885681" y="1384077"/>
              <a:ext cx="1587" cy="17859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66" name="Line 3"/>
            <p:cNvSpPr>
              <a:spLocks noChangeShapeType="1"/>
            </p:cNvSpPr>
            <p:nvPr/>
          </p:nvSpPr>
          <p:spPr bwMode="auto">
            <a:xfrm>
              <a:off x="6536482" y="1384077"/>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67" name="Line 9"/>
            <p:cNvSpPr>
              <a:spLocks noChangeShapeType="1"/>
            </p:cNvSpPr>
            <p:nvPr/>
          </p:nvSpPr>
          <p:spPr bwMode="auto">
            <a:xfrm flipV="1">
              <a:off x="4887268" y="1695227"/>
              <a:ext cx="200925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68" name="Rectangle 10"/>
            <p:cNvSpPr>
              <a:spLocks noChangeArrowheads="1"/>
            </p:cNvSpPr>
            <p:nvPr/>
          </p:nvSpPr>
          <p:spPr bwMode="auto">
            <a:xfrm>
              <a:off x="5312717" y="1333277"/>
              <a:ext cx="193516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400">
                <a:solidFill>
                  <a:srgbClr val="000000"/>
                </a:solidFill>
                <a:ea typeface="宋体" panose="02010600030101010101" pitchFamily="2" charset="-122"/>
                <a:cs typeface="Times New Roman" panose="02020603050405020304" pitchFamily="18" charset="0"/>
              </a:endParaRPr>
            </a:p>
          </p:txBody>
        </p:sp>
        <p:sp>
          <p:nvSpPr>
            <p:cNvPr id="136269" name="Rectangle 11"/>
            <p:cNvSpPr>
              <a:spLocks noChangeArrowheads="1"/>
            </p:cNvSpPr>
            <p:nvPr/>
          </p:nvSpPr>
          <p:spPr bwMode="auto">
            <a:xfrm>
              <a:off x="5220072" y="1060227"/>
              <a:ext cx="11684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sort</a:t>
              </a:r>
            </a:p>
          </p:txBody>
        </p:sp>
        <p:sp>
          <p:nvSpPr>
            <p:cNvPr id="136270" name="Line 12"/>
            <p:cNvSpPr>
              <a:spLocks noChangeShapeType="1"/>
            </p:cNvSpPr>
            <p:nvPr/>
          </p:nvSpPr>
          <p:spPr bwMode="auto">
            <a:xfrm flipV="1">
              <a:off x="4898380" y="1382490"/>
              <a:ext cx="2020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71" name="Line 13"/>
            <p:cNvSpPr>
              <a:spLocks noChangeShapeType="1"/>
            </p:cNvSpPr>
            <p:nvPr/>
          </p:nvSpPr>
          <p:spPr bwMode="auto">
            <a:xfrm>
              <a:off x="5263506" y="1398365"/>
              <a:ext cx="0" cy="2841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72" name="Line 14"/>
            <p:cNvSpPr>
              <a:spLocks noChangeShapeType="1"/>
            </p:cNvSpPr>
            <p:nvPr/>
          </p:nvSpPr>
          <p:spPr bwMode="auto">
            <a:xfrm>
              <a:off x="5960418" y="1671092"/>
              <a:ext cx="0" cy="14636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73" name="Line 3"/>
            <p:cNvSpPr>
              <a:spLocks noChangeShapeType="1"/>
            </p:cNvSpPr>
            <p:nvPr/>
          </p:nvSpPr>
          <p:spPr bwMode="auto">
            <a:xfrm>
              <a:off x="6878216" y="1406575"/>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74" name="Line 95"/>
            <p:cNvSpPr>
              <a:spLocks noChangeShapeType="1"/>
            </p:cNvSpPr>
            <p:nvPr/>
          </p:nvSpPr>
          <p:spPr bwMode="auto">
            <a:xfrm>
              <a:off x="4957428" y="847725"/>
              <a:ext cx="0" cy="66637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75" name="Line 43"/>
            <p:cNvSpPr>
              <a:spLocks noChangeShapeType="1"/>
            </p:cNvSpPr>
            <p:nvPr/>
          </p:nvSpPr>
          <p:spPr bwMode="auto">
            <a:xfrm>
              <a:off x="4966140" y="843558"/>
              <a:ext cx="181924"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80226" name="Rectangle 3"/>
          <p:cNvSpPr>
            <a:spLocks noGrp="1" noChangeArrowheads="1"/>
          </p:cNvSpPr>
          <p:nvPr>
            <p:ph idx="1"/>
          </p:nvPr>
        </p:nvSpPr>
        <p:spPr>
          <a:xfrm>
            <a:off x="143934" y="3255434"/>
            <a:ext cx="9450917" cy="3534833"/>
          </a:xfrm>
        </p:spPr>
        <p:txBody>
          <a:bodyPr/>
          <a:lstStyle/>
          <a:p>
            <a:pPr>
              <a:lnSpc>
                <a:spcPts val="2400"/>
              </a:lnSpc>
              <a:buNone/>
              <a:defRPr/>
            </a:pPr>
            <a:r>
              <a:rPr lang="en-US" altLang="zh-CN" sz="2400" b="1" i="1" dirty="0">
                <a:solidFill>
                  <a:schemeClr val="tx1"/>
                </a:solidFill>
                <a:ea typeface="楷体_GB2312" pitchFamily="49" charset="-122"/>
                <a:cs typeface="Times New Roman" panose="02020603050405020304" pitchFamily="18" charset="0"/>
              </a:rPr>
              <a:t>P</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rPr>
              <a:t>M</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a:t>
            </a:r>
            <a:r>
              <a:rPr lang="en-US" altLang="zh-CN" sz="2400" b="1" dirty="0" err="1">
                <a:solidFill>
                  <a:schemeClr val="tx2">
                    <a:lumMod val="60000"/>
                    <a:lumOff val="40000"/>
                  </a:schemeClr>
                </a:solidFill>
                <a:ea typeface="楷体_GB2312" pitchFamily="49" charset="-122"/>
                <a:cs typeface="Times New Roman" panose="02020603050405020304" pitchFamily="18" charset="0"/>
              </a:rPr>
              <a: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M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nil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 </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2</a:t>
            </a:r>
            <a:endParaRPr lang="en-US" altLang="zh-CN" sz="2400" b="1" i="1" dirty="0">
              <a:solidFill>
                <a:schemeClr val="tx1"/>
              </a:solidFill>
              <a:ea typeface="楷体_GB2312" pitchFamily="49" charset="-122"/>
              <a:cs typeface="Times New Roman" panose="02020603050405020304" pitchFamily="18" charset="0"/>
            </a:endParaRP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p</a:t>
            </a:r>
            <a:r>
              <a:rPr lang="en-US" altLang="zh-CN" sz="2400" b="1" i="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err="1">
                <a:solidFill>
                  <a:schemeClr val="tx1"/>
                </a:solidFill>
                <a:ea typeface="楷体_GB2312" pitchFamily="49" charset="-122"/>
                <a:cs typeface="Times New Roman" panose="02020603050405020304" pitchFamily="18" charset="0"/>
              </a:rPr>
              <a:t>proc</a:t>
            </a:r>
            <a:r>
              <a:rPr lang="en-US" altLang="zh-CN" sz="2400" b="1" dirty="0">
                <a:solidFill>
                  <a:schemeClr val="tx1"/>
                </a:solidFill>
                <a:ea typeface="楷体_GB2312" pitchFamily="49" charset="-122"/>
                <a:cs typeface="Times New Roman" panose="02020603050405020304" pitchFamily="18" charset="0"/>
              </a:rPr>
              <a:t> id ; </a:t>
            </a:r>
            <a:r>
              <a:rPr lang="en-US" altLang="zh-CN" sz="2400" b="1" i="1" dirty="0">
                <a:solidFill>
                  <a:srgbClr val="FF0000"/>
                </a:solidFill>
                <a:ea typeface="楷体_GB2312" pitchFamily="49" charset="-122"/>
                <a:cs typeface="Times New Roman" panose="02020603050405020304" pitchFamily="18" charset="0"/>
              </a:rPr>
              <a:t>N</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S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enterproc</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v</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1"/>
                </a:solidFill>
                <a:ea typeface="楷体_GB2312" pitchFamily="49" charset="-122"/>
                <a:cs typeface="Times New Roman" panose="02020603050405020304" pitchFamily="18" charset="0"/>
              </a:rPr>
              <a:t>id: </a:t>
            </a:r>
            <a:r>
              <a:rPr lang="en-US" altLang="zh-CN" sz="2400" b="1" i="1" dirty="0">
                <a:solidFill>
                  <a:schemeClr val="tx1"/>
                </a:solidFill>
                <a:ea typeface="楷体_GB2312" pitchFamily="49" charset="-122"/>
                <a:cs typeface="Times New Roman" panose="02020603050405020304" pitchFamily="18" charset="0"/>
              </a:rPr>
              <a:t>T</a:t>
            </a:r>
            <a:r>
              <a:rPr lang="en-US" altLang="zh-CN" sz="2400" b="1" dirty="0">
                <a:solidFill>
                  <a:schemeClr val="tx1"/>
                </a:solidFill>
                <a:ea typeface="楷体_GB2312" pitchFamily="49" charset="-122"/>
                <a:cs typeface="Times New Roman" panose="02020603050405020304" pitchFamily="18" charset="0"/>
              </a:rPr>
              <a:t> ;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enter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T.type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zh-CN" altLang="en-US"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N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 </a:t>
            </a:r>
            <a:endParaRPr lang="zh-CN" altLang="en-US" sz="2400" b="1" dirty="0">
              <a:solidFill>
                <a:schemeClr val="tx2">
                  <a:lumMod val="60000"/>
                  <a:lumOff val="40000"/>
                </a:schemeClr>
              </a:solidFill>
              <a:ea typeface="楷体_GB2312" pitchFamily="49" charset="-122"/>
              <a:cs typeface="Times New Roman" panose="02020603050405020304" pitchFamily="18" charset="0"/>
            </a:endParaRPr>
          </a:p>
        </p:txBody>
      </p:sp>
      <p:sp>
        <p:nvSpPr>
          <p:cNvPr id="136196" name="Rectangle 2"/>
          <p:cNvSpPr>
            <a:spLocks noGrp="1" noChangeArrowheads="1"/>
          </p:cNvSpPr>
          <p:nvPr>
            <p:ph type="title"/>
          </p:nvPr>
        </p:nvSpPr>
        <p:spPr>
          <a:xfrm>
            <a:off x="1007533" y="357718"/>
            <a:ext cx="10574867" cy="478367"/>
          </a:xfrm>
        </p:spPr>
        <p:txBody>
          <a:bodyPr/>
          <a:lstStyle/>
          <a:p>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zh-CN" altLang="en-US" sz="4000" i="1">
              <a:solidFill>
                <a:schemeClr val="tx1"/>
              </a:solidFill>
              <a:ea typeface="楷体_GB2312" pitchFamily="49" charset="-122"/>
              <a:cs typeface="Times New Roman" panose="02020603050405020304" pitchFamily="18" charset="0"/>
            </a:endParaRPr>
          </a:p>
        </p:txBody>
      </p:sp>
      <p:sp>
        <p:nvSpPr>
          <p:cNvPr id="63" name="Line 103"/>
          <p:cNvSpPr>
            <a:spLocks noChangeShapeType="1"/>
          </p:cNvSpPr>
          <p:nvPr/>
        </p:nvSpPr>
        <p:spPr bwMode="auto">
          <a:xfrm flipH="1" flipV="1">
            <a:off x="9014885" y="3266017"/>
            <a:ext cx="359833"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nvGrpSpPr>
          <p:cNvPr id="3" name="组合 180241"/>
          <p:cNvGrpSpPr>
            <a:grpSpLocks/>
          </p:cNvGrpSpPr>
          <p:nvPr/>
        </p:nvGrpSpPr>
        <p:grpSpPr bwMode="auto">
          <a:xfrm>
            <a:off x="8904818" y="-122767"/>
            <a:ext cx="2984500" cy="1932517"/>
            <a:chOff x="6678686" y="-92546"/>
            <a:chExt cx="2238896" cy="1449933"/>
          </a:xfrm>
        </p:grpSpPr>
        <p:sp>
          <p:nvSpPr>
            <p:cNvPr id="136255" name="Rectangle 15"/>
            <p:cNvSpPr>
              <a:spLocks noChangeArrowheads="1"/>
            </p:cNvSpPr>
            <p:nvPr/>
          </p:nvSpPr>
          <p:spPr bwMode="auto">
            <a:xfrm>
              <a:off x="7488832" y="-92546"/>
              <a:ext cx="1428750"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readarrary</a:t>
              </a:r>
            </a:p>
          </p:txBody>
        </p:sp>
        <p:sp>
          <p:nvSpPr>
            <p:cNvPr id="136256" name="Line 17"/>
            <p:cNvSpPr>
              <a:spLocks noChangeShapeType="1"/>
            </p:cNvSpPr>
            <p:nvPr/>
          </p:nvSpPr>
          <p:spPr bwMode="auto">
            <a:xfrm>
              <a:off x="7491461" y="283691"/>
              <a:ext cx="0" cy="5921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57" name="Line 18"/>
            <p:cNvSpPr>
              <a:spLocks noChangeShapeType="1"/>
            </p:cNvSpPr>
            <p:nvPr/>
          </p:nvSpPr>
          <p:spPr bwMode="auto">
            <a:xfrm>
              <a:off x="8783140" y="283691"/>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58" name="Line 20"/>
            <p:cNvSpPr>
              <a:spLocks noChangeShapeType="1"/>
            </p:cNvSpPr>
            <p:nvPr/>
          </p:nvSpPr>
          <p:spPr bwMode="auto">
            <a:xfrm flipV="1">
              <a:off x="7493048" y="577380"/>
              <a:ext cx="128587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59" name="Rectangle 21"/>
            <p:cNvSpPr>
              <a:spLocks noChangeArrowheads="1"/>
            </p:cNvSpPr>
            <p:nvPr/>
          </p:nvSpPr>
          <p:spPr bwMode="auto">
            <a:xfrm>
              <a:off x="7735936" y="210840"/>
              <a:ext cx="111921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i="1">
                <a:solidFill>
                  <a:srgbClr val="000000"/>
                </a:solidFill>
                <a:ea typeface="宋体" panose="02010600030101010101" pitchFamily="2" charset="-122"/>
                <a:cs typeface="Times New Roman" panose="02020603050405020304" pitchFamily="18" charset="0"/>
              </a:endParaRPr>
            </a:p>
          </p:txBody>
        </p:sp>
        <p:sp>
          <p:nvSpPr>
            <p:cNvPr id="136260" name="Line 22"/>
            <p:cNvSpPr>
              <a:spLocks noChangeShapeType="1"/>
            </p:cNvSpPr>
            <p:nvPr/>
          </p:nvSpPr>
          <p:spPr bwMode="auto">
            <a:xfrm>
              <a:off x="7504162" y="283691"/>
              <a:ext cx="12541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61" name="Line 24"/>
            <p:cNvSpPr>
              <a:spLocks noChangeShapeType="1"/>
            </p:cNvSpPr>
            <p:nvPr/>
          </p:nvSpPr>
          <p:spPr bwMode="auto">
            <a:xfrm flipH="1">
              <a:off x="7775028" y="286867"/>
              <a:ext cx="0" cy="6032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62" name="Line 18"/>
            <p:cNvSpPr>
              <a:spLocks noChangeShapeType="1"/>
            </p:cNvSpPr>
            <p:nvPr/>
          </p:nvSpPr>
          <p:spPr bwMode="auto">
            <a:xfrm>
              <a:off x="8495108" y="286345"/>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63" name="Line 103"/>
            <p:cNvSpPr>
              <a:spLocks noChangeShapeType="1"/>
            </p:cNvSpPr>
            <p:nvPr/>
          </p:nvSpPr>
          <p:spPr bwMode="auto">
            <a:xfrm flipH="1" flipV="1">
              <a:off x="6678686" y="480117"/>
              <a:ext cx="968525" cy="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64" name="Line 51"/>
            <p:cNvSpPr>
              <a:spLocks noChangeShapeType="1"/>
            </p:cNvSpPr>
            <p:nvPr/>
          </p:nvSpPr>
          <p:spPr bwMode="auto">
            <a:xfrm>
              <a:off x="6684144" y="480116"/>
              <a:ext cx="12946" cy="877271"/>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94" name="Rectangle 3"/>
          <p:cNvSpPr txBox="1">
            <a:spLocks noChangeArrowheads="1"/>
          </p:cNvSpPr>
          <p:nvPr/>
        </p:nvSpPr>
        <p:spPr bwMode="auto">
          <a:xfrm>
            <a:off x="1729317" y="95251"/>
            <a:ext cx="331046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indent="-361942" algn="just" defTabSz="1219170" fontAlgn="base">
              <a:lnSpc>
                <a:spcPts val="1867"/>
              </a:lnSpc>
              <a:spcBef>
                <a:spcPct val="12000"/>
              </a:spcBef>
              <a:spcAft>
                <a:spcPct val="0"/>
              </a:spcAft>
              <a:buClr>
                <a:srgbClr val="3333CC"/>
              </a:buClr>
              <a:buNone/>
              <a:defRPr/>
            </a:pPr>
            <a:r>
              <a:rPr lang="en-US" altLang="zh-CN" b="1" i="1" dirty="0">
                <a:solidFill>
                  <a:srgbClr val="0000FF"/>
                </a:solidFill>
                <a:latin typeface="Times New Roman" panose="02020603050405020304" pitchFamily="18" charset="0"/>
                <a:ea typeface="楷体_GB2312" pitchFamily="49" charset="-122"/>
              </a:rPr>
              <a:t>program</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i="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[11]; </a:t>
            </a:r>
            <a:r>
              <a:rPr lang="en-US" altLang="zh-CN" b="1" i="1" dirty="0">
                <a:solidFill>
                  <a:prstClr val="black"/>
                </a:solidFill>
                <a:latin typeface="Times New Roman" panose="02020603050405020304" pitchFamily="18" charset="0"/>
                <a:ea typeface="楷体_GB2312" pitchFamily="49" charset="-122"/>
              </a:rPr>
              <a:t>x</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exchange</a:t>
            </a:r>
            <a:r>
              <a:rPr lang="en-US" altLang="zh-CN" b="1" dirty="0">
                <a:solidFill>
                  <a:prstClr val="black"/>
                </a:solidFill>
                <a:latin typeface="Times New Roman" panose="02020603050405020304" pitchFamily="18" charset="0"/>
                <a:ea typeface="楷体_GB2312" pitchFamily="49" charset="-122"/>
              </a:rPr>
              <a:t>; {…}</a:t>
            </a:r>
            <a:endParaRPr lang="zh-CN" altLang="en-US" b="1" dirty="0">
              <a:solidFill>
                <a:srgbClr val="073E87"/>
              </a:solidFill>
              <a:latin typeface="Times New Roman" panose="02020603050405020304" pitchFamily="18" charset="0"/>
              <a:ea typeface="楷体_GB2312" pitchFamily="49" charset="-122"/>
            </a:endParaRP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k</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func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j</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p:txBody>
      </p:sp>
      <p:grpSp>
        <p:nvGrpSpPr>
          <p:cNvPr id="4" name="组合 5"/>
          <p:cNvGrpSpPr>
            <a:grpSpLocks/>
          </p:cNvGrpSpPr>
          <p:nvPr/>
        </p:nvGrpSpPr>
        <p:grpSpPr bwMode="auto">
          <a:xfrm>
            <a:off x="6760634" y="105834"/>
            <a:ext cx="2023533" cy="1293284"/>
            <a:chOff x="5069755" y="79300"/>
            <a:chExt cx="1518468" cy="970576"/>
          </a:xfrm>
        </p:grpSpPr>
        <p:sp>
          <p:nvSpPr>
            <p:cNvPr id="136246" name="Rectangle 78"/>
            <p:cNvSpPr>
              <a:spLocks noChangeArrowheads="1"/>
            </p:cNvSpPr>
            <p:nvPr/>
          </p:nvSpPr>
          <p:spPr bwMode="auto">
            <a:xfrm>
              <a:off x="5573811" y="79300"/>
              <a:ext cx="101441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r>
                <a:rPr lang="zh-CN" altLang="en-US" sz="2800" i="1">
                  <a:solidFill>
                    <a:srgbClr val="000000"/>
                  </a:solidFill>
                  <a:ea typeface="宋体" panose="02010600030101010101" pitchFamily="2" charset="-122"/>
                  <a:cs typeface="Times New Roman" panose="02020603050405020304" pitchFamily="18" charset="0"/>
                </a:rPr>
                <a:t>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36247" name="Line 30"/>
            <p:cNvSpPr>
              <a:spLocks noChangeShapeType="1"/>
            </p:cNvSpPr>
            <p:nvPr/>
          </p:nvSpPr>
          <p:spPr bwMode="auto">
            <a:xfrm>
              <a:off x="5175270" y="149876"/>
              <a:ext cx="0" cy="9000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48" name="Line 37"/>
            <p:cNvSpPr>
              <a:spLocks noChangeShapeType="1"/>
            </p:cNvSpPr>
            <p:nvPr/>
          </p:nvSpPr>
          <p:spPr bwMode="auto">
            <a:xfrm flipV="1">
              <a:off x="5166098" y="452784"/>
              <a:ext cx="14158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49" name="Rectangle 39"/>
            <p:cNvSpPr>
              <a:spLocks noChangeArrowheads="1"/>
            </p:cNvSpPr>
            <p:nvPr/>
          </p:nvSpPr>
          <p:spPr bwMode="auto">
            <a:xfrm>
              <a:off x="5069755" y="112637"/>
              <a:ext cx="51593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nil</a:t>
              </a:r>
              <a:endParaRPr lang="zh-CN" altLang="en-US" sz="2400" i="1">
                <a:solidFill>
                  <a:srgbClr val="000000"/>
                </a:solidFill>
                <a:ea typeface="宋体" panose="02010600030101010101" pitchFamily="2" charset="-122"/>
                <a:cs typeface="Times New Roman" panose="02020603050405020304" pitchFamily="18" charset="0"/>
              </a:endParaRPr>
            </a:p>
          </p:txBody>
        </p:sp>
        <p:sp>
          <p:nvSpPr>
            <p:cNvPr id="136250" name="Line 41"/>
            <p:cNvSpPr>
              <a:spLocks noChangeShapeType="1"/>
            </p:cNvSpPr>
            <p:nvPr/>
          </p:nvSpPr>
          <p:spPr bwMode="auto">
            <a:xfrm>
              <a:off x="5175622" y="165025"/>
              <a:ext cx="140000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51" name="Line 42"/>
            <p:cNvSpPr>
              <a:spLocks noChangeShapeType="1"/>
            </p:cNvSpPr>
            <p:nvPr/>
          </p:nvSpPr>
          <p:spPr bwMode="auto">
            <a:xfrm>
              <a:off x="5573811" y="180900"/>
              <a:ext cx="0"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52" name="Line 43"/>
            <p:cNvSpPr>
              <a:spLocks noChangeShapeType="1"/>
            </p:cNvSpPr>
            <p:nvPr/>
          </p:nvSpPr>
          <p:spPr bwMode="auto">
            <a:xfrm>
              <a:off x="5573811" y="471412"/>
              <a:ext cx="0" cy="5762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53" name="Line 44"/>
            <p:cNvSpPr>
              <a:spLocks noChangeShapeType="1"/>
            </p:cNvSpPr>
            <p:nvPr/>
          </p:nvSpPr>
          <p:spPr bwMode="auto">
            <a:xfrm>
              <a:off x="6318882" y="161552"/>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54" name="Line 44"/>
            <p:cNvSpPr>
              <a:spLocks noChangeShapeType="1"/>
            </p:cNvSpPr>
            <p:nvPr/>
          </p:nvSpPr>
          <p:spPr bwMode="auto">
            <a:xfrm>
              <a:off x="6581923" y="164231"/>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5" name="组合 180235"/>
          <p:cNvGrpSpPr>
            <a:grpSpLocks/>
          </p:cNvGrpSpPr>
          <p:nvPr/>
        </p:nvGrpSpPr>
        <p:grpSpPr bwMode="auto">
          <a:xfrm>
            <a:off x="5088467" y="-19050"/>
            <a:ext cx="1775884" cy="2199217"/>
            <a:chOff x="3816350" y="-15044"/>
            <a:chExt cx="1331714" cy="1649918"/>
          </a:xfrm>
        </p:grpSpPr>
        <p:sp>
          <p:nvSpPr>
            <p:cNvPr id="136238" name="Line 16"/>
            <p:cNvSpPr>
              <a:spLocks noChangeShapeType="1"/>
            </p:cNvSpPr>
            <p:nvPr/>
          </p:nvSpPr>
          <p:spPr bwMode="auto">
            <a:xfrm>
              <a:off x="3908022"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39" name="Line 18"/>
            <p:cNvSpPr>
              <a:spLocks noChangeShapeType="1"/>
            </p:cNvSpPr>
            <p:nvPr/>
          </p:nvSpPr>
          <p:spPr bwMode="auto">
            <a:xfrm flipH="1" flipV="1">
              <a:off x="4355976"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40" name="Line 19"/>
            <p:cNvSpPr>
              <a:spLocks noChangeShapeType="1"/>
            </p:cNvSpPr>
            <p:nvPr/>
          </p:nvSpPr>
          <p:spPr bwMode="auto">
            <a:xfrm>
              <a:off x="4484086"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41" name="Line 20"/>
            <p:cNvSpPr>
              <a:spLocks noChangeShapeType="1"/>
            </p:cNvSpPr>
            <p:nvPr/>
          </p:nvSpPr>
          <p:spPr bwMode="auto">
            <a:xfrm>
              <a:off x="4491924" y="339502"/>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42" name="Line 21"/>
            <p:cNvSpPr>
              <a:spLocks noChangeShapeType="1"/>
            </p:cNvSpPr>
            <p:nvPr/>
          </p:nvSpPr>
          <p:spPr bwMode="auto">
            <a:xfrm flipH="1" flipV="1">
              <a:off x="4771399"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43" name="Text Box 22"/>
            <p:cNvSpPr txBox="1">
              <a:spLocks noChangeArrowheads="1"/>
            </p:cNvSpPr>
            <p:nvPr/>
          </p:nvSpPr>
          <p:spPr bwMode="auto">
            <a:xfrm>
              <a:off x="3816350" y="-15044"/>
              <a:ext cx="755650"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offset</a:t>
              </a:r>
            </a:p>
          </p:txBody>
        </p:sp>
        <p:sp>
          <p:nvSpPr>
            <p:cNvPr id="136244" name="Text Box 26"/>
            <p:cNvSpPr txBox="1">
              <a:spLocks noChangeArrowheads="1"/>
            </p:cNvSpPr>
            <p:nvPr/>
          </p:nvSpPr>
          <p:spPr bwMode="auto">
            <a:xfrm>
              <a:off x="4390827" y="-3398"/>
              <a:ext cx="757237"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tblptr</a:t>
              </a:r>
            </a:p>
          </p:txBody>
        </p:sp>
        <p:sp>
          <p:nvSpPr>
            <p:cNvPr id="136245" name="Line 20"/>
            <p:cNvSpPr>
              <a:spLocks noChangeShapeType="1"/>
            </p:cNvSpPr>
            <p:nvPr/>
          </p:nvSpPr>
          <p:spPr bwMode="auto">
            <a:xfrm flipV="1">
              <a:off x="3908022" y="334865"/>
              <a:ext cx="434883" cy="46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27" name="Line 20"/>
          <p:cNvSpPr>
            <a:spLocks noChangeShapeType="1"/>
          </p:cNvSpPr>
          <p:nvPr/>
        </p:nvSpPr>
        <p:spPr bwMode="auto">
          <a:xfrm flipV="1">
            <a:off x="1729318" y="357717"/>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 name="Line 20"/>
          <p:cNvSpPr>
            <a:spLocks noChangeShapeType="1"/>
          </p:cNvSpPr>
          <p:nvPr/>
        </p:nvSpPr>
        <p:spPr bwMode="auto">
          <a:xfrm flipV="1">
            <a:off x="2178051" y="698500"/>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6" name="组合 180224"/>
          <p:cNvGrpSpPr>
            <a:grpSpLocks/>
          </p:cNvGrpSpPr>
          <p:nvPr/>
        </p:nvGrpSpPr>
        <p:grpSpPr bwMode="auto">
          <a:xfrm>
            <a:off x="6508751" y="2186517"/>
            <a:ext cx="2717800" cy="482600"/>
            <a:chOff x="4880918" y="1639665"/>
            <a:chExt cx="2038349" cy="361950"/>
          </a:xfrm>
        </p:grpSpPr>
        <p:sp>
          <p:nvSpPr>
            <p:cNvPr id="136236" name="Rectangle 25"/>
            <p:cNvSpPr>
              <a:spLocks noChangeArrowheads="1"/>
            </p:cNvSpPr>
            <p:nvPr/>
          </p:nvSpPr>
          <p:spPr bwMode="auto">
            <a:xfrm>
              <a:off x="4880918" y="1639665"/>
              <a:ext cx="2038349"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a                </a:t>
              </a:r>
              <a:r>
                <a:rPr lang="en-US" altLang="zh-CN" sz="2400">
                  <a:solidFill>
                    <a:srgbClr val="000000"/>
                  </a:solidFill>
                  <a:ea typeface="宋体" panose="02010600030101010101" pitchFamily="2" charset="-122"/>
                  <a:cs typeface="Times New Roman" panose="02020603050405020304" pitchFamily="18" charset="0"/>
                </a:rPr>
                <a:t>array  0</a:t>
              </a:r>
            </a:p>
          </p:txBody>
        </p:sp>
        <p:sp>
          <p:nvSpPr>
            <p:cNvPr id="136237" name="Line 8"/>
            <p:cNvSpPr>
              <a:spLocks noChangeShapeType="1"/>
            </p:cNvSpPr>
            <p:nvPr/>
          </p:nvSpPr>
          <p:spPr bwMode="auto">
            <a:xfrm>
              <a:off x="4898381" y="1990502"/>
              <a:ext cx="2020886"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2" name="Line 20"/>
          <p:cNvSpPr>
            <a:spLocks noChangeShapeType="1"/>
          </p:cNvSpPr>
          <p:nvPr/>
        </p:nvSpPr>
        <p:spPr bwMode="auto">
          <a:xfrm>
            <a:off x="3977218" y="693698"/>
            <a:ext cx="503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33" name="Line 20"/>
          <p:cNvSpPr>
            <a:spLocks noChangeShapeType="1"/>
          </p:cNvSpPr>
          <p:nvPr/>
        </p:nvSpPr>
        <p:spPr bwMode="auto">
          <a:xfrm>
            <a:off x="5999677" y="826274"/>
            <a:ext cx="37284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24" name="直接箭头连接符 123"/>
          <p:cNvCxnSpPr/>
          <p:nvPr/>
        </p:nvCxnSpPr>
        <p:spPr bwMode="auto">
          <a:xfrm flipV="1">
            <a:off x="6155268" y="414868"/>
            <a:ext cx="751417" cy="220134"/>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1" name="矩形 150"/>
          <p:cNvSpPr/>
          <p:nvPr/>
        </p:nvSpPr>
        <p:spPr bwMode="auto">
          <a:xfrm>
            <a:off x="5217585" y="446618"/>
            <a:ext cx="586315"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36230" name="Line 20"/>
          <p:cNvSpPr>
            <a:spLocks noChangeShapeType="1"/>
          </p:cNvSpPr>
          <p:nvPr/>
        </p:nvSpPr>
        <p:spPr bwMode="auto">
          <a:xfrm>
            <a:off x="6000904" y="1234751"/>
            <a:ext cx="37262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33" name="直接箭头连接符 132"/>
          <p:cNvCxnSpPr/>
          <p:nvPr/>
        </p:nvCxnSpPr>
        <p:spPr bwMode="auto">
          <a:xfrm>
            <a:off x="6157384" y="1028701"/>
            <a:ext cx="374649" cy="846667"/>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bwMode="auto">
          <a:xfrm>
            <a:off x="5211233" y="848785"/>
            <a:ext cx="5863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80232" name="矩形 180231"/>
          <p:cNvSpPr/>
          <p:nvPr/>
        </p:nvSpPr>
        <p:spPr>
          <a:xfrm>
            <a:off x="5221818" y="829733"/>
            <a:ext cx="586316" cy="39158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9" name="组合 180240"/>
          <p:cNvGrpSpPr>
            <a:grpSpLocks/>
          </p:cNvGrpSpPr>
          <p:nvPr/>
        </p:nvGrpSpPr>
        <p:grpSpPr bwMode="auto">
          <a:xfrm>
            <a:off x="6529918" y="2590800"/>
            <a:ext cx="2762249" cy="484717"/>
            <a:chOff x="4897836" y="1942382"/>
            <a:chExt cx="2070694" cy="363537"/>
          </a:xfrm>
        </p:grpSpPr>
        <p:sp>
          <p:nvSpPr>
            <p:cNvPr id="136228" name="Line 7"/>
            <p:cNvSpPr>
              <a:spLocks noChangeShapeType="1"/>
            </p:cNvSpPr>
            <p:nvPr/>
          </p:nvSpPr>
          <p:spPr bwMode="auto">
            <a:xfrm flipV="1">
              <a:off x="4899968" y="2281016"/>
              <a:ext cx="1978025"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29" name="Rectangle 26"/>
            <p:cNvSpPr>
              <a:spLocks noChangeArrowheads="1"/>
            </p:cNvSpPr>
            <p:nvPr/>
          </p:nvSpPr>
          <p:spPr bwMode="auto">
            <a:xfrm>
              <a:off x="4897836" y="1942382"/>
              <a:ext cx="2070694"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x                 </a:t>
              </a:r>
              <a:r>
                <a:rPr lang="en-US" altLang="zh-CN" sz="2400">
                  <a:solidFill>
                    <a:srgbClr val="000000"/>
                  </a:solidFill>
                  <a:ea typeface="宋体" panose="02010600030101010101" pitchFamily="2" charset="-122"/>
                  <a:cs typeface="Times New Roman" panose="02020603050405020304" pitchFamily="18" charset="0"/>
                </a:rPr>
                <a:t>int     44</a:t>
              </a:r>
            </a:p>
          </p:txBody>
        </p:sp>
      </p:grpSp>
      <p:sp>
        <p:nvSpPr>
          <p:cNvPr id="164" name="矩形 163"/>
          <p:cNvSpPr/>
          <p:nvPr/>
        </p:nvSpPr>
        <p:spPr>
          <a:xfrm>
            <a:off x="5232400" y="857251"/>
            <a:ext cx="586317" cy="39158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65" name="Line 20"/>
          <p:cNvSpPr>
            <a:spLocks noChangeShapeType="1"/>
          </p:cNvSpPr>
          <p:nvPr/>
        </p:nvSpPr>
        <p:spPr bwMode="auto">
          <a:xfrm>
            <a:off x="2178051" y="933451"/>
            <a:ext cx="190288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25" name="Line 20"/>
          <p:cNvSpPr>
            <a:spLocks noChangeShapeType="1"/>
          </p:cNvSpPr>
          <p:nvPr/>
        </p:nvSpPr>
        <p:spPr bwMode="auto">
          <a:xfrm>
            <a:off x="6013950" y="1622110"/>
            <a:ext cx="37258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69" name="直接箭头连接符 168"/>
          <p:cNvCxnSpPr/>
          <p:nvPr/>
        </p:nvCxnSpPr>
        <p:spPr bwMode="auto">
          <a:xfrm flipV="1">
            <a:off x="6170084" y="781051"/>
            <a:ext cx="3812116" cy="649816"/>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70" name="矩形 169"/>
          <p:cNvSpPr/>
          <p:nvPr/>
        </p:nvSpPr>
        <p:spPr bwMode="auto">
          <a:xfrm>
            <a:off x="5232399" y="1242485"/>
            <a:ext cx="5863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72" name="Line 20"/>
          <p:cNvSpPr>
            <a:spLocks noChangeShapeType="1"/>
          </p:cNvSpPr>
          <p:nvPr/>
        </p:nvSpPr>
        <p:spPr bwMode="auto">
          <a:xfrm flipV="1">
            <a:off x="2381251" y="1229784"/>
            <a:ext cx="11239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1" name="组合 180243"/>
          <p:cNvGrpSpPr>
            <a:grpSpLocks/>
          </p:cNvGrpSpPr>
          <p:nvPr/>
        </p:nvGrpSpPr>
        <p:grpSpPr bwMode="auto">
          <a:xfrm>
            <a:off x="10005485" y="719667"/>
            <a:ext cx="1653116" cy="482600"/>
            <a:chOff x="7504161" y="539279"/>
            <a:chExt cx="1239492" cy="361950"/>
          </a:xfrm>
        </p:grpSpPr>
        <p:sp>
          <p:nvSpPr>
            <p:cNvPr id="136223" name="Line 19"/>
            <p:cNvSpPr>
              <a:spLocks noChangeShapeType="1"/>
            </p:cNvSpPr>
            <p:nvPr/>
          </p:nvSpPr>
          <p:spPr bwMode="auto">
            <a:xfrm flipV="1">
              <a:off x="7504161" y="875829"/>
              <a:ext cx="122837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24" name="Rectangle 40"/>
            <p:cNvSpPr>
              <a:spLocks noChangeArrowheads="1"/>
            </p:cNvSpPr>
            <p:nvPr/>
          </p:nvSpPr>
          <p:spPr bwMode="auto">
            <a:xfrm>
              <a:off x="7523211" y="539279"/>
              <a:ext cx="122044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grpSp>
      <p:sp>
        <p:nvSpPr>
          <p:cNvPr id="176" name="矩形 175"/>
          <p:cNvSpPr/>
          <p:nvPr/>
        </p:nvSpPr>
        <p:spPr>
          <a:xfrm>
            <a:off x="5221818" y="1221317"/>
            <a:ext cx="586316"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77" name="Line 20"/>
          <p:cNvSpPr>
            <a:spLocks noChangeShapeType="1"/>
          </p:cNvSpPr>
          <p:nvPr/>
        </p:nvSpPr>
        <p:spPr bwMode="auto">
          <a:xfrm flipV="1">
            <a:off x="3697817" y="1221317"/>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矩形 177"/>
          <p:cNvSpPr/>
          <p:nvPr/>
        </p:nvSpPr>
        <p:spPr>
          <a:xfrm>
            <a:off x="11345334" y="397933"/>
            <a:ext cx="361951"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2" name="组合 180244"/>
          <p:cNvGrpSpPr>
            <a:grpSpLocks/>
          </p:cNvGrpSpPr>
          <p:nvPr/>
        </p:nvGrpSpPr>
        <p:grpSpPr bwMode="auto">
          <a:xfrm>
            <a:off x="6483351" y="986367"/>
            <a:ext cx="3520016" cy="2466484"/>
            <a:chOff x="4861992" y="739181"/>
            <a:chExt cx="2640954" cy="1850240"/>
          </a:xfrm>
        </p:grpSpPr>
        <p:sp>
          <p:nvSpPr>
            <p:cNvPr id="84" name="Line 95"/>
            <p:cNvSpPr>
              <a:spLocks noChangeShapeType="1"/>
            </p:cNvSpPr>
            <p:nvPr/>
          </p:nvSpPr>
          <p:spPr bwMode="auto">
            <a:xfrm>
              <a:off x="7018586" y="739181"/>
              <a:ext cx="3176" cy="1722789"/>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86" name="Line 43"/>
            <p:cNvSpPr>
              <a:spLocks noChangeShapeType="1"/>
            </p:cNvSpPr>
            <p:nvPr/>
          </p:nvSpPr>
          <p:spPr bwMode="auto">
            <a:xfrm>
              <a:off x="7031291" y="750296"/>
              <a:ext cx="471655"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6221" name="Line 6"/>
            <p:cNvSpPr>
              <a:spLocks noChangeShapeType="1"/>
            </p:cNvSpPr>
            <p:nvPr/>
          </p:nvSpPr>
          <p:spPr bwMode="auto">
            <a:xfrm flipV="1">
              <a:off x="4874568" y="2557239"/>
              <a:ext cx="19865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6222" name="Rectangle 28"/>
            <p:cNvSpPr>
              <a:spLocks noChangeArrowheads="1"/>
            </p:cNvSpPr>
            <p:nvPr/>
          </p:nvSpPr>
          <p:spPr bwMode="auto">
            <a:xfrm>
              <a:off x="4861992" y="2227471"/>
              <a:ext cx="178997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err="1">
                  <a:solidFill>
                    <a:srgbClr val="000000"/>
                  </a:solidFill>
                  <a:ea typeface="宋体" panose="02010600030101010101" pitchFamily="2" charset="-122"/>
                  <a:cs typeface="Times New Roman" panose="02020603050405020304" pitchFamily="18" charset="0"/>
                </a:rPr>
                <a:t>readarray</a:t>
              </a:r>
              <a:r>
                <a:rPr lang="en-US" altLang="zh-CN" sz="2400" i="1" dirty="0">
                  <a:solidFill>
                    <a:srgbClr val="000000"/>
                  </a:solidFill>
                  <a:ea typeface="宋体" panose="02010600030101010101" pitchFamily="2" charset="-122"/>
                  <a:cs typeface="Times New Roman" panose="02020603050405020304" pitchFamily="18" charset="0"/>
                </a:rPr>
                <a:t>   proc</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36233"/>
                                        </p:tgtEl>
                                        <p:attrNameLst>
                                          <p:attrName>style.visibility</p:attrName>
                                        </p:attrNameLst>
                                      </p:cBhvr>
                                      <p:to>
                                        <p:strVal val="visible"/>
                                      </p:to>
                                    </p:set>
                                    <p:anim calcmode="lin" valueType="num">
                                      <p:cBhvr>
                                        <p:cTn id="21" dur="500" fill="hold"/>
                                        <p:tgtEl>
                                          <p:spTgt spid="136233"/>
                                        </p:tgtEl>
                                        <p:attrNameLst>
                                          <p:attrName>ppt_w</p:attrName>
                                        </p:attrNameLst>
                                      </p:cBhvr>
                                      <p:tavLst>
                                        <p:tav tm="0">
                                          <p:val>
                                            <p:fltVal val="0"/>
                                          </p:val>
                                        </p:tav>
                                        <p:tav tm="100000">
                                          <p:val>
                                            <p:strVal val="#ppt_w"/>
                                          </p:val>
                                        </p:tav>
                                      </p:tavLst>
                                    </p:anim>
                                    <p:anim calcmode="lin" valueType="num">
                                      <p:cBhvr>
                                        <p:cTn id="22" dur="500" fill="hold"/>
                                        <p:tgtEl>
                                          <p:spTgt spid="136233"/>
                                        </p:tgtEl>
                                        <p:attrNameLst>
                                          <p:attrName>ppt_h</p:attrName>
                                        </p:attrNameLst>
                                      </p:cBhvr>
                                      <p:tavLst>
                                        <p:tav tm="0">
                                          <p:val>
                                            <p:fltVal val="0"/>
                                          </p:val>
                                        </p:tav>
                                        <p:tav tm="100000">
                                          <p:val>
                                            <p:strVal val="#ppt_h"/>
                                          </p:val>
                                        </p:tav>
                                      </p:tavLst>
                                    </p:anim>
                                    <p:animEffect transition="in" filter="fade">
                                      <p:cBhvr>
                                        <p:cTn id="23" dur="500"/>
                                        <p:tgtEl>
                                          <p:spTgt spid="136233"/>
                                        </p:tgtEl>
                                      </p:cBhvr>
                                    </p:animEffect>
                                  </p:childTnLst>
                                </p:cTn>
                              </p:par>
                              <p:par>
                                <p:cTn id="24" presetID="53" presetClass="entr" presetSubtype="16" fill="hold" nodeType="withEffect">
                                  <p:stCondLst>
                                    <p:cond delay="0"/>
                                  </p:stCondLst>
                                  <p:childTnLst>
                                    <p:set>
                                      <p:cBhvr>
                                        <p:cTn id="25" dur="1" fill="hold">
                                          <p:stCondLst>
                                            <p:cond delay="0"/>
                                          </p:stCondLst>
                                        </p:cTn>
                                        <p:tgtEl>
                                          <p:spTgt spid="124"/>
                                        </p:tgtEl>
                                        <p:attrNameLst>
                                          <p:attrName>style.visibility</p:attrName>
                                        </p:attrNameLst>
                                      </p:cBhvr>
                                      <p:to>
                                        <p:strVal val="visible"/>
                                      </p:to>
                                    </p:set>
                                    <p:anim calcmode="lin" valueType="num">
                                      <p:cBhvr>
                                        <p:cTn id="26" dur="500" fill="hold"/>
                                        <p:tgtEl>
                                          <p:spTgt spid="124"/>
                                        </p:tgtEl>
                                        <p:attrNameLst>
                                          <p:attrName>ppt_w</p:attrName>
                                        </p:attrNameLst>
                                      </p:cBhvr>
                                      <p:tavLst>
                                        <p:tav tm="0">
                                          <p:val>
                                            <p:fltVal val="0"/>
                                          </p:val>
                                        </p:tav>
                                        <p:tav tm="100000">
                                          <p:val>
                                            <p:strVal val="#ppt_w"/>
                                          </p:val>
                                        </p:tav>
                                      </p:tavLst>
                                    </p:anim>
                                    <p:anim calcmode="lin" valueType="num">
                                      <p:cBhvr>
                                        <p:cTn id="27" dur="500" fill="hold"/>
                                        <p:tgtEl>
                                          <p:spTgt spid="124"/>
                                        </p:tgtEl>
                                        <p:attrNameLst>
                                          <p:attrName>ppt_h</p:attrName>
                                        </p:attrNameLst>
                                      </p:cBhvr>
                                      <p:tavLst>
                                        <p:tav tm="0">
                                          <p:val>
                                            <p:fltVal val="0"/>
                                          </p:val>
                                        </p:tav>
                                        <p:tav tm="100000">
                                          <p:val>
                                            <p:strVal val="#ppt_h"/>
                                          </p:val>
                                        </p:tav>
                                      </p:tavLst>
                                    </p:anim>
                                    <p:animEffect transition="in" filter="fade">
                                      <p:cBhvr>
                                        <p:cTn id="28" dur="500"/>
                                        <p:tgtEl>
                                          <p:spTgt spid="124"/>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151"/>
                                        </p:tgtEl>
                                        <p:attrNameLst>
                                          <p:attrName>style.visibility</p:attrName>
                                        </p:attrNameLst>
                                      </p:cBhvr>
                                      <p:to>
                                        <p:strVal val="visible"/>
                                      </p:to>
                                    </p:set>
                                    <p:anim calcmode="lin" valueType="num">
                                      <p:cBhvr>
                                        <p:cTn id="33" dur="500" fill="hold"/>
                                        <p:tgtEl>
                                          <p:spTgt spid="151"/>
                                        </p:tgtEl>
                                        <p:attrNameLst>
                                          <p:attrName>ppt_w</p:attrName>
                                        </p:attrNameLst>
                                      </p:cBhvr>
                                      <p:tavLst>
                                        <p:tav tm="0">
                                          <p:val>
                                            <p:fltVal val="0"/>
                                          </p:val>
                                        </p:tav>
                                        <p:tav tm="100000">
                                          <p:val>
                                            <p:strVal val="#ppt_w"/>
                                          </p:val>
                                        </p:tav>
                                      </p:tavLst>
                                    </p:anim>
                                    <p:anim calcmode="lin" valueType="num">
                                      <p:cBhvr>
                                        <p:cTn id="34" dur="500" fill="hold"/>
                                        <p:tgtEl>
                                          <p:spTgt spid="151"/>
                                        </p:tgtEl>
                                        <p:attrNameLst>
                                          <p:attrName>ppt_h</p:attrName>
                                        </p:attrNameLst>
                                      </p:cBhvr>
                                      <p:tavLst>
                                        <p:tav tm="0">
                                          <p:val>
                                            <p:fltVal val="0"/>
                                          </p:val>
                                        </p:tav>
                                        <p:tav tm="100000">
                                          <p:val>
                                            <p:strVal val="#ppt_h"/>
                                          </p:val>
                                        </p:tav>
                                      </p:tavLst>
                                    </p:anim>
                                    <p:animEffect transition="in" filter="fade">
                                      <p:cBhvr>
                                        <p:cTn id="35" dur="500"/>
                                        <p:tgtEl>
                                          <p:spTgt spid="15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127"/>
                                        </p:tgtEl>
                                        <p:attrNameLst>
                                          <p:attrName>style.visibility</p:attrName>
                                        </p:attrNameLst>
                                      </p:cBhvr>
                                      <p:to>
                                        <p:strVal val="visible"/>
                                      </p:to>
                                    </p:set>
                                    <p:anim calcmode="lin" valueType="num">
                                      <p:cBhvr>
                                        <p:cTn id="40" dur="500" fill="hold"/>
                                        <p:tgtEl>
                                          <p:spTgt spid="127"/>
                                        </p:tgtEl>
                                        <p:attrNameLst>
                                          <p:attrName>ppt_w</p:attrName>
                                        </p:attrNameLst>
                                      </p:cBhvr>
                                      <p:tavLst>
                                        <p:tav tm="0">
                                          <p:val>
                                            <p:fltVal val="0"/>
                                          </p:val>
                                        </p:tav>
                                        <p:tav tm="100000">
                                          <p:val>
                                            <p:strVal val="#ppt_w"/>
                                          </p:val>
                                        </p:tav>
                                      </p:tavLst>
                                    </p:anim>
                                    <p:anim calcmode="lin" valueType="num">
                                      <p:cBhvr>
                                        <p:cTn id="41" dur="500" fill="hold"/>
                                        <p:tgtEl>
                                          <p:spTgt spid="127"/>
                                        </p:tgtEl>
                                        <p:attrNameLst>
                                          <p:attrName>ppt_h</p:attrName>
                                        </p:attrNameLst>
                                      </p:cBhvr>
                                      <p:tavLst>
                                        <p:tav tm="0">
                                          <p:val>
                                            <p:fltVal val="0"/>
                                          </p:val>
                                        </p:tav>
                                        <p:tav tm="100000">
                                          <p:val>
                                            <p:strVal val="#ppt_h"/>
                                          </p:val>
                                        </p:tav>
                                      </p:tavLst>
                                    </p:anim>
                                    <p:animEffect transition="in" filter="fade">
                                      <p:cBhvr>
                                        <p:cTn id="42" dur="500"/>
                                        <p:tgtEl>
                                          <p:spTgt spid="12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ntr" presetSubtype="16" fill="hold" nodeType="click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p:cTn id="47" dur="500" fill="hold"/>
                                        <p:tgtEl>
                                          <p:spTgt spid="2"/>
                                        </p:tgtEl>
                                        <p:attrNameLst>
                                          <p:attrName>ppt_w</p:attrName>
                                        </p:attrNameLst>
                                      </p:cBhvr>
                                      <p:tavLst>
                                        <p:tav tm="0">
                                          <p:val>
                                            <p:fltVal val="0"/>
                                          </p:val>
                                        </p:tav>
                                        <p:tav tm="100000">
                                          <p:val>
                                            <p:strVal val="#ppt_w"/>
                                          </p:val>
                                        </p:tav>
                                      </p:tavLst>
                                    </p:anim>
                                    <p:anim calcmode="lin" valueType="num">
                                      <p:cBhvr>
                                        <p:cTn id="48" dur="500" fill="hold"/>
                                        <p:tgtEl>
                                          <p:spTgt spid="2"/>
                                        </p:tgtEl>
                                        <p:attrNameLst>
                                          <p:attrName>ppt_h</p:attrName>
                                        </p:attrNameLst>
                                      </p:cBhvr>
                                      <p:tavLst>
                                        <p:tav tm="0">
                                          <p:val>
                                            <p:fltVal val="0"/>
                                          </p:val>
                                        </p:tav>
                                        <p:tav tm="100000">
                                          <p:val>
                                            <p:strVal val="#ppt_h"/>
                                          </p:val>
                                        </p:tav>
                                      </p:tavLst>
                                    </p:anim>
                                    <p:animEffect transition="in" filter="fade">
                                      <p:cBhvr>
                                        <p:cTn id="49" dur="500"/>
                                        <p:tgtEl>
                                          <p:spTgt spid="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3" presetClass="entr" presetSubtype="16" fill="hold" grpId="0" nodeType="clickEffect">
                                  <p:stCondLst>
                                    <p:cond delay="0"/>
                                  </p:stCondLst>
                                  <p:childTnLst>
                                    <p:set>
                                      <p:cBhvr>
                                        <p:cTn id="53" dur="1" fill="hold">
                                          <p:stCondLst>
                                            <p:cond delay="0"/>
                                          </p:stCondLst>
                                        </p:cTn>
                                        <p:tgtEl>
                                          <p:spTgt spid="136230"/>
                                        </p:tgtEl>
                                        <p:attrNameLst>
                                          <p:attrName>style.visibility</p:attrName>
                                        </p:attrNameLst>
                                      </p:cBhvr>
                                      <p:to>
                                        <p:strVal val="visible"/>
                                      </p:to>
                                    </p:set>
                                    <p:anim calcmode="lin" valueType="num">
                                      <p:cBhvr>
                                        <p:cTn id="54" dur="500" fill="hold"/>
                                        <p:tgtEl>
                                          <p:spTgt spid="136230"/>
                                        </p:tgtEl>
                                        <p:attrNameLst>
                                          <p:attrName>ppt_w</p:attrName>
                                        </p:attrNameLst>
                                      </p:cBhvr>
                                      <p:tavLst>
                                        <p:tav tm="0">
                                          <p:val>
                                            <p:fltVal val="0"/>
                                          </p:val>
                                        </p:tav>
                                        <p:tav tm="100000">
                                          <p:val>
                                            <p:strVal val="#ppt_w"/>
                                          </p:val>
                                        </p:tav>
                                      </p:tavLst>
                                    </p:anim>
                                    <p:anim calcmode="lin" valueType="num">
                                      <p:cBhvr>
                                        <p:cTn id="55" dur="500" fill="hold"/>
                                        <p:tgtEl>
                                          <p:spTgt spid="136230"/>
                                        </p:tgtEl>
                                        <p:attrNameLst>
                                          <p:attrName>ppt_h</p:attrName>
                                        </p:attrNameLst>
                                      </p:cBhvr>
                                      <p:tavLst>
                                        <p:tav tm="0">
                                          <p:val>
                                            <p:fltVal val="0"/>
                                          </p:val>
                                        </p:tav>
                                        <p:tav tm="100000">
                                          <p:val>
                                            <p:strVal val="#ppt_h"/>
                                          </p:val>
                                        </p:tav>
                                      </p:tavLst>
                                    </p:anim>
                                    <p:animEffect transition="in" filter="fade">
                                      <p:cBhvr>
                                        <p:cTn id="56" dur="500"/>
                                        <p:tgtEl>
                                          <p:spTgt spid="136230"/>
                                        </p:tgtEl>
                                      </p:cBhvr>
                                    </p:animEffect>
                                  </p:childTnLst>
                                </p:cTn>
                              </p:par>
                              <p:par>
                                <p:cTn id="57" presetID="53" presetClass="entr" presetSubtype="16" fill="hold" nodeType="withEffect">
                                  <p:stCondLst>
                                    <p:cond delay="0"/>
                                  </p:stCondLst>
                                  <p:childTnLst>
                                    <p:set>
                                      <p:cBhvr>
                                        <p:cTn id="58" dur="1" fill="hold">
                                          <p:stCondLst>
                                            <p:cond delay="0"/>
                                          </p:stCondLst>
                                        </p:cTn>
                                        <p:tgtEl>
                                          <p:spTgt spid="133"/>
                                        </p:tgtEl>
                                        <p:attrNameLst>
                                          <p:attrName>style.visibility</p:attrName>
                                        </p:attrNameLst>
                                      </p:cBhvr>
                                      <p:to>
                                        <p:strVal val="visible"/>
                                      </p:to>
                                    </p:set>
                                    <p:anim calcmode="lin" valueType="num">
                                      <p:cBhvr>
                                        <p:cTn id="59" dur="500" fill="hold"/>
                                        <p:tgtEl>
                                          <p:spTgt spid="133"/>
                                        </p:tgtEl>
                                        <p:attrNameLst>
                                          <p:attrName>ppt_w</p:attrName>
                                        </p:attrNameLst>
                                      </p:cBhvr>
                                      <p:tavLst>
                                        <p:tav tm="0">
                                          <p:val>
                                            <p:fltVal val="0"/>
                                          </p:val>
                                        </p:tav>
                                        <p:tav tm="100000">
                                          <p:val>
                                            <p:strVal val="#ppt_w"/>
                                          </p:val>
                                        </p:tav>
                                      </p:tavLst>
                                    </p:anim>
                                    <p:anim calcmode="lin" valueType="num">
                                      <p:cBhvr>
                                        <p:cTn id="60" dur="500" fill="hold"/>
                                        <p:tgtEl>
                                          <p:spTgt spid="133"/>
                                        </p:tgtEl>
                                        <p:attrNameLst>
                                          <p:attrName>ppt_h</p:attrName>
                                        </p:attrNameLst>
                                      </p:cBhvr>
                                      <p:tavLst>
                                        <p:tav tm="0">
                                          <p:val>
                                            <p:fltVal val="0"/>
                                          </p:val>
                                        </p:tav>
                                        <p:tav tm="100000">
                                          <p:val>
                                            <p:strVal val="#ppt_h"/>
                                          </p:val>
                                        </p:tav>
                                      </p:tavLst>
                                    </p:anim>
                                    <p:animEffect transition="in" filter="fade">
                                      <p:cBhvr>
                                        <p:cTn id="61" dur="500"/>
                                        <p:tgtEl>
                                          <p:spTgt spid="133"/>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grpId="0" nodeType="clickEffect">
                                  <p:stCondLst>
                                    <p:cond delay="0"/>
                                  </p:stCondLst>
                                  <p:childTnLst>
                                    <p:set>
                                      <p:cBhvr>
                                        <p:cTn id="65" dur="1" fill="hold">
                                          <p:stCondLst>
                                            <p:cond delay="0"/>
                                          </p:stCondLst>
                                        </p:cTn>
                                        <p:tgtEl>
                                          <p:spTgt spid="153"/>
                                        </p:tgtEl>
                                        <p:attrNameLst>
                                          <p:attrName>style.visibility</p:attrName>
                                        </p:attrNameLst>
                                      </p:cBhvr>
                                      <p:to>
                                        <p:strVal val="visible"/>
                                      </p:to>
                                    </p:set>
                                    <p:anim calcmode="lin" valueType="num">
                                      <p:cBhvr>
                                        <p:cTn id="66" dur="500" fill="hold"/>
                                        <p:tgtEl>
                                          <p:spTgt spid="153"/>
                                        </p:tgtEl>
                                        <p:attrNameLst>
                                          <p:attrName>ppt_w</p:attrName>
                                        </p:attrNameLst>
                                      </p:cBhvr>
                                      <p:tavLst>
                                        <p:tav tm="0">
                                          <p:val>
                                            <p:fltVal val="0"/>
                                          </p:val>
                                        </p:tav>
                                        <p:tav tm="100000">
                                          <p:val>
                                            <p:strVal val="#ppt_w"/>
                                          </p:val>
                                        </p:tav>
                                      </p:tavLst>
                                    </p:anim>
                                    <p:anim calcmode="lin" valueType="num">
                                      <p:cBhvr>
                                        <p:cTn id="67" dur="500" fill="hold"/>
                                        <p:tgtEl>
                                          <p:spTgt spid="153"/>
                                        </p:tgtEl>
                                        <p:attrNameLst>
                                          <p:attrName>ppt_h</p:attrName>
                                        </p:attrNameLst>
                                      </p:cBhvr>
                                      <p:tavLst>
                                        <p:tav tm="0">
                                          <p:val>
                                            <p:fltVal val="0"/>
                                          </p:val>
                                        </p:tav>
                                        <p:tav tm="100000">
                                          <p:val>
                                            <p:strVal val="#ppt_h"/>
                                          </p:val>
                                        </p:tav>
                                      </p:tavLst>
                                    </p:anim>
                                    <p:animEffect transition="in" filter="fade">
                                      <p:cBhvr>
                                        <p:cTn id="68" dur="500"/>
                                        <p:tgtEl>
                                          <p:spTgt spid="153"/>
                                        </p:tgtEl>
                                      </p:cBhvr>
                                    </p:animEffect>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grpId="0" nodeType="clickEffect">
                                  <p:stCondLst>
                                    <p:cond delay="0"/>
                                  </p:stCondLst>
                                  <p:childTnLst>
                                    <p:set>
                                      <p:cBhvr>
                                        <p:cTn id="72" dur="1" fill="hold">
                                          <p:stCondLst>
                                            <p:cond delay="0"/>
                                          </p:stCondLst>
                                        </p:cTn>
                                        <p:tgtEl>
                                          <p:spTgt spid="138"/>
                                        </p:tgtEl>
                                        <p:attrNameLst>
                                          <p:attrName>style.visibility</p:attrName>
                                        </p:attrNameLst>
                                      </p:cBhvr>
                                      <p:to>
                                        <p:strVal val="visible"/>
                                      </p:to>
                                    </p:set>
                                    <p:anim calcmode="lin" valueType="num">
                                      <p:cBhvr>
                                        <p:cTn id="73" dur="500" fill="hold"/>
                                        <p:tgtEl>
                                          <p:spTgt spid="138"/>
                                        </p:tgtEl>
                                        <p:attrNameLst>
                                          <p:attrName>ppt_w</p:attrName>
                                        </p:attrNameLst>
                                      </p:cBhvr>
                                      <p:tavLst>
                                        <p:tav tm="0">
                                          <p:val>
                                            <p:fltVal val="0"/>
                                          </p:val>
                                        </p:tav>
                                        <p:tav tm="100000">
                                          <p:val>
                                            <p:strVal val="#ppt_w"/>
                                          </p:val>
                                        </p:tav>
                                      </p:tavLst>
                                    </p:anim>
                                    <p:anim calcmode="lin" valueType="num">
                                      <p:cBhvr>
                                        <p:cTn id="74" dur="500" fill="hold"/>
                                        <p:tgtEl>
                                          <p:spTgt spid="138"/>
                                        </p:tgtEl>
                                        <p:attrNameLst>
                                          <p:attrName>ppt_h</p:attrName>
                                        </p:attrNameLst>
                                      </p:cBhvr>
                                      <p:tavLst>
                                        <p:tav tm="0">
                                          <p:val>
                                            <p:fltVal val="0"/>
                                          </p:val>
                                        </p:tav>
                                        <p:tav tm="100000">
                                          <p:val>
                                            <p:strVal val="#ppt_h"/>
                                          </p:val>
                                        </p:tav>
                                      </p:tavLst>
                                    </p:anim>
                                    <p:animEffect transition="in" filter="fade">
                                      <p:cBhvr>
                                        <p:cTn id="75" dur="500"/>
                                        <p:tgtEl>
                                          <p:spTgt spid="138"/>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53" presetClass="entr" presetSubtype="16" fill="hold" nodeType="clickEffect">
                                  <p:stCondLst>
                                    <p:cond delay="0"/>
                                  </p:stCondLst>
                                  <p:childTnLst>
                                    <p:set>
                                      <p:cBhvr>
                                        <p:cTn id="79" dur="1" fill="hold">
                                          <p:stCondLst>
                                            <p:cond delay="0"/>
                                          </p:stCondLst>
                                        </p:cTn>
                                        <p:tgtEl>
                                          <p:spTgt spid="6"/>
                                        </p:tgtEl>
                                        <p:attrNameLst>
                                          <p:attrName>style.visibility</p:attrName>
                                        </p:attrNameLst>
                                      </p:cBhvr>
                                      <p:to>
                                        <p:strVal val="visible"/>
                                      </p:to>
                                    </p:set>
                                    <p:anim calcmode="lin" valueType="num">
                                      <p:cBhvr>
                                        <p:cTn id="80" dur="500" fill="hold"/>
                                        <p:tgtEl>
                                          <p:spTgt spid="6"/>
                                        </p:tgtEl>
                                        <p:attrNameLst>
                                          <p:attrName>ppt_w</p:attrName>
                                        </p:attrNameLst>
                                      </p:cBhvr>
                                      <p:tavLst>
                                        <p:tav tm="0">
                                          <p:val>
                                            <p:fltVal val="0"/>
                                          </p:val>
                                        </p:tav>
                                        <p:tav tm="100000">
                                          <p:val>
                                            <p:strVal val="#ppt_w"/>
                                          </p:val>
                                        </p:tav>
                                      </p:tavLst>
                                    </p:anim>
                                    <p:anim calcmode="lin" valueType="num">
                                      <p:cBhvr>
                                        <p:cTn id="81" dur="500" fill="hold"/>
                                        <p:tgtEl>
                                          <p:spTgt spid="6"/>
                                        </p:tgtEl>
                                        <p:attrNameLst>
                                          <p:attrName>ppt_h</p:attrName>
                                        </p:attrNameLst>
                                      </p:cBhvr>
                                      <p:tavLst>
                                        <p:tav tm="0">
                                          <p:val>
                                            <p:fltVal val="0"/>
                                          </p:val>
                                        </p:tav>
                                        <p:tav tm="100000">
                                          <p:val>
                                            <p:strVal val="#ppt_h"/>
                                          </p:val>
                                        </p:tav>
                                      </p:tavLst>
                                    </p:anim>
                                    <p:animEffect transition="in" filter="fade">
                                      <p:cBhvr>
                                        <p:cTn id="82" dur="500"/>
                                        <p:tgtEl>
                                          <p:spTgt spid="6"/>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53" presetClass="entr" presetSubtype="16" fill="hold" grpId="0" nodeType="clickEffect">
                                  <p:stCondLst>
                                    <p:cond delay="0"/>
                                  </p:stCondLst>
                                  <p:childTnLst>
                                    <p:set>
                                      <p:cBhvr>
                                        <p:cTn id="86" dur="1" fill="hold">
                                          <p:stCondLst>
                                            <p:cond delay="0"/>
                                          </p:stCondLst>
                                        </p:cTn>
                                        <p:tgtEl>
                                          <p:spTgt spid="180232"/>
                                        </p:tgtEl>
                                        <p:attrNameLst>
                                          <p:attrName>style.visibility</p:attrName>
                                        </p:attrNameLst>
                                      </p:cBhvr>
                                      <p:to>
                                        <p:strVal val="visible"/>
                                      </p:to>
                                    </p:set>
                                    <p:anim calcmode="lin" valueType="num">
                                      <p:cBhvr>
                                        <p:cTn id="87" dur="500" fill="hold"/>
                                        <p:tgtEl>
                                          <p:spTgt spid="180232"/>
                                        </p:tgtEl>
                                        <p:attrNameLst>
                                          <p:attrName>ppt_w</p:attrName>
                                        </p:attrNameLst>
                                      </p:cBhvr>
                                      <p:tavLst>
                                        <p:tav tm="0">
                                          <p:val>
                                            <p:fltVal val="0"/>
                                          </p:val>
                                        </p:tav>
                                        <p:tav tm="100000">
                                          <p:val>
                                            <p:strVal val="#ppt_w"/>
                                          </p:val>
                                        </p:tav>
                                      </p:tavLst>
                                    </p:anim>
                                    <p:anim calcmode="lin" valueType="num">
                                      <p:cBhvr>
                                        <p:cTn id="88" dur="500" fill="hold"/>
                                        <p:tgtEl>
                                          <p:spTgt spid="180232"/>
                                        </p:tgtEl>
                                        <p:attrNameLst>
                                          <p:attrName>ppt_h</p:attrName>
                                        </p:attrNameLst>
                                      </p:cBhvr>
                                      <p:tavLst>
                                        <p:tav tm="0">
                                          <p:val>
                                            <p:fltVal val="0"/>
                                          </p:val>
                                        </p:tav>
                                        <p:tav tm="100000">
                                          <p:val>
                                            <p:strVal val="#ppt_h"/>
                                          </p:val>
                                        </p:tav>
                                      </p:tavLst>
                                    </p:anim>
                                    <p:animEffect transition="in" filter="fade">
                                      <p:cBhvr>
                                        <p:cTn id="89" dur="500"/>
                                        <p:tgtEl>
                                          <p:spTgt spid="180232"/>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53" presetClass="entr" presetSubtype="16" fill="hold" grpId="0" nodeType="clickEffect">
                                  <p:stCondLst>
                                    <p:cond delay="0"/>
                                  </p:stCondLst>
                                  <p:childTnLst>
                                    <p:set>
                                      <p:cBhvr>
                                        <p:cTn id="93" dur="1" fill="hold">
                                          <p:stCondLst>
                                            <p:cond delay="0"/>
                                          </p:stCondLst>
                                        </p:cTn>
                                        <p:tgtEl>
                                          <p:spTgt spid="142"/>
                                        </p:tgtEl>
                                        <p:attrNameLst>
                                          <p:attrName>style.visibility</p:attrName>
                                        </p:attrNameLst>
                                      </p:cBhvr>
                                      <p:to>
                                        <p:strVal val="visible"/>
                                      </p:to>
                                    </p:set>
                                    <p:anim calcmode="lin" valueType="num">
                                      <p:cBhvr>
                                        <p:cTn id="94" dur="500" fill="hold"/>
                                        <p:tgtEl>
                                          <p:spTgt spid="142"/>
                                        </p:tgtEl>
                                        <p:attrNameLst>
                                          <p:attrName>ppt_w</p:attrName>
                                        </p:attrNameLst>
                                      </p:cBhvr>
                                      <p:tavLst>
                                        <p:tav tm="0">
                                          <p:val>
                                            <p:fltVal val="0"/>
                                          </p:val>
                                        </p:tav>
                                        <p:tav tm="100000">
                                          <p:val>
                                            <p:strVal val="#ppt_w"/>
                                          </p:val>
                                        </p:tav>
                                      </p:tavLst>
                                    </p:anim>
                                    <p:anim calcmode="lin" valueType="num">
                                      <p:cBhvr>
                                        <p:cTn id="95" dur="500" fill="hold"/>
                                        <p:tgtEl>
                                          <p:spTgt spid="142"/>
                                        </p:tgtEl>
                                        <p:attrNameLst>
                                          <p:attrName>ppt_h</p:attrName>
                                        </p:attrNameLst>
                                      </p:cBhvr>
                                      <p:tavLst>
                                        <p:tav tm="0">
                                          <p:val>
                                            <p:fltVal val="0"/>
                                          </p:val>
                                        </p:tav>
                                        <p:tav tm="100000">
                                          <p:val>
                                            <p:strVal val="#ppt_h"/>
                                          </p:val>
                                        </p:tav>
                                      </p:tavLst>
                                    </p:anim>
                                    <p:animEffect transition="in" filter="fade">
                                      <p:cBhvr>
                                        <p:cTn id="96" dur="500"/>
                                        <p:tgtEl>
                                          <p:spTgt spid="142"/>
                                        </p:tgtEl>
                                      </p:cBhvr>
                                    </p:animEffect>
                                  </p:childTnLst>
                                </p:cTn>
                              </p:par>
                            </p:childTnLst>
                          </p:cTn>
                        </p:par>
                      </p:childTnLst>
                    </p:cTn>
                  </p:par>
                  <p:par>
                    <p:cTn id="97" fill="hold" nodeType="clickPar">
                      <p:stCondLst>
                        <p:cond delay="indefinite"/>
                      </p:stCondLst>
                      <p:childTnLst>
                        <p:par>
                          <p:cTn id="98" fill="hold" nodeType="withGroup">
                            <p:stCondLst>
                              <p:cond delay="0"/>
                            </p:stCondLst>
                            <p:childTnLst>
                              <p:par>
                                <p:cTn id="99" presetID="53" presetClass="entr" presetSubtype="16" fill="hold" nodeType="clickEffect">
                                  <p:stCondLst>
                                    <p:cond delay="0"/>
                                  </p:stCondLst>
                                  <p:childTnLst>
                                    <p:set>
                                      <p:cBhvr>
                                        <p:cTn id="100" dur="1" fill="hold">
                                          <p:stCondLst>
                                            <p:cond delay="0"/>
                                          </p:stCondLst>
                                        </p:cTn>
                                        <p:tgtEl>
                                          <p:spTgt spid="9"/>
                                        </p:tgtEl>
                                        <p:attrNameLst>
                                          <p:attrName>style.visibility</p:attrName>
                                        </p:attrNameLst>
                                      </p:cBhvr>
                                      <p:to>
                                        <p:strVal val="visible"/>
                                      </p:to>
                                    </p:set>
                                    <p:anim calcmode="lin" valueType="num">
                                      <p:cBhvr>
                                        <p:cTn id="101" dur="500" fill="hold"/>
                                        <p:tgtEl>
                                          <p:spTgt spid="9"/>
                                        </p:tgtEl>
                                        <p:attrNameLst>
                                          <p:attrName>ppt_w</p:attrName>
                                        </p:attrNameLst>
                                      </p:cBhvr>
                                      <p:tavLst>
                                        <p:tav tm="0">
                                          <p:val>
                                            <p:fltVal val="0"/>
                                          </p:val>
                                        </p:tav>
                                        <p:tav tm="100000">
                                          <p:val>
                                            <p:strVal val="#ppt_w"/>
                                          </p:val>
                                        </p:tav>
                                      </p:tavLst>
                                    </p:anim>
                                    <p:anim calcmode="lin" valueType="num">
                                      <p:cBhvr>
                                        <p:cTn id="102" dur="500" fill="hold"/>
                                        <p:tgtEl>
                                          <p:spTgt spid="9"/>
                                        </p:tgtEl>
                                        <p:attrNameLst>
                                          <p:attrName>ppt_h</p:attrName>
                                        </p:attrNameLst>
                                      </p:cBhvr>
                                      <p:tavLst>
                                        <p:tav tm="0">
                                          <p:val>
                                            <p:fltVal val="0"/>
                                          </p:val>
                                        </p:tav>
                                        <p:tav tm="100000">
                                          <p:val>
                                            <p:strVal val="#ppt_h"/>
                                          </p:val>
                                        </p:tav>
                                      </p:tavLst>
                                    </p:anim>
                                    <p:animEffect transition="in" filter="fade">
                                      <p:cBhvr>
                                        <p:cTn id="103" dur="500"/>
                                        <p:tgtEl>
                                          <p:spTgt spid="9"/>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53" presetClass="entr" presetSubtype="16" fill="hold" grpId="0" nodeType="clickEffect">
                                  <p:stCondLst>
                                    <p:cond delay="0"/>
                                  </p:stCondLst>
                                  <p:childTnLst>
                                    <p:set>
                                      <p:cBhvr>
                                        <p:cTn id="107" dur="1" fill="hold">
                                          <p:stCondLst>
                                            <p:cond delay="0"/>
                                          </p:stCondLst>
                                        </p:cTn>
                                        <p:tgtEl>
                                          <p:spTgt spid="164"/>
                                        </p:tgtEl>
                                        <p:attrNameLst>
                                          <p:attrName>style.visibility</p:attrName>
                                        </p:attrNameLst>
                                      </p:cBhvr>
                                      <p:to>
                                        <p:strVal val="visible"/>
                                      </p:to>
                                    </p:set>
                                    <p:anim calcmode="lin" valueType="num">
                                      <p:cBhvr>
                                        <p:cTn id="108" dur="500" fill="hold"/>
                                        <p:tgtEl>
                                          <p:spTgt spid="164"/>
                                        </p:tgtEl>
                                        <p:attrNameLst>
                                          <p:attrName>ppt_w</p:attrName>
                                        </p:attrNameLst>
                                      </p:cBhvr>
                                      <p:tavLst>
                                        <p:tav tm="0">
                                          <p:val>
                                            <p:fltVal val="0"/>
                                          </p:val>
                                        </p:tav>
                                        <p:tav tm="100000">
                                          <p:val>
                                            <p:strVal val="#ppt_w"/>
                                          </p:val>
                                        </p:tav>
                                      </p:tavLst>
                                    </p:anim>
                                    <p:anim calcmode="lin" valueType="num">
                                      <p:cBhvr>
                                        <p:cTn id="109" dur="500" fill="hold"/>
                                        <p:tgtEl>
                                          <p:spTgt spid="164"/>
                                        </p:tgtEl>
                                        <p:attrNameLst>
                                          <p:attrName>ppt_h</p:attrName>
                                        </p:attrNameLst>
                                      </p:cBhvr>
                                      <p:tavLst>
                                        <p:tav tm="0">
                                          <p:val>
                                            <p:fltVal val="0"/>
                                          </p:val>
                                        </p:tav>
                                        <p:tav tm="100000">
                                          <p:val>
                                            <p:strVal val="#ppt_h"/>
                                          </p:val>
                                        </p:tav>
                                      </p:tavLst>
                                    </p:anim>
                                    <p:animEffect transition="in" filter="fade">
                                      <p:cBhvr>
                                        <p:cTn id="110" dur="500"/>
                                        <p:tgtEl>
                                          <p:spTgt spid="164"/>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53" presetClass="entr" presetSubtype="16" fill="hold" grpId="0" nodeType="clickEffect">
                                  <p:stCondLst>
                                    <p:cond delay="0"/>
                                  </p:stCondLst>
                                  <p:childTnLst>
                                    <p:set>
                                      <p:cBhvr>
                                        <p:cTn id="114" dur="1" fill="hold">
                                          <p:stCondLst>
                                            <p:cond delay="0"/>
                                          </p:stCondLst>
                                        </p:cTn>
                                        <p:tgtEl>
                                          <p:spTgt spid="165"/>
                                        </p:tgtEl>
                                        <p:attrNameLst>
                                          <p:attrName>style.visibility</p:attrName>
                                        </p:attrNameLst>
                                      </p:cBhvr>
                                      <p:to>
                                        <p:strVal val="visible"/>
                                      </p:to>
                                    </p:set>
                                    <p:anim calcmode="lin" valueType="num">
                                      <p:cBhvr>
                                        <p:cTn id="115" dur="500" fill="hold"/>
                                        <p:tgtEl>
                                          <p:spTgt spid="165"/>
                                        </p:tgtEl>
                                        <p:attrNameLst>
                                          <p:attrName>ppt_w</p:attrName>
                                        </p:attrNameLst>
                                      </p:cBhvr>
                                      <p:tavLst>
                                        <p:tav tm="0">
                                          <p:val>
                                            <p:fltVal val="0"/>
                                          </p:val>
                                        </p:tav>
                                        <p:tav tm="100000">
                                          <p:val>
                                            <p:strVal val="#ppt_w"/>
                                          </p:val>
                                        </p:tav>
                                      </p:tavLst>
                                    </p:anim>
                                    <p:anim calcmode="lin" valueType="num">
                                      <p:cBhvr>
                                        <p:cTn id="116" dur="500" fill="hold"/>
                                        <p:tgtEl>
                                          <p:spTgt spid="165"/>
                                        </p:tgtEl>
                                        <p:attrNameLst>
                                          <p:attrName>ppt_h</p:attrName>
                                        </p:attrNameLst>
                                      </p:cBhvr>
                                      <p:tavLst>
                                        <p:tav tm="0">
                                          <p:val>
                                            <p:fltVal val="0"/>
                                          </p:val>
                                        </p:tav>
                                        <p:tav tm="100000">
                                          <p:val>
                                            <p:strVal val="#ppt_h"/>
                                          </p:val>
                                        </p:tav>
                                      </p:tavLst>
                                    </p:anim>
                                    <p:animEffect transition="in" filter="fade">
                                      <p:cBhvr>
                                        <p:cTn id="117" dur="500"/>
                                        <p:tgtEl>
                                          <p:spTgt spid="165"/>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53" presetClass="entr" presetSubtype="16" fill="hold" nodeType="clickEffect">
                                  <p:stCondLst>
                                    <p:cond delay="0"/>
                                  </p:stCondLst>
                                  <p:childTnLst>
                                    <p:set>
                                      <p:cBhvr>
                                        <p:cTn id="121" dur="1" fill="hold">
                                          <p:stCondLst>
                                            <p:cond delay="0"/>
                                          </p:stCondLst>
                                        </p:cTn>
                                        <p:tgtEl>
                                          <p:spTgt spid="3"/>
                                        </p:tgtEl>
                                        <p:attrNameLst>
                                          <p:attrName>style.visibility</p:attrName>
                                        </p:attrNameLst>
                                      </p:cBhvr>
                                      <p:to>
                                        <p:strVal val="visible"/>
                                      </p:to>
                                    </p:set>
                                    <p:anim calcmode="lin" valueType="num">
                                      <p:cBhvr>
                                        <p:cTn id="122" dur="500" fill="hold"/>
                                        <p:tgtEl>
                                          <p:spTgt spid="3"/>
                                        </p:tgtEl>
                                        <p:attrNameLst>
                                          <p:attrName>ppt_w</p:attrName>
                                        </p:attrNameLst>
                                      </p:cBhvr>
                                      <p:tavLst>
                                        <p:tav tm="0">
                                          <p:val>
                                            <p:fltVal val="0"/>
                                          </p:val>
                                        </p:tav>
                                        <p:tav tm="100000">
                                          <p:val>
                                            <p:strVal val="#ppt_w"/>
                                          </p:val>
                                        </p:tav>
                                      </p:tavLst>
                                    </p:anim>
                                    <p:anim calcmode="lin" valueType="num">
                                      <p:cBhvr>
                                        <p:cTn id="123" dur="500" fill="hold"/>
                                        <p:tgtEl>
                                          <p:spTgt spid="3"/>
                                        </p:tgtEl>
                                        <p:attrNameLst>
                                          <p:attrName>ppt_h</p:attrName>
                                        </p:attrNameLst>
                                      </p:cBhvr>
                                      <p:tavLst>
                                        <p:tav tm="0">
                                          <p:val>
                                            <p:fltVal val="0"/>
                                          </p:val>
                                        </p:tav>
                                        <p:tav tm="100000">
                                          <p:val>
                                            <p:strVal val="#ppt_h"/>
                                          </p:val>
                                        </p:tav>
                                      </p:tavLst>
                                    </p:anim>
                                    <p:animEffect transition="in" filter="fade">
                                      <p:cBhvr>
                                        <p:cTn id="124" dur="500"/>
                                        <p:tgtEl>
                                          <p:spTgt spid="3"/>
                                        </p:tgtEl>
                                      </p:cBhvr>
                                    </p:animEffec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53" presetClass="entr" presetSubtype="16" fill="hold" grpId="0" nodeType="clickEffect">
                                  <p:stCondLst>
                                    <p:cond delay="0"/>
                                  </p:stCondLst>
                                  <p:childTnLst>
                                    <p:set>
                                      <p:cBhvr>
                                        <p:cTn id="128" dur="1" fill="hold">
                                          <p:stCondLst>
                                            <p:cond delay="0"/>
                                          </p:stCondLst>
                                        </p:cTn>
                                        <p:tgtEl>
                                          <p:spTgt spid="136225"/>
                                        </p:tgtEl>
                                        <p:attrNameLst>
                                          <p:attrName>style.visibility</p:attrName>
                                        </p:attrNameLst>
                                      </p:cBhvr>
                                      <p:to>
                                        <p:strVal val="visible"/>
                                      </p:to>
                                    </p:set>
                                    <p:anim calcmode="lin" valueType="num">
                                      <p:cBhvr>
                                        <p:cTn id="129" dur="500" fill="hold"/>
                                        <p:tgtEl>
                                          <p:spTgt spid="136225"/>
                                        </p:tgtEl>
                                        <p:attrNameLst>
                                          <p:attrName>ppt_w</p:attrName>
                                        </p:attrNameLst>
                                      </p:cBhvr>
                                      <p:tavLst>
                                        <p:tav tm="0">
                                          <p:val>
                                            <p:fltVal val="0"/>
                                          </p:val>
                                        </p:tav>
                                        <p:tav tm="100000">
                                          <p:val>
                                            <p:strVal val="#ppt_w"/>
                                          </p:val>
                                        </p:tav>
                                      </p:tavLst>
                                    </p:anim>
                                    <p:anim calcmode="lin" valueType="num">
                                      <p:cBhvr>
                                        <p:cTn id="130" dur="500" fill="hold"/>
                                        <p:tgtEl>
                                          <p:spTgt spid="136225"/>
                                        </p:tgtEl>
                                        <p:attrNameLst>
                                          <p:attrName>ppt_h</p:attrName>
                                        </p:attrNameLst>
                                      </p:cBhvr>
                                      <p:tavLst>
                                        <p:tav tm="0">
                                          <p:val>
                                            <p:fltVal val="0"/>
                                          </p:val>
                                        </p:tav>
                                        <p:tav tm="100000">
                                          <p:val>
                                            <p:strVal val="#ppt_h"/>
                                          </p:val>
                                        </p:tav>
                                      </p:tavLst>
                                    </p:anim>
                                    <p:animEffect transition="in" filter="fade">
                                      <p:cBhvr>
                                        <p:cTn id="131" dur="500"/>
                                        <p:tgtEl>
                                          <p:spTgt spid="136225"/>
                                        </p:tgtEl>
                                      </p:cBhvr>
                                    </p:animEffect>
                                  </p:childTnLst>
                                </p:cTn>
                              </p:par>
                              <p:par>
                                <p:cTn id="132" presetID="53" presetClass="entr" presetSubtype="16" fill="hold" nodeType="withEffect">
                                  <p:stCondLst>
                                    <p:cond delay="0"/>
                                  </p:stCondLst>
                                  <p:childTnLst>
                                    <p:set>
                                      <p:cBhvr>
                                        <p:cTn id="133" dur="1" fill="hold">
                                          <p:stCondLst>
                                            <p:cond delay="0"/>
                                          </p:stCondLst>
                                        </p:cTn>
                                        <p:tgtEl>
                                          <p:spTgt spid="169"/>
                                        </p:tgtEl>
                                        <p:attrNameLst>
                                          <p:attrName>style.visibility</p:attrName>
                                        </p:attrNameLst>
                                      </p:cBhvr>
                                      <p:to>
                                        <p:strVal val="visible"/>
                                      </p:to>
                                    </p:set>
                                    <p:anim calcmode="lin" valueType="num">
                                      <p:cBhvr>
                                        <p:cTn id="134" dur="500" fill="hold"/>
                                        <p:tgtEl>
                                          <p:spTgt spid="169"/>
                                        </p:tgtEl>
                                        <p:attrNameLst>
                                          <p:attrName>ppt_w</p:attrName>
                                        </p:attrNameLst>
                                      </p:cBhvr>
                                      <p:tavLst>
                                        <p:tav tm="0">
                                          <p:val>
                                            <p:fltVal val="0"/>
                                          </p:val>
                                        </p:tav>
                                        <p:tav tm="100000">
                                          <p:val>
                                            <p:strVal val="#ppt_w"/>
                                          </p:val>
                                        </p:tav>
                                      </p:tavLst>
                                    </p:anim>
                                    <p:anim calcmode="lin" valueType="num">
                                      <p:cBhvr>
                                        <p:cTn id="135" dur="500" fill="hold"/>
                                        <p:tgtEl>
                                          <p:spTgt spid="169"/>
                                        </p:tgtEl>
                                        <p:attrNameLst>
                                          <p:attrName>ppt_h</p:attrName>
                                        </p:attrNameLst>
                                      </p:cBhvr>
                                      <p:tavLst>
                                        <p:tav tm="0">
                                          <p:val>
                                            <p:fltVal val="0"/>
                                          </p:val>
                                        </p:tav>
                                        <p:tav tm="100000">
                                          <p:val>
                                            <p:strVal val="#ppt_h"/>
                                          </p:val>
                                        </p:tav>
                                      </p:tavLst>
                                    </p:anim>
                                    <p:animEffect transition="in" filter="fade">
                                      <p:cBhvr>
                                        <p:cTn id="136" dur="500"/>
                                        <p:tgtEl>
                                          <p:spTgt spid="169"/>
                                        </p:tgtEl>
                                      </p:cBhvr>
                                    </p:animEffect>
                                  </p:childTnLst>
                                </p:cTn>
                              </p:par>
                            </p:childTnLst>
                          </p:cTn>
                        </p:par>
                      </p:childTnLst>
                    </p:cTn>
                  </p:par>
                  <p:par>
                    <p:cTn id="137" fill="hold">
                      <p:stCondLst>
                        <p:cond delay="indefinite"/>
                      </p:stCondLst>
                      <p:childTnLst>
                        <p:par>
                          <p:cTn id="138" fill="hold">
                            <p:stCondLst>
                              <p:cond delay="0"/>
                            </p:stCondLst>
                            <p:childTnLst>
                              <p:par>
                                <p:cTn id="139" presetID="53" presetClass="entr" presetSubtype="16" fill="hold" grpId="0" nodeType="clickEffect">
                                  <p:stCondLst>
                                    <p:cond delay="0"/>
                                  </p:stCondLst>
                                  <p:childTnLst>
                                    <p:set>
                                      <p:cBhvr>
                                        <p:cTn id="140" dur="1" fill="hold">
                                          <p:stCondLst>
                                            <p:cond delay="0"/>
                                          </p:stCondLst>
                                        </p:cTn>
                                        <p:tgtEl>
                                          <p:spTgt spid="170"/>
                                        </p:tgtEl>
                                        <p:attrNameLst>
                                          <p:attrName>style.visibility</p:attrName>
                                        </p:attrNameLst>
                                      </p:cBhvr>
                                      <p:to>
                                        <p:strVal val="visible"/>
                                      </p:to>
                                    </p:set>
                                    <p:anim calcmode="lin" valueType="num">
                                      <p:cBhvr>
                                        <p:cTn id="141" dur="500" fill="hold"/>
                                        <p:tgtEl>
                                          <p:spTgt spid="170"/>
                                        </p:tgtEl>
                                        <p:attrNameLst>
                                          <p:attrName>ppt_w</p:attrName>
                                        </p:attrNameLst>
                                      </p:cBhvr>
                                      <p:tavLst>
                                        <p:tav tm="0">
                                          <p:val>
                                            <p:fltVal val="0"/>
                                          </p:val>
                                        </p:tav>
                                        <p:tav tm="100000">
                                          <p:val>
                                            <p:strVal val="#ppt_w"/>
                                          </p:val>
                                        </p:tav>
                                      </p:tavLst>
                                    </p:anim>
                                    <p:anim calcmode="lin" valueType="num">
                                      <p:cBhvr>
                                        <p:cTn id="142" dur="500" fill="hold"/>
                                        <p:tgtEl>
                                          <p:spTgt spid="170"/>
                                        </p:tgtEl>
                                        <p:attrNameLst>
                                          <p:attrName>ppt_h</p:attrName>
                                        </p:attrNameLst>
                                      </p:cBhvr>
                                      <p:tavLst>
                                        <p:tav tm="0">
                                          <p:val>
                                            <p:fltVal val="0"/>
                                          </p:val>
                                        </p:tav>
                                        <p:tav tm="100000">
                                          <p:val>
                                            <p:strVal val="#ppt_h"/>
                                          </p:val>
                                        </p:tav>
                                      </p:tavLst>
                                    </p:anim>
                                    <p:animEffect transition="in" filter="fade">
                                      <p:cBhvr>
                                        <p:cTn id="143" dur="500"/>
                                        <p:tgtEl>
                                          <p:spTgt spid="170"/>
                                        </p:tgtEl>
                                      </p:cBhvr>
                                    </p:animEffect>
                                  </p:childTnLst>
                                </p:cTn>
                              </p:par>
                            </p:childTnLst>
                          </p:cTn>
                        </p:par>
                      </p:childTnLst>
                    </p:cTn>
                  </p:par>
                  <p:par>
                    <p:cTn id="144" fill="hold">
                      <p:stCondLst>
                        <p:cond delay="indefinite"/>
                      </p:stCondLst>
                      <p:childTnLst>
                        <p:par>
                          <p:cTn id="145" fill="hold">
                            <p:stCondLst>
                              <p:cond delay="0"/>
                            </p:stCondLst>
                            <p:childTnLst>
                              <p:par>
                                <p:cTn id="146" presetID="53" presetClass="entr" presetSubtype="16" fill="hold" grpId="0" nodeType="clickEffect">
                                  <p:stCondLst>
                                    <p:cond delay="0"/>
                                  </p:stCondLst>
                                  <p:childTnLst>
                                    <p:set>
                                      <p:cBhvr>
                                        <p:cTn id="147" dur="1" fill="hold">
                                          <p:stCondLst>
                                            <p:cond delay="0"/>
                                          </p:stCondLst>
                                        </p:cTn>
                                        <p:tgtEl>
                                          <p:spTgt spid="172"/>
                                        </p:tgtEl>
                                        <p:attrNameLst>
                                          <p:attrName>style.visibility</p:attrName>
                                        </p:attrNameLst>
                                      </p:cBhvr>
                                      <p:to>
                                        <p:strVal val="visible"/>
                                      </p:to>
                                    </p:set>
                                    <p:anim calcmode="lin" valueType="num">
                                      <p:cBhvr>
                                        <p:cTn id="148" dur="500" fill="hold"/>
                                        <p:tgtEl>
                                          <p:spTgt spid="172"/>
                                        </p:tgtEl>
                                        <p:attrNameLst>
                                          <p:attrName>ppt_w</p:attrName>
                                        </p:attrNameLst>
                                      </p:cBhvr>
                                      <p:tavLst>
                                        <p:tav tm="0">
                                          <p:val>
                                            <p:fltVal val="0"/>
                                          </p:val>
                                        </p:tav>
                                        <p:tav tm="100000">
                                          <p:val>
                                            <p:strVal val="#ppt_w"/>
                                          </p:val>
                                        </p:tav>
                                      </p:tavLst>
                                    </p:anim>
                                    <p:anim calcmode="lin" valueType="num">
                                      <p:cBhvr>
                                        <p:cTn id="149" dur="500" fill="hold"/>
                                        <p:tgtEl>
                                          <p:spTgt spid="172"/>
                                        </p:tgtEl>
                                        <p:attrNameLst>
                                          <p:attrName>ppt_h</p:attrName>
                                        </p:attrNameLst>
                                      </p:cBhvr>
                                      <p:tavLst>
                                        <p:tav tm="0">
                                          <p:val>
                                            <p:fltVal val="0"/>
                                          </p:val>
                                        </p:tav>
                                        <p:tav tm="100000">
                                          <p:val>
                                            <p:strVal val="#ppt_h"/>
                                          </p:val>
                                        </p:tav>
                                      </p:tavLst>
                                    </p:anim>
                                    <p:animEffect transition="in" filter="fade">
                                      <p:cBhvr>
                                        <p:cTn id="150" dur="500"/>
                                        <p:tgtEl>
                                          <p:spTgt spid="172"/>
                                        </p:tgtEl>
                                      </p:cBhvr>
                                    </p:animEffec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53" presetClass="entr" presetSubtype="16" fill="hold" nodeType="clickEffect">
                                  <p:stCondLst>
                                    <p:cond delay="0"/>
                                  </p:stCondLst>
                                  <p:childTnLst>
                                    <p:set>
                                      <p:cBhvr>
                                        <p:cTn id="154" dur="1" fill="hold">
                                          <p:stCondLst>
                                            <p:cond delay="0"/>
                                          </p:stCondLst>
                                        </p:cTn>
                                        <p:tgtEl>
                                          <p:spTgt spid="11"/>
                                        </p:tgtEl>
                                        <p:attrNameLst>
                                          <p:attrName>style.visibility</p:attrName>
                                        </p:attrNameLst>
                                      </p:cBhvr>
                                      <p:to>
                                        <p:strVal val="visible"/>
                                      </p:to>
                                    </p:set>
                                    <p:anim calcmode="lin" valueType="num">
                                      <p:cBhvr>
                                        <p:cTn id="155" dur="500" fill="hold"/>
                                        <p:tgtEl>
                                          <p:spTgt spid="11"/>
                                        </p:tgtEl>
                                        <p:attrNameLst>
                                          <p:attrName>ppt_w</p:attrName>
                                        </p:attrNameLst>
                                      </p:cBhvr>
                                      <p:tavLst>
                                        <p:tav tm="0">
                                          <p:val>
                                            <p:fltVal val="0"/>
                                          </p:val>
                                        </p:tav>
                                        <p:tav tm="100000">
                                          <p:val>
                                            <p:strVal val="#ppt_w"/>
                                          </p:val>
                                        </p:tav>
                                      </p:tavLst>
                                    </p:anim>
                                    <p:anim calcmode="lin" valueType="num">
                                      <p:cBhvr>
                                        <p:cTn id="156" dur="500" fill="hold"/>
                                        <p:tgtEl>
                                          <p:spTgt spid="11"/>
                                        </p:tgtEl>
                                        <p:attrNameLst>
                                          <p:attrName>ppt_h</p:attrName>
                                        </p:attrNameLst>
                                      </p:cBhvr>
                                      <p:tavLst>
                                        <p:tav tm="0">
                                          <p:val>
                                            <p:fltVal val="0"/>
                                          </p:val>
                                        </p:tav>
                                        <p:tav tm="100000">
                                          <p:val>
                                            <p:strVal val="#ppt_h"/>
                                          </p:val>
                                        </p:tav>
                                      </p:tavLst>
                                    </p:anim>
                                    <p:animEffect transition="in" filter="fade">
                                      <p:cBhvr>
                                        <p:cTn id="157" dur="500"/>
                                        <p:tgtEl>
                                          <p:spTgt spid="11"/>
                                        </p:tgtEl>
                                      </p:cBhvr>
                                    </p:animEffec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53" presetClass="entr" presetSubtype="16" fill="hold" grpId="0" nodeType="clickEffect">
                                  <p:stCondLst>
                                    <p:cond delay="0"/>
                                  </p:stCondLst>
                                  <p:childTnLst>
                                    <p:set>
                                      <p:cBhvr>
                                        <p:cTn id="161" dur="1" fill="hold">
                                          <p:stCondLst>
                                            <p:cond delay="0"/>
                                          </p:stCondLst>
                                        </p:cTn>
                                        <p:tgtEl>
                                          <p:spTgt spid="176"/>
                                        </p:tgtEl>
                                        <p:attrNameLst>
                                          <p:attrName>style.visibility</p:attrName>
                                        </p:attrNameLst>
                                      </p:cBhvr>
                                      <p:to>
                                        <p:strVal val="visible"/>
                                      </p:to>
                                    </p:set>
                                    <p:anim calcmode="lin" valueType="num">
                                      <p:cBhvr>
                                        <p:cTn id="162" dur="500" fill="hold"/>
                                        <p:tgtEl>
                                          <p:spTgt spid="176"/>
                                        </p:tgtEl>
                                        <p:attrNameLst>
                                          <p:attrName>ppt_w</p:attrName>
                                        </p:attrNameLst>
                                      </p:cBhvr>
                                      <p:tavLst>
                                        <p:tav tm="0">
                                          <p:val>
                                            <p:fltVal val="0"/>
                                          </p:val>
                                        </p:tav>
                                        <p:tav tm="100000">
                                          <p:val>
                                            <p:strVal val="#ppt_w"/>
                                          </p:val>
                                        </p:tav>
                                      </p:tavLst>
                                    </p:anim>
                                    <p:anim calcmode="lin" valueType="num">
                                      <p:cBhvr>
                                        <p:cTn id="163" dur="500" fill="hold"/>
                                        <p:tgtEl>
                                          <p:spTgt spid="176"/>
                                        </p:tgtEl>
                                        <p:attrNameLst>
                                          <p:attrName>ppt_h</p:attrName>
                                        </p:attrNameLst>
                                      </p:cBhvr>
                                      <p:tavLst>
                                        <p:tav tm="0">
                                          <p:val>
                                            <p:fltVal val="0"/>
                                          </p:val>
                                        </p:tav>
                                        <p:tav tm="100000">
                                          <p:val>
                                            <p:strVal val="#ppt_h"/>
                                          </p:val>
                                        </p:tav>
                                      </p:tavLst>
                                    </p:anim>
                                    <p:animEffect transition="in" filter="fade">
                                      <p:cBhvr>
                                        <p:cTn id="164" dur="500"/>
                                        <p:tgtEl>
                                          <p:spTgt spid="176"/>
                                        </p:tgtEl>
                                      </p:cBhvr>
                                    </p:animEffec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53" presetClass="entr" presetSubtype="16" fill="hold" grpId="0" nodeType="clickEffect">
                                  <p:stCondLst>
                                    <p:cond delay="0"/>
                                  </p:stCondLst>
                                  <p:childTnLst>
                                    <p:set>
                                      <p:cBhvr>
                                        <p:cTn id="168" dur="1" fill="hold">
                                          <p:stCondLst>
                                            <p:cond delay="0"/>
                                          </p:stCondLst>
                                        </p:cTn>
                                        <p:tgtEl>
                                          <p:spTgt spid="177"/>
                                        </p:tgtEl>
                                        <p:attrNameLst>
                                          <p:attrName>style.visibility</p:attrName>
                                        </p:attrNameLst>
                                      </p:cBhvr>
                                      <p:to>
                                        <p:strVal val="visible"/>
                                      </p:to>
                                    </p:set>
                                    <p:anim calcmode="lin" valueType="num">
                                      <p:cBhvr>
                                        <p:cTn id="169" dur="500" fill="hold"/>
                                        <p:tgtEl>
                                          <p:spTgt spid="177"/>
                                        </p:tgtEl>
                                        <p:attrNameLst>
                                          <p:attrName>ppt_w</p:attrName>
                                        </p:attrNameLst>
                                      </p:cBhvr>
                                      <p:tavLst>
                                        <p:tav tm="0">
                                          <p:val>
                                            <p:fltVal val="0"/>
                                          </p:val>
                                        </p:tav>
                                        <p:tav tm="100000">
                                          <p:val>
                                            <p:strVal val="#ppt_w"/>
                                          </p:val>
                                        </p:tav>
                                      </p:tavLst>
                                    </p:anim>
                                    <p:anim calcmode="lin" valueType="num">
                                      <p:cBhvr>
                                        <p:cTn id="170" dur="500" fill="hold"/>
                                        <p:tgtEl>
                                          <p:spTgt spid="177"/>
                                        </p:tgtEl>
                                        <p:attrNameLst>
                                          <p:attrName>ppt_h</p:attrName>
                                        </p:attrNameLst>
                                      </p:cBhvr>
                                      <p:tavLst>
                                        <p:tav tm="0">
                                          <p:val>
                                            <p:fltVal val="0"/>
                                          </p:val>
                                        </p:tav>
                                        <p:tav tm="100000">
                                          <p:val>
                                            <p:strVal val="#ppt_h"/>
                                          </p:val>
                                        </p:tav>
                                      </p:tavLst>
                                    </p:anim>
                                    <p:animEffect transition="in" filter="fade">
                                      <p:cBhvr>
                                        <p:cTn id="171" dur="500"/>
                                        <p:tgtEl>
                                          <p:spTgt spid="177"/>
                                        </p:tgtEl>
                                      </p:cBhvr>
                                    </p:animEffect>
                                  </p:childTnLst>
                                </p:cTn>
                              </p:par>
                            </p:childTnLst>
                          </p:cTn>
                        </p:par>
                      </p:childTnLst>
                    </p:cTn>
                  </p:par>
                  <p:par>
                    <p:cTn id="172" fill="hold" nodeType="clickPar">
                      <p:stCondLst>
                        <p:cond delay="indefinite"/>
                      </p:stCondLst>
                      <p:childTnLst>
                        <p:par>
                          <p:cTn id="173" fill="hold" nodeType="withGroup">
                            <p:stCondLst>
                              <p:cond delay="0"/>
                            </p:stCondLst>
                            <p:childTnLst>
                              <p:par>
                                <p:cTn id="174" presetID="53" presetClass="entr" presetSubtype="16" fill="hold" grpId="0" nodeType="clickEffect">
                                  <p:stCondLst>
                                    <p:cond delay="0"/>
                                  </p:stCondLst>
                                  <p:childTnLst>
                                    <p:set>
                                      <p:cBhvr>
                                        <p:cTn id="175" dur="1" fill="hold">
                                          <p:stCondLst>
                                            <p:cond delay="0"/>
                                          </p:stCondLst>
                                        </p:cTn>
                                        <p:tgtEl>
                                          <p:spTgt spid="178"/>
                                        </p:tgtEl>
                                        <p:attrNameLst>
                                          <p:attrName>style.visibility</p:attrName>
                                        </p:attrNameLst>
                                      </p:cBhvr>
                                      <p:to>
                                        <p:strVal val="visible"/>
                                      </p:to>
                                    </p:set>
                                    <p:anim calcmode="lin" valueType="num">
                                      <p:cBhvr>
                                        <p:cTn id="176" dur="500" fill="hold"/>
                                        <p:tgtEl>
                                          <p:spTgt spid="178"/>
                                        </p:tgtEl>
                                        <p:attrNameLst>
                                          <p:attrName>ppt_w</p:attrName>
                                        </p:attrNameLst>
                                      </p:cBhvr>
                                      <p:tavLst>
                                        <p:tav tm="0">
                                          <p:val>
                                            <p:fltVal val="0"/>
                                          </p:val>
                                        </p:tav>
                                        <p:tav tm="100000">
                                          <p:val>
                                            <p:strVal val="#ppt_w"/>
                                          </p:val>
                                        </p:tav>
                                      </p:tavLst>
                                    </p:anim>
                                    <p:anim calcmode="lin" valueType="num">
                                      <p:cBhvr>
                                        <p:cTn id="177" dur="500" fill="hold"/>
                                        <p:tgtEl>
                                          <p:spTgt spid="178"/>
                                        </p:tgtEl>
                                        <p:attrNameLst>
                                          <p:attrName>ppt_h</p:attrName>
                                        </p:attrNameLst>
                                      </p:cBhvr>
                                      <p:tavLst>
                                        <p:tav tm="0">
                                          <p:val>
                                            <p:fltVal val="0"/>
                                          </p:val>
                                        </p:tav>
                                        <p:tav tm="100000">
                                          <p:val>
                                            <p:strVal val="#ppt_h"/>
                                          </p:val>
                                        </p:tav>
                                      </p:tavLst>
                                    </p:anim>
                                    <p:animEffect transition="in" filter="fade">
                                      <p:cBhvr>
                                        <p:cTn id="178" dur="500"/>
                                        <p:tgtEl>
                                          <p:spTgt spid="178"/>
                                        </p:tgtEl>
                                      </p:cBhvr>
                                    </p:animEffect>
                                  </p:childTnLst>
                                </p:cTn>
                              </p:par>
                            </p:childTnLst>
                          </p:cTn>
                        </p:par>
                      </p:childTnLst>
                    </p:cTn>
                  </p:par>
                  <p:par>
                    <p:cTn id="179" fill="hold">
                      <p:stCondLst>
                        <p:cond delay="indefinite"/>
                      </p:stCondLst>
                      <p:childTnLst>
                        <p:par>
                          <p:cTn id="180" fill="hold">
                            <p:stCondLst>
                              <p:cond delay="0"/>
                            </p:stCondLst>
                            <p:childTnLst>
                              <p:par>
                                <p:cTn id="181" presetID="53" presetClass="exit" presetSubtype="32" fill="hold" grpId="1" nodeType="clickEffect">
                                  <p:stCondLst>
                                    <p:cond delay="0"/>
                                  </p:stCondLst>
                                  <p:childTnLst>
                                    <p:anim calcmode="lin" valueType="num">
                                      <p:cBhvr>
                                        <p:cTn id="182" dur="500"/>
                                        <p:tgtEl>
                                          <p:spTgt spid="136225"/>
                                        </p:tgtEl>
                                        <p:attrNameLst>
                                          <p:attrName>ppt_w</p:attrName>
                                        </p:attrNameLst>
                                      </p:cBhvr>
                                      <p:tavLst>
                                        <p:tav tm="0">
                                          <p:val>
                                            <p:strVal val="ppt_w"/>
                                          </p:val>
                                        </p:tav>
                                        <p:tav tm="100000">
                                          <p:val>
                                            <p:fltVal val="0"/>
                                          </p:val>
                                        </p:tav>
                                      </p:tavLst>
                                    </p:anim>
                                    <p:anim calcmode="lin" valueType="num">
                                      <p:cBhvr>
                                        <p:cTn id="183" dur="500"/>
                                        <p:tgtEl>
                                          <p:spTgt spid="136225"/>
                                        </p:tgtEl>
                                        <p:attrNameLst>
                                          <p:attrName>ppt_h</p:attrName>
                                        </p:attrNameLst>
                                      </p:cBhvr>
                                      <p:tavLst>
                                        <p:tav tm="0">
                                          <p:val>
                                            <p:strVal val="ppt_h"/>
                                          </p:val>
                                        </p:tav>
                                        <p:tav tm="100000">
                                          <p:val>
                                            <p:fltVal val="0"/>
                                          </p:val>
                                        </p:tav>
                                      </p:tavLst>
                                    </p:anim>
                                    <p:animEffect transition="out" filter="fade">
                                      <p:cBhvr>
                                        <p:cTn id="184" dur="500"/>
                                        <p:tgtEl>
                                          <p:spTgt spid="136225"/>
                                        </p:tgtEl>
                                      </p:cBhvr>
                                    </p:animEffect>
                                    <p:set>
                                      <p:cBhvr>
                                        <p:cTn id="185" dur="1" fill="hold">
                                          <p:stCondLst>
                                            <p:cond delay="499"/>
                                          </p:stCondLst>
                                        </p:cTn>
                                        <p:tgtEl>
                                          <p:spTgt spid="136225"/>
                                        </p:tgtEl>
                                        <p:attrNameLst>
                                          <p:attrName>style.visibility</p:attrName>
                                        </p:attrNameLst>
                                      </p:cBhvr>
                                      <p:to>
                                        <p:strVal val="hidden"/>
                                      </p:to>
                                    </p:set>
                                  </p:childTnLst>
                                </p:cTn>
                              </p:par>
                              <p:par>
                                <p:cTn id="186" presetID="53" presetClass="exit" presetSubtype="32" fill="hold" nodeType="withEffect">
                                  <p:stCondLst>
                                    <p:cond delay="0"/>
                                  </p:stCondLst>
                                  <p:childTnLst>
                                    <p:anim calcmode="lin" valueType="num">
                                      <p:cBhvr>
                                        <p:cTn id="187" dur="500"/>
                                        <p:tgtEl>
                                          <p:spTgt spid="169"/>
                                        </p:tgtEl>
                                        <p:attrNameLst>
                                          <p:attrName>ppt_w</p:attrName>
                                        </p:attrNameLst>
                                      </p:cBhvr>
                                      <p:tavLst>
                                        <p:tav tm="0">
                                          <p:val>
                                            <p:strVal val="ppt_w"/>
                                          </p:val>
                                        </p:tav>
                                        <p:tav tm="100000">
                                          <p:val>
                                            <p:fltVal val="0"/>
                                          </p:val>
                                        </p:tav>
                                      </p:tavLst>
                                    </p:anim>
                                    <p:anim calcmode="lin" valueType="num">
                                      <p:cBhvr>
                                        <p:cTn id="188" dur="500"/>
                                        <p:tgtEl>
                                          <p:spTgt spid="169"/>
                                        </p:tgtEl>
                                        <p:attrNameLst>
                                          <p:attrName>ppt_h</p:attrName>
                                        </p:attrNameLst>
                                      </p:cBhvr>
                                      <p:tavLst>
                                        <p:tav tm="0">
                                          <p:val>
                                            <p:strVal val="ppt_h"/>
                                          </p:val>
                                        </p:tav>
                                        <p:tav tm="100000">
                                          <p:val>
                                            <p:fltVal val="0"/>
                                          </p:val>
                                        </p:tav>
                                      </p:tavLst>
                                    </p:anim>
                                    <p:animEffect transition="out" filter="fade">
                                      <p:cBhvr>
                                        <p:cTn id="189" dur="500"/>
                                        <p:tgtEl>
                                          <p:spTgt spid="169"/>
                                        </p:tgtEl>
                                      </p:cBhvr>
                                    </p:animEffect>
                                    <p:set>
                                      <p:cBhvr>
                                        <p:cTn id="190" dur="1" fill="hold">
                                          <p:stCondLst>
                                            <p:cond delay="499"/>
                                          </p:stCondLst>
                                        </p:cTn>
                                        <p:tgtEl>
                                          <p:spTgt spid="169"/>
                                        </p:tgtEl>
                                        <p:attrNameLst>
                                          <p:attrName>style.visibility</p:attrName>
                                        </p:attrNameLst>
                                      </p:cBhvr>
                                      <p:to>
                                        <p:strVal val="hidden"/>
                                      </p:to>
                                    </p:set>
                                  </p:childTnLst>
                                </p:cTn>
                              </p:par>
                              <p:par>
                                <p:cTn id="191" presetID="53" presetClass="exit" presetSubtype="32" fill="hold" grpId="1" nodeType="withEffect">
                                  <p:stCondLst>
                                    <p:cond delay="0"/>
                                  </p:stCondLst>
                                  <p:childTnLst>
                                    <p:anim calcmode="lin" valueType="num">
                                      <p:cBhvr>
                                        <p:cTn id="192" dur="500"/>
                                        <p:tgtEl>
                                          <p:spTgt spid="170"/>
                                        </p:tgtEl>
                                        <p:attrNameLst>
                                          <p:attrName>ppt_w</p:attrName>
                                        </p:attrNameLst>
                                      </p:cBhvr>
                                      <p:tavLst>
                                        <p:tav tm="0">
                                          <p:val>
                                            <p:strVal val="ppt_w"/>
                                          </p:val>
                                        </p:tav>
                                        <p:tav tm="100000">
                                          <p:val>
                                            <p:fltVal val="0"/>
                                          </p:val>
                                        </p:tav>
                                      </p:tavLst>
                                    </p:anim>
                                    <p:anim calcmode="lin" valueType="num">
                                      <p:cBhvr>
                                        <p:cTn id="193" dur="500"/>
                                        <p:tgtEl>
                                          <p:spTgt spid="170"/>
                                        </p:tgtEl>
                                        <p:attrNameLst>
                                          <p:attrName>ppt_h</p:attrName>
                                        </p:attrNameLst>
                                      </p:cBhvr>
                                      <p:tavLst>
                                        <p:tav tm="0">
                                          <p:val>
                                            <p:strVal val="ppt_h"/>
                                          </p:val>
                                        </p:tav>
                                        <p:tav tm="100000">
                                          <p:val>
                                            <p:fltVal val="0"/>
                                          </p:val>
                                        </p:tav>
                                      </p:tavLst>
                                    </p:anim>
                                    <p:animEffect transition="out" filter="fade">
                                      <p:cBhvr>
                                        <p:cTn id="194" dur="500"/>
                                        <p:tgtEl>
                                          <p:spTgt spid="170"/>
                                        </p:tgtEl>
                                      </p:cBhvr>
                                    </p:animEffect>
                                    <p:set>
                                      <p:cBhvr>
                                        <p:cTn id="195" dur="1" fill="hold">
                                          <p:stCondLst>
                                            <p:cond delay="499"/>
                                          </p:stCondLst>
                                        </p:cTn>
                                        <p:tgtEl>
                                          <p:spTgt spid="170"/>
                                        </p:tgtEl>
                                        <p:attrNameLst>
                                          <p:attrName>style.visibility</p:attrName>
                                        </p:attrNameLst>
                                      </p:cBhvr>
                                      <p:to>
                                        <p:strVal val="hidden"/>
                                      </p:to>
                                    </p:set>
                                  </p:childTnLst>
                                </p:cTn>
                              </p:par>
                            </p:childTnLst>
                          </p:cTn>
                        </p:par>
                      </p:childTnLst>
                    </p:cTn>
                  </p:par>
                  <p:par>
                    <p:cTn id="196" fill="hold">
                      <p:stCondLst>
                        <p:cond delay="indefinite"/>
                      </p:stCondLst>
                      <p:childTnLst>
                        <p:par>
                          <p:cTn id="197" fill="hold">
                            <p:stCondLst>
                              <p:cond delay="0"/>
                            </p:stCondLst>
                            <p:childTnLst>
                              <p:par>
                                <p:cTn id="198" presetID="53" presetClass="exit" presetSubtype="32" fill="hold" grpId="1" nodeType="clickEffect">
                                  <p:stCondLst>
                                    <p:cond delay="0"/>
                                  </p:stCondLst>
                                  <p:childTnLst>
                                    <p:anim calcmode="lin" valueType="num">
                                      <p:cBhvr>
                                        <p:cTn id="199" dur="500"/>
                                        <p:tgtEl>
                                          <p:spTgt spid="176"/>
                                        </p:tgtEl>
                                        <p:attrNameLst>
                                          <p:attrName>ppt_w</p:attrName>
                                        </p:attrNameLst>
                                      </p:cBhvr>
                                      <p:tavLst>
                                        <p:tav tm="0">
                                          <p:val>
                                            <p:strVal val="ppt_w"/>
                                          </p:val>
                                        </p:tav>
                                        <p:tav tm="100000">
                                          <p:val>
                                            <p:fltVal val="0"/>
                                          </p:val>
                                        </p:tav>
                                      </p:tavLst>
                                    </p:anim>
                                    <p:anim calcmode="lin" valueType="num">
                                      <p:cBhvr>
                                        <p:cTn id="200" dur="500"/>
                                        <p:tgtEl>
                                          <p:spTgt spid="176"/>
                                        </p:tgtEl>
                                        <p:attrNameLst>
                                          <p:attrName>ppt_h</p:attrName>
                                        </p:attrNameLst>
                                      </p:cBhvr>
                                      <p:tavLst>
                                        <p:tav tm="0">
                                          <p:val>
                                            <p:strVal val="ppt_h"/>
                                          </p:val>
                                        </p:tav>
                                        <p:tav tm="100000">
                                          <p:val>
                                            <p:fltVal val="0"/>
                                          </p:val>
                                        </p:tav>
                                      </p:tavLst>
                                    </p:anim>
                                    <p:animEffect transition="out" filter="fade">
                                      <p:cBhvr>
                                        <p:cTn id="201" dur="500"/>
                                        <p:tgtEl>
                                          <p:spTgt spid="176"/>
                                        </p:tgtEl>
                                      </p:cBhvr>
                                    </p:animEffect>
                                    <p:set>
                                      <p:cBhvr>
                                        <p:cTn id="202" dur="1" fill="hold">
                                          <p:stCondLst>
                                            <p:cond delay="499"/>
                                          </p:stCondLst>
                                        </p:cTn>
                                        <p:tgtEl>
                                          <p:spTgt spid="176"/>
                                        </p:tgtEl>
                                        <p:attrNameLst>
                                          <p:attrName>style.visibility</p:attrName>
                                        </p:attrNameLst>
                                      </p:cBhvr>
                                      <p:to>
                                        <p:strVal val="hidden"/>
                                      </p:to>
                                    </p:set>
                                  </p:childTnLst>
                                </p:cTn>
                              </p:par>
                            </p:childTnLst>
                          </p:cTn>
                        </p:par>
                      </p:childTnLst>
                    </p:cTn>
                  </p:par>
                  <p:par>
                    <p:cTn id="203" fill="hold">
                      <p:stCondLst>
                        <p:cond delay="indefinite"/>
                      </p:stCondLst>
                      <p:childTnLst>
                        <p:par>
                          <p:cTn id="204" fill="hold">
                            <p:stCondLst>
                              <p:cond delay="0"/>
                            </p:stCondLst>
                            <p:childTnLst>
                              <p:par>
                                <p:cTn id="205" presetID="53" presetClass="entr" presetSubtype="16" fill="hold" nodeType="clickEffect">
                                  <p:stCondLst>
                                    <p:cond delay="0"/>
                                  </p:stCondLst>
                                  <p:childTnLst>
                                    <p:set>
                                      <p:cBhvr>
                                        <p:cTn id="206" dur="1" fill="hold">
                                          <p:stCondLst>
                                            <p:cond delay="0"/>
                                          </p:stCondLst>
                                        </p:cTn>
                                        <p:tgtEl>
                                          <p:spTgt spid="12"/>
                                        </p:tgtEl>
                                        <p:attrNameLst>
                                          <p:attrName>style.visibility</p:attrName>
                                        </p:attrNameLst>
                                      </p:cBhvr>
                                      <p:to>
                                        <p:strVal val="visible"/>
                                      </p:to>
                                    </p:set>
                                    <p:anim calcmode="lin" valueType="num">
                                      <p:cBhvr>
                                        <p:cTn id="207" dur="500" fill="hold"/>
                                        <p:tgtEl>
                                          <p:spTgt spid="12"/>
                                        </p:tgtEl>
                                        <p:attrNameLst>
                                          <p:attrName>ppt_w</p:attrName>
                                        </p:attrNameLst>
                                      </p:cBhvr>
                                      <p:tavLst>
                                        <p:tav tm="0">
                                          <p:val>
                                            <p:fltVal val="0"/>
                                          </p:val>
                                        </p:tav>
                                        <p:tav tm="100000">
                                          <p:val>
                                            <p:strVal val="#ppt_w"/>
                                          </p:val>
                                        </p:tav>
                                      </p:tavLst>
                                    </p:anim>
                                    <p:anim calcmode="lin" valueType="num">
                                      <p:cBhvr>
                                        <p:cTn id="208" dur="500" fill="hold"/>
                                        <p:tgtEl>
                                          <p:spTgt spid="12"/>
                                        </p:tgtEl>
                                        <p:attrNameLst>
                                          <p:attrName>ppt_h</p:attrName>
                                        </p:attrNameLst>
                                      </p:cBhvr>
                                      <p:tavLst>
                                        <p:tav tm="0">
                                          <p:val>
                                            <p:fltVal val="0"/>
                                          </p:val>
                                        </p:tav>
                                        <p:tav tm="100000">
                                          <p:val>
                                            <p:strVal val="#ppt_h"/>
                                          </p:val>
                                        </p:tav>
                                      </p:tavLst>
                                    </p:anim>
                                    <p:animEffect transition="in" filter="fade">
                                      <p:cBhvr>
                                        <p:cTn id="209" dur="500"/>
                                        <p:tgtEl>
                                          <p:spTgt spid="12"/>
                                        </p:tgtEl>
                                      </p:cBhvr>
                                    </p:animEffect>
                                  </p:childTnLst>
                                </p:cTn>
                              </p:par>
                              <p:par>
                                <p:cTn id="210" presetID="53" presetClass="entr" presetSubtype="16" fill="hold" nodeType="withEffect">
                                  <p:stCondLst>
                                    <p:cond delay="0"/>
                                  </p:stCondLst>
                                  <p:childTnLst>
                                    <p:set>
                                      <p:cBhvr>
                                        <p:cTn id="211" dur="1" fill="hold">
                                          <p:stCondLst>
                                            <p:cond delay="0"/>
                                          </p:stCondLst>
                                        </p:cTn>
                                        <p:tgtEl>
                                          <p:spTgt spid="63"/>
                                        </p:tgtEl>
                                        <p:attrNameLst>
                                          <p:attrName>style.visibility</p:attrName>
                                        </p:attrNameLst>
                                      </p:cBhvr>
                                      <p:to>
                                        <p:strVal val="visible"/>
                                      </p:to>
                                    </p:set>
                                    <p:anim calcmode="lin" valueType="num">
                                      <p:cBhvr>
                                        <p:cTn id="212" dur="500" fill="hold"/>
                                        <p:tgtEl>
                                          <p:spTgt spid="63"/>
                                        </p:tgtEl>
                                        <p:attrNameLst>
                                          <p:attrName>ppt_w</p:attrName>
                                        </p:attrNameLst>
                                      </p:cBhvr>
                                      <p:tavLst>
                                        <p:tav tm="0">
                                          <p:val>
                                            <p:fltVal val="0"/>
                                          </p:val>
                                        </p:tav>
                                        <p:tav tm="100000">
                                          <p:val>
                                            <p:strVal val="#ppt_w"/>
                                          </p:val>
                                        </p:tav>
                                      </p:tavLst>
                                    </p:anim>
                                    <p:anim calcmode="lin" valueType="num">
                                      <p:cBhvr>
                                        <p:cTn id="213" dur="500" fill="hold"/>
                                        <p:tgtEl>
                                          <p:spTgt spid="63"/>
                                        </p:tgtEl>
                                        <p:attrNameLst>
                                          <p:attrName>ppt_h</p:attrName>
                                        </p:attrNameLst>
                                      </p:cBhvr>
                                      <p:tavLst>
                                        <p:tav tm="0">
                                          <p:val>
                                            <p:fltVal val="0"/>
                                          </p:val>
                                        </p:tav>
                                        <p:tav tm="100000">
                                          <p:val>
                                            <p:strVal val="#ppt_h"/>
                                          </p:val>
                                        </p:tav>
                                      </p:tavLst>
                                    </p:anim>
                                    <p:animEffect transition="in" filter="fade">
                                      <p:cBhvr>
                                        <p:cTn id="214"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P spid="138" grpId="0" animBg="1"/>
      <p:bldP spid="142" grpId="0" animBg="1"/>
      <p:bldP spid="136233" grpId="0" animBg="1"/>
      <p:bldP spid="151" grpId="0" animBg="1"/>
      <p:bldP spid="136230" grpId="0" animBg="1"/>
      <p:bldP spid="153" grpId="0" animBg="1"/>
      <p:bldP spid="180232" grpId="0" animBg="1"/>
      <p:bldP spid="164" grpId="0" animBg="1"/>
      <p:bldP spid="165" grpId="0" animBg="1"/>
      <p:bldP spid="136225" grpId="0" animBg="1"/>
      <p:bldP spid="136225" grpId="1" animBg="1"/>
      <p:bldP spid="170" grpId="0" animBg="1"/>
      <p:bldP spid="170" grpId="1" animBg="1"/>
      <p:bldP spid="172" grpId="0" animBg="1"/>
      <p:bldP spid="176" grpId="0" animBg="1"/>
      <p:bldP spid="176" grpId="1" animBg="1"/>
      <p:bldP spid="177" grpId="0" animBg="1"/>
      <p:bldP spid="178"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242" name="组合 180223"/>
          <p:cNvGrpSpPr>
            <a:grpSpLocks/>
          </p:cNvGrpSpPr>
          <p:nvPr/>
        </p:nvGrpSpPr>
        <p:grpSpPr bwMode="auto">
          <a:xfrm>
            <a:off x="6515100" y="1123952"/>
            <a:ext cx="3149600" cy="3103033"/>
            <a:chOff x="4885681" y="843558"/>
            <a:chExt cx="2362199" cy="2326457"/>
          </a:xfrm>
        </p:grpSpPr>
        <p:sp>
          <p:nvSpPr>
            <p:cNvPr id="138331" name="Line 2"/>
            <p:cNvSpPr>
              <a:spLocks noChangeShapeType="1"/>
            </p:cNvSpPr>
            <p:nvPr/>
          </p:nvSpPr>
          <p:spPr bwMode="auto">
            <a:xfrm>
              <a:off x="4885681" y="1384077"/>
              <a:ext cx="1587" cy="17859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32" name="Line 3"/>
            <p:cNvSpPr>
              <a:spLocks noChangeShapeType="1"/>
            </p:cNvSpPr>
            <p:nvPr/>
          </p:nvSpPr>
          <p:spPr bwMode="auto">
            <a:xfrm>
              <a:off x="6536482" y="1384077"/>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33" name="Line 9"/>
            <p:cNvSpPr>
              <a:spLocks noChangeShapeType="1"/>
            </p:cNvSpPr>
            <p:nvPr/>
          </p:nvSpPr>
          <p:spPr bwMode="auto">
            <a:xfrm flipV="1">
              <a:off x="4887268" y="1695227"/>
              <a:ext cx="200925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34" name="Rectangle 10"/>
            <p:cNvSpPr>
              <a:spLocks noChangeArrowheads="1"/>
            </p:cNvSpPr>
            <p:nvPr/>
          </p:nvSpPr>
          <p:spPr bwMode="auto">
            <a:xfrm>
              <a:off x="5312717" y="1333277"/>
              <a:ext cx="193516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400">
                <a:solidFill>
                  <a:srgbClr val="000000"/>
                </a:solidFill>
                <a:ea typeface="宋体" panose="02010600030101010101" pitchFamily="2" charset="-122"/>
                <a:cs typeface="Times New Roman" panose="02020603050405020304" pitchFamily="18" charset="0"/>
              </a:endParaRPr>
            </a:p>
          </p:txBody>
        </p:sp>
        <p:sp>
          <p:nvSpPr>
            <p:cNvPr id="138335" name="Rectangle 11"/>
            <p:cNvSpPr>
              <a:spLocks noChangeArrowheads="1"/>
            </p:cNvSpPr>
            <p:nvPr/>
          </p:nvSpPr>
          <p:spPr bwMode="auto">
            <a:xfrm>
              <a:off x="5220072" y="1060227"/>
              <a:ext cx="11684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sort</a:t>
              </a:r>
            </a:p>
          </p:txBody>
        </p:sp>
        <p:sp>
          <p:nvSpPr>
            <p:cNvPr id="138336" name="Line 12"/>
            <p:cNvSpPr>
              <a:spLocks noChangeShapeType="1"/>
            </p:cNvSpPr>
            <p:nvPr/>
          </p:nvSpPr>
          <p:spPr bwMode="auto">
            <a:xfrm flipV="1">
              <a:off x="4898380" y="1382490"/>
              <a:ext cx="2020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37" name="Line 13"/>
            <p:cNvSpPr>
              <a:spLocks noChangeShapeType="1"/>
            </p:cNvSpPr>
            <p:nvPr/>
          </p:nvSpPr>
          <p:spPr bwMode="auto">
            <a:xfrm>
              <a:off x="5263506" y="1398365"/>
              <a:ext cx="0" cy="2841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38" name="Line 14"/>
            <p:cNvSpPr>
              <a:spLocks noChangeShapeType="1"/>
            </p:cNvSpPr>
            <p:nvPr/>
          </p:nvSpPr>
          <p:spPr bwMode="auto">
            <a:xfrm>
              <a:off x="5960418" y="1671092"/>
              <a:ext cx="0" cy="14636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39" name="Line 3"/>
            <p:cNvSpPr>
              <a:spLocks noChangeShapeType="1"/>
            </p:cNvSpPr>
            <p:nvPr/>
          </p:nvSpPr>
          <p:spPr bwMode="auto">
            <a:xfrm>
              <a:off x="6878216" y="1406575"/>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40" name="Line 95"/>
            <p:cNvSpPr>
              <a:spLocks noChangeShapeType="1"/>
            </p:cNvSpPr>
            <p:nvPr/>
          </p:nvSpPr>
          <p:spPr bwMode="auto">
            <a:xfrm>
              <a:off x="4957428" y="847725"/>
              <a:ext cx="0" cy="66637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41" name="Line 43"/>
            <p:cNvSpPr>
              <a:spLocks noChangeShapeType="1"/>
            </p:cNvSpPr>
            <p:nvPr/>
          </p:nvSpPr>
          <p:spPr bwMode="auto">
            <a:xfrm>
              <a:off x="4966140" y="843558"/>
              <a:ext cx="181924"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80226" name="Rectangle 3"/>
          <p:cNvSpPr>
            <a:spLocks noGrp="1" noChangeArrowheads="1"/>
          </p:cNvSpPr>
          <p:nvPr>
            <p:ph idx="1"/>
          </p:nvPr>
        </p:nvSpPr>
        <p:spPr>
          <a:xfrm>
            <a:off x="143934" y="3255434"/>
            <a:ext cx="9450917" cy="3534833"/>
          </a:xfrm>
        </p:spPr>
        <p:txBody>
          <a:bodyPr/>
          <a:lstStyle/>
          <a:p>
            <a:pPr>
              <a:lnSpc>
                <a:spcPts val="2400"/>
              </a:lnSpc>
              <a:buNone/>
              <a:defRPr/>
            </a:pPr>
            <a:r>
              <a:rPr lang="en-US" altLang="zh-CN" sz="2400" b="1" i="1" dirty="0">
                <a:solidFill>
                  <a:schemeClr val="tx1"/>
                </a:solidFill>
                <a:ea typeface="楷体_GB2312" pitchFamily="49" charset="-122"/>
                <a:cs typeface="Times New Roman" panose="02020603050405020304" pitchFamily="18" charset="0"/>
              </a:rPr>
              <a:t>P</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rPr>
              <a:t>M</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a:t>
            </a:r>
            <a:r>
              <a:rPr lang="en-US" altLang="zh-CN" sz="2400" b="1" dirty="0" err="1">
                <a:solidFill>
                  <a:schemeClr val="tx2">
                    <a:lumMod val="60000"/>
                    <a:lumOff val="40000"/>
                  </a:schemeClr>
                </a:solidFill>
                <a:ea typeface="楷体_GB2312" pitchFamily="49" charset="-122"/>
                <a:cs typeface="Times New Roman" panose="02020603050405020304" pitchFamily="18" charset="0"/>
              </a:rPr>
              <a: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M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nil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 </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2</a:t>
            </a:r>
            <a:endParaRPr lang="en-US" altLang="zh-CN" sz="2400" b="1" i="1" dirty="0">
              <a:solidFill>
                <a:schemeClr val="tx1"/>
              </a:solidFill>
              <a:ea typeface="楷体_GB2312" pitchFamily="49" charset="-122"/>
              <a:cs typeface="Times New Roman" panose="02020603050405020304" pitchFamily="18" charset="0"/>
            </a:endParaRP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p</a:t>
            </a:r>
            <a:r>
              <a:rPr lang="en-US" altLang="zh-CN" sz="2400" b="1" i="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err="1">
                <a:solidFill>
                  <a:schemeClr val="tx1"/>
                </a:solidFill>
                <a:ea typeface="楷体_GB2312" pitchFamily="49" charset="-122"/>
                <a:cs typeface="Times New Roman" panose="02020603050405020304" pitchFamily="18" charset="0"/>
              </a:rPr>
              <a:t>proc</a:t>
            </a:r>
            <a:r>
              <a:rPr lang="en-US" altLang="zh-CN" sz="2400" b="1" dirty="0">
                <a:solidFill>
                  <a:schemeClr val="tx1"/>
                </a:solidFill>
                <a:ea typeface="楷体_GB2312" pitchFamily="49" charset="-122"/>
                <a:cs typeface="Times New Roman" panose="02020603050405020304" pitchFamily="18" charset="0"/>
              </a:rPr>
              <a:t> id ; </a:t>
            </a:r>
            <a:r>
              <a:rPr lang="en-US" altLang="zh-CN" sz="2400" b="1" i="1" dirty="0">
                <a:solidFill>
                  <a:srgbClr val="FF0000"/>
                </a:solidFill>
                <a:ea typeface="楷体_GB2312" pitchFamily="49" charset="-122"/>
                <a:cs typeface="Times New Roman" panose="02020603050405020304" pitchFamily="18" charset="0"/>
              </a:rPr>
              <a:t>N</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S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enterproc</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v</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1"/>
                </a:solidFill>
                <a:ea typeface="楷体_GB2312" pitchFamily="49" charset="-122"/>
                <a:cs typeface="Times New Roman" panose="02020603050405020304" pitchFamily="18" charset="0"/>
              </a:rPr>
              <a:t>id: </a:t>
            </a:r>
            <a:r>
              <a:rPr lang="en-US" altLang="zh-CN" sz="2400" b="1" i="1" dirty="0">
                <a:solidFill>
                  <a:schemeClr val="tx1"/>
                </a:solidFill>
                <a:ea typeface="楷体_GB2312" pitchFamily="49" charset="-122"/>
                <a:cs typeface="Times New Roman" panose="02020603050405020304" pitchFamily="18" charset="0"/>
              </a:rPr>
              <a:t>T</a:t>
            </a:r>
            <a:r>
              <a:rPr lang="en-US" altLang="zh-CN" sz="2400" b="1" dirty="0">
                <a:solidFill>
                  <a:schemeClr val="tx1"/>
                </a:solidFill>
                <a:ea typeface="楷体_GB2312" pitchFamily="49" charset="-122"/>
                <a:cs typeface="Times New Roman" panose="02020603050405020304" pitchFamily="18" charset="0"/>
              </a:rPr>
              <a:t> ;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enter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T.type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zh-CN" altLang="en-US"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N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 </a:t>
            </a:r>
            <a:endParaRPr lang="zh-CN" altLang="en-US" sz="2400" b="1" dirty="0">
              <a:solidFill>
                <a:schemeClr val="tx2">
                  <a:lumMod val="60000"/>
                  <a:lumOff val="40000"/>
                </a:schemeClr>
              </a:solidFill>
              <a:ea typeface="楷体_GB2312" pitchFamily="49" charset="-122"/>
              <a:cs typeface="Times New Roman" panose="02020603050405020304" pitchFamily="18" charset="0"/>
            </a:endParaRPr>
          </a:p>
        </p:txBody>
      </p:sp>
      <p:sp>
        <p:nvSpPr>
          <p:cNvPr id="138244" name="Rectangle 2"/>
          <p:cNvSpPr>
            <a:spLocks noGrp="1" noChangeArrowheads="1"/>
          </p:cNvSpPr>
          <p:nvPr>
            <p:ph type="title"/>
          </p:nvPr>
        </p:nvSpPr>
        <p:spPr>
          <a:xfrm>
            <a:off x="1007533" y="357718"/>
            <a:ext cx="10574867" cy="478367"/>
          </a:xfrm>
        </p:spPr>
        <p:txBody>
          <a:bodyPr/>
          <a:lstStyle/>
          <a:p>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zh-CN" altLang="en-US" sz="4000" i="1">
              <a:solidFill>
                <a:schemeClr val="tx1"/>
              </a:solidFill>
              <a:ea typeface="楷体_GB2312" pitchFamily="49" charset="-122"/>
              <a:cs typeface="Times New Roman" panose="02020603050405020304" pitchFamily="18" charset="0"/>
            </a:endParaRPr>
          </a:p>
        </p:txBody>
      </p:sp>
      <p:sp>
        <p:nvSpPr>
          <p:cNvPr id="63" name="Line 103"/>
          <p:cNvSpPr>
            <a:spLocks noChangeShapeType="1"/>
          </p:cNvSpPr>
          <p:nvPr/>
        </p:nvSpPr>
        <p:spPr bwMode="auto">
          <a:xfrm flipH="1" flipV="1">
            <a:off x="9014885" y="3266017"/>
            <a:ext cx="359833"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nvGrpSpPr>
          <p:cNvPr id="138246" name="组合 180241"/>
          <p:cNvGrpSpPr>
            <a:grpSpLocks/>
          </p:cNvGrpSpPr>
          <p:nvPr/>
        </p:nvGrpSpPr>
        <p:grpSpPr bwMode="auto">
          <a:xfrm>
            <a:off x="8904818" y="-122767"/>
            <a:ext cx="2984500" cy="1932517"/>
            <a:chOff x="6678686" y="-92546"/>
            <a:chExt cx="2238896" cy="1449933"/>
          </a:xfrm>
        </p:grpSpPr>
        <p:sp>
          <p:nvSpPr>
            <p:cNvPr id="138321" name="Rectangle 15"/>
            <p:cNvSpPr>
              <a:spLocks noChangeArrowheads="1"/>
            </p:cNvSpPr>
            <p:nvPr/>
          </p:nvSpPr>
          <p:spPr bwMode="auto">
            <a:xfrm>
              <a:off x="7488832" y="-92546"/>
              <a:ext cx="1428750"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readarrary</a:t>
              </a:r>
            </a:p>
          </p:txBody>
        </p:sp>
        <p:sp>
          <p:nvSpPr>
            <p:cNvPr id="138322" name="Line 17"/>
            <p:cNvSpPr>
              <a:spLocks noChangeShapeType="1"/>
            </p:cNvSpPr>
            <p:nvPr/>
          </p:nvSpPr>
          <p:spPr bwMode="auto">
            <a:xfrm>
              <a:off x="7491461" y="283691"/>
              <a:ext cx="0" cy="5921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23" name="Line 18"/>
            <p:cNvSpPr>
              <a:spLocks noChangeShapeType="1"/>
            </p:cNvSpPr>
            <p:nvPr/>
          </p:nvSpPr>
          <p:spPr bwMode="auto">
            <a:xfrm>
              <a:off x="8783140" y="283691"/>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24" name="Line 20"/>
            <p:cNvSpPr>
              <a:spLocks noChangeShapeType="1"/>
            </p:cNvSpPr>
            <p:nvPr/>
          </p:nvSpPr>
          <p:spPr bwMode="auto">
            <a:xfrm flipV="1">
              <a:off x="7493048" y="577380"/>
              <a:ext cx="128587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25" name="Rectangle 21"/>
            <p:cNvSpPr>
              <a:spLocks noChangeArrowheads="1"/>
            </p:cNvSpPr>
            <p:nvPr/>
          </p:nvSpPr>
          <p:spPr bwMode="auto">
            <a:xfrm>
              <a:off x="7735936" y="210840"/>
              <a:ext cx="111921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i="1">
                <a:solidFill>
                  <a:srgbClr val="000000"/>
                </a:solidFill>
                <a:ea typeface="宋体" panose="02010600030101010101" pitchFamily="2" charset="-122"/>
                <a:cs typeface="Times New Roman" panose="02020603050405020304" pitchFamily="18" charset="0"/>
              </a:endParaRPr>
            </a:p>
          </p:txBody>
        </p:sp>
        <p:sp>
          <p:nvSpPr>
            <p:cNvPr id="138326" name="Line 22"/>
            <p:cNvSpPr>
              <a:spLocks noChangeShapeType="1"/>
            </p:cNvSpPr>
            <p:nvPr/>
          </p:nvSpPr>
          <p:spPr bwMode="auto">
            <a:xfrm>
              <a:off x="7504162" y="283691"/>
              <a:ext cx="12541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27" name="Line 24"/>
            <p:cNvSpPr>
              <a:spLocks noChangeShapeType="1"/>
            </p:cNvSpPr>
            <p:nvPr/>
          </p:nvSpPr>
          <p:spPr bwMode="auto">
            <a:xfrm flipH="1">
              <a:off x="7775028" y="286867"/>
              <a:ext cx="0" cy="6032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28" name="Line 18"/>
            <p:cNvSpPr>
              <a:spLocks noChangeShapeType="1"/>
            </p:cNvSpPr>
            <p:nvPr/>
          </p:nvSpPr>
          <p:spPr bwMode="auto">
            <a:xfrm>
              <a:off x="8495108" y="286345"/>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29" name="Line 103"/>
            <p:cNvSpPr>
              <a:spLocks noChangeShapeType="1"/>
            </p:cNvSpPr>
            <p:nvPr/>
          </p:nvSpPr>
          <p:spPr bwMode="auto">
            <a:xfrm flipH="1" flipV="1">
              <a:off x="6678686" y="480117"/>
              <a:ext cx="968525" cy="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38330" name="Line 51"/>
            <p:cNvSpPr>
              <a:spLocks noChangeShapeType="1"/>
            </p:cNvSpPr>
            <p:nvPr/>
          </p:nvSpPr>
          <p:spPr bwMode="auto">
            <a:xfrm>
              <a:off x="6684144" y="480116"/>
              <a:ext cx="12946" cy="877271"/>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94" name="Rectangle 3"/>
          <p:cNvSpPr txBox="1">
            <a:spLocks noChangeArrowheads="1"/>
          </p:cNvSpPr>
          <p:nvPr/>
        </p:nvSpPr>
        <p:spPr bwMode="auto">
          <a:xfrm>
            <a:off x="1729317" y="95251"/>
            <a:ext cx="331046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indent="-361942" algn="just" defTabSz="1219170" fontAlgn="base">
              <a:lnSpc>
                <a:spcPts val="1867"/>
              </a:lnSpc>
              <a:spcBef>
                <a:spcPct val="12000"/>
              </a:spcBef>
              <a:spcAft>
                <a:spcPct val="0"/>
              </a:spcAft>
              <a:buClr>
                <a:srgbClr val="3333CC"/>
              </a:buClr>
              <a:buNone/>
              <a:defRPr/>
            </a:pPr>
            <a:r>
              <a:rPr lang="en-US" altLang="zh-CN" b="1" i="1" dirty="0">
                <a:solidFill>
                  <a:srgbClr val="0000FF"/>
                </a:solidFill>
                <a:latin typeface="Times New Roman" panose="02020603050405020304" pitchFamily="18" charset="0"/>
                <a:ea typeface="楷体_GB2312" pitchFamily="49" charset="-122"/>
              </a:rPr>
              <a:t>program</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i="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[11]; </a:t>
            </a:r>
            <a:r>
              <a:rPr lang="en-US" altLang="zh-CN" b="1" i="1" dirty="0">
                <a:solidFill>
                  <a:prstClr val="black"/>
                </a:solidFill>
                <a:latin typeface="Times New Roman" panose="02020603050405020304" pitchFamily="18" charset="0"/>
                <a:ea typeface="楷体_GB2312" pitchFamily="49" charset="-122"/>
              </a:rPr>
              <a:t>x</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exchange</a:t>
            </a:r>
            <a:r>
              <a:rPr lang="en-US" altLang="zh-CN" b="1" dirty="0">
                <a:solidFill>
                  <a:prstClr val="black"/>
                </a:solidFill>
                <a:latin typeface="Times New Roman" panose="02020603050405020304" pitchFamily="18" charset="0"/>
                <a:ea typeface="楷体_GB2312" pitchFamily="49" charset="-122"/>
              </a:rPr>
              <a:t>; {…}</a:t>
            </a:r>
            <a:endParaRPr lang="zh-CN" altLang="en-US" b="1" dirty="0">
              <a:solidFill>
                <a:srgbClr val="073E87"/>
              </a:solidFill>
              <a:latin typeface="Times New Roman" panose="02020603050405020304" pitchFamily="18" charset="0"/>
              <a:ea typeface="楷体_GB2312" pitchFamily="49" charset="-122"/>
            </a:endParaRP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k</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func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j</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p:txBody>
      </p:sp>
      <p:grpSp>
        <p:nvGrpSpPr>
          <p:cNvPr id="138248" name="组合 5"/>
          <p:cNvGrpSpPr>
            <a:grpSpLocks/>
          </p:cNvGrpSpPr>
          <p:nvPr/>
        </p:nvGrpSpPr>
        <p:grpSpPr bwMode="auto">
          <a:xfrm>
            <a:off x="6760634" y="105834"/>
            <a:ext cx="2023533" cy="1293284"/>
            <a:chOff x="5069755" y="79300"/>
            <a:chExt cx="1518468" cy="970576"/>
          </a:xfrm>
        </p:grpSpPr>
        <p:sp>
          <p:nvSpPr>
            <p:cNvPr id="138312" name="Rectangle 78"/>
            <p:cNvSpPr>
              <a:spLocks noChangeArrowheads="1"/>
            </p:cNvSpPr>
            <p:nvPr/>
          </p:nvSpPr>
          <p:spPr bwMode="auto">
            <a:xfrm>
              <a:off x="5573811" y="79300"/>
              <a:ext cx="101441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r>
                <a:rPr lang="zh-CN" altLang="en-US" sz="2800" i="1">
                  <a:solidFill>
                    <a:srgbClr val="000000"/>
                  </a:solidFill>
                  <a:ea typeface="宋体" panose="02010600030101010101" pitchFamily="2" charset="-122"/>
                  <a:cs typeface="Times New Roman" panose="02020603050405020304" pitchFamily="18" charset="0"/>
                </a:rPr>
                <a:t>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38313" name="Line 30"/>
            <p:cNvSpPr>
              <a:spLocks noChangeShapeType="1"/>
            </p:cNvSpPr>
            <p:nvPr/>
          </p:nvSpPr>
          <p:spPr bwMode="auto">
            <a:xfrm>
              <a:off x="5175270" y="149876"/>
              <a:ext cx="0" cy="9000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14" name="Line 37"/>
            <p:cNvSpPr>
              <a:spLocks noChangeShapeType="1"/>
            </p:cNvSpPr>
            <p:nvPr/>
          </p:nvSpPr>
          <p:spPr bwMode="auto">
            <a:xfrm flipV="1">
              <a:off x="5166098" y="452784"/>
              <a:ext cx="14158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15" name="Rectangle 39"/>
            <p:cNvSpPr>
              <a:spLocks noChangeArrowheads="1"/>
            </p:cNvSpPr>
            <p:nvPr/>
          </p:nvSpPr>
          <p:spPr bwMode="auto">
            <a:xfrm>
              <a:off x="5069755" y="112637"/>
              <a:ext cx="51593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nil</a:t>
              </a:r>
              <a:endParaRPr lang="zh-CN" altLang="en-US" sz="2400" i="1">
                <a:solidFill>
                  <a:srgbClr val="000000"/>
                </a:solidFill>
                <a:ea typeface="宋体" panose="02010600030101010101" pitchFamily="2" charset="-122"/>
                <a:cs typeface="Times New Roman" panose="02020603050405020304" pitchFamily="18" charset="0"/>
              </a:endParaRPr>
            </a:p>
          </p:txBody>
        </p:sp>
        <p:sp>
          <p:nvSpPr>
            <p:cNvPr id="138316" name="Line 41"/>
            <p:cNvSpPr>
              <a:spLocks noChangeShapeType="1"/>
            </p:cNvSpPr>
            <p:nvPr/>
          </p:nvSpPr>
          <p:spPr bwMode="auto">
            <a:xfrm>
              <a:off x="5175622" y="165025"/>
              <a:ext cx="140000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17" name="Line 42"/>
            <p:cNvSpPr>
              <a:spLocks noChangeShapeType="1"/>
            </p:cNvSpPr>
            <p:nvPr/>
          </p:nvSpPr>
          <p:spPr bwMode="auto">
            <a:xfrm>
              <a:off x="5573811" y="180900"/>
              <a:ext cx="0"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18" name="Line 43"/>
            <p:cNvSpPr>
              <a:spLocks noChangeShapeType="1"/>
            </p:cNvSpPr>
            <p:nvPr/>
          </p:nvSpPr>
          <p:spPr bwMode="auto">
            <a:xfrm>
              <a:off x="5573811" y="471412"/>
              <a:ext cx="0" cy="5762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19" name="Line 44"/>
            <p:cNvSpPr>
              <a:spLocks noChangeShapeType="1"/>
            </p:cNvSpPr>
            <p:nvPr/>
          </p:nvSpPr>
          <p:spPr bwMode="auto">
            <a:xfrm>
              <a:off x="6318882" y="161552"/>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20" name="Line 44"/>
            <p:cNvSpPr>
              <a:spLocks noChangeShapeType="1"/>
            </p:cNvSpPr>
            <p:nvPr/>
          </p:nvSpPr>
          <p:spPr bwMode="auto">
            <a:xfrm>
              <a:off x="6581923" y="164231"/>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38249" name="组合 180235"/>
          <p:cNvGrpSpPr>
            <a:grpSpLocks/>
          </p:cNvGrpSpPr>
          <p:nvPr/>
        </p:nvGrpSpPr>
        <p:grpSpPr bwMode="auto">
          <a:xfrm>
            <a:off x="5088467" y="-19050"/>
            <a:ext cx="1775884" cy="2199217"/>
            <a:chOff x="3816350" y="-15044"/>
            <a:chExt cx="1331714" cy="1649918"/>
          </a:xfrm>
        </p:grpSpPr>
        <p:sp>
          <p:nvSpPr>
            <p:cNvPr id="138304" name="Line 16"/>
            <p:cNvSpPr>
              <a:spLocks noChangeShapeType="1"/>
            </p:cNvSpPr>
            <p:nvPr/>
          </p:nvSpPr>
          <p:spPr bwMode="auto">
            <a:xfrm>
              <a:off x="3908022"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05" name="Line 18"/>
            <p:cNvSpPr>
              <a:spLocks noChangeShapeType="1"/>
            </p:cNvSpPr>
            <p:nvPr/>
          </p:nvSpPr>
          <p:spPr bwMode="auto">
            <a:xfrm flipH="1" flipV="1">
              <a:off x="4355976"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06" name="Line 19"/>
            <p:cNvSpPr>
              <a:spLocks noChangeShapeType="1"/>
            </p:cNvSpPr>
            <p:nvPr/>
          </p:nvSpPr>
          <p:spPr bwMode="auto">
            <a:xfrm>
              <a:off x="4484086"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07" name="Line 20"/>
            <p:cNvSpPr>
              <a:spLocks noChangeShapeType="1"/>
            </p:cNvSpPr>
            <p:nvPr/>
          </p:nvSpPr>
          <p:spPr bwMode="auto">
            <a:xfrm>
              <a:off x="4491924" y="339502"/>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08" name="Line 21"/>
            <p:cNvSpPr>
              <a:spLocks noChangeShapeType="1"/>
            </p:cNvSpPr>
            <p:nvPr/>
          </p:nvSpPr>
          <p:spPr bwMode="auto">
            <a:xfrm flipH="1" flipV="1">
              <a:off x="4771399"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309" name="Text Box 22"/>
            <p:cNvSpPr txBox="1">
              <a:spLocks noChangeArrowheads="1"/>
            </p:cNvSpPr>
            <p:nvPr/>
          </p:nvSpPr>
          <p:spPr bwMode="auto">
            <a:xfrm>
              <a:off x="3816350" y="-15044"/>
              <a:ext cx="755650"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offset</a:t>
              </a:r>
            </a:p>
          </p:txBody>
        </p:sp>
        <p:sp>
          <p:nvSpPr>
            <p:cNvPr id="138310" name="Text Box 26"/>
            <p:cNvSpPr txBox="1">
              <a:spLocks noChangeArrowheads="1"/>
            </p:cNvSpPr>
            <p:nvPr/>
          </p:nvSpPr>
          <p:spPr bwMode="auto">
            <a:xfrm>
              <a:off x="4390827" y="-3398"/>
              <a:ext cx="757237"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tblptr</a:t>
              </a:r>
            </a:p>
          </p:txBody>
        </p:sp>
        <p:sp>
          <p:nvSpPr>
            <p:cNvPr id="138311" name="Line 20"/>
            <p:cNvSpPr>
              <a:spLocks noChangeShapeType="1"/>
            </p:cNvSpPr>
            <p:nvPr/>
          </p:nvSpPr>
          <p:spPr bwMode="auto">
            <a:xfrm flipV="1">
              <a:off x="3908022" y="334865"/>
              <a:ext cx="434883" cy="46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38250" name="Line 20"/>
          <p:cNvSpPr>
            <a:spLocks noChangeShapeType="1"/>
          </p:cNvSpPr>
          <p:nvPr/>
        </p:nvSpPr>
        <p:spPr bwMode="auto">
          <a:xfrm flipV="1">
            <a:off x="1729318" y="357717"/>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51" name="Line 20"/>
          <p:cNvSpPr>
            <a:spLocks noChangeShapeType="1"/>
          </p:cNvSpPr>
          <p:nvPr/>
        </p:nvSpPr>
        <p:spPr bwMode="auto">
          <a:xfrm flipV="1">
            <a:off x="2178051" y="698500"/>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38252" name="组合 180224"/>
          <p:cNvGrpSpPr>
            <a:grpSpLocks/>
          </p:cNvGrpSpPr>
          <p:nvPr/>
        </p:nvGrpSpPr>
        <p:grpSpPr bwMode="auto">
          <a:xfrm>
            <a:off x="6508751" y="2186517"/>
            <a:ext cx="2717800" cy="482600"/>
            <a:chOff x="4880918" y="1639665"/>
            <a:chExt cx="2038349" cy="361950"/>
          </a:xfrm>
        </p:grpSpPr>
        <p:sp>
          <p:nvSpPr>
            <p:cNvPr id="138302" name="Rectangle 25"/>
            <p:cNvSpPr>
              <a:spLocks noChangeArrowheads="1"/>
            </p:cNvSpPr>
            <p:nvPr/>
          </p:nvSpPr>
          <p:spPr bwMode="auto">
            <a:xfrm>
              <a:off x="4880918" y="1639665"/>
              <a:ext cx="2038349"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a                </a:t>
              </a:r>
              <a:r>
                <a:rPr lang="en-US" altLang="zh-CN" sz="2400">
                  <a:solidFill>
                    <a:srgbClr val="000000"/>
                  </a:solidFill>
                  <a:ea typeface="宋体" panose="02010600030101010101" pitchFamily="2" charset="-122"/>
                  <a:cs typeface="Times New Roman" panose="02020603050405020304" pitchFamily="18" charset="0"/>
                </a:rPr>
                <a:t>array  0</a:t>
              </a:r>
            </a:p>
          </p:txBody>
        </p:sp>
        <p:sp>
          <p:nvSpPr>
            <p:cNvPr id="138303" name="Line 8"/>
            <p:cNvSpPr>
              <a:spLocks noChangeShapeType="1"/>
            </p:cNvSpPr>
            <p:nvPr/>
          </p:nvSpPr>
          <p:spPr bwMode="auto">
            <a:xfrm>
              <a:off x="4898381" y="1990502"/>
              <a:ext cx="2020886"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38254" name="组合 180236"/>
          <p:cNvGrpSpPr>
            <a:grpSpLocks/>
          </p:cNvGrpSpPr>
          <p:nvPr/>
        </p:nvGrpSpPr>
        <p:grpSpPr bwMode="auto">
          <a:xfrm>
            <a:off x="5217585" y="414868"/>
            <a:ext cx="1689100" cy="421217"/>
            <a:chOff x="3913756" y="310816"/>
            <a:chExt cx="1266106" cy="316804"/>
          </a:xfrm>
        </p:grpSpPr>
        <p:sp>
          <p:nvSpPr>
            <p:cNvPr id="138299" name="Line 20"/>
            <p:cNvSpPr>
              <a:spLocks noChangeShapeType="1"/>
            </p:cNvSpPr>
            <p:nvPr/>
          </p:nvSpPr>
          <p:spPr bwMode="auto">
            <a:xfrm>
              <a:off x="4499992" y="620241"/>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24" name="直接箭头连接符 123"/>
            <p:cNvCxnSpPr/>
            <p:nvPr/>
          </p:nvCxnSpPr>
          <p:spPr>
            <a:xfrm flipV="1">
              <a:off x="4616619" y="310816"/>
              <a:ext cx="563243" cy="165566"/>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1" name="矩形 150"/>
            <p:cNvSpPr/>
            <p:nvPr/>
          </p:nvSpPr>
          <p:spPr>
            <a:xfrm>
              <a:off x="3913756" y="334696"/>
              <a:ext cx="439487" cy="29292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grpSp>
        <p:nvGrpSpPr>
          <p:cNvPr id="138255" name="组合 180238"/>
          <p:cNvGrpSpPr>
            <a:grpSpLocks/>
          </p:cNvGrpSpPr>
          <p:nvPr/>
        </p:nvGrpSpPr>
        <p:grpSpPr bwMode="auto">
          <a:xfrm>
            <a:off x="5211233" y="848785"/>
            <a:ext cx="1320800" cy="1026583"/>
            <a:chOff x="3907724" y="637094"/>
            <a:chExt cx="990625" cy="769481"/>
          </a:xfrm>
        </p:grpSpPr>
        <p:sp>
          <p:nvSpPr>
            <p:cNvPr id="138296" name="Line 20"/>
            <p:cNvSpPr>
              <a:spLocks noChangeShapeType="1"/>
            </p:cNvSpPr>
            <p:nvPr/>
          </p:nvSpPr>
          <p:spPr bwMode="auto">
            <a:xfrm>
              <a:off x="4499992" y="926397"/>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33" name="直接箭头连接符 132"/>
            <p:cNvCxnSpPr/>
            <p:nvPr/>
          </p:nvCxnSpPr>
          <p:spPr>
            <a:xfrm>
              <a:off x="4617355" y="771951"/>
              <a:ext cx="280994" cy="634624"/>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3907724" y="637094"/>
              <a:ext cx="439749" cy="29192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sp>
        <p:nvSpPr>
          <p:cNvPr id="180232" name="矩形 180231"/>
          <p:cNvSpPr/>
          <p:nvPr/>
        </p:nvSpPr>
        <p:spPr>
          <a:xfrm>
            <a:off x="5221818" y="829733"/>
            <a:ext cx="586316" cy="39158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38257" name="组合 180240"/>
          <p:cNvGrpSpPr>
            <a:grpSpLocks/>
          </p:cNvGrpSpPr>
          <p:nvPr/>
        </p:nvGrpSpPr>
        <p:grpSpPr bwMode="auto">
          <a:xfrm>
            <a:off x="6529918" y="2590800"/>
            <a:ext cx="2762249" cy="484717"/>
            <a:chOff x="4897836" y="1942382"/>
            <a:chExt cx="2070694" cy="363537"/>
          </a:xfrm>
        </p:grpSpPr>
        <p:sp>
          <p:nvSpPr>
            <p:cNvPr id="138294" name="Line 7"/>
            <p:cNvSpPr>
              <a:spLocks noChangeShapeType="1"/>
            </p:cNvSpPr>
            <p:nvPr/>
          </p:nvSpPr>
          <p:spPr bwMode="auto">
            <a:xfrm flipV="1">
              <a:off x="4899968" y="2281016"/>
              <a:ext cx="1978025"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95" name="Rectangle 26"/>
            <p:cNvSpPr>
              <a:spLocks noChangeArrowheads="1"/>
            </p:cNvSpPr>
            <p:nvPr/>
          </p:nvSpPr>
          <p:spPr bwMode="auto">
            <a:xfrm>
              <a:off x="4897836" y="1942382"/>
              <a:ext cx="2070694"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x                 </a:t>
              </a:r>
              <a:r>
                <a:rPr lang="en-US" altLang="zh-CN" sz="2400">
                  <a:solidFill>
                    <a:srgbClr val="000000"/>
                  </a:solidFill>
                  <a:ea typeface="宋体" panose="02010600030101010101" pitchFamily="2" charset="-122"/>
                  <a:cs typeface="Times New Roman" panose="02020603050405020304" pitchFamily="18" charset="0"/>
                </a:rPr>
                <a:t>int     44</a:t>
              </a:r>
            </a:p>
          </p:txBody>
        </p:sp>
      </p:grpSp>
      <p:sp>
        <p:nvSpPr>
          <p:cNvPr id="138258" name="Line 20"/>
          <p:cNvSpPr>
            <a:spLocks noChangeShapeType="1"/>
          </p:cNvSpPr>
          <p:nvPr/>
        </p:nvSpPr>
        <p:spPr bwMode="auto">
          <a:xfrm>
            <a:off x="2178051" y="933451"/>
            <a:ext cx="190288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59" name="Line 20"/>
          <p:cNvSpPr>
            <a:spLocks noChangeShapeType="1"/>
          </p:cNvSpPr>
          <p:nvPr/>
        </p:nvSpPr>
        <p:spPr bwMode="auto">
          <a:xfrm flipV="1">
            <a:off x="2381251" y="1229784"/>
            <a:ext cx="11239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38260" name="组合 180243"/>
          <p:cNvGrpSpPr>
            <a:grpSpLocks/>
          </p:cNvGrpSpPr>
          <p:nvPr/>
        </p:nvGrpSpPr>
        <p:grpSpPr bwMode="auto">
          <a:xfrm>
            <a:off x="10005485" y="719667"/>
            <a:ext cx="1653116" cy="482600"/>
            <a:chOff x="7504161" y="539279"/>
            <a:chExt cx="1239492" cy="361950"/>
          </a:xfrm>
        </p:grpSpPr>
        <p:sp>
          <p:nvSpPr>
            <p:cNvPr id="138292" name="Line 19"/>
            <p:cNvSpPr>
              <a:spLocks noChangeShapeType="1"/>
            </p:cNvSpPr>
            <p:nvPr/>
          </p:nvSpPr>
          <p:spPr bwMode="auto">
            <a:xfrm flipV="1">
              <a:off x="7504161" y="875829"/>
              <a:ext cx="122837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93" name="Rectangle 40"/>
            <p:cNvSpPr>
              <a:spLocks noChangeArrowheads="1"/>
            </p:cNvSpPr>
            <p:nvPr/>
          </p:nvSpPr>
          <p:spPr bwMode="auto">
            <a:xfrm>
              <a:off x="7523211" y="539279"/>
              <a:ext cx="122044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grpSp>
      <p:sp>
        <p:nvSpPr>
          <p:cNvPr id="138261" name="Line 20"/>
          <p:cNvSpPr>
            <a:spLocks noChangeShapeType="1"/>
          </p:cNvSpPr>
          <p:nvPr/>
        </p:nvSpPr>
        <p:spPr bwMode="auto">
          <a:xfrm flipV="1">
            <a:off x="3697817" y="1221317"/>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矩形 177"/>
          <p:cNvSpPr/>
          <p:nvPr/>
        </p:nvSpPr>
        <p:spPr>
          <a:xfrm>
            <a:off x="11345334" y="397933"/>
            <a:ext cx="361951"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38263" name="组合 180244"/>
          <p:cNvGrpSpPr>
            <a:grpSpLocks/>
          </p:cNvGrpSpPr>
          <p:nvPr/>
        </p:nvGrpSpPr>
        <p:grpSpPr bwMode="auto">
          <a:xfrm>
            <a:off x="6500113" y="986367"/>
            <a:ext cx="3503254" cy="2423584"/>
            <a:chOff x="4874568" y="739181"/>
            <a:chExt cx="2628378" cy="1818058"/>
          </a:xfrm>
        </p:grpSpPr>
        <p:sp>
          <p:nvSpPr>
            <p:cNvPr id="84" name="Line 95"/>
            <p:cNvSpPr>
              <a:spLocks noChangeShapeType="1"/>
            </p:cNvSpPr>
            <p:nvPr/>
          </p:nvSpPr>
          <p:spPr bwMode="auto">
            <a:xfrm>
              <a:off x="7018586" y="739181"/>
              <a:ext cx="3176" cy="1722789"/>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86" name="Line 43"/>
            <p:cNvSpPr>
              <a:spLocks noChangeShapeType="1"/>
            </p:cNvSpPr>
            <p:nvPr/>
          </p:nvSpPr>
          <p:spPr bwMode="auto">
            <a:xfrm>
              <a:off x="7031291" y="750296"/>
              <a:ext cx="471655"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8290" name="Line 6"/>
            <p:cNvSpPr>
              <a:spLocks noChangeShapeType="1"/>
            </p:cNvSpPr>
            <p:nvPr/>
          </p:nvSpPr>
          <p:spPr bwMode="auto">
            <a:xfrm flipV="1">
              <a:off x="4874568" y="2557239"/>
              <a:ext cx="19865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87" name="Line 20"/>
          <p:cNvSpPr>
            <a:spLocks noChangeShapeType="1"/>
          </p:cNvSpPr>
          <p:nvPr/>
        </p:nvSpPr>
        <p:spPr bwMode="auto">
          <a:xfrm>
            <a:off x="2159001" y="1509184"/>
            <a:ext cx="190288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2" name="组合 1"/>
          <p:cNvGrpSpPr>
            <a:grpSpLocks/>
          </p:cNvGrpSpPr>
          <p:nvPr/>
        </p:nvGrpSpPr>
        <p:grpSpPr bwMode="auto">
          <a:xfrm>
            <a:off x="9148233" y="1191685"/>
            <a:ext cx="2635251" cy="969433"/>
            <a:chOff x="6861077" y="893664"/>
            <a:chExt cx="1976561" cy="727596"/>
          </a:xfrm>
        </p:grpSpPr>
        <p:sp>
          <p:nvSpPr>
            <p:cNvPr id="138279" name="Rectangle 31"/>
            <p:cNvSpPr>
              <a:spLocks noChangeArrowheads="1"/>
            </p:cNvSpPr>
            <p:nvPr/>
          </p:nvSpPr>
          <p:spPr bwMode="auto">
            <a:xfrm>
              <a:off x="7566050" y="893664"/>
              <a:ext cx="1271588" cy="40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exchange</a:t>
              </a:r>
            </a:p>
          </p:txBody>
        </p:sp>
        <p:sp>
          <p:nvSpPr>
            <p:cNvPr id="138280" name="Line 32"/>
            <p:cNvSpPr>
              <a:spLocks noChangeShapeType="1"/>
            </p:cNvSpPr>
            <p:nvPr/>
          </p:nvSpPr>
          <p:spPr bwMode="auto">
            <a:xfrm>
              <a:off x="7486725" y="1298998"/>
              <a:ext cx="0" cy="292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81" name="Line 33"/>
            <p:cNvSpPr>
              <a:spLocks noChangeShapeType="1"/>
            </p:cNvSpPr>
            <p:nvPr/>
          </p:nvSpPr>
          <p:spPr bwMode="auto">
            <a:xfrm>
              <a:off x="8718178" y="1298998"/>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82" name="Line 34"/>
            <p:cNvSpPr>
              <a:spLocks noChangeShapeType="1"/>
            </p:cNvSpPr>
            <p:nvPr/>
          </p:nvSpPr>
          <p:spPr bwMode="auto">
            <a:xfrm>
              <a:off x="7488312" y="1608559"/>
              <a:ext cx="119538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83" name="Rectangle 35"/>
            <p:cNvSpPr>
              <a:spLocks noChangeArrowheads="1"/>
            </p:cNvSpPr>
            <p:nvPr/>
          </p:nvSpPr>
          <p:spPr bwMode="auto">
            <a:xfrm>
              <a:off x="7710066" y="1246610"/>
              <a:ext cx="107840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38284" name="Line 36"/>
            <p:cNvSpPr>
              <a:spLocks noChangeShapeType="1"/>
            </p:cNvSpPr>
            <p:nvPr/>
          </p:nvSpPr>
          <p:spPr bwMode="auto">
            <a:xfrm flipV="1">
              <a:off x="7501013" y="1297409"/>
              <a:ext cx="1217166" cy="15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85" name="Line 37"/>
            <p:cNvSpPr>
              <a:spLocks noChangeShapeType="1"/>
            </p:cNvSpPr>
            <p:nvPr/>
          </p:nvSpPr>
          <p:spPr bwMode="auto">
            <a:xfrm>
              <a:off x="7710066" y="1313285"/>
              <a:ext cx="0" cy="2841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86" name="Line 33"/>
            <p:cNvSpPr>
              <a:spLocks noChangeShapeType="1"/>
            </p:cNvSpPr>
            <p:nvPr/>
          </p:nvSpPr>
          <p:spPr bwMode="auto">
            <a:xfrm>
              <a:off x="8502154" y="1294235"/>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87" name="Line 51"/>
            <p:cNvSpPr>
              <a:spLocks noChangeShapeType="1"/>
            </p:cNvSpPr>
            <p:nvPr/>
          </p:nvSpPr>
          <p:spPr bwMode="auto">
            <a:xfrm flipH="1">
              <a:off x="6861077" y="1533301"/>
              <a:ext cx="736822"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38276" name="Line 20"/>
          <p:cNvSpPr>
            <a:spLocks noChangeShapeType="1"/>
          </p:cNvSpPr>
          <p:nvPr/>
        </p:nvSpPr>
        <p:spPr bwMode="auto">
          <a:xfrm>
            <a:off x="6013950" y="1594526"/>
            <a:ext cx="37258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18" name="直接箭头连接符 117"/>
          <p:cNvCxnSpPr/>
          <p:nvPr/>
        </p:nvCxnSpPr>
        <p:spPr bwMode="auto">
          <a:xfrm>
            <a:off x="6170084" y="1403352"/>
            <a:ext cx="3812116" cy="258233"/>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19" name="矩形 118"/>
          <p:cNvSpPr/>
          <p:nvPr/>
        </p:nvSpPr>
        <p:spPr bwMode="auto">
          <a:xfrm>
            <a:off x="5232400" y="1214968"/>
            <a:ext cx="586317" cy="38946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20" name="Line 20"/>
          <p:cNvSpPr>
            <a:spLocks noChangeShapeType="1"/>
          </p:cNvSpPr>
          <p:nvPr/>
        </p:nvSpPr>
        <p:spPr bwMode="auto">
          <a:xfrm flipV="1">
            <a:off x="4210051" y="1509184"/>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 name="矩形 121"/>
          <p:cNvSpPr/>
          <p:nvPr/>
        </p:nvSpPr>
        <p:spPr>
          <a:xfrm>
            <a:off x="11347451" y="1737784"/>
            <a:ext cx="317500"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 name="组合 3"/>
          <p:cNvGrpSpPr>
            <a:grpSpLocks/>
          </p:cNvGrpSpPr>
          <p:nvPr/>
        </p:nvGrpSpPr>
        <p:grpSpPr bwMode="auto">
          <a:xfrm>
            <a:off x="6502205" y="1898651"/>
            <a:ext cx="3382630" cy="1933284"/>
            <a:chOff x="4876135" y="1423765"/>
            <a:chExt cx="2537488" cy="1449963"/>
          </a:xfrm>
        </p:grpSpPr>
        <p:sp>
          <p:nvSpPr>
            <p:cNvPr id="138271" name="Line 5"/>
            <p:cNvSpPr>
              <a:spLocks noChangeShapeType="1"/>
            </p:cNvSpPr>
            <p:nvPr/>
          </p:nvSpPr>
          <p:spPr bwMode="auto">
            <a:xfrm>
              <a:off x="4887268" y="2846735"/>
              <a:ext cx="19738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8272" name="Rectangle 39"/>
            <p:cNvSpPr>
              <a:spLocks noChangeArrowheads="1"/>
            </p:cNvSpPr>
            <p:nvPr/>
          </p:nvSpPr>
          <p:spPr bwMode="auto">
            <a:xfrm>
              <a:off x="4876135" y="2510190"/>
              <a:ext cx="182192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exchange   proc</a:t>
              </a:r>
            </a:p>
          </p:txBody>
        </p:sp>
        <p:sp>
          <p:nvSpPr>
            <p:cNvPr id="130" name="Line 103"/>
            <p:cNvSpPr>
              <a:spLocks noChangeShapeType="1"/>
            </p:cNvSpPr>
            <p:nvPr/>
          </p:nvSpPr>
          <p:spPr bwMode="auto">
            <a:xfrm flipH="1">
              <a:off x="6753089" y="2738215"/>
              <a:ext cx="374726"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1" name="Line 95"/>
            <p:cNvSpPr>
              <a:spLocks noChangeShapeType="1"/>
            </p:cNvSpPr>
            <p:nvPr/>
          </p:nvSpPr>
          <p:spPr bwMode="auto">
            <a:xfrm flipH="1">
              <a:off x="7150044" y="1423765"/>
              <a:ext cx="0" cy="1330325"/>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2" name="Line 43"/>
            <p:cNvSpPr>
              <a:spLocks noChangeShapeType="1"/>
            </p:cNvSpPr>
            <p:nvPr/>
          </p:nvSpPr>
          <p:spPr bwMode="auto">
            <a:xfrm flipV="1">
              <a:off x="7129403" y="1436465"/>
              <a:ext cx="284220"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02" name="矩形 101"/>
          <p:cNvSpPr/>
          <p:nvPr/>
        </p:nvSpPr>
        <p:spPr>
          <a:xfrm>
            <a:off x="5232400" y="857251"/>
            <a:ext cx="586317" cy="39158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03" name="Rectangle 28">
            <a:extLst>
              <a:ext uri="{FF2B5EF4-FFF2-40B4-BE49-F238E27FC236}">
                <a16:creationId xmlns:a16="http://schemas.microsoft.com/office/drawing/2014/main" id="{6B74D9CA-A5DD-40F5-8016-4A7FCECB5FE8}"/>
              </a:ext>
            </a:extLst>
          </p:cNvPr>
          <p:cNvSpPr>
            <a:spLocks noChangeArrowheads="1"/>
          </p:cNvSpPr>
          <p:nvPr/>
        </p:nvSpPr>
        <p:spPr bwMode="auto">
          <a:xfrm>
            <a:off x="6483351" y="2970349"/>
            <a:ext cx="2385779" cy="48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err="1">
                <a:solidFill>
                  <a:srgbClr val="000000"/>
                </a:solidFill>
                <a:ea typeface="宋体" panose="02010600030101010101" pitchFamily="2" charset="-122"/>
                <a:cs typeface="Times New Roman" panose="02020603050405020304" pitchFamily="18" charset="0"/>
              </a:rPr>
              <a:t>readarray</a:t>
            </a:r>
            <a:r>
              <a:rPr lang="en-US" altLang="zh-CN" sz="2400" i="1" dirty="0">
                <a:solidFill>
                  <a:srgbClr val="000000"/>
                </a:solidFill>
                <a:ea typeface="宋体" panose="02010600030101010101" pitchFamily="2" charset="-122"/>
                <a:cs typeface="Times New Roman" panose="02020603050405020304" pitchFamily="18" charset="0"/>
              </a:rPr>
              <a:t>   proc</a:t>
            </a:r>
          </a:p>
        </p:txBody>
      </p:sp>
      <p:sp>
        <p:nvSpPr>
          <p:cNvPr id="104" name="Line 20">
            <a:extLst>
              <a:ext uri="{FF2B5EF4-FFF2-40B4-BE49-F238E27FC236}">
                <a16:creationId xmlns:a16="http://schemas.microsoft.com/office/drawing/2014/main" id="{80F22A50-02BD-4157-A384-06AC59592EF4}"/>
              </a:ext>
            </a:extLst>
          </p:cNvPr>
          <p:cNvSpPr>
            <a:spLocks noChangeShapeType="1"/>
          </p:cNvSpPr>
          <p:nvPr/>
        </p:nvSpPr>
        <p:spPr bwMode="auto">
          <a:xfrm>
            <a:off x="3977218" y="693698"/>
            <a:ext cx="503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p:cTn id="7" dur="500" fill="hold"/>
                                        <p:tgtEl>
                                          <p:spTgt spid="87"/>
                                        </p:tgtEl>
                                        <p:attrNameLst>
                                          <p:attrName>ppt_w</p:attrName>
                                        </p:attrNameLst>
                                      </p:cBhvr>
                                      <p:tavLst>
                                        <p:tav tm="0">
                                          <p:val>
                                            <p:fltVal val="0"/>
                                          </p:val>
                                        </p:tav>
                                        <p:tav tm="100000">
                                          <p:val>
                                            <p:strVal val="#ppt_w"/>
                                          </p:val>
                                        </p:tav>
                                      </p:tavLst>
                                    </p:anim>
                                    <p:anim calcmode="lin" valueType="num">
                                      <p:cBhvr>
                                        <p:cTn id="8" dur="500" fill="hold"/>
                                        <p:tgtEl>
                                          <p:spTgt spid="87"/>
                                        </p:tgtEl>
                                        <p:attrNameLst>
                                          <p:attrName>ppt_h</p:attrName>
                                        </p:attrNameLst>
                                      </p:cBhvr>
                                      <p:tavLst>
                                        <p:tav tm="0">
                                          <p:val>
                                            <p:fltVal val="0"/>
                                          </p:val>
                                        </p:tav>
                                        <p:tav tm="100000">
                                          <p:val>
                                            <p:strVal val="#ppt_h"/>
                                          </p:val>
                                        </p:tav>
                                      </p:tavLst>
                                    </p:anim>
                                    <p:animEffect transition="in" filter="fade">
                                      <p:cBhvr>
                                        <p:cTn id="9" dur="500"/>
                                        <p:tgtEl>
                                          <p:spTgt spid="87"/>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 calcmode="lin" valueType="num">
                                      <p:cBhvr>
                                        <p:cTn id="14" dur="500" fill="hold"/>
                                        <p:tgtEl>
                                          <p:spTgt spid="12"/>
                                        </p:tgtEl>
                                        <p:attrNameLst>
                                          <p:attrName>ppt_w</p:attrName>
                                        </p:attrNameLst>
                                      </p:cBhvr>
                                      <p:tavLst>
                                        <p:tav tm="0">
                                          <p:val>
                                            <p:fltVal val="0"/>
                                          </p:val>
                                        </p:tav>
                                        <p:tav tm="100000">
                                          <p:val>
                                            <p:strVal val="#ppt_w"/>
                                          </p:val>
                                        </p:tav>
                                      </p:tavLst>
                                    </p:anim>
                                    <p:anim calcmode="lin" valueType="num">
                                      <p:cBhvr>
                                        <p:cTn id="15" dur="500" fill="hold"/>
                                        <p:tgtEl>
                                          <p:spTgt spid="12"/>
                                        </p:tgtEl>
                                        <p:attrNameLst>
                                          <p:attrName>ppt_h</p:attrName>
                                        </p:attrNameLst>
                                      </p:cBhvr>
                                      <p:tavLst>
                                        <p:tav tm="0">
                                          <p:val>
                                            <p:fltVal val="0"/>
                                          </p:val>
                                        </p:tav>
                                        <p:tav tm="100000">
                                          <p:val>
                                            <p:strVal val="#ppt_h"/>
                                          </p:val>
                                        </p:tav>
                                      </p:tavLst>
                                    </p:anim>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38276"/>
                                        </p:tgtEl>
                                        <p:attrNameLst>
                                          <p:attrName>style.visibility</p:attrName>
                                        </p:attrNameLst>
                                      </p:cBhvr>
                                      <p:to>
                                        <p:strVal val="visible"/>
                                      </p:to>
                                    </p:set>
                                    <p:anim calcmode="lin" valueType="num">
                                      <p:cBhvr>
                                        <p:cTn id="21" dur="500" fill="hold"/>
                                        <p:tgtEl>
                                          <p:spTgt spid="138276"/>
                                        </p:tgtEl>
                                        <p:attrNameLst>
                                          <p:attrName>ppt_w</p:attrName>
                                        </p:attrNameLst>
                                      </p:cBhvr>
                                      <p:tavLst>
                                        <p:tav tm="0">
                                          <p:val>
                                            <p:fltVal val="0"/>
                                          </p:val>
                                        </p:tav>
                                        <p:tav tm="100000">
                                          <p:val>
                                            <p:strVal val="#ppt_w"/>
                                          </p:val>
                                        </p:tav>
                                      </p:tavLst>
                                    </p:anim>
                                    <p:anim calcmode="lin" valueType="num">
                                      <p:cBhvr>
                                        <p:cTn id="22" dur="500" fill="hold"/>
                                        <p:tgtEl>
                                          <p:spTgt spid="138276"/>
                                        </p:tgtEl>
                                        <p:attrNameLst>
                                          <p:attrName>ppt_h</p:attrName>
                                        </p:attrNameLst>
                                      </p:cBhvr>
                                      <p:tavLst>
                                        <p:tav tm="0">
                                          <p:val>
                                            <p:fltVal val="0"/>
                                          </p:val>
                                        </p:tav>
                                        <p:tav tm="100000">
                                          <p:val>
                                            <p:strVal val="#ppt_h"/>
                                          </p:val>
                                        </p:tav>
                                      </p:tavLst>
                                    </p:anim>
                                    <p:animEffect transition="in" filter="fade">
                                      <p:cBhvr>
                                        <p:cTn id="23" dur="500"/>
                                        <p:tgtEl>
                                          <p:spTgt spid="138276"/>
                                        </p:tgtEl>
                                      </p:cBhvr>
                                    </p:animEffect>
                                  </p:childTnLst>
                                </p:cTn>
                              </p:par>
                              <p:par>
                                <p:cTn id="24" presetID="53" presetClass="entr" presetSubtype="16" fill="hold" nodeType="withEffect">
                                  <p:stCondLst>
                                    <p:cond delay="0"/>
                                  </p:stCondLst>
                                  <p:childTnLst>
                                    <p:set>
                                      <p:cBhvr>
                                        <p:cTn id="25" dur="1" fill="hold">
                                          <p:stCondLst>
                                            <p:cond delay="0"/>
                                          </p:stCondLst>
                                        </p:cTn>
                                        <p:tgtEl>
                                          <p:spTgt spid="118"/>
                                        </p:tgtEl>
                                        <p:attrNameLst>
                                          <p:attrName>style.visibility</p:attrName>
                                        </p:attrNameLst>
                                      </p:cBhvr>
                                      <p:to>
                                        <p:strVal val="visible"/>
                                      </p:to>
                                    </p:set>
                                    <p:anim calcmode="lin" valueType="num">
                                      <p:cBhvr>
                                        <p:cTn id="26" dur="500" fill="hold"/>
                                        <p:tgtEl>
                                          <p:spTgt spid="118"/>
                                        </p:tgtEl>
                                        <p:attrNameLst>
                                          <p:attrName>ppt_w</p:attrName>
                                        </p:attrNameLst>
                                      </p:cBhvr>
                                      <p:tavLst>
                                        <p:tav tm="0">
                                          <p:val>
                                            <p:fltVal val="0"/>
                                          </p:val>
                                        </p:tav>
                                        <p:tav tm="100000">
                                          <p:val>
                                            <p:strVal val="#ppt_w"/>
                                          </p:val>
                                        </p:tav>
                                      </p:tavLst>
                                    </p:anim>
                                    <p:anim calcmode="lin" valueType="num">
                                      <p:cBhvr>
                                        <p:cTn id="27" dur="500" fill="hold"/>
                                        <p:tgtEl>
                                          <p:spTgt spid="118"/>
                                        </p:tgtEl>
                                        <p:attrNameLst>
                                          <p:attrName>ppt_h</p:attrName>
                                        </p:attrNameLst>
                                      </p:cBhvr>
                                      <p:tavLst>
                                        <p:tav tm="0">
                                          <p:val>
                                            <p:fltVal val="0"/>
                                          </p:val>
                                        </p:tav>
                                        <p:tav tm="100000">
                                          <p:val>
                                            <p:strVal val="#ppt_h"/>
                                          </p:val>
                                        </p:tav>
                                      </p:tavLst>
                                    </p:anim>
                                    <p:animEffect transition="in" filter="fade">
                                      <p:cBhvr>
                                        <p:cTn id="28" dur="500"/>
                                        <p:tgtEl>
                                          <p:spTgt spid="118"/>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119"/>
                                        </p:tgtEl>
                                        <p:attrNameLst>
                                          <p:attrName>style.visibility</p:attrName>
                                        </p:attrNameLst>
                                      </p:cBhvr>
                                      <p:to>
                                        <p:strVal val="visible"/>
                                      </p:to>
                                    </p:set>
                                    <p:anim calcmode="lin" valueType="num">
                                      <p:cBhvr>
                                        <p:cTn id="33" dur="500" fill="hold"/>
                                        <p:tgtEl>
                                          <p:spTgt spid="119"/>
                                        </p:tgtEl>
                                        <p:attrNameLst>
                                          <p:attrName>ppt_w</p:attrName>
                                        </p:attrNameLst>
                                      </p:cBhvr>
                                      <p:tavLst>
                                        <p:tav tm="0">
                                          <p:val>
                                            <p:fltVal val="0"/>
                                          </p:val>
                                        </p:tav>
                                        <p:tav tm="100000">
                                          <p:val>
                                            <p:strVal val="#ppt_w"/>
                                          </p:val>
                                        </p:tav>
                                      </p:tavLst>
                                    </p:anim>
                                    <p:anim calcmode="lin" valueType="num">
                                      <p:cBhvr>
                                        <p:cTn id="34" dur="500" fill="hold"/>
                                        <p:tgtEl>
                                          <p:spTgt spid="119"/>
                                        </p:tgtEl>
                                        <p:attrNameLst>
                                          <p:attrName>ppt_h</p:attrName>
                                        </p:attrNameLst>
                                      </p:cBhvr>
                                      <p:tavLst>
                                        <p:tav tm="0">
                                          <p:val>
                                            <p:fltVal val="0"/>
                                          </p:val>
                                        </p:tav>
                                        <p:tav tm="100000">
                                          <p:val>
                                            <p:strVal val="#ppt_h"/>
                                          </p:val>
                                        </p:tav>
                                      </p:tavLst>
                                    </p:anim>
                                    <p:animEffect transition="in" filter="fade">
                                      <p:cBhvr>
                                        <p:cTn id="35" dur="500"/>
                                        <p:tgtEl>
                                          <p:spTgt spid="119"/>
                                        </p:tgtEl>
                                      </p:cBhvr>
                                    </p:animEffect>
                                  </p:childTnLst>
                                </p:cTn>
                              </p:par>
                            </p:childTnLst>
                          </p:cTn>
                        </p:par>
                      </p:childTnLst>
                    </p:cTn>
                  </p:par>
                  <p:par>
                    <p:cTn id="36" fill="hold">
                      <p:stCondLst>
                        <p:cond delay="indefinite"/>
                      </p:stCondLst>
                      <p:childTnLst>
                        <p:par>
                          <p:cTn id="37" fill="hold">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120"/>
                                        </p:tgtEl>
                                        <p:attrNameLst>
                                          <p:attrName>style.visibility</p:attrName>
                                        </p:attrNameLst>
                                      </p:cBhvr>
                                      <p:to>
                                        <p:strVal val="visible"/>
                                      </p:to>
                                    </p:set>
                                    <p:anim calcmode="lin" valueType="num">
                                      <p:cBhvr>
                                        <p:cTn id="40" dur="500" fill="hold"/>
                                        <p:tgtEl>
                                          <p:spTgt spid="120"/>
                                        </p:tgtEl>
                                        <p:attrNameLst>
                                          <p:attrName>ppt_w</p:attrName>
                                        </p:attrNameLst>
                                      </p:cBhvr>
                                      <p:tavLst>
                                        <p:tav tm="0">
                                          <p:val>
                                            <p:fltVal val="0"/>
                                          </p:val>
                                        </p:tav>
                                        <p:tav tm="100000">
                                          <p:val>
                                            <p:strVal val="#ppt_w"/>
                                          </p:val>
                                        </p:tav>
                                      </p:tavLst>
                                    </p:anim>
                                    <p:anim calcmode="lin" valueType="num">
                                      <p:cBhvr>
                                        <p:cTn id="41" dur="500" fill="hold"/>
                                        <p:tgtEl>
                                          <p:spTgt spid="120"/>
                                        </p:tgtEl>
                                        <p:attrNameLst>
                                          <p:attrName>ppt_h</p:attrName>
                                        </p:attrNameLst>
                                      </p:cBhvr>
                                      <p:tavLst>
                                        <p:tav tm="0">
                                          <p:val>
                                            <p:fltVal val="0"/>
                                          </p:val>
                                        </p:tav>
                                        <p:tav tm="100000">
                                          <p:val>
                                            <p:strVal val="#ppt_h"/>
                                          </p:val>
                                        </p:tav>
                                      </p:tavLst>
                                    </p:anim>
                                    <p:animEffect transition="in" filter="fade">
                                      <p:cBhvr>
                                        <p:cTn id="42" dur="500"/>
                                        <p:tgtEl>
                                          <p:spTgt spid="12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122"/>
                                        </p:tgtEl>
                                        <p:attrNameLst>
                                          <p:attrName>style.visibility</p:attrName>
                                        </p:attrNameLst>
                                      </p:cBhvr>
                                      <p:to>
                                        <p:strVal val="visible"/>
                                      </p:to>
                                    </p:set>
                                    <p:anim calcmode="lin" valueType="num">
                                      <p:cBhvr>
                                        <p:cTn id="47" dur="500" fill="hold"/>
                                        <p:tgtEl>
                                          <p:spTgt spid="122"/>
                                        </p:tgtEl>
                                        <p:attrNameLst>
                                          <p:attrName>ppt_w</p:attrName>
                                        </p:attrNameLst>
                                      </p:cBhvr>
                                      <p:tavLst>
                                        <p:tav tm="0">
                                          <p:val>
                                            <p:fltVal val="0"/>
                                          </p:val>
                                        </p:tav>
                                        <p:tav tm="100000">
                                          <p:val>
                                            <p:strVal val="#ppt_w"/>
                                          </p:val>
                                        </p:tav>
                                      </p:tavLst>
                                    </p:anim>
                                    <p:anim calcmode="lin" valueType="num">
                                      <p:cBhvr>
                                        <p:cTn id="48" dur="500" fill="hold"/>
                                        <p:tgtEl>
                                          <p:spTgt spid="122"/>
                                        </p:tgtEl>
                                        <p:attrNameLst>
                                          <p:attrName>ppt_h</p:attrName>
                                        </p:attrNameLst>
                                      </p:cBhvr>
                                      <p:tavLst>
                                        <p:tav tm="0">
                                          <p:val>
                                            <p:fltVal val="0"/>
                                          </p:val>
                                        </p:tav>
                                        <p:tav tm="100000">
                                          <p:val>
                                            <p:strVal val="#ppt_h"/>
                                          </p:val>
                                        </p:tav>
                                      </p:tavLst>
                                    </p:anim>
                                    <p:animEffect transition="in" filter="fade">
                                      <p:cBhvr>
                                        <p:cTn id="49" dur="500"/>
                                        <p:tgtEl>
                                          <p:spTgt spid="12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3" presetClass="exit" presetSubtype="32" fill="hold" grpId="1" nodeType="clickEffect">
                                  <p:stCondLst>
                                    <p:cond delay="0"/>
                                  </p:stCondLst>
                                  <p:childTnLst>
                                    <p:anim calcmode="lin" valueType="num">
                                      <p:cBhvr>
                                        <p:cTn id="53" dur="500"/>
                                        <p:tgtEl>
                                          <p:spTgt spid="138276"/>
                                        </p:tgtEl>
                                        <p:attrNameLst>
                                          <p:attrName>ppt_w</p:attrName>
                                        </p:attrNameLst>
                                      </p:cBhvr>
                                      <p:tavLst>
                                        <p:tav tm="0">
                                          <p:val>
                                            <p:strVal val="ppt_w"/>
                                          </p:val>
                                        </p:tav>
                                        <p:tav tm="100000">
                                          <p:val>
                                            <p:fltVal val="0"/>
                                          </p:val>
                                        </p:tav>
                                      </p:tavLst>
                                    </p:anim>
                                    <p:anim calcmode="lin" valueType="num">
                                      <p:cBhvr>
                                        <p:cTn id="54" dur="500"/>
                                        <p:tgtEl>
                                          <p:spTgt spid="138276"/>
                                        </p:tgtEl>
                                        <p:attrNameLst>
                                          <p:attrName>ppt_h</p:attrName>
                                        </p:attrNameLst>
                                      </p:cBhvr>
                                      <p:tavLst>
                                        <p:tav tm="0">
                                          <p:val>
                                            <p:strVal val="ppt_h"/>
                                          </p:val>
                                        </p:tav>
                                        <p:tav tm="100000">
                                          <p:val>
                                            <p:fltVal val="0"/>
                                          </p:val>
                                        </p:tav>
                                      </p:tavLst>
                                    </p:anim>
                                    <p:animEffect transition="out" filter="fade">
                                      <p:cBhvr>
                                        <p:cTn id="55" dur="500"/>
                                        <p:tgtEl>
                                          <p:spTgt spid="138276"/>
                                        </p:tgtEl>
                                      </p:cBhvr>
                                    </p:animEffect>
                                    <p:set>
                                      <p:cBhvr>
                                        <p:cTn id="56" dur="1" fill="hold">
                                          <p:stCondLst>
                                            <p:cond delay="499"/>
                                          </p:stCondLst>
                                        </p:cTn>
                                        <p:tgtEl>
                                          <p:spTgt spid="138276"/>
                                        </p:tgtEl>
                                        <p:attrNameLst>
                                          <p:attrName>style.visibility</p:attrName>
                                        </p:attrNameLst>
                                      </p:cBhvr>
                                      <p:to>
                                        <p:strVal val="hidden"/>
                                      </p:to>
                                    </p:set>
                                  </p:childTnLst>
                                </p:cTn>
                              </p:par>
                              <p:par>
                                <p:cTn id="57" presetID="53" presetClass="exit" presetSubtype="32" fill="hold" nodeType="withEffect">
                                  <p:stCondLst>
                                    <p:cond delay="0"/>
                                  </p:stCondLst>
                                  <p:childTnLst>
                                    <p:anim calcmode="lin" valueType="num">
                                      <p:cBhvr>
                                        <p:cTn id="58" dur="500"/>
                                        <p:tgtEl>
                                          <p:spTgt spid="118"/>
                                        </p:tgtEl>
                                        <p:attrNameLst>
                                          <p:attrName>ppt_w</p:attrName>
                                        </p:attrNameLst>
                                      </p:cBhvr>
                                      <p:tavLst>
                                        <p:tav tm="0">
                                          <p:val>
                                            <p:strVal val="ppt_w"/>
                                          </p:val>
                                        </p:tav>
                                        <p:tav tm="100000">
                                          <p:val>
                                            <p:fltVal val="0"/>
                                          </p:val>
                                        </p:tav>
                                      </p:tavLst>
                                    </p:anim>
                                    <p:anim calcmode="lin" valueType="num">
                                      <p:cBhvr>
                                        <p:cTn id="59" dur="500"/>
                                        <p:tgtEl>
                                          <p:spTgt spid="118"/>
                                        </p:tgtEl>
                                        <p:attrNameLst>
                                          <p:attrName>ppt_h</p:attrName>
                                        </p:attrNameLst>
                                      </p:cBhvr>
                                      <p:tavLst>
                                        <p:tav tm="0">
                                          <p:val>
                                            <p:strVal val="ppt_h"/>
                                          </p:val>
                                        </p:tav>
                                        <p:tav tm="100000">
                                          <p:val>
                                            <p:fltVal val="0"/>
                                          </p:val>
                                        </p:tav>
                                      </p:tavLst>
                                    </p:anim>
                                    <p:animEffect transition="out" filter="fade">
                                      <p:cBhvr>
                                        <p:cTn id="60" dur="500"/>
                                        <p:tgtEl>
                                          <p:spTgt spid="118"/>
                                        </p:tgtEl>
                                      </p:cBhvr>
                                    </p:animEffect>
                                    <p:set>
                                      <p:cBhvr>
                                        <p:cTn id="61" dur="1" fill="hold">
                                          <p:stCondLst>
                                            <p:cond delay="499"/>
                                          </p:stCondLst>
                                        </p:cTn>
                                        <p:tgtEl>
                                          <p:spTgt spid="118"/>
                                        </p:tgtEl>
                                        <p:attrNameLst>
                                          <p:attrName>style.visibility</p:attrName>
                                        </p:attrNameLst>
                                      </p:cBhvr>
                                      <p:to>
                                        <p:strVal val="hidden"/>
                                      </p:to>
                                    </p:set>
                                  </p:childTnLst>
                                </p:cTn>
                              </p:par>
                            </p:childTnLst>
                          </p:cTn>
                        </p:par>
                      </p:childTnLst>
                    </p:cTn>
                  </p:par>
                  <p:par>
                    <p:cTn id="62" fill="hold">
                      <p:stCondLst>
                        <p:cond delay="indefinite"/>
                      </p:stCondLst>
                      <p:childTnLst>
                        <p:par>
                          <p:cTn id="63" fill="hold">
                            <p:stCondLst>
                              <p:cond delay="0"/>
                            </p:stCondLst>
                            <p:childTnLst>
                              <p:par>
                                <p:cTn id="64" presetID="53" presetClass="exit" presetSubtype="32" fill="hold" grpId="1" nodeType="clickEffect">
                                  <p:stCondLst>
                                    <p:cond delay="0"/>
                                  </p:stCondLst>
                                  <p:childTnLst>
                                    <p:anim calcmode="lin" valueType="num">
                                      <p:cBhvr>
                                        <p:cTn id="65" dur="500"/>
                                        <p:tgtEl>
                                          <p:spTgt spid="119"/>
                                        </p:tgtEl>
                                        <p:attrNameLst>
                                          <p:attrName>ppt_w</p:attrName>
                                        </p:attrNameLst>
                                      </p:cBhvr>
                                      <p:tavLst>
                                        <p:tav tm="0">
                                          <p:val>
                                            <p:strVal val="ppt_w"/>
                                          </p:val>
                                        </p:tav>
                                        <p:tav tm="100000">
                                          <p:val>
                                            <p:fltVal val="0"/>
                                          </p:val>
                                        </p:tav>
                                      </p:tavLst>
                                    </p:anim>
                                    <p:anim calcmode="lin" valueType="num">
                                      <p:cBhvr>
                                        <p:cTn id="66" dur="500"/>
                                        <p:tgtEl>
                                          <p:spTgt spid="119"/>
                                        </p:tgtEl>
                                        <p:attrNameLst>
                                          <p:attrName>ppt_h</p:attrName>
                                        </p:attrNameLst>
                                      </p:cBhvr>
                                      <p:tavLst>
                                        <p:tav tm="0">
                                          <p:val>
                                            <p:strVal val="ppt_h"/>
                                          </p:val>
                                        </p:tav>
                                        <p:tav tm="100000">
                                          <p:val>
                                            <p:fltVal val="0"/>
                                          </p:val>
                                        </p:tav>
                                      </p:tavLst>
                                    </p:anim>
                                    <p:animEffect transition="out" filter="fade">
                                      <p:cBhvr>
                                        <p:cTn id="67" dur="500"/>
                                        <p:tgtEl>
                                          <p:spTgt spid="119"/>
                                        </p:tgtEl>
                                      </p:cBhvr>
                                    </p:animEffect>
                                    <p:set>
                                      <p:cBhvr>
                                        <p:cTn id="68" dur="1" fill="hold">
                                          <p:stCondLst>
                                            <p:cond delay="499"/>
                                          </p:stCondLst>
                                        </p:cTn>
                                        <p:tgtEl>
                                          <p:spTgt spid="119"/>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nodeType="click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p:cTn id="73" dur="500" fill="hold"/>
                                        <p:tgtEl>
                                          <p:spTgt spid="14"/>
                                        </p:tgtEl>
                                        <p:attrNameLst>
                                          <p:attrName>ppt_w</p:attrName>
                                        </p:attrNameLst>
                                      </p:cBhvr>
                                      <p:tavLst>
                                        <p:tav tm="0">
                                          <p:val>
                                            <p:fltVal val="0"/>
                                          </p:val>
                                        </p:tav>
                                        <p:tav tm="100000">
                                          <p:val>
                                            <p:strVal val="#ppt_w"/>
                                          </p:val>
                                        </p:tav>
                                      </p:tavLst>
                                    </p:anim>
                                    <p:anim calcmode="lin" valueType="num">
                                      <p:cBhvr>
                                        <p:cTn id="74" dur="500" fill="hold"/>
                                        <p:tgtEl>
                                          <p:spTgt spid="14"/>
                                        </p:tgtEl>
                                        <p:attrNameLst>
                                          <p:attrName>ppt_h</p:attrName>
                                        </p:attrNameLst>
                                      </p:cBhvr>
                                      <p:tavLst>
                                        <p:tav tm="0">
                                          <p:val>
                                            <p:fltVal val="0"/>
                                          </p:val>
                                        </p:tav>
                                        <p:tav tm="100000">
                                          <p:val>
                                            <p:strVal val="#ppt_h"/>
                                          </p:val>
                                        </p:tav>
                                      </p:tavLst>
                                    </p:anim>
                                    <p:animEffect transition="in" filter="fade">
                                      <p:cBhvr>
                                        <p:cTn id="7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138276" grpId="0" animBg="1"/>
      <p:bldP spid="138276" grpId="1" animBg="1"/>
      <p:bldP spid="119" grpId="0" animBg="1"/>
      <p:bldP spid="119" grpId="1" animBg="1"/>
      <p:bldP spid="120" grpId="0" animBg="1"/>
      <p:bldP spid="122"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0290" name="组合 180223"/>
          <p:cNvGrpSpPr>
            <a:grpSpLocks/>
          </p:cNvGrpSpPr>
          <p:nvPr/>
        </p:nvGrpSpPr>
        <p:grpSpPr bwMode="auto">
          <a:xfrm>
            <a:off x="6515100" y="1123952"/>
            <a:ext cx="3149600" cy="3103033"/>
            <a:chOff x="4885681" y="843558"/>
            <a:chExt cx="2362199" cy="2326457"/>
          </a:xfrm>
        </p:grpSpPr>
        <p:sp>
          <p:nvSpPr>
            <p:cNvPr id="140433" name="Line 2"/>
            <p:cNvSpPr>
              <a:spLocks noChangeShapeType="1"/>
            </p:cNvSpPr>
            <p:nvPr/>
          </p:nvSpPr>
          <p:spPr bwMode="auto">
            <a:xfrm>
              <a:off x="4885681" y="1384077"/>
              <a:ext cx="1587" cy="17859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34" name="Line 3"/>
            <p:cNvSpPr>
              <a:spLocks noChangeShapeType="1"/>
            </p:cNvSpPr>
            <p:nvPr/>
          </p:nvSpPr>
          <p:spPr bwMode="auto">
            <a:xfrm>
              <a:off x="6536482" y="1384077"/>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35" name="Line 9"/>
            <p:cNvSpPr>
              <a:spLocks noChangeShapeType="1"/>
            </p:cNvSpPr>
            <p:nvPr/>
          </p:nvSpPr>
          <p:spPr bwMode="auto">
            <a:xfrm flipV="1">
              <a:off x="4887268" y="1695227"/>
              <a:ext cx="200925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36" name="Rectangle 10"/>
            <p:cNvSpPr>
              <a:spLocks noChangeArrowheads="1"/>
            </p:cNvSpPr>
            <p:nvPr/>
          </p:nvSpPr>
          <p:spPr bwMode="auto">
            <a:xfrm>
              <a:off x="5312717" y="1333277"/>
              <a:ext cx="193516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400">
                <a:solidFill>
                  <a:srgbClr val="000000"/>
                </a:solidFill>
                <a:ea typeface="宋体" panose="02010600030101010101" pitchFamily="2" charset="-122"/>
                <a:cs typeface="Times New Roman" panose="02020603050405020304" pitchFamily="18" charset="0"/>
              </a:endParaRPr>
            </a:p>
          </p:txBody>
        </p:sp>
        <p:sp>
          <p:nvSpPr>
            <p:cNvPr id="140437" name="Rectangle 11"/>
            <p:cNvSpPr>
              <a:spLocks noChangeArrowheads="1"/>
            </p:cNvSpPr>
            <p:nvPr/>
          </p:nvSpPr>
          <p:spPr bwMode="auto">
            <a:xfrm>
              <a:off x="5220072" y="1060227"/>
              <a:ext cx="11684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sort</a:t>
              </a:r>
            </a:p>
          </p:txBody>
        </p:sp>
        <p:sp>
          <p:nvSpPr>
            <p:cNvPr id="140438" name="Line 12"/>
            <p:cNvSpPr>
              <a:spLocks noChangeShapeType="1"/>
            </p:cNvSpPr>
            <p:nvPr/>
          </p:nvSpPr>
          <p:spPr bwMode="auto">
            <a:xfrm flipV="1">
              <a:off x="4898380" y="1382490"/>
              <a:ext cx="2020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39" name="Line 13"/>
            <p:cNvSpPr>
              <a:spLocks noChangeShapeType="1"/>
            </p:cNvSpPr>
            <p:nvPr/>
          </p:nvSpPr>
          <p:spPr bwMode="auto">
            <a:xfrm>
              <a:off x="5263506" y="1398365"/>
              <a:ext cx="0" cy="2841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40" name="Line 14"/>
            <p:cNvSpPr>
              <a:spLocks noChangeShapeType="1"/>
            </p:cNvSpPr>
            <p:nvPr/>
          </p:nvSpPr>
          <p:spPr bwMode="auto">
            <a:xfrm>
              <a:off x="5960418" y="1671092"/>
              <a:ext cx="0" cy="14636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41" name="Line 3"/>
            <p:cNvSpPr>
              <a:spLocks noChangeShapeType="1"/>
            </p:cNvSpPr>
            <p:nvPr/>
          </p:nvSpPr>
          <p:spPr bwMode="auto">
            <a:xfrm>
              <a:off x="6878216" y="1406575"/>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42" name="Line 95"/>
            <p:cNvSpPr>
              <a:spLocks noChangeShapeType="1"/>
            </p:cNvSpPr>
            <p:nvPr/>
          </p:nvSpPr>
          <p:spPr bwMode="auto">
            <a:xfrm>
              <a:off x="4957428" y="847725"/>
              <a:ext cx="0" cy="66637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43" name="Line 43"/>
            <p:cNvSpPr>
              <a:spLocks noChangeShapeType="1"/>
            </p:cNvSpPr>
            <p:nvPr/>
          </p:nvSpPr>
          <p:spPr bwMode="auto">
            <a:xfrm>
              <a:off x="4966140" y="843558"/>
              <a:ext cx="181924"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80226" name="Rectangle 3"/>
          <p:cNvSpPr>
            <a:spLocks noGrp="1" noChangeArrowheads="1"/>
          </p:cNvSpPr>
          <p:nvPr>
            <p:ph idx="1"/>
          </p:nvPr>
        </p:nvSpPr>
        <p:spPr>
          <a:xfrm>
            <a:off x="143934" y="3255434"/>
            <a:ext cx="9450917" cy="3534833"/>
          </a:xfrm>
        </p:spPr>
        <p:txBody>
          <a:bodyPr/>
          <a:lstStyle/>
          <a:p>
            <a:pPr>
              <a:lnSpc>
                <a:spcPts val="2400"/>
              </a:lnSpc>
              <a:buNone/>
              <a:defRPr/>
            </a:pPr>
            <a:r>
              <a:rPr lang="en-US" altLang="zh-CN" sz="2400" b="1" i="1" dirty="0">
                <a:solidFill>
                  <a:schemeClr val="tx1"/>
                </a:solidFill>
                <a:ea typeface="楷体_GB2312" pitchFamily="49" charset="-122"/>
                <a:cs typeface="Times New Roman" panose="02020603050405020304" pitchFamily="18" charset="0"/>
              </a:rPr>
              <a:t>P</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rPr>
              <a:t>M</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a:t>
            </a:r>
            <a:r>
              <a:rPr lang="en-US" altLang="zh-CN" sz="2400" b="1" dirty="0" err="1">
                <a:solidFill>
                  <a:schemeClr val="tx2">
                    <a:lumMod val="60000"/>
                    <a:lumOff val="40000"/>
                  </a:schemeClr>
                </a:solidFill>
                <a:ea typeface="楷体_GB2312" pitchFamily="49" charset="-122"/>
                <a:cs typeface="Times New Roman" panose="02020603050405020304" pitchFamily="18" charset="0"/>
              </a:rPr>
              <a: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M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nil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 </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2</a:t>
            </a:r>
            <a:endParaRPr lang="en-US" altLang="zh-CN" sz="2400" b="1" i="1" dirty="0">
              <a:solidFill>
                <a:schemeClr val="tx1"/>
              </a:solidFill>
              <a:ea typeface="楷体_GB2312" pitchFamily="49" charset="-122"/>
              <a:cs typeface="Times New Roman" panose="02020603050405020304" pitchFamily="18" charset="0"/>
            </a:endParaRP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p</a:t>
            </a:r>
            <a:r>
              <a:rPr lang="en-US" altLang="zh-CN" sz="2400" b="1" i="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err="1">
                <a:solidFill>
                  <a:schemeClr val="tx1"/>
                </a:solidFill>
                <a:ea typeface="楷体_GB2312" pitchFamily="49" charset="-122"/>
                <a:cs typeface="Times New Roman" panose="02020603050405020304" pitchFamily="18" charset="0"/>
              </a:rPr>
              <a:t>proc</a:t>
            </a:r>
            <a:r>
              <a:rPr lang="en-US" altLang="zh-CN" sz="2400" b="1" dirty="0">
                <a:solidFill>
                  <a:schemeClr val="tx1"/>
                </a:solidFill>
                <a:ea typeface="楷体_GB2312" pitchFamily="49" charset="-122"/>
                <a:cs typeface="Times New Roman" panose="02020603050405020304" pitchFamily="18" charset="0"/>
              </a:rPr>
              <a:t> id ; </a:t>
            </a:r>
            <a:r>
              <a:rPr lang="en-US" altLang="zh-CN" sz="2400" b="1" i="1" dirty="0">
                <a:solidFill>
                  <a:srgbClr val="FF0000"/>
                </a:solidFill>
                <a:ea typeface="楷体_GB2312" pitchFamily="49" charset="-122"/>
                <a:cs typeface="Times New Roman" panose="02020603050405020304" pitchFamily="18" charset="0"/>
              </a:rPr>
              <a:t>N</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S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enterproc</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v</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1"/>
                </a:solidFill>
                <a:ea typeface="楷体_GB2312" pitchFamily="49" charset="-122"/>
                <a:cs typeface="Times New Roman" panose="02020603050405020304" pitchFamily="18" charset="0"/>
              </a:rPr>
              <a:t>id: </a:t>
            </a:r>
            <a:r>
              <a:rPr lang="en-US" altLang="zh-CN" sz="2400" b="1" i="1" dirty="0">
                <a:solidFill>
                  <a:schemeClr val="tx1"/>
                </a:solidFill>
                <a:ea typeface="楷体_GB2312" pitchFamily="49" charset="-122"/>
                <a:cs typeface="Times New Roman" panose="02020603050405020304" pitchFamily="18" charset="0"/>
              </a:rPr>
              <a:t>T</a:t>
            </a:r>
            <a:r>
              <a:rPr lang="en-US" altLang="zh-CN" sz="2400" b="1" dirty="0">
                <a:solidFill>
                  <a:schemeClr val="tx1"/>
                </a:solidFill>
                <a:ea typeface="楷体_GB2312" pitchFamily="49" charset="-122"/>
                <a:cs typeface="Times New Roman" panose="02020603050405020304" pitchFamily="18" charset="0"/>
              </a:rPr>
              <a:t> ;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enter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T.type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zh-CN" altLang="en-US"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N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 </a:t>
            </a:r>
            <a:endParaRPr lang="zh-CN" altLang="en-US" sz="2400" b="1" dirty="0">
              <a:solidFill>
                <a:schemeClr val="tx2">
                  <a:lumMod val="60000"/>
                  <a:lumOff val="40000"/>
                </a:schemeClr>
              </a:solidFill>
              <a:ea typeface="楷体_GB2312" pitchFamily="49" charset="-122"/>
              <a:cs typeface="Times New Roman" panose="02020603050405020304" pitchFamily="18" charset="0"/>
            </a:endParaRPr>
          </a:p>
        </p:txBody>
      </p:sp>
      <p:sp>
        <p:nvSpPr>
          <p:cNvPr id="140292" name="Rectangle 2"/>
          <p:cNvSpPr>
            <a:spLocks noGrp="1" noChangeArrowheads="1"/>
          </p:cNvSpPr>
          <p:nvPr>
            <p:ph type="title"/>
          </p:nvPr>
        </p:nvSpPr>
        <p:spPr>
          <a:xfrm>
            <a:off x="1007533" y="357718"/>
            <a:ext cx="10574867" cy="478367"/>
          </a:xfrm>
        </p:spPr>
        <p:txBody>
          <a:bodyPr/>
          <a:lstStyle/>
          <a:p>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zh-CN" altLang="en-US" sz="4000" i="1">
              <a:solidFill>
                <a:schemeClr val="tx1"/>
              </a:solidFill>
              <a:ea typeface="楷体_GB2312" pitchFamily="49" charset="-122"/>
              <a:cs typeface="Times New Roman" panose="02020603050405020304" pitchFamily="18" charset="0"/>
            </a:endParaRPr>
          </a:p>
        </p:txBody>
      </p:sp>
      <p:sp>
        <p:nvSpPr>
          <p:cNvPr id="63" name="Line 103"/>
          <p:cNvSpPr>
            <a:spLocks noChangeShapeType="1"/>
          </p:cNvSpPr>
          <p:nvPr/>
        </p:nvSpPr>
        <p:spPr bwMode="auto">
          <a:xfrm flipH="1" flipV="1">
            <a:off x="9014885" y="3266017"/>
            <a:ext cx="359833"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nvGrpSpPr>
          <p:cNvPr id="140294" name="组合 180241"/>
          <p:cNvGrpSpPr>
            <a:grpSpLocks/>
          </p:cNvGrpSpPr>
          <p:nvPr/>
        </p:nvGrpSpPr>
        <p:grpSpPr bwMode="auto">
          <a:xfrm>
            <a:off x="8904818" y="-122767"/>
            <a:ext cx="2984500" cy="1932517"/>
            <a:chOff x="6678686" y="-92546"/>
            <a:chExt cx="2238896" cy="1449933"/>
          </a:xfrm>
        </p:grpSpPr>
        <p:sp>
          <p:nvSpPr>
            <p:cNvPr id="140423" name="Rectangle 15"/>
            <p:cNvSpPr>
              <a:spLocks noChangeArrowheads="1"/>
            </p:cNvSpPr>
            <p:nvPr/>
          </p:nvSpPr>
          <p:spPr bwMode="auto">
            <a:xfrm>
              <a:off x="7488832" y="-92546"/>
              <a:ext cx="1428750"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readarrary</a:t>
              </a:r>
            </a:p>
          </p:txBody>
        </p:sp>
        <p:sp>
          <p:nvSpPr>
            <p:cNvPr id="140424" name="Line 17"/>
            <p:cNvSpPr>
              <a:spLocks noChangeShapeType="1"/>
            </p:cNvSpPr>
            <p:nvPr/>
          </p:nvSpPr>
          <p:spPr bwMode="auto">
            <a:xfrm>
              <a:off x="7491461" y="283691"/>
              <a:ext cx="0" cy="5921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25" name="Line 18"/>
            <p:cNvSpPr>
              <a:spLocks noChangeShapeType="1"/>
            </p:cNvSpPr>
            <p:nvPr/>
          </p:nvSpPr>
          <p:spPr bwMode="auto">
            <a:xfrm>
              <a:off x="8783140" y="283691"/>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26" name="Line 20"/>
            <p:cNvSpPr>
              <a:spLocks noChangeShapeType="1"/>
            </p:cNvSpPr>
            <p:nvPr/>
          </p:nvSpPr>
          <p:spPr bwMode="auto">
            <a:xfrm flipV="1">
              <a:off x="7493048" y="577380"/>
              <a:ext cx="128587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27" name="Rectangle 21"/>
            <p:cNvSpPr>
              <a:spLocks noChangeArrowheads="1"/>
            </p:cNvSpPr>
            <p:nvPr/>
          </p:nvSpPr>
          <p:spPr bwMode="auto">
            <a:xfrm>
              <a:off x="7735936" y="210840"/>
              <a:ext cx="111921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i="1">
                <a:solidFill>
                  <a:srgbClr val="000000"/>
                </a:solidFill>
                <a:ea typeface="宋体" panose="02010600030101010101" pitchFamily="2" charset="-122"/>
                <a:cs typeface="Times New Roman" panose="02020603050405020304" pitchFamily="18" charset="0"/>
              </a:endParaRPr>
            </a:p>
          </p:txBody>
        </p:sp>
        <p:sp>
          <p:nvSpPr>
            <p:cNvPr id="140428" name="Line 22"/>
            <p:cNvSpPr>
              <a:spLocks noChangeShapeType="1"/>
            </p:cNvSpPr>
            <p:nvPr/>
          </p:nvSpPr>
          <p:spPr bwMode="auto">
            <a:xfrm>
              <a:off x="7504162" y="283691"/>
              <a:ext cx="12541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29" name="Line 24"/>
            <p:cNvSpPr>
              <a:spLocks noChangeShapeType="1"/>
            </p:cNvSpPr>
            <p:nvPr/>
          </p:nvSpPr>
          <p:spPr bwMode="auto">
            <a:xfrm flipH="1">
              <a:off x="7775028" y="286867"/>
              <a:ext cx="0" cy="6032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30" name="Line 18"/>
            <p:cNvSpPr>
              <a:spLocks noChangeShapeType="1"/>
            </p:cNvSpPr>
            <p:nvPr/>
          </p:nvSpPr>
          <p:spPr bwMode="auto">
            <a:xfrm>
              <a:off x="8495108" y="286345"/>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31" name="Line 103"/>
            <p:cNvSpPr>
              <a:spLocks noChangeShapeType="1"/>
            </p:cNvSpPr>
            <p:nvPr/>
          </p:nvSpPr>
          <p:spPr bwMode="auto">
            <a:xfrm flipH="1" flipV="1">
              <a:off x="6678686" y="480117"/>
              <a:ext cx="968525" cy="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40432" name="Line 51"/>
            <p:cNvSpPr>
              <a:spLocks noChangeShapeType="1"/>
            </p:cNvSpPr>
            <p:nvPr/>
          </p:nvSpPr>
          <p:spPr bwMode="auto">
            <a:xfrm>
              <a:off x="6684144" y="480116"/>
              <a:ext cx="12946" cy="877271"/>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94" name="Rectangle 3"/>
          <p:cNvSpPr txBox="1">
            <a:spLocks noChangeArrowheads="1"/>
          </p:cNvSpPr>
          <p:nvPr/>
        </p:nvSpPr>
        <p:spPr bwMode="auto">
          <a:xfrm>
            <a:off x="1729317" y="95251"/>
            <a:ext cx="331046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indent="-361942" algn="just" defTabSz="1219170" fontAlgn="base">
              <a:lnSpc>
                <a:spcPts val="1867"/>
              </a:lnSpc>
              <a:spcBef>
                <a:spcPct val="12000"/>
              </a:spcBef>
              <a:spcAft>
                <a:spcPct val="0"/>
              </a:spcAft>
              <a:buClr>
                <a:srgbClr val="3333CC"/>
              </a:buClr>
              <a:buNone/>
              <a:defRPr/>
            </a:pPr>
            <a:r>
              <a:rPr lang="en-US" altLang="zh-CN" b="1" i="1" dirty="0">
                <a:solidFill>
                  <a:srgbClr val="0000FF"/>
                </a:solidFill>
                <a:latin typeface="Times New Roman" panose="02020603050405020304" pitchFamily="18" charset="0"/>
                <a:ea typeface="楷体_GB2312" pitchFamily="49" charset="-122"/>
              </a:rPr>
              <a:t>program</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i="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[11]; </a:t>
            </a:r>
            <a:r>
              <a:rPr lang="en-US" altLang="zh-CN" b="1" i="1" dirty="0">
                <a:solidFill>
                  <a:prstClr val="black"/>
                </a:solidFill>
                <a:latin typeface="Times New Roman" panose="02020603050405020304" pitchFamily="18" charset="0"/>
                <a:ea typeface="楷体_GB2312" pitchFamily="49" charset="-122"/>
              </a:rPr>
              <a:t>x</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exchange</a:t>
            </a:r>
            <a:r>
              <a:rPr lang="en-US" altLang="zh-CN" b="1" dirty="0">
                <a:solidFill>
                  <a:prstClr val="black"/>
                </a:solidFill>
                <a:latin typeface="Times New Roman" panose="02020603050405020304" pitchFamily="18" charset="0"/>
                <a:ea typeface="楷体_GB2312" pitchFamily="49" charset="-122"/>
              </a:rPr>
              <a:t>; {…}</a:t>
            </a:r>
            <a:endParaRPr lang="zh-CN" altLang="en-US" b="1" dirty="0">
              <a:solidFill>
                <a:srgbClr val="073E87"/>
              </a:solidFill>
              <a:latin typeface="Times New Roman" panose="02020603050405020304" pitchFamily="18" charset="0"/>
              <a:ea typeface="楷体_GB2312" pitchFamily="49" charset="-122"/>
            </a:endParaRP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k</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func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j</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p:txBody>
      </p:sp>
      <p:grpSp>
        <p:nvGrpSpPr>
          <p:cNvPr id="140296" name="组合 5"/>
          <p:cNvGrpSpPr>
            <a:grpSpLocks/>
          </p:cNvGrpSpPr>
          <p:nvPr/>
        </p:nvGrpSpPr>
        <p:grpSpPr bwMode="auto">
          <a:xfrm>
            <a:off x="6760634" y="105834"/>
            <a:ext cx="2023533" cy="1293284"/>
            <a:chOff x="5069755" y="79300"/>
            <a:chExt cx="1518468" cy="970576"/>
          </a:xfrm>
        </p:grpSpPr>
        <p:sp>
          <p:nvSpPr>
            <p:cNvPr id="140414" name="Rectangle 78"/>
            <p:cNvSpPr>
              <a:spLocks noChangeArrowheads="1"/>
            </p:cNvSpPr>
            <p:nvPr/>
          </p:nvSpPr>
          <p:spPr bwMode="auto">
            <a:xfrm>
              <a:off x="5573811" y="79300"/>
              <a:ext cx="101441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r>
                <a:rPr lang="zh-CN" altLang="en-US" sz="2800" i="1">
                  <a:solidFill>
                    <a:srgbClr val="000000"/>
                  </a:solidFill>
                  <a:ea typeface="宋体" panose="02010600030101010101" pitchFamily="2" charset="-122"/>
                  <a:cs typeface="Times New Roman" panose="02020603050405020304" pitchFamily="18" charset="0"/>
                </a:rPr>
                <a:t>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0415" name="Line 30"/>
            <p:cNvSpPr>
              <a:spLocks noChangeShapeType="1"/>
            </p:cNvSpPr>
            <p:nvPr/>
          </p:nvSpPr>
          <p:spPr bwMode="auto">
            <a:xfrm>
              <a:off x="5175270" y="149876"/>
              <a:ext cx="0" cy="9000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16" name="Line 37"/>
            <p:cNvSpPr>
              <a:spLocks noChangeShapeType="1"/>
            </p:cNvSpPr>
            <p:nvPr/>
          </p:nvSpPr>
          <p:spPr bwMode="auto">
            <a:xfrm flipV="1">
              <a:off x="5166098" y="452784"/>
              <a:ext cx="14158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17" name="Rectangle 39"/>
            <p:cNvSpPr>
              <a:spLocks noChangeArrowheads="1"/>
            </p:cNvSpPr>
            <p:nvPr/>
          </p:nvSpPr>
          <p:spPr bwMode="auto">
            <a:xfrm>
              <a:off x="5069755" y="112637"/>
              <a:ext cx="51593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nil</a:t>
              </a:r>
              <a:endParaRPr lang="zh-CN" altLang="en-US" sz="2400" i="1">
                <a:solidFill>
                  <a:srgbClr val="000000"/>
                </a:solidFill>
                <a:ea typeface="宋体" panose="02010600030101010101" pitchFamily="2" charset="-122"/>
                <a:cs typeface="Times New Roman" panose="02020603050405020304" pitchFamily="18" charset="0"/>
              </a:endParaRPr>
            </a:p>
          </p:txBody>
        </p:sp>
        <p:sp>
          <p:nvSpPr>
            <p:cNvPr id="140418" name="Line 41"/>
            <p:cNvSpPr>
              <a:spLocks noChangeShapeType="1"/>
            </p:cNvSpPr>
            <p:nvPr/>
          </p:nvSpPr>
          <p:spPr bwMode="auto">
            <a:xfrm>
              <a:off x="5175622" y="165025"/>
              <a:ext cx="140000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19" name="Line 42"/>
            <p:cNvSpPr>
              <a:spLocks noChangeShapeType="1"/>
            </p:cNvSpPr>
            <p:nvPr/>
          </p:nvSpPr>
          <p:spPr bwMode="auto">
            <a:xfrm>
              <a:off x="5573811" y="180900"/>
              <a:ext cx="0"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20" name="Line 43"/>
            <p:cNvSpPr>
              <a:spLocks noChangeShapeType="1"/>
            </p:cNvSpPr>
            <p:nvPr/>
          </p:nvSpPr>
          <p:spPr bwMode="auto">
            <a:xfrm>
              <a:off x="5573811" y="471412"/>
              <a:ext cx="0" cy="5762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21" name="Line 44"/>
            <p:cNvSpPr>
              <a:spLocks noChangeShapeType="1"/>
            </p:cNvSpPr>
            <p:nvPr/>
          </p:nvSpPr>
          <p:spPr bwMode="auto">
            <a:xfrm>
              <a:off x="6318882" y="161552"/>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22" name="Line 44"/>
            <p:cNvSpPr>
              <a:spLocks noChangeShapeType="1"/>
            </p:cNvSpPr>
            <p:nvPr/>
          </p:nvSpPr>
          <p:spPr bwMode="auto">
            <a:xfrm>
              <a:off x="6581923" y="164231"/>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0297" name="组合 180235"/>
          <p:cNvGrpSpPr>
            <a:grpSpLocks/>
          </p:cNvGrpSpPr>
          <p:nvPr/>
        </p:nvGrpSpPr>
        <p:grpSpPr bwMode="auto">
          <a:xfrm>
            <a:off x="5088467" y="-19050"/>
            <a:ext cx="1775884" cy="2199217"/>
            <a:chOff x="3816350" y="-15044"/>
            <a:chExt cx="1331714" cy="1649918"/>
          </a:xfrm>
        </p:grpSpPr>
        <p:sp>
          <p:nvSpPr>
            <p:cNvPr id="140406" name="Line 16"/>
            <p:cNvSpPr>
              <a:spLocks noChangeShapeType="1"/>
            </p:cNvSpPr>
            <p:nvPr/>
          </p:nvSpPr>
          <p:spPr bwMode="auto">
            <a:xfrm>
              <a:off x="3908022"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07" name="Line 18"/>
            <p:cNvSpPr>
              <a:spLocks noChangeShapeType="1"/>
            </p:cNvSpPr>
            <p:nvPr/>
          </p:nvSpPr>
          <p:spPr bwMode="auto">
            <a:xfrm flipH="1" flipV="1">
              <a:off x="4355976"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08" name="Line 19"/>
            <p:cNvSpPr>
              <a:spLocks noChangeShapeType="1"/>
            </p:cNvSpPr>
            <p:nvPr/>
          </p:nvSpPr>
          <p:spPr bwMode="auto">
            <a:xfrm>
              <a:off x="4484086"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09" name="Line 20"/>
            <p:cNvSpPr>
              <a:spLocks noChangeShapeType="1"/>
            </p:cNvSpPr>
            <p:nvPr/>
          </p:nvSpPr>
          <p:spPr bwMode="auto">
            <a:xfrm>
              <a:off x="4491924" y="339502"/>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10" name="Line 21"/>
            <p:cNvSpPr>
              <a:spLocks noChangeShapeType="1"/>
            </p:cNvSpPr>
            <p:nvPr/>
          </p:nvSpPr>
          <p:spPr bwMode="auto">
            <a:xfrm flipH="1" flipV="1">
              <a:off x="4771399"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411" name="Text Box 22"/>
            <p:cNvSpPr txBox="1">
              <a:spLocks noChangeArrowheads="1"/>
            </p:cNvSpPr>
            <p:nvPr/>
          </p:nvSpPr>
          <p:spPr bwMode="auto">
            <a:xfrm>
              <a:off x="3816350" y="-15044"/>
              <a:ext cx="755650"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offset</a:t>
              </a:r>
            </a:p>
          </p:txBody>
        </p:sp>
        <p:sp>
          <p:nvSpPr>
            <p:cNvPr id="140412" name="Text Box 26"/>
            <p:cNvSpPr txBox="1">
              <a:spLocks noChangeArrowheads="1"/>
            </p:cNvSpPr>
            <p:nvPr/>
          </p:nvSpPr>
          <p:spPr bwMode="auto">
            <a:xfrm>
              <a:off x="4390827" y="-3398"/>
              <a:ext cx="757237"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tblptr</a:t>
              </a:r>
            </a:p>
          </p:txBody>
        </p:sp>
        <p:sp>
          <p:nvSpPr>
            <p:cNvPr id="140413" name="Line 20"/>
            <p:cNvSpPr>
              <a:spLocks noChangeShapeType="1"/>
            </p:cNvSpPr>
            <p:nvPr/>
          </p:nvSpPr>
          <p:spPr bwMode="auto">
            <a:xfrm flipV="1">
              <a:off x="3908022" y="334865"/>
              <a:ext cx="434883" cy="46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0298" name="Line 20"/>
          <p:cNvSpPr>
            <a:spLocks noChangeShapeType="1"/>
          </p:cNvSpPr>
          <p:nvPr/>
        </p:nvSpPr>
        <p:spPr bwMode="auto">
          <a:xfrm flipV="1">
            <a:off x="1729318" y="357717"/>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299" name="Line 20"/>
          <p:cNvSpPr>
            <a:spLocks noChangeShapeType="1"/>
          </p:cNvSpPr>
          <p:nvPr/>
        </p:nvSpPr>
        <p:spPr bwMode="auto">
          <a:xfrm flipV="1">
            <a:off x="2178051" y="698500"/>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0300" name="组合 180224"/>
          <p:cNvGrpSpPr>
            <a:grpSpLocks/>
          </p:cNvGrpSpPr>
          <p:nvPr/>
        </p:nvGrpSpPr>
        <p:grpSpPr bwMode="auto">
          <a:xfrm>
            <a:off x="6508751" y="2186517"/>
            <a:ext cx="2717800" cy="482600"/>
            <a:chOff x="4880918" y="1639665"/>
            <a:chExt cx="2038349" cy="361950"/>
          </a:xfrm>
        </p:grpSpPr>
        <p:sp>
          <p:nvSpPr>
            <p:cNvPr id="140404" name="Rectangle 25"/>
            <p:cNvSpPr>
              <a:spLocks noChangeArrowheads="1"/>
            </p:cNvSpPr>
            <p:nvPr/>
          </p:nvSpPr>
          <p:spPr bwMode="auto">
            <a:xfrm>
              <a:off x="4880918" y="1639665"/>
              <a:ext cx="2038349"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a                </a:t>
              </a:r>
              <a:r>
                <a:rPr lang="en-US" altLang="zh-CN" sz="2400">
                  <a:solidFill>
                    <a:srgbClr val="000000"/>
                  </a:solidFill>
                  <a:ea typeface="宋体" panose="02010600030101010101" pitchFamily="2" charset="-122"/>
                  <a:cs typeface="Times New Roman" panose="02020603050405020304" pitchFamily="18" charset="0"/>
                </a:rPr>
                <a:t>array  0</a:t>
              </a:r>
            </a:p>
          </p:txBody>
        </p:sp>
        <p:sp>
          <p:nvSpPr>
            <p:cNvPr id="140405" name="Line 8"/>
            <p:cNvSpPr>
              <a:spLocks noChangeShapeType="1"/>
            </p:cNvSpPr>
            <p:nvPr/>
          </p:nvSpPr>
          <p:spPr bwMode="auto">
            <a:xfrm>
              <a:off x="4898381" y="1990502"/>
              <a:ext cx="2020886"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0302" name="组合 180236"/>
          <p:cNvGrpSpPr>
            <a:grpSpLocks/>
          </p:cNvGrpSpPr>
          <p:nvPr/>
        </p:nvGrpSpPr>
        <p:grpSpPr bwMode="auto">
          <a:xfrm>
            <a:off x="5217585" y="414868"/>
            <a:ext cx="1689100" cy="421217"/>
            <a:chOff x="3913756" y="310816"/>
            <a:chExt cx="1266106" cy="316804"/>
          </a:xfrm>
        </p:grpSpPr>
        <p:sp>
          <p:nvSpPr>
            <p:cNvPr id="140401" name="Line 20"/>
            <p:cNvSpPr>
              <a:spLocks noChangeShapeType="1"/>
            </p:cNvSpPr>
            <p:nvPr/>
          </p:nvSpPr>
          <p:spPr bwMode="auto">
            <a:xfrm>
              <a:off x="4499992" y="620241"/>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24" name="直接箭头连接符 123"/>
            <p:cNvCxnSpPr/>
            <p:nvPr/>
          </p:nvCxnSpPr>
          <p:spPr>
            <a:xfrm flipV="1">
              <a:off x="4616619" y="310816"/>
              <a:ext cx="563243" cy="165566"/>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1" name="矩形 150"/>
            <p:cNvSpPr/>
            <p:nvPr/>
          </p:nvSpPr>
          <p:spPr>
            <a:xfrm>
              <a:off x="3913756" y="334696"/>
              <a:ext cx="439487" cy="29292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grpSp>
        <p:nvGrpSpPr>
          <p:cNvPr id="140303" name="组合 180238"/>
          <p:cNvGrpSpPr>
            <a:grpSpLocks/>
          </p:cNvGrpSpPr>
          <p:nvPr/>
        </p:nvGrpSpPr>
        <p:grpSpPr bwMode="auto">
          <a:xfrm>
            <a:off x="5211233" y="848785"/>
            <a:ext cx="1320800" cy="1026583"/>
            <a:chOff x="3907724" y="637094"/>
            <a:chExt cx="990625" cy="769481"/>
          </a:xfrm>
        </p:grpSpPr>
        <p:sp>
          <p:nvSpPr>
            <p:cNvPr id="140398" name="Line 20"/>
            <p:cNvSpPr>
              <a:spLocks noChangeShapeType="1"/>
            </p:cNvSpPr>
            <p:nvPr/>
          </p:nvSpPr>
          <p:spPr bwMode="auto">
            <a:xfrm>
              <a:off x="4499992" y="926397"/>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33" name="直接箭头连接符 132"/>
            <p:cNvCxnSpPr/>
            <p:nvPr/>
          </p:nvCxnSpPr>
          <p:spPr>
            <a:xfrm>
              <a:off x="4617355" y="771951"/>
              <a:ext cx="280994" cy="634624"/>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3907724" y="637094"/>
              <a:ext cx="439749" cy="29192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sp>
        <p:nvSpPr>
          <p:cNvPr id="180232" name="矩形 180231"/>
          <p:cNvSpPr/>
          <p:nvPr/>
        </p:nvSpPr>
        <p:spPr>
          <a:xfrm>
            <a:off x="5221818" y="829733"/>
            <a:ext cx="586316" cy="39158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0305" name="组合 180240"/>
          <p:cNvGrpSpPr>
            <a:grpSpLocks/>
          </p:cNvGrpSpPr>
          <p:nvPr/>
        </p:nvGrpSpPr>
        <p:grpSpPr bwMode="auto">
          <a:xfrm>
            <a:off x="6529918" y="2590800"/>
            <a:ext cx="2762249" cy="484717"/>
            <a:chOff x="4897836" y="1942382"/>
            <a:chExt cx="2070694" cy="363537"/>
          </a:xfrm>
        </p:grpSpPr>
        <p:sp>
          <p:nvSpPr>
            <p:cNvPr id="140396" name="Line 7"/>
            <p:cNvSpPr>
              <a:spLocks noChangeShapeType="1"/>
            </p:cNvSpPr>
            <p:nvPr/>
          </p:nvSpPr>
          <p:spPr bwMode="auto">
            <a:xfrm flipV="1">
              <a:off x="4899968" y="2281016"/>
              <a:ext cx="1978025"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97" name="Rectangle 26"/>
            <p:cNvSpPr>
              <a:spLocks noChangeArrowheads="1"/>
            </p:cNvSpPr>
            <p:nvPr/>
          </p:nvSpPr>
          <p:spPr bwMode="auto">
            <a:xfrm>
              <a:off x="4897836" y="1942382"/>
              <a:ext cx="2070694"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x                 </a:t>
              </a:r>
              <a:r>
                <a:rPr lang="en-US" altLang="zh-CN" sz="2400">
                  <a:solidFill>
                    <a:srgbClr val="000000"/>
                  </a:solidFill>
                  <a:ea typeface="宋体" panose="02010600030101010101" pitchFamily="2" charset="-122"/>
                  <a:cs typeface="Times New Roman" panose="02020603050405020304" pitchFamily="18" charset="0"/>
                </a:rPr>
                <a:t>int     44</a:t>
              </a:r>
            </a:p>
          </p:txBody>
        </p:sp>
      </p:grpSp>
      <p:sp>
        <p:nvSpPr>
          <p:cNvPr id="140306" name="Line 20"/>
          <p:cNvSpPr>
            <a:spLocks noChangeShapeType="1"/>
          </p:cNvSpPr>
          <p:nvPr/>
        </p:nvSpPr>
        <p:spPr bwMode="auto">
          <a:xfrm>
            <a:off x="2178051" y="933451"/>
            <a:ext cx="190288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07" name="Line 20"/>
          <p:cNvSpPr>
            <a:spLocks noChangeShapeType="1"/>
          </p:cNvSpPr>
          <p:nvPr/>
        </p:nvSpPr>
        <p:spPr bwMode="auto">
          <a:xfrm flipV="1">
            <a:off x="2381251" y="1229784"/>
            <a:ext cx="11239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0308" name="组合 180243"/>
          <p:cNvGrpSpPr>
            <a:grpSpLocks/>
          </p:cNvGrpSpPr>
          <p:nvPr/>
        </p:nvGrpSpPr>
        <p:grpSpPr bwMode="auto">
          <a:xfrm>
            <a:off x="10005485" y="719667"/>
            <a:ext cx="1653116" cy="482600"/>
            <a:chOff x="7504161" y="539279"/>
            <a:chExt cx="1239492" cy="361950"/>
          </a:xfrm>
        </p:grpSpPr>
        <p:sp>
          <p:nvSpPr>
            <p:cNvPr id="140394" name="Line 19"/>
            <p:cNvSpPr>
              <a:spLocks noChangeShapeType="1"/>
            </p:cNvSpPr>
            <p:nvPr/>
          </p:nvSpPr>
          <p:spPr bwMode="auto">
            <a:xfrm flipV="1">
              <a:off x="7504161" y="875829"/>
              <a:ext cx="122837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95" name="Rectangle 40"/>
            <p:cNvSpPr>
              <a:spLocks noChangeArrowheads="1"/>
            </p:cNvSpPr>
            <p:nvPr/>
          </p:nvSpPr>
          <p:spPr bwMode="auto">
            <a:xfrm>
              <a:off x="7523211" y="539279"/>
              <a:ext cx="122044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grpSp>
      <p:sp>
        <p:nvSpPr>
          <p:cNvPr id="140309" name="Line 20"/>
          <p:cNvSpPr>
            <a:spLocks noChangeShapeType="1"/>
          </p:cNvSpPr>
          <p:nvPr/>
        </p:nvSpPr>
        <p:spPr bwMode="auto">
          <a:xfrm flipV="1">
            <a:off x="3697817" y="1221317"/>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矩形 177"/>
          <p:cNvSpPr/>
          <p:nvPr/>
        </p:nvSpPr>
        <p:spPr>
          <a:xfrm>
            <a:off x="11345334" y="397933"/>
            <a:ext cx="361951"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0311" name="组合 180244"/>
          <p:cNvGrpSpPr>
            <a:grpSpLocks/>
          </p:cNvGrpSpPr>
          <p:nvPr/>
        </p:nvGrpSpPr>
        <p:grpSpPr bwMode="auto">
          <a:xfrm>
            <a:off x="6500113" y="986367"/>
            <a:ext cx="3503254" cy="2423584"/>
            <a:chOff x="4874568" y="739181"/>
            <a:chExt cx="2628378" cy="1818058"/>
          </a:xfrm>
        </p:grpSpPr>
        <p:sp>
          <p:nvSpPr>
            <p:cNvPr id="84" name="Line 95"/>
            <p:cNvSpPr>
              <a:spLocks noChangeShapeType="1"/>
            </p:cNvSpPr>
            <p:nvPr/>
          </p:nvSpPr>
          <p:spPr bwMode="auto">
            <a:xfrm>
              <a:off x="7018586" y="739181"/>
              <a:ext cx="3176" cy="1722789"/>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dirty="0">
                <a:solidFill>
                  <a:prstClr val="black"/>
                </a:solidFill>
                <a:latin typeface="Times New Roman" panose="02020603050405020304" pitchFamily="18" charset="0"/>
                <a:ea typeface="楷体_GB2312" pitchFamily="49" charset="-122"/>
              </a:endParaRPr>
            </a:p>
          </p:txBody>
        </p:sp>
        <p:sp>
          <p:nvSpPr>
            <p:cNvPr id="86" name="Line 43"/>
            <p:cNvSpPr>
              <a:spLocks noChangeShapeType="1"/>
            </p:cNvSpPr>
            <p:nvPr/>
          </p:nvSpPr>
          <p:spPr bwMode="auto">
            <a:xfrm>
              <a:off x="7031291" y="750296"/>
              <a:ext cx="471655"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40392" name="Line 6"/>
            <p:cNvSpPr>
              <a:spLocks noChangeShapeType="1"/>
            </p:cNvSpPr>
            <p:nvPr/>
          </p:nvSpPr>
          <p:spPr bwMode="auto">
            <a:xfrm flipV="1">
              <a:off x="4874568" y="2557239"/>
              <a:ext cx="19865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0312" name="Line 20"/>
          <p:cNvSpPr>
            <a:spLocks noChangeShapeType="1"/>
          </p:cNvSpPr>
          <p:nvPr/>
        </p:nvSpPr>
        <p:spPr bwMode="auto">
          <a:xfrm>
            <a:off x="2159001" y="1509184"/>
            <a:ext cx="190288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0313" name="组合 1"/>
          <p:cNvGrpSpPr>
            <a:grpSpLocks/>
          </p:cNvGrpSpPr>
          <p:nvPr/>
        </p:nvGrpSpPr>
        <p:grpSpPr bwMode="auto">
          <a:xfrm>
            <a:off x="9148233" y="1191685"/>
            <a:ext cx="2635251" cy="969433"/>
            <a:chOff x="6861077" y="893664"/>
            <a:chExt cx="1976561" cy="727596"/>
          </a:xfrm>
        </p:grpSpPr>
        <p:sp>
          <p:nvSpPr>
            <p:cNvPr id="140381" name="Rectangle 31"/>
            <p:cNvSpPr>
              <a:spLocks noChangeArrowheads="1"/>
            </p:cNvSpPr>
            <p:nvPr/>
          </p:nvSpPr>
          <p:spPr bwMode="auto">
            <a:xfrm>
              <a:off x="7566050" y="893664"/>
              <a:ext cx="1271588" cy="40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exchange</a:t>
              </a:r>
            </a:p>
          </p:txBody>
        </p:sp>
        <p:sp>
          <p:nvSpPr>
            <p:cNvPr id="140382" name="Line 32"/>
            <p:cNvSpPr>
              <a:spLocks noChangeShapeType="1"/>
            </p:cNvSpPr>
            <p:nvPr/>
          </p:nvSpPr>
          <p:spPr bwMode="auto">
            <a:xfrm>
              <a:off x="7486725" y="1298998"/>
              <a:ext cx="0" cy="292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83" name="Line 33"/>
            <p:cNvSpPr>
              <a:spLocks noChangeShapeType="1"/>
            </p:cNvSpPr>
            <p:nvPr/>
          </p:nvSpPr>
          <p:spPr bwMode="auto">
            <a:xfrm>
              <a:off x="8718178" y="1298998"/>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84" name="Line 34"/>
            <p:cNvSpPr>
              <a:spLocks noChangeShapeType="1"/>
            </p:cNvSpPr>
            <p:nvPr/>
          </p:nvSpPr>
          <p:spPr bwMode="auto">
            <a:xfrm>
              <a:off x="7488312" y="1608559"/>
              <a:ext cx="119538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85" name="Rectangle 35"/>
            <p:cNvSpPr>
              <a:spLocks noChangeArrowheads="1"/>
            </p:cNvSpPr>
            <p:nvPr/>
          </p:nvSpPr>
          <p:spPr bwMode="auto">
            <a:xfrm>
              <a:off x="7710066" y="1246610"/>
              <a:ext cx="107840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0386" name="Line 36"/>
            <p:cNvSpPr>
              <a:spLocks noChangeShapeType="1"/>
            </p:cNvSpPr>
            <p:nvPr/>
          </p:nvSpPr>
          <p:spPr bwMode="auto">
            <a:xfrm flipV="1">
              <a:off x="7501013" y="1297409"/>
              <a:ext cx="1217166" cy="15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87" name="Line 37"/>
            <p:cNvSpPr>
              <a:spLocks noChangeShapeType="1"/>
            </p:cNvSpPr>
            <p:nvPr/>
          </p:nvSpPr>
          <p:spPr bwMode="auto">
            <a:xfrm>
              <a:off x="7710066" y="1313285"/>
              <a:ext cx="0" cy="2841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88" name="Line 33"/>
            <p:cNvSpPr>
              <a:spLocks noChangeShapeType="1"/>
            </p:cNvSpPr>
            <p:nvPr/>
          </p:nvSpPr>
          <p:spPr bwMode="auto">
            <a:xfrm>
              <a:off x="8502154" y="1294235"/>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89" name="Line 51"/>
            <p:cNvSpPr>
              <a:spLocks noChangeShapeType="1"/>
            </p:cNvSpPr>
            <p:nvPr/>
          </p:nvSpPr>
          <p:spPr bwMode="auto">
            <a:xfrm flipH="1">
              <a:off x="6861077" y="1533301"/>
              <a:ext cx="736822"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40314" name="Line 20"/>
          <p:cNvSpPr>
            <a:spLocks noChangeShapeType="1"/>
          </p:cNvSpPr>
          <p:nvPr/>
        </p:nvSpPr>
        <p:spPr bwMode="auto">
          <a:xfrm flipV="1">
            <a:off x="4210051" y="1509184"/>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 name="矩形 121"/>
          <p:cNvSpPr/>
          <p:nvPr/>
        </p:nvSpPr>
        <p:spPr>
          <a:xfrm>
            <a:off x="11347451" y="1737784"/>
            <a:ext cx="317500"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0316" name="组合 3"/>
          <p:cNvGrpSpPr>
            <a:grpSpLocks/>
          </p:cNvGrpSpPr>
          <p:nvPr/>
        </p:nvGrpSpPr>
        <p:grpSpPr bwMode="auto">
          <a:xfrm>
            <a:off x="6517046" y="1898651"/>
            <a:ext cx="3367789" cy="1897293"/>
            <a:chOff x="4887268" y="1423765"/>
            <a:chExt cx="2526355" cy="1422970"/>
          </a:xfrm>
        </p:grpSpPr>
        <p:sp>
          <p:nvSpPr>
            <p:cNvPr id="140376" name="Line 5"/>
            <p:cNvSpPr>
              <a:spLocks noChangeShapeType="1"/>
            </p:cNvSpPr>
            <p:nvPr/>
          </p:nvSpPr>
          <p:spPr bwMode="auto">
            <a:xfrm>
              <a:off x="4887268" y="2846735"/>
              <a:ext cx="19738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0" name="Line 103"/>
            <p:cNvSpPr>
              <a:spLocks noChangeShapeType="1"/>
            </p:cNvSpPr>
            <p:nvPr/>
          </p:nvSpPr>
          <p:spPr bwMode="auto">
            <a:xfrm flipH="1">
              <a:off x="6753089" y="2738215"/>
              <a:ext cx="374726"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1" name="Line 95"/>
            <p:cNvSpPr>
              <a:spLocks noChangeShapeType="1"/>
            </p:cNvSpPr>
            <p:nvPr/>
          </p:nvSpPr>
          <p:spPr bwMode="auto">
            <a:xfrm flipH="1">
              <a:off x="7150044" y="1423765"/>
              <a:ext cx="0" cy="1330325"/>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2" name="Line 43"/>
            <p:cNvSpPr>
              <a:spLocks noChangeShapeType="1"/>
            </p:cNvSpPr>
            <p:nvPr/>
          </p:nvSpPr>
          <p:spPr bwMode="auto">
            <a:xfrm flipV="1">
              <a:off x="7129403" y="1436465"/>
              <a:ext cx="284220"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35" name="Line 20"/>
          <p:cNvSpPr>
            <a:spLocks noChangeShapeType="1"/>
          </p:cNvSpPr>
          <p:nvPr/>
        </p:nvSpPr>
        <p:spPr bwMode="auto">
          <a:xfrm>
            <a:off x="2159001" y="1797051"/>
            <a:ext cx="190288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 name="组合 2"/>
          <p:cNvGrpSpPr>
            <a:grpSpLocks/>
          </p:cNvGrpSpPr>
          <p:nvPr/>
        </p:nvGrpSpPr>
        <p:grpSpPr bwMode="auto">
          <a:xfrm>
            <a:off x="9194801" y="2110318"/>
            <a:ext cx="3139017" cy="2044700"/>
            <a:chOff x="6895356" y="1582537"/>
            <a:chExt cx="2355402" cy="1533525"/>
          </a:xfrm>
        </p:grpSpPr>
        <p:sp>
          <p:nvSpPr>
            <p:cNvPr id="140366" name="Line 42"/>
            <p:cNvSpPr>
              <a:spLocks noChangeShapeType="1"/>
            </p:cNvSpPr>
            <p:nvPr/>
          </p:nvSpPr>
          <p:spPr bwMode="auto">
            <a:xfrm>
              <a:off x="7454577" y="1920674"/>
              <a:ext cx="1587" cy="11795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67" name="Line 43"/>
            <p:cNvSpPr>
              <a:spLocks noChangeShapeType="1"/>
            </p:cNvSpPr>
            <p:nvPr/>
          </p:nvSpPr>
          <p:spPr bwMode="auto">
            <a:xfrm flipH="1">
              <a:off x="9091289" y="1919087"/>
              <a:ext cx="4763" cy="11969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68" name="Line 47"/>
            <p:cNvSpPr>
              <a:spLocks noChangeShapeType="1"/>
            </p:cNvSpPr>
            <p:nvPr/>
          </p:nvSpPr>
          <p:spPr bwMode="auto">
            <a:xfrm flipV="1">
              <a:off x="7456164" y="2230237"/>
              <a:ext cx="163988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69" name="Rectangle 48"/>
            <p:cNvSpPr>
              <a:spLocks noChangeArrowheads="1"/>
            </p:cNvSpPr>
            <p:nvPr/>
          </p:nvSpPr>
          <p:spPr bwMode="auto">
            <a:xfrm>
              <a:off x="7946702" y="1868287"/>
              <a:ext cx="1304056"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0370" name="Rectangle 49"/>
            <p:cNvSpPr>
              <a:spLocks noChangeArrowheads="1"/>
            </p:cNvSpPr>
            <p:nvPr/>
          </p:nvSpPr>
          <p:spPr bwMode="auto">
            <a:xfrm>
              <a:off x="7666582" y="1582537"/>
              <a:ext cx="135096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quicksort</a:t>
              </a:r>
            </a:p>
          </p:txBody>
        </p:sp>
        <p:sp>
          <p:nvSpPr>
            <p:cNvPr id="140371" name="Line 50"/>
            <p:cNvSpPr>
              <a:spLocks noChangeShapeType="1"/>
            </p:cNvSpPr>
            <p:nvPr/>
          </p:nvSpPr>
          <p:spPr bwMode="auto">
            <a:xfrm flipV="1">
              <a:off x="7467277" y="1919087"/>
              <a:ext cx="1639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72" name="Line 51"/>
            <p:cNvSpPr>
              <a:spLocks noChangeShapeType="1"/>
            </p:cNvSpPr>
            <p:nvPr/>
          </p:nvSpPr>
          <p:spPr bwMode="auto">
            <a:xfrm>
              <a:off x="7832402" y="1934962"/>
              <a:ext cx="1587"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73" name="Line 52"/>
            <p:cNvSpPr>
              <a:spLocks noChangeShapeType="1"/>
            </p:cNvSpPr>
            <p:nvPr/>
          </p:nvSpPr>
          <p:spPr bwMode="auto">
            <a:xfrm>
              <a:off x="8386662" y="2254049"/>
              <a:ext cx="0" cy="86042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74" name="Line 51"/>
            <p:cNvSpPr>
              <a:spLocks noChangeShapeType="1"/>
            </p:cNvSpPr>
            <p:nvPr/>
          </p:nvSpPr>
          <p:spPr bwMode="auto">
            <a:xfrm flipH="1" flipV="1">
              <a:off x="6895356" y="2122287"/>
              <a:ext cx="821434" cy="43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40375" name="Line 43"/>
            <p:cNvSpPr>
              <a:spLocks noChangeShapeType="1"/>
            </p:cNvSpPr>
            <p:nvPr/>
          </p:nvSpPr>
          <p:spPr bwMode="auto">
            <a:xfrm flipH="1">
              <a:off x="8746702" y="1903881"/>
              <a:ext cx="4763" cy="11969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0363" name="Line 20"/>
          <p:cNvSpPr>
            <a:spLocks noChangeShapeType="1"/>
          </p:cNvSpPr>
          <p:nvPr/>
        </p:nvSpPr>
        <p:spPr bwMode="auto">
          <a:xfrm>
            <a:off x="6014037" y="1594992"/>
            <a:ext cx="37262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57" name="直接箭头连接符 156"/>
          <p:cNvCxnSpPr/>
          <p:nvPr/>
        </p:nvCxnSpPr>
        <p:spPr bwMode="auto">
          <a:xfrm>
            <a:off x="6170084" y="1403350"/>
            <a:ext cx="3769783" cy="1134534"/>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8" name="矩形 157"/>
          <p:cNvSpPr/>
          <p:nvPr/>
        </p:nvSpPr>
        <p:spPr bwMode="auto">
          <a:xfrm>
            <a:off x="5232400" y="1214967"/>
            <a:ext cx="586317" cy="38946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60" name="Line 20"/>
          <p:cNvSpPr>
            <a:spLocks noChangeShapeType="1"/>
          </p:cNvSpPr>
          <p:nvPr/>
        </p:nvSpPr>
        <p:spPr bwMode="auto">
          <a:xfrm flipV="1">
            <a:off x="2381251" y="2084917"/>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6" name="组合 6"/>
          <p:cNvGrpSpPr>
            <a:grpSpLocks/>
          </p:cNvGrpSpPr>
          <p:nvPr/>
        </p:nvGrpSpPr>
        <p:grpSpPr bwMode="auto">
          <a:xfrm>
            <a:off x="9956800" y="2935817"/>
            <a:ext cx="2235200" cy="482600"/>
            <a:chOff x="7467277" y="2201662"/>
            <a:chExt cx="1676723" cy="361950"/>
          </a:xfrm>
        </p:grpSpPr>
        <p:sp>
          <p:nvSpPr>
            <p:cNvPr id="140361" name="Rectangle 54"/>
            <p:cNvSpPr>
              <a:spLocks noChangeArrowheads="1"/>
            </p:cNvSpPr>
            <p:nvPr/>
          </p:nvSpPr>
          <p:spPr bwMode="auto">
            <a:xfrm>
              <a:off x="7505377" y="2201662"/>
              <a:ext cx="163862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k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40362" name="Line 46"/>
            <p:cNvSpPr>
              <a:spLocks noChangeShapeType="1"/>
            </p:cNvSpPr>
            <p:nvPr/>
          </p:nvSpPr>
          <p:spPr bwMode="auto">
            <a:xfrm flipV="1">
              <a:off x="7467277" y="2525512"/>
              <a:ext cx="1639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67" name="矩形 166"/>
          <p:cNvSpPr/>
          <p:nvPr/>
        </p:nvSpPr>
        <p:spPr>
          <a:xfrm>
            <a:off x="5232400" y="1221317"/>
            <a:ext cx="5863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7" name="组合 7"/>
          <p:cNvGrpSpPr>
            <a:grpSpLocks/>
          </p:cNvGrpSpPr>
          <p:nvPr/>
        </p:nvGrpSpPr>
        <p:grpSpPr bwMode="auto">
          <a:xfrm>
            <a:off x="9956801" y="3314701"/>
            <a:ext cx="2190751" cy="520700"/>
            <a:chOff x="7467277" y="2485824"/>
            <a:chExt cx="1643062" cy="390526"/>
          </a:xfrm>
        </p:grpSpPr>
        <p:sp>
          <p:nvSpPr>
            <p:cNvPr id="140359" name="Rectangle 55"/>
            <p:cNvSpPr>
              <a:spLocks noChangeArrowheads="1"/>
            </p:cNvSpPr>
            <p:nvPr/>
          </p:nvSpPr>
          <p:spPr bwMode="auto">
            <a:xfrm>
              <a:off x="7505376" y="2485824"/>
              <a:ext cx="1585913" cy="390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v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40360" name="Line 45"/>
            <p:cNvSpPr>
              <a:spLocks noChangeShapeType="1"/>
            </p:cNvSpPr>
            <p:nvPr/>
          </p:nvSpPr>
          <p:spPr bwMode="auto">
            <a:xfrm flipV="1">
              <a:off x="7467277" y="2819199"/>
              <a:ext cx="1643062"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70" name="矩形 169"/>
          <p:cNvSpPr/>
          <p:nvPr/>
        </p:nvSpPr>
        <p:spPr>
          <a:xfrm>
            <a:off x="5232400" y="1221317"/>
            <a:ext cx="5863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71" name="Line 20"/>
          <p:cNvSpPr>
            <a:spLocks noChangeShapeType="1"/>
          </p:cNvSpPr>
          <p:nvPr/>
        </p:nvSpPr>
        <p:spPr bwMode="auto">
          <a:xfrm flipV="1">
            <a:off x="2584451" y="2372784"/>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8" name="组合 8"/>
          <p:cNvGrpSpPr>
            <a:grpSpLocks/>
          </p:cNvGrpSpPr>
          <p:nvPr/>
        </p:nvGrpSpPr>
        <p:grpSpPr bwMode="auto">
          <a:xfrm>
            <a:off x="10138833" y="4235452"/>
            <a:ext cx="2032000" cy="1680633"/>
            <a:chOff x="7603925" y="3176042"/>
            <a:chExt cx="1523902" cy="1261690"/>
          </a:xfrm>
        </p:grpSpPr>
        <p:sp>
          <p:nvSpPr>
            <p:cNvPr id="140349" name="Line 56"/>
            <p:cNvSpPr>
              <a:spLocks noChangeShapeType="1"/>
            </p:cNvSpPr>
            <p:nvPr/>
          </p:nvSpPr>
          <p:spPr bwMode="auto">
            <a:xfrm flipH="1">
              <a:off x="7603925" y="3513385"/>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50" name="Line 57"/>
            <p:cNvSpPr>
              <a:spLocks noChangeShapeType="1"/>
            </p:cNvSpPr>
            <p:nvPr/>
          </p:nvSpPr>
          <p:spPr bwMode="auto">
            <a:xfrm flipH="1">
              <a:off x="8899449" y="3513385"/>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51" name="Line 60"/>
            <p:cNvSpPr>
              <a:spLocks noChangeShapeType="1"/>
            </p:cNvSpPr>
            <p:nvPr/>
          </p:nvSpPr>
          <p:spPr bwMode="auto">
            <a:xfrm flipV="1">
              <a:off x="7616626" y="3807495"/>
              <a:ext cx="129076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52" name="Rectangle 61"/>
            <p:cNvSpPr>
              <a:spLocks noChangeArrowheads="1"/>
            </p:cNvSpPr>
            <p:nvPr/>
          </p:nvSpPr>
          <p:spPr bwMode="auto">
            <a:xfrm>
              <a:off x="7891337" y="3460998"/>
              <a:ext cx="118896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0353" name="Rectangle 62"/>
            <p:cNvSpPr>
              <a:spLocks noChangeArrowheads="1"/>
            </p:cNvSpPr>
            <p:nvPr/>
          </p:nvSpPr>
          <p:spPr bwMode="auto">
            <a:xfrm>
              <a:off x="7776864" y="3176042"/>
              <a:ext cx="135096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partition</a:t>
              </a:r>
            </a:p>
          </p:txBody>
        </p:sp>
        <p:sp>
          <p:nvSpPr>
            <p:cNvPr id="140354" name="Line 63"/>
            <p:cNvSpPr>
              <a:spLocks noChangeShapeType="1"/>
            </p:cNvSpPr>
            <p:nvPr/>
          </p:nvSpPr>
          <p:spPr bwMode="auto">
            <a:xfrm>
              <a:off x="7627738" y="3514972"/>
              <a:ext cx="1269999" cy="158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55" name="Line 64"/>
            <p:cNvSpPr>
              <a:spLocks noChangeShapeType="1"/>
            </p:cNvSpPr>
            <p:nvPr/>
          </p:nvSpPr>
          <p:spPr bwMode="auto">
            <a:xfrm>
              <a:off x="7891337" y="3527673"/>
              <a:ext cx="1587"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56" name="Line 65"/>
            <p:cNvSpPr>
              <a:spLocks noChangeShapeType="1"/>
            </p:cNvSpPr>
            <p:nvPr/>
          </p:nvSpPr>
          <p:spPr bwMode="auto">
            <a:xfrm flipH="1">
              <a:off x="7897687" y="3826123"/>
              <a:ext cx="0" cy="5778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57" name="Line 57"/>
            <p:cNvSpPr>
              <a:spLocks noChangeShapeType="1"/>
            </p:cNvSpPr>
            <p:nvPr/>
          </p:nvSpPr>
          <p:spPr bwMode="auto">
            <a:xfrm flipH="1">
              <a:off x="8683425" y="3534444"/>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58" name="Line 51"/>
            <p:cNvSpPr>
              <a:spLocks noChangeShapeType="1"/>
            </p:cNvSpPr>
            <p:nvPr/>
          </p:nvSpPr>
          <p:spPr bwMode="auto">
            <a:xfrm flipV="1">
              <a:off x="7666581" y="3201492"/>
              <a:ext cx="1" cy="384689"/>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93" name="Line 20"/>
          <p:cNvSpPr>
            <a:spLocks noChangeShapeType="1"/>
          </p:cNvSpPr>
          <p:nvPr/>
        </p:nvSpPr>
        <p:spPr bwMode="auto">
          <a:xfrm flipV="1">
            <a:off x="2851152" y="2660651"/>
            <a:ext cx="15176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9" name="组合 9"/>
          <p:cNvGrpSpPr>
            <a:grpSpLocks/>
          </p:cNvGrpSpPr>
          <p:nvPr/>
        </p:nvGrpSpPr>
        <p:grpSpPr bwMode="auto">
          <a:xfrm>
            <a:off x="10170585" y="5044018"/>
            <a:ext cx="1737783" cy="484716"/>
            <a:chOff x="7627739" y="3783260"/>
            <a:chExt cx="1303462" cy="363538"/>
          </a:xfrm>
        </p:grpSpPr>
        <p:sp>
          <p:nvSpPr>
            <p:cNvPr id="140347" name="Rectangle 67"/>
            <p:cNvSpPr>
              <a:spLocks noChangeArrowheads="1"/>
            </p:cNvSpPr>
            <p:nvPr/>
          </p:nvSpPr>
          <p:spPr bwMode="auto">
            <a:xfrm>
              <a:off x="7656313" y="3783260"/>
              <a:ext cx="127488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40348" name="Line 59"/>
            <p:cNvSpPr>
              <a:spLocks noChangeShapeType="1"/>
            </p:cNvSpPr>
            <p:nvPr/>
          </p:nvSpPr>
          <p:spPr bwMode="auto">
            <a:xfrm flipV="1">
              <a:off x="7627739" y="4099596"/>
              <a:ext cx="127965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20" name="组合 11"/>
          <p:cNvGrpSpPr>
            <a:grpSpLocks/>
          </p:cNvGrpSpPr>
          <p:nvPr/>
        </p:nvGrpSpPr>
        <p:grpSpPr bwMode="auto">
          <a:xfrm>
            <a:off x="10172701" y="5456767"/>
            <a:ext cx="1773767" cy="484717"/>
            <a:chOff x="7629325" y="4092823"/>
            <a:chExt cx="1330451" cy="363537"/>
          </a:xfrm>
        </p:grpSpPr>
        <p:sp>
          <p:nvSpPr>
            <p:cNvPr id="140345" name="Rectangle 68"/>
            <p:cNvSpPr>
              <a:spLocks noChangeArrowheads="1"/>
            </p:cNvSpPr>
            <p:nvPr/>
          </p:nvSpPr>
          <p:spPr bwMode="auto">
            <a:xfrm>
              <a:off x="7656314" y="4092823"/>
              <a:ext cx="130346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j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40346" name="Line 58"/>
            <p:cNvSpPr>
              <a:spLocks noChangeShapeType="1"/>
            </p:cNvSpPr>
            <p:nvPr/>
          </p:nvSpPr>
          <p:spPr bwMode="auto">
            <a:xfrm>
              <a:off x="7629325" y="4413498"/>
              <a:ext cx="127806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99" name="Line 20"/>
          <p:cNvSpPr>
            <a:spLocks noChangeShapeType="1"/>
          </p:cNvSpPr>
          <p:nvPr/>
        </p:nvSpPr>
        <p:spPr bwMode="auto">
          <a:xfrm flipV="1">
            <a:off x="4413251" y="2660651"/>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42" name="Line 20"/>
          <p:cNvSpPr>
            <a:spLocks noChangeShapeType="1"/>
          </p:cNvSpPr>
          <p:nvPr/>
        </p:nvSpPr>
        <p:spPr bwMode="auto">
          <a:xfrm>
            <a:off x="6014012" y="1978411"/>
            <a:ext cx="37261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202" name="直接箭头连接符 201"/>
          <p:cNvCxnSpPr>
            <a:endCxn id="140349" idx="0"/>
          </p:cNvCxnSpPr>
          <p:nvPr/>
        </p:nvCxnSpPr>
        <p:spPr bwMode="auto">
          <a:xfrm>
            <a:off x="6170085" y="1786467"/>
            <a:ext cx="3968749" cy="2897718"/>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203" name="矩形 202"/>
          <p:cNvSpPr/>
          <p:nvPr/>
        </p:nvSpPr>
        <p:spPr bwMode="auto">
          <a:xfrm>
            <a:off x="5232401" y="1598085"/>
            <a:ext cx="586318"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204" name="矩形 203"/>
          <p:cNvSpPr/>
          <p:nvPr/>
        </p:nvSpPr>
        <p:spPr>
          <a:xfrm>
            <a:off x="5232400" y="1598085"/>
            <a:ext cx="586317" cy="39158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205" name="矩形 204"/>
          <p:cNvSpPr/>
          <p:nvPr/>
        </p:nvSpPr>
        <p:spPr>
          <a:xfrm>
            <a:off x="5232400" y="1598085"/>
            <a:ext cx="586317" cy="39158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206" name="矩形 205"/>
          <p:cNvSpPr/>
          <p:nvPr/>
        </p:nvSpPr>
        <p:spPr>
          <a:xfrm>
            <a:off x="11569700" y="4679951"/>
            <a:ext cx="3069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22" name="组合 208"/>
          <p:cNvGrpSpPr>
            <a:grpSpLocks/>
          </p:cNvGrpSpPr>
          <p:nvPr/>
        </p:nvGrpSpPr>
        <p:grpSpPr bwMode="auto">
          <a:xfrm>
            <a:off x="9925050" y="3683772"/>
            <a:ext cx="2211717" cy="939035"/>
            <a:chOff x="7443464" y="2762649"/>
            <a:chExt cx="1658789" cy="705122"/>
          </a:xfrm>
        </p:grpSpPr>
        <p:sp>
          <p:nvSpPr>
            <p:cNvPr id="140337" name="Line 44"/>
            <p:cNvSpPr>
              <a:spLocks noChangeShapeType="1"/>
            </p:cNvSpPr>
            <p:nvPr/>
          </p:nvSpPr>
          <p:spPr bwMode="auto">
            <a:xfrm flipV="1">
              <a:off x="7443464" y="3101774"/>
              <a:ext cx="1639888"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0338" name="Rectangle 69"/>
            <p:cNvSpPr>
              <a:spLocks noChangeArrowheads="1"/>
            </p:cNvSpPr>
            <p:nvPr/>
          </p:nvSpPr>
          <p:spPr bwMode="auto">
            <a:xfrm>
              <a:off x="7451401" y="2762649"/>
              <a:ext cx="1650852" cy="417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partition </a:t>
              </a:r>
              <a:r>
                <a:rPr lang="en-US" altLang="zh-CN" sz="2000" i="1" dirty="0">
                  <a:solidFill>
                    <a:srgbClr val="000000"/>
                  </a:solidFill>
                  <a:ea typeface="宋体" panose="02010600030101010101" pitchFamily="2" charset="-122"/>
                  <a:cs typeface="Times New Roman" panose="02020603050405020304" pitchFamily="18" charset="0"/>
                </a:rPr>
                <a:t>proc</a:t>
              </a:r>
              <a:endParaRPr lang="en-US" altLang="zh-CN" sz="2400" i="1" dirty="0">
                <a:solidFill>
                  <a:srgbClr val="000000"/>
                </a:solidFill>
                <a:ea typeface="宋体" panose="02010600030101010101" pitchFamily="2" charset="-122"/>
                <a:cs typeface="Times New Roman" panose="02020603050405020304" pitchFamily="18" charset="0"/>
              </a:endParaRPr>
            </a:p>
          </p:txBody>
        </p:sp>
        <p:sp>
          <p:nvSpPr>
            <p:cNvPr id="212" name="Line 95"/>
            <p:cNvSpPr>
              <a:spLocks noChangeShapeType="1"/>
            </p:cNvSpPr>
            <p:nvPr/>
          </p:nvSpPr>
          <p:spPr bwMode="auto">
            <a:xfrm flipH="1">
              <a:off x="8837290" y="2954393"/>
              <a:ext cx="0" cy="21616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13" name="Line 43"/>
            <p:cNvSpPr>
              <a:spLocks noChangeShapeType="1"/>
            </p:cNvSpPr>
            <p:nvPr/>
          </p:nvSpPr>
          <p:spPr bwMode="auto">
            <a:xfrm>
              <a:off x="7886376" y="3186446"/>
              <a:ext cx="0" cy="281325"/>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14" name="Line 103"/>
            <p:cNvSpPr>
              <a:spLocks noChangeShapeType="1"/>
            </p:cNvSpPr>
            <p:nvPr/>
          </p:nvSpPr>
          <p:spPr bwMode="auto">
            <a:xfrm flipH="1" flipV="1">
              <a:off x="7897489" y="3170552"/>
              <a:ext cx="936626"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56" name="矩形 155"/>
          <p:cNvSpPr/>
          <p:nvPr/>
        </p:nvSpPr>
        <p:spPr>
          <a:xfrm>
            <a:off x="5232400" y="857251"/>
            <a:ext cx="586317" cy="39158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55" name="Rectangle 28">
            <a:extLst>
              <a:ext uri="{FF2B5EF4-FFF2-40B4-BE49-F238E27FC236}">
                <a16:creationId xmlns:a16="http://schemas.microsoft.com/office/drawing/2014/main" id="{15CA9BC6-C41B-4A9A-BDEF-5C08859861B0}"/>
              </a:ext>
            </a:extLst>
          </p:cNvPr>
          <p:cNvSpPr>
            <a:spLocks noChangeArrowheads="1"/>
          </p:cNvSpPr>
          <p:nvPr/>
        </p:nvSpPr>
        <p:spPr bwMode="auto">
          <a:xfrm>
            <a:off x="6483351" y="2970349"/>
            <a:ext cx="2385779" cy="48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err="1">
                <a:solidFill>
                  <a:srgbClr val="000000"/>
                </a:solidFill>
                <a:ea typeface="宋体" panose="02010600030101010101" pitchFamily="2" charset="-122"/>
                <a:cs typeface="Times New Roman" panose="02020603050405020304" pitchFamily="18" charset="0"/>
              </a:rPr>
              <a:t>readarray</a:t>
            </a:r>
            <a:r>
              <a:rPr lang="en-US" altLang="zh-CN" sz="2400" i="1" dirty="0">
                <a:solidFill>
                  <a:srgbClr val="000000"/>
                </a:solidFill>
                <a:ea typeface="宋体" panose="02010600030101010101" pitchFamily="2" charset="-122"/>
                <a:cs typeface="Times New Roman" panose="02020603050405020304" pitchFamily="18" charset="0"/>
              </a:rPr>
              <a:t>   proc</a:t>
            </a:r>
          </a:p>
        </p:txBody>
      </p:sp>
      <p:sp>
        <p:nvSpPr>
          <p:cNvPr id="159" name="Rectangle 39">
            <a:extLst>
              <a:ext uri="{FF2B5EF4-FFF2-40B4-BE49-F238E27FC236}">
                <a16:creationId xmlns:a16="http://schemas.microsoft.com/office/drawing/2014/main" id="{14615A5B-A2B7-4292-A619-2BB81D6E9ED2}"/>
              </a:ext>
            </a:extLst>
          </p:cNvPr>
          <p:cNvSpPr>
            <a:spLocks noChangeArrowheads="1"/>
          </p:cNvSpPr>
          <p:nvPr/>
        </p:nvSpPr>
        <p:spPr bwMode="auto">
          <a:xfrm>
            <a:off x="6502205" y="3347218"/>
            <a:ext cx="2428744" cy="484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exchange   proc</a:t>
            </a:r>
          </a:p>
        </p:txBody>
      </p:sp>
      <p:sp>
        <p:nvSpPr>
          <p:cNvPr id="161" name="Line 20">
            <a:extLst>
              <a:ext uri="{FF2B5EF4-FFF2-40B4-BE49-F238E27FC236}">
                <a16:creationId xmlns:a16="http://schemas.microsoft.com/office/drawing/2014/main" id="{41A33F4E-D137-4BA0-A596-4BC9F3CB6152}"/>
              </a:ext>
            </a:extLst>
          </p:cNvPr>
          <p:cNvSpPr>
            <a:spLocks noChangeShapeType="1"/>
          </p:cNvSpPr>
          <p:nvPr/>
        </p:nvSpPr>
        <p:spPr bwMode="auto">
          <a:xfrm>
            <a:off x="3977218" y="693698"/>
            <a:ext cx="503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35"/>
                                        </p:tgtEl>
                                        <p:attrNameLst>
                                          <p:attrName>style.visibility</p:attrName>
                                        </p:attrNameLst>
                                      </p:cBhvr>
                                      <p:to>
                                        <p:strVal val="visible"/>
                                      </p:to>
                                    </p:set>
                                    <p:anim calcmode="lin" valueType="num">
                                      <p:cBhvr>
                                        <p:cTn id="7" dur="500" fill="hold"/>
                                        <p:tgtEl>
                                          <p:spTgt spid="135"/>
                                        </p:tgtEl>
                                        <p:attrNameLst>
                                          <p:attrName>ppt_w</p:attrName>
                                        </p:attrNameLst>
                                      </p:cBhvr>
                                      <p:tavLst>
                                        <p:tav tm="0">
                                          <p:val>
                                            <p:fltVal val="0"/>
                                          </p:val>
                                        </p:tav>
                                        <p:tav tm="100000">
                                          <p:val>
                                            <p:strVal val="#ppt_w"/>
                                          </p:val>
                                        </p:tav>
                                      </p:tavLst>
                                    </p:anim>
                                    <p:anim calcmode="lin" valueType="num">
                                      <p:cBhvr>
                                        <p:cTn id="8" dur="500" fill="hold"/>
                                        <p:tgtEl>
                                          <p:spTgt spid="135"/>
                                        </p:tgtEl>
                                        <p:attrNameLst>
                                          <p:attrName>ppt_h</p:attrName>
                                        </p:attrNameLst>
                                      </p:cBhvr>
                                      <p:tavLst>
                                        <p:tav tm="0">
                                          <p:val>
                                            <p:fltVal val="0"/>
                                          </p:val>
                                        </p:tav>
                                        <p:tav tm="100000">
                                          <p:val>
                                            <p:strVal val="#ppt_h"/>
                                          </p:val>
                                        </p:tav>
                                      </p:tavLst>
                                    </p:anim>
                                    <p:animEffect transition="in" filter="fade">
                                      <p:cBhvr>
                                        <p:cTn id="9" dur="500"/>
                                        <p:tgtEl>
                                          <p:spTgt spid="13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p:cTn id="14" dur="500" fill="hold"/>
                                        <p:tgtEl>
                                          <p:spTgt spid="14"/>
                                        </p:tgtEl>
                                        <p:attrNameLst>
                                          <p:attrName>ppt_w</p:attrName>
                                        </p:attrNameLst>
                                      </p:cBhvr>
                                      <p:tavLst>
                                        <p:tav tm="0">
                                          <p:val>
                                            <p:fltVal val="0"/>
                                          </p:val>
                                        </p:tav>
                                        <p:tav tm="100000">
                                          <p:val>
                                            <p:strVal val="#ppt_w"/>
                                          </p:val>
                                        </p:tav>
                                      </p:tavLst>
                                    </p:anim>
                                    <p:anim calcmode="lin" valueType="num">
                                      <p:cBhvr>
                                        <p:cTn id="15" dur="500" fill="hold"/>
                                        <p:tgtEl>
                                          <p:spTgt spid="14"/>
                                        </p:tgtEl>
                                        <p:attrNameLst>
                                          <p:attrName>ppt_h</p:attrName>
                                        </p:attrNameLst>
                                      </p:cBhvr>
                                      <p:tavLst>
                                        <p:tav tm="0">
                                          <p:val>
                                            <p:fltVal val="0"/>
                                          </p:val>
                                        </p:tav>
                                        <p:tav tm="100000">
                                          <p:val>
                                            <p:strVal val="#ppt_h"/>
                                          </p:val>
                                        </p:tav>
                                      </p:tavLst>
                                    </p:anim>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40363"/>
                                        </p:tgtEl>
                                        <p:attrNameLst>
                                          <p:attrName>style.visibility</p:attrName>
                                        </p:attrNameLst>
                                      </p:cBhvr>
                                      <p:to>
                                        <p:strVal val="visible"/>
                                      </p:to>
                                    </p:set>
                                    <p:anim calcmode="lin" valueType="num">
                                      <p:cBhvr>
                                        <p:cTn id="21" dur="500" fill="hold"/>
                                        <p:tgtEl>
                                          <p:spTgt spid="140363"/>
                                        </p:tgtEl>
                                        <p:attrNameLst>
                                          <p:attrName>ppt_w</p:attrName>
                                        </p:attrNameLst>
                                      </p:cBhvr>
                                      <p:tavLst>
                                        <p:tav tm="0">
                                          <p:val>
                                            <p:fltVal val="0"/>
                                          </p:val>
                                        </p:tav>
                                        <p:tav tm="100000">
                                          <p:val>
                                            <p:strVal val="#ppt_w"/>
                                          </p:val>
                                        </p:tav>
                                      </p:tavLst>
                                    </p:anim>
                                    <p:anim calcmode="lin" valueType="num">
                                      <p:cBhvr>
                                        <p:cTn id="22" dur="500" fill="hold"/>
                                        <p:tgtEl>
                                          <p:spTgt spid="140363"/>
                                        </p:tgtEl>
                                        <p:attrNameLst>
                                          <p:attrName>ppt_h</p:attrName>
                                        </p:attrNameLst>
                                      </p:cBhvr>
                                      <p:tavLst>
                                        <p:tav tm="0">
                                          <p:val>
                                            <p:fltVal val="0"/>
                                          </p:val>
                                        </p:tav>
                                        <p:tav tm="100000">
                                          <p:val>
                                            <p:strVal val="#ppt_h"/>
                                          </p:val>
                                        </p:tav>
                                      </p:tavLst>
                                    </p:anim>
                                    <p:animEffect transition="in" filter="fade">
                                      <p:cBhvr>
                                        <p:cTn id="23" dur="500"/>
                                        <p:tgtEl>
                                          <p:spTgt spid="140363"/>
                                        </p:tgtEl>
                                      </p:cBhvr>
                                    </p:animEffect>
                                  </p:childTnLst>
                                </p:cTn>
                              </p:par>
                              <p:par>
                                <p:cTn id="24" presetID="53" presetClass="entr" presetSubtype="16" fill="hold" nodeType="withEffect">
                                  <p:stCondLst>
                                    <p:cond delay="0"/>
                                  </p:stCondLst>
                                  <p:childTnLst>
                                    <p:set>
                                      <p:cBhvr>
                                        <p:cTn id="25" dur="1" fill="hold">
                                          <p:stCondLst>
                                            <p:cond delay="0"/>
                                          </p:stCondLst>
                                        </p:cTn>
                                        <p:tgtEl>
                                          <p:spTgt spid="157"/>
                                        </p:tgtEl>
                                        <p:attrNameLst>
                                          <p:attrName>style.visibility</p:attrName>
                                        </p:attrNameLst>
                                      </p:cBhvr>
                                      <p:to>
                                        <p:strVal val="visible"/>
                                      </p:to>
                                    </p:set>
                                    <p:anim calcmode="lin" valueType="num">
                                      <p:cBhvr>
                                        <p:cTn id="26" dur="500" fill="hold"/>
                                        <p:tgtEl>
                                          <p:spTgt spid="157"/>
                                        </p:tgtEl>
                                        <p:attrNameLst>
                                          <p:attrName>ppt_w</p:attrName>
                                        </p:attrNameLst>
                                      </p:cBhvr>
                                      <p:tavLst>
                                        <p:tav tm="0">
                                          <p:val>
                                            <p:fltVal val="0"/>
                                          </p:val>
                                        </p:tav>
                                        <p:tav tm="100000">
                                          <p:val>
                                            <p:strVal val="#ppt_w"/>
                                          </p:val>
                                        </p:tav>
                                      </p:tavLst>
                                    </p:anim>
                                    <p:anim calcmode="lin" valueType="num">
                                      <p:cBhvr>
                                        <p:cTn id="27" dur="500" fill="hold"/>
                                        <p:tgtEl>
                                          <p:spTgt spid="157"/>
                                        </p:tgtEl>
                                        <p:attrNameLst>
                                          <p:attrName>ppt_h</p:attrName>
                                        </p:attrNameLst>
                                      </p:cBhvr>
                                      <p:tavLst>
                                        <p:tav tm="0">
                                          <p:val>
                                            <p:fltVal val="0"/>
                                          </p:val>
                                        </p:tav>
                                        <p:tav tm="100000">
                                          <p:val>
                                            <p:strVal val="#ppt_h"/>
                                          </p:val>
                                        </p:tav>
                                      </p:tavLst>
                                    </p:anim>
                                    <p:animEffect transition="in" filter="fade">
                                      <p:cBhvr>
                                        <p:cTn id="28" dur="500"/>
                                        <p:tgtEl>
                                          <p:spTgt spid="157"/>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158"/>
                                        </p:tgtEl>
                                        <p:attrNameLst>
                                          <p:attrName>style.visibility</p:attrName>
                                        </p:attrNameLst>
                                      </p:cBhvr>
                                      <p:to>
                                        <p:strVal val="visible"/>
                                      </p:to>
                                    </p:set>
                                    <p:anim calcmode="lin" valueType="num">
                                      <p:cBhvr>
                                        <p:cTn id="33" dur="500" fill="hold"/>
                                        <p:tgtEl>
                                          <p:spTgt spid="158"/>
                                        </p:tgtEl>
                                        <p:attrNameLst>
                                          <p:attrName>ppt_w</p:attrName>
                                        </p:attrNameLst>
                                      </p:cBhvr>
                                      <p:tavLst>
                                        <p:tav tm="0">
                                          <p:val>
                                            <p:fltVal val="0"/>
                                          </p:val>
                                        </p:tav>
                                        <p:tav tm="100000">
                                          <p:val>
                                            <p:strVal val="#ppt_w"/>
                                          </p:val>
                                        </p:tav>
                                      </p:tavLst>
                                    </p:anim>
                                    <p:anim calcmode="lin" valueType="num">
                                      <p:cBhvr>
                                        <p:cTn id="34" dur="500" fill="hold"/>
                                        <p:tgtEl>
                                          <p:spTgt spid="158"/>
                                        </p:tgtEl>
                                        <p:attrNameLst>
                                          <p:attrName>ppt_h</p:attrName>
                                        </p:attrNameLst>
                                      </p:cBhvr>
                                      <p:tavLst>
                                        <p:tav tm="0">
                                          <p:val>
                                            <p:fltVal val="0"/>
                                          </p:val>
                                        </p:tav>
                                        <p:tav tm="100000">
                                          <p:val>
                                            <p:strVal val="#ppt_h"/>
                                          </p:val>
                                        </p:tav>
                                      </p:tavLst>
                                    </p:anim>
                                    <p:animEffect transition="in" filter="fade">
                                      <p:cBhvr>
                                        <p:cTn id="35" dur="500"/>
                                        <p:tgtEl>
                                          <p:spTgt spid="158"/>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160"/>
                                        </p:tgtEl>
                                        <p:attrNameLst>
                                          <p:attrName>style.visibility</p:attrName>
                                        </p:attrNameLst>
                                      </p:cBhvr>
                                      <p:to>
                                        <p:strVal val="visible"/>
                                      </p:to>
                                    </p:set>
                                    <p:anim calcmode="lin" valueType="num">
                                      <p:cBhvr>
                                        <p:cTn id="40" dur="500" fill="hold"/>
                                        <p:tgtEl>
                                          <p:spTgt spid="160"/>
                                        </p:tgtEl>
                                        <p:attrNameLst>
                                          <p:attrName>ppt_w</p:attrName>
                                        </p:attrNameLst>
                                      </p:cBhvr>
                                      <p:tavLst>
                                        <p:tav tm="0">
                                          <p:val>
                                            <p:fltVal val="0"/>
                                          </p:val>
                                        </p:tav>
                                        <p:tav tm="100000">
                                          <p:val>
                                            <p:strVal val="#ppt_w"/>
                                          </p:val>
                                        </p:tav>
                                      </p:tavLst>
                                    </p:anim>
                                    <p:anim calcmode="lin" valueType="num">
                                      <p:cBhvr>
                                        <p:cTn id="41" dur="500" fill="hold"/>
                                        <p:tgtEl>
                                          <p:spTgt spid="160"/>
                                        </p:tgtEl>
                                        <p:attrNameLst>
                                          <p:attrName>ppt_h</p:attrName>
                                        </p:attrNameLst>
                                      </p:cBhvr>
                                      <p:tavLst>
                                        <p:tav tm="0">
                                          <p:val>
                                            <p:fltVal val="0"/>
                                          </p:val>
                                        </p:tav>
                                        <p:tav tm="100000">
                                          <p:val>
                                            <p:strVal val="#ppt_h"/>
                                          </p:val>
                                        </p:tav>
                                      </p:tavLst>
                                    </p:anim>
                                    <p:animEffect transition="in" filter="fade">
                                      <p:cBhvr>
                                        <p:cTn id="42" dur="500"/>
                                        <p:tgtEl>
                                          <p:spTgt spid="16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ntr" presetSubtype="16" fill="hold" nodeType="click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500" fill="hold"/>
                                        <p:tgtEl>
                                          <p:spTgt spid="16"/>
                                        </p:tgtEl>
                                        <p:attrNameLst>
                                          <p:attrName>ppt_w</p:attrName>
                                        </p:attrNameLst>
                                      </p:cBhvr>
                                      <p:tavLst>
                                        <p:tav tm="0">
                                          <p:val>
                                            <p:fltVal val="0"/>
                                          </p:val>
                                        </p:tav>
                                        <p:tav tm="100000">
                                          <p:val>
                                            <p:strVal val="#ppt_w"/>
                                          </p:val>
                                        </p:tav>
                                      </p:tavLst>
                                    </p:anim>
                                    <p:anim calcmode="lin" valueType="num">
                                      <p:cBhvr>
                                        <p:cTn id="48" dur="500" fill="hold"/>
                                        <p:tgtEl>
                                          <p:spTgt spid="16"/>
                                        </p:tgtEl>
                                        <p:attrNameLst>
                                          <p:attrName>ppt_h</p:attrName>
                                        </p:attrNameLst>
                                      </p:cBhvr>
                                      <p:tavLst>
                                        <p:tav tm="0">
                                          <p:val>
                                            <p:fltVal val="0"/>
                                          </p:val>
                                        </p:tav>
                                        <p:tav tm="100000">
                                          <p:val>
                                            <p:strVal val="#ppt_h"/>
                                          </p:val>
                                        </p:tav>
                                      </p:tavLst>
                                    </p:anim>
                                    <p:animEffect transition="in" filter="fade">
                                      <p:cBhvr>
                                        <p:cTn id="49" dur="500"/>
                                        <p:tgtEl>
                                          <p:spTgt spid="16"/>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3" presetClass="entr" presetSubtype="16" fill="hold" grpId="0" nodeType="clickEffect">
                                  <p:stCondLst>
                                    <p:cond delay="0"/>
                                  </p:stCondLst>
                                  <p:childTnLst>
                                    <p:set>
                                      <p:cBhvr>
                                        <p:cTn id="53" dur="1" fill="hold">
                                          <p:stCondLst>
                                            <p:cond delay="0"/>
                                          </p:stCondLst>
                                        </p:cTn>
                                        <p:tgtEl>
                                          <p:spTgt spid="167"/>
                                        </p:tgtEl>
                                        <p:attrNameLst>
                                          <p:attrName>style.visibility</p:attrName>
                                        </p:attrNameLst>
                                      </p:cBhvr>
                                      <p:to>
                                        <p:strVal val="visible"/>
                                      </p:to>
                                    </p:set>
                                    <p:anim calcmode="lin" valueType="num">
                                      <p:cBhvr>
                                        <p:cTn id="54" dur="500" fill="hold"/>
                                        <p:tgtEl>
                                          <p:spTgt spid="167"/>
                                        </p:tgtEl>
                                        <p:attrNameLst>
                                          <p:attrName>ppt_w</p:attrName>
                                        </p:attrNameLst>
                                      </p:cBhvr>
                                      <p:tavLst>
                                        <p:tav tm="0">
                                          <p:val>
                                            <p:fltVal val="0"/>
                                          </p:val>
                                        </p:tav>
                                        <p:tav tm="100000">
                                          <p:val>
                                            <p:strVal val="#ppt_w"/>
                                          </p:val>
                                        </p:tav>
                                      </p:tavLst>
                                    </p:anim>
                                    <p:anim calcmode="lin" valueType="num">
                                      <p:cBhvr>
                                        <p:cTn id="55" dur="500" fill="hold"/>
                                        <p:tgtEl>
                                          <p:spTgt spid="167"/>
                                        </p:tgtEl>
                                        <p:attrNameLst>
                                          <p:attrName>ppt_h</p:attrName>
                                        </p:attrNameLst>
                                      </p:cBhvr>
                                      <p:tavLst>
                                        <p:tav tm="0">
                                          <p:val>
                                            <p:fltVal val="0"/>
                                          </p:val>
                                        </p:tav>
                                        <p:tav tm="100000">
                                          <p:val>
                                            <p:strVal val="#ppt_h"/>
                                          </p:val>
                                        </p:tav>
                                      </p:tavLst>
                                    </p:anim>
                                    <p:animEffect transition="in" filter="fade">
                                      <p:cBhvr>
                                        <p:cTn id="56" dur="500"/>
                                        <p:tgtEl>
                                          <p:spTgt spid="167"/>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53" presetClass="entr" presetSubtype="16"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anim calcmode="lin" valueType="num">
                                      <p:cBhvr>
                                        <p:cTn id="61" dur="500" fill="hold"/>
                                        <p:tgtEl>
                                          <p:spTgt spid="17"/>
                                        </p:tgtEl>
                                        <p:attrNameLst>
                                          <p:attrName>ppt_w</p:attrName>
                                        </p:attrNameLst>
                                      </p:cBhvr>
                                      <p:tavLst>
                                        <p:tav tm="0">
                                          <p:val>
                                            <p:fltVal val="0"/>
                                          </p:val>
                                        </p:tav>
                                        <p:tav tm="100000">
                                          <p:val>
                                            <p:strVal val="#ppt_w"/>
                                          </p:val>
                                        </p:tav>
                                      </p:tavLst>
                                    </p:anim>
                                    <p:anim calcmode="lin" valueType="num">
                                      <p:cBhvr>
                                        <p:cTn id="62" dur="500" fill="hold"/>
                                        <p:tgtEl>
                                          <p:spTgt spid="17"/>
                                        </p:tgtEl>
                                        <p:attrNameLst>
                                          <p:attrName>ppt_h</p:attrName>
                                        </p:attrNameLst>
                                      </p:cBhvr>
                                      <p:tavLst>
                                        <p:tav tm="0">
                                          <p:val>
                                            <p:fltVal val="0"/>
                                          </p:val>
                                        </p:tav>
                                        <p:tav tm="100000">
                                          <p:val>
                                            <p:strVal val="#ppt_h"/>
                                          </p:val>
                                        </p:tav>
                                      </p:tavLst>
                                    </p:anim>
                                    <p:animEffect transition="in" filter="fade">
                                      <p:cBhvr>
                                        <p:cTn id="63" dur="500"/>
                                        <p:tgtEl>
                                          <p:spTgt spid="17"/>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53" presetClass="entr" presetSubtype="16" fill="hold" grpId="0" nodeType="clickEffect">
                                  <p:stCondLst>
                                    <p:cond delay="0"/>
                                  </p:stCondLst>
                                  <p:childTnLst>
                                    <p:set>
                                      <p:cBhvr>
                                        <p:cTn id="67" dur="1" fill="hold">
                                          <p:stCondLst>
                                            <p:cond delay="0"/>
                                          </p:stCondLst>
                                        </p:cTn>
                                        <p:tgtEl>
                                          <p:spTgt spid="170"/>
                                        </p:tgtEl>
                                        <p:attrNameLst>
                                          <p:attrName>style.visibility</p:attrName>
                                        </p:attrNameLst>
                                      </p:cBhvr>
                                      <p:to>
                                        <p:strVal val="visible"/>
                                      </p:to>
                                    </p:set>
                                    <p:anim calcmode="lin" valueType="num">
                                      <p:cBhvr>
                                        <p:cTn id="68" dur="500" fill="hold"/>
                                        <p:tgtEl>
                                          <p:spTgt spid="170"/>
                                        </p:tgtEl>
                                        <p:attrNameLst>
                                          <p:attrName>ppt_w</p:attrName>
                                        </p:attrNameLst>
                                      </p:cBhvr>
                                      <p:tavLst>
                                        <p:tav tm="0">
                                          <p:val>
                                            <p:fltVal val="0"/>
                                          </p:val>
                                        </p:tav>
                                        <p:tav tm="100000">
                                          <p:val>
                                            <p:strVal val="#ppt_w"/>
                                          </p:val>
                                        </p:tav>
                                      </p:tavLst>
                                    </p:anim>
                                    <p:anim calcmode="lin" valueType="num">
                                      <p:cBhvr>
                                        <p:cTn id="69" dur="500" fill="hold"/>
                                        <p:tgtEl>
                                          <p:spTgt spid="170"/>
                                        </p:tgtEl>
                                        <p:attrNameLst>
                                          <p:attrName>ppt_h</p:attrName>
                                        </p:attrNameLst>
                                      </p:cBhvr>
                                      <p:tavLst>
                                        <p:tav tm="0">
                                          <p:val>
                                            <p:fltVal val="0"/>
                                          </p:val>
                                        </p:tav>
                                        <p:tav tm="100000">
                                          <p:val>
                                            <p:strVal val="#ppt_h"/>
                                          </p:val>
                                        </p:tav>
                                      </p:tavLst>
                                    </p:anim>
                                    <p:animEffect transition="in" filter="fade">
                                      <p:cBhvr>
                                        <p:cTn id="70" dur="500"/>
                                        <p:tgtEl>
                                          <p:spTgt spid="170"/>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3" presetClass="entr" presetSubtype="16" fill="hold" grpId="0" nodeType="clickEffect">
                                  <p:stCondLst>
                                    <p:cond delay="0"/>
                                  </p:stCondLst>
                                  <p:childTnLst>
                                    <p:set>
                                      <p:cBhvr>
                                        <p:cTn id="74" dur="1" fill="hold">
                                          <p:stCondLst>
                                            <p:cond delay="0"/>
                                          </p:stCondLst>
                                        </p:cTn>
                                        <p:tgtEl>
                                          <p:spTgt spid="171"/>
                                        </p:tgtEl>
                                        <p:attrNameLst>
                                          <p:attrName>style.visibility</p:attrName>
                                        </p:attrNameLst>
                                      </p:cBhvr>
                                      <p:to>
                                        <p:strVal val="visible"/>
                                      </p:to>
                                    </p:set>
                                    <p:anim calcmode="lin" valueType="num">
                                      <p:cBhvr>
                                        <p:cTn id="75" dur="500" fill="hold"/>
                                        <p:tgtEl>
                                          <p:spTgt spid="171"/>
                                        </p:tgtEl>
                                        <p:attrNameLst>
                                          <p:attrName>ppt_w</p:attrName>
                                        </p:attrNameLst>
                                      </p:cBhvr>
                                      <p:tavLst>
                                        <p:tav tm="0">
                                          <p:val>
                                            <p:fltVal val="0"/>
                                          </p:val>
                                        </p:tav>
                                        <p:tav tm="100000">
                                          <p:val>
                                            <p:strVal val="#ppt_w"/>
                                          </p:val>
                                        </p:tav>
                                      </p:tavLst>
                                    </p:anim>
                                    <p:anim calcmode="lin" valueType="num">
                                      <p:cBhvr>
                                        <p:cTn id="76" dur="500" fill="hold"/>
                                        <p:tgtEl>
                                          <p:spTgt spid="171"/>
                                        </p:tgtEl>
                                        <p:attrNameLst>
                                          <p:attrName>ppt_h</p:attrName>
                                        </p:attrNameLst>
                                      </p:cBhvr>
                                      <p:tavLst>
                                        <p:tav tm="0">
                                          <p:val>
                                            <p:fltVal val="0"/>
                                          </p:val>
                                        </p:tav>
                                        <p:tav tm="100000">
                                          <p:val>
                                            <p:strVal val="#ppt_h"/>
                                          </p:val>
                                        </p:tav>
                                      </p:tavLst>
                                    </p:anim>
                                    <p:animEffect transition="in" filter="fade">
                                      <p:cBhvr>
                                        <p:cTn id="77" dur="500"/>
                                        <p:tgtEl>
                                          <p:spTgt spid="171"/>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53" presetClass="entr" presetSubtype="16" fill="hold" nodeType="clickEffect">
                                  <p:stCondLst>
                                    <p:cond delay="0"/>
                                  </p:stCondLst>
                                  <p:childTnLst>
                                    <p:set>
                                      <p:cBhvr>
                                        <p:cTn id="81" dur="1" fill="hold">
                                          <p:stCondLst>
                                            <p:cond delay="0"/>
                                          </p:stCondLst>
                                        </p:cTn>
                                        <p:tgtEl>
                                          <p:spTgt spid="18"/>
                                        </p:tgtEl>
                                        <p:attrNameLst>
                                          <p:attrName>style.visibility</p:attrName>
                                        </p:attrNameLst>
                                      </p:cBhvr>
                                      <p:to>
                                        <p:strVal val="visible"/>
                                      </p:to>
                                    </p:set>
                                    <p:anim calcmode="lin" valueType="num">
                                      <p:cBhvr>
                                        <p:cTn id="82" dur="500" fill="hold"/>
                                        <p:tgtEl>
                                          <p:spTgt spid="18"/>
                                        </p:tgtEl>
                                        <p:attrNameLst>
                                          <p:attrName>ppt_w</p:attrName>
                                        </p:attrNameLst>
                                      </p:cBhvr>
                                      <p:tavLst>
                                        <p:tav tm="0">
                                          <p:val>
                                            <p:fltVal val="0"/>
                                          </p:val>
                                        </p:tav>
                                        <p:tav tm="100000">
                                          <p:val>
                                            <p:strVal val="#ppt_w"/>
                                          </p:val>
                                        </p:tav>
                                      </p:tavLst>
                                    </p:anim>
                                    <p:anim calcmode="lin" valueType="num">
                                      <p:cBhvr>
                                        <p:cTn id="83" dur="500" fill="hold"/>
                                        <p:tgtEl>
                                          <p:spTgt spid="18"/>
                                        </p:tgtEl>
                                        <p:attrNameLst>
                                          <p:attrName>ppt_h</p:attrName>
                                        </p:attrNameLst>
                                      </p:cBhvr>
                                      <p:tavLst>
                                        <p:tav tm="0">
                                          <p:val>
                                            <p:fltVal val="0"/>
                                          </p:val>
                                        </p:tav>
                                        <p:tav tm="100000">
                                          <p:val>
                                            <p:strVal val="#ppt_h"/>
                                          </p:val>
                                        </p:tav>
                                      </p:tavLst>
                                    </p:anim>
                                    <p:animEffect transition="in" filter="fade">
                                      <p:cBhvr>
                                        <p:cTn id="84" dur="500"/>
                                        <p:tgtEl>
                                          <p:spTgt spid="18"/>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53" presetClass="entr" presetSubtype="16" fill="hold" grpId="0" nodeType="clickEffect">
                                  <p:stCondLst>
                                    <p:cond delay="0"/>
                                  </p:stCondLst>
                                  <p:childTnLst>
                                    <p:set>
                                      <p:cBhvr>
                                        <p:cTn id="88" dur="1" fill="hold">
                                          <p:stCondLst>
                                            <p:cond delay="0"/>
                                          </p:stCondLst>
                                        </p:cTn>
                                        <p:tgtEl>
                                          <p:spTgt spid="140342"/>
                                        </p:tgtEl>
                                        <p:attrNameLst>
                                          <p:attrName>style.visibility</p:attrName>
                                        </p:attrNameLst>
                                      </p:cBhvr>
                                      <p:to>
                                        <p:strVal val="visible"/>
                                      </p:to>
                                    </p:set>
                                    <p:anim calcmode="lin" valueType="num">
                                      <p:cBhvr>
                                        <p:cTn id="89" dur="500" fill="hold"/>
                                        <p:tgtEl>
                                          <p:spTgt spid="140342"/>
                                        </p:tgtEl>
                                        <p:attrNameLst>
                                          <p:attrName>ppt_w</p:attrName>
                                        </p:attrNameLst>
                                      </p:cBhvr>
                                      <p:tavLst>
                                        <p:tav tm="0">
                                          <p:val>
                                            <p:fltVal val="0"/>
                                          </p:val>
                                        </p:tav>
                                        <p:tav tm="100000">
                                          <p:val>
                                            <p:strVal val="#ppt_w"/>
                                          </p:val>
                                        </p:tav>
                                      </p:tavLst>
                                    </p:anim>
                                    <p:anim calcmode="lin" valueType="num">
                                      <p:cBhvr>
                                        <p:cTn id="90" dur="500" fill="hold"/>
                                        <p:tgtEl>
                                          <p:spTgt spid="140342"/>
                                        </p:tgtEl>
                                        <p:attrNameLst>
                                          <p:attrName>ppt_h</p:attrName>
                                        </p:attrNameLst>
                                      </p:cBhvr>
                                      <p:tavLst>
                                        <p:tav tm="0">
                                          <p:val>
                                            <p:fltVal val="0"/>
                                          </p:val>
                                        </p:tav>
                                        <p:tav tm="100000">
                                          <p:val>
                                            <p:strVal val="#ppt_h"/>
                                          </p:val>
                                        </p:tav>
                                      </p:tavLst>
                                    </p:anim>
                                    <p:animEffect transition="in" filter="fade">
                                      <p:cBhvr>
                                        <p:cTn id="91" dur="500"/>
                                        <p:tgtEl>
                                          <p:spTgt spid="140342"/>
                                        </p:tgtEl>
                                      </p:cBhvr>
                                    </p:animEffect>
                                  </p:childTnLst>
                                </p:cTn>
                              </p:par>
                              <p:par>
                                <p:cTn id="92" presetID="53" presetClass="entr" presetSubtype="16" fill="hold" nodeType="withEffect">
                                  <p:stCondLst>
                                    <p:cond delay="0"/>
                                  </p:stCondLst>
                                  <p:childTnLst>
                                    <p:set>
                                      <p:cBhvr>
                                        <p:cTn id="93" dur="1" fill="hold">
                                          <p:stCondLst>
                                            <p:cond delay="0"/>
                                          </p:stCondLst>
                                        </p:cTn>
                                        <p:tgtEl>
                                          <p:spTgt spid="202"/>
                                        </p:tgtEl>
                                        <p:attrNameLst>
                                          <p:attrName>style.visibility</p:attrName>
                                        </p:attrNameLst>
                                      </p:cBhvr>
                                      <p:to>
                                        <p:strVal val="visible"/>
                                      </p:to>
                                    </p:set>
                                    <p:anim calcmode="lin" valueType="num">
                                      <p:cBhvr>
                                        <p:cTn id="94" dur="500" fill="hold"/>
                                        <p:tgtEl>
                                          <p:spTgt spid="202"/>
                                        </p:tgtEl>
                                        <p:attrNameLst>
                                          <p:attrName>ppt_w</p:attrName>
                                        </p:attrNameLst>
                                      </p:cBhvr>
                                      <p:tavLst>
                                        <p:tav tm="0">
                                          <p:val>
                                            <p:fltVal val="0"/>
                                          </p:val>
                                        </p:tav>
                                        <p:tav tm="100000">
                                          <p:val>
                                            <p:strVal val="#ppt_w"/>
                                          </p:val>
                                        </p:tav>
                                      </p:tavLst>
                                    </p:anim>
                                    <p:anim calcmode="lin" valueType="num">
                                      <p:cBhvr>
                                        <p:cTn id="95" dur="500" fill="hold"/>
                                        <p:tgtEl>
                                          <p:spTgt spid="202"/>
                                        </p:tgtEl>
                                        <p:attrNameLst>
                                          <p:attrName>ppt_h</p:attrName>
                                        </p:attrNameLst>
                                      </p:cBhvr>
                                      <p:tavLst>
                                        <p:tav tm="0">
                                          <p:val>
                                            <p:fltVal val="0"/>
                                          </p:val>
                                        </p:tav>
                                        <p:tav tm="100000">
                                          <p:val>
                                            <p:strVal val="#ppt_h"/>
                                          </p:val>
                                        </p:tav>
                                      </p:tavLst>
                                    </p:anim>
                                    <p:animEffect transition="in" filter="fade">
                                      <p:cBhvr>
                                        <p:cTn id="96" dur="500"/>
                                        <p:tgtEl>
                                          <p:spTgt spid="202"/>
                                        </p:tgtEl>
                                      </p:cBhvr>
                                    </p:animEffect>
                                  </p:childTnLst>
                                </p:cTn>
                              </p:par>
                            </p:childTnLst>
                          </p:cTn>
                        </p:par>
                      </p:childTnLst>
                    </p:cTn>
                  </p:par>
                  <p:par>
                    <p:cTn id="97" fill="hold">
                      <p:stCondLst>
                        <p:cond delay="indefinite"/>
                      </p:stCondLst>
                      <p:childTnLst>
                        <p:par>
                          <p:cTn id="98" fill="hold">
                            <p:stCondLst>
                              <p:cond delay="0"/>
                            </p:stCondLst>
                            <p:childTnLst>
                              <p:par>
                                <p:cTn id="99" presetID="53" presetClass="entr" presetSubtype="16" fill="hold" grpId="0" nodeType="clickEffect">
                                  <p:stCondLst>
                                    <p:cond delay="0"/>
                                  </p:stCondLst>
                                  <p:childTnLst>
                                    <p:set>
                                      <p:cBhvr>
                                        <p:cTn id="100" dur="1" fill="hold">
                                          <p:stCondLst>
                                            <p:cond delay="0"/>
                                          </p:stCondLst>
                                        </p:cTn>
                                        <p:tgtEl>
                                          <p:spTgt spid="203"/>
                                        </p:tgtEl>
                                        <p:attrNameLst>
                                          <p:attrName>style.visibility</p:attrName>
                                        </p:attrNameLst>
                                      </p:cBhvr>
                                      <p:to>
                                        <p:strVal val="visible"/>
                                      </p:to>
                                    </p:set>
                                    <p:anim calcmode="lin" valueType="num">
                                      <p:cBhvr>
                                        <p:cTn id="101" dur="500" fill="hold"/>
                                        <p:tgtEl>
                                          <p:spTgt spid="203"/>
                                        </p:tgtEl>
                                        <p:attrNameLst>
                                          <p:attrName>ppt_w</p:attrName>
                                        </p:attrNameLst>
                                      </p:cBhvr>
                                      <p:tavLst>
                                        <p:tav tm="0">
                                          <p:val>
                                            <p:fltVal val="0"/>
                                          </p:val>
                                        </p:tav>
                                        <p:tav tm="100000">
                                          <p:val>
                                            <p:strVal val="#ppt_w"/>
                                          </p:val>
                                        </p:tav>
                                      </p:tavLst>
                                    </p:anim>
                                    <p:anim calcmode="lin" valueType="num">
                                      <p:cBhvr>
                                        <p:cTn id="102" dur="500" fill="hold"/>
                                        <p:tgtEl>
                                          <p:spTgt spid="203"/>
                                        </p:tgtEl>
                                        <p:attrNameLst>
                                          <p:attrName>ppt_h</p:attrName>
                                        </p:attrNameLst>
                                      </p:cBhvr>
                                      <p:tavLst>
                                        <p:tav tm="0">
                                          <p:val>
                                            <p:fltVal val="0"/>
                                          </p:val>
                                        </p:tav>
                                        <p:tav tm="100000">
                                          <p:val>
                                            <p:strVal val="#ppt_h"/>
                                          </p:val>
                                        </p:tav>
                                      </p:tavLst>
                                    </p:anim>
                                    <p:animEffect transition="in" filter="fade">
                                      <p:cBhvr>
                                        <p:cTn id="103" dur="500"/>
                                        <p:tgtEl>
                                          <p:spTgt spid="203"/>
                                        </p:tgtEl>
                                      </p:cBhvr>
                                    </p:animEffect>
                                  </p:childTnLst>
                                </p:cTn>
                              </p:par>
                            </p:childTnLst>
                          </p:cTn>
                        </p:par>
                      </p:childTnLst>
                    </p:cTn>
                  </p:par>
                  <p:par>
                    <p:cTn id="104" fill="hold">
                      <p:stCondLst>
                        <p:cond delay="indefinite"/>
                      </p:stCondLst>
                      <p:childTnLst>
                        <p:par>
                          <p:cTn id="105" fill="hold">
                            <p:stCondLst>
                              <p:cond delay="0"/>
                            </p:stCondLst>
                            <p:childTnLst>
                              <p:par>
                                <p:cTn id="106" presetID="53" presetClass="entr" presetSubtype="16" fill="hold" grpId="0" nodeType="clickEffect">
                                  <p:stCondLst>
                                    <p:cond delay="0"/>
                                  </p:stCondLst>
                                  <p:childTnLst>
                                    <p:set>
                                      <p:cBhvr>
                                        <p:cTn id="107" dur="1" fill="hold">
                                          <p:stCondLst>
                                            <p:cond delay="0"/>
                                          </p:stCondLst>
                                        </p:cTn>
                                        <p:tgtEl>
                                          <p:spTgt spid="193"/>
                                        </p:tgtEl>
                                        <p:attrNameLst>
                                          <p:attrName>style.visibility</p:attrName>
                                        </p:attrNameLst>
                                      </p:cBhvr>
                                      <p:to>
                                        <p:strVal val="visible"/>
                                      </p:to>
                                    </p:set>
                                    <p:anim calcmode="lin" valueType="num">
                                      <p:cBhvr>
                                        <p:cTn id="108" dur="500" fill="hold"/>
                                        <p:tgtEl>
                                          <p:spTgt spid="193"/>
                                        </p:tgtEl>
                                        <p:attrNameLst>
                                          <p:attrName>ppt_w</p:attrName>
                                        </p:attrNameLst>
                                      </p:cBhvr>
                                      <p:tavLst>
                                        <p:tav tm="0">
                                          <p:val>
                                            <p:fltVal val="0"/>
                                          </p:val>
                                        </p:tav>
                                        <p:tav tm="100000">
                                          <p:val>
                                            <p:strVal val="#ppt_w"/>
                                          </p:val>
                                        </p:tav>
                                      </p:tavLst>
                                    </p:anim>
                                    <p:anim calcmode="lin" valueType="num">
                                      <p:cBhvr>
                                        <p:cTn id="109" dur="500" fill="hold"/>
                                        <p:tgtEl>
                                          <p:spTgt spid="193"/>
                                        </p:tgtEl>
                                        <p:attrNameLst>
                                          <p:attrName>ppt_h</p:attrName>
                                        </p:attrNameLst>
                                      </p:cBhvr>
                                      <p:tavLst>
                                        <p:tav tm="0">
                                          <p:val>
                                            <p:fltVal val="0"/>
                                          </p:val>
                                        </p:tav>
                                        <p:tav tm="100000">
                                          <p:val>
                                            <p:strVal val="#ppt_h"/>
                                          </p:val>
                                        </p:tav>
                                      </p:tavLst>
                                    </p:anim>
                                    <p:animEffect transition="in" filter="fade">
                                      <p:cBhvr>
                                        <p:cTn id="110" dur="500"/>
                                        <p:tgtEl>
                                          <p:spTgt spid="193"/>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53" presetClass="entr" presetSubtype="16" fill="hold" nodeType="clickEffect">
                                  <p:stCondLst>
                                    <p:cond delay="0"/>
                                  </p:stCondLst>
                                  <p:childTnLst>
                                    <p:set>
                                      <p:cBhvr>
                                        <p:cTn id="114" dur="1" fill="hold">
                                          <p:stCondLst>
                                            <p:cond delay="0"/>
                                          </p:stCondLst>
                                        </p:cTn>
                                        <p:tgtEl>
                                          <p:spTgt spid="19"/>
                                        </p:tgtEl>
                                        <p:attrNameLst>
                                          <p:attrName>style.visibility</p:attrName>
                                        </p:attrNameLst>
                                      </p:cBhvr>
                                      <p:to>
                                        <p:strVal val="visible"/>
                                      </p:to>
                                    </p:set>
                                    <p:anim calcmode="lin" valueType="num">
                                      <p:cBhvr>
                                        <p:cTn id="115" dur="500" fill="hold"/>
                                        <p:tgtEl>
                                          <p:spTgt spid="19"/>
                                        </p:tgtEl>
                                        <p:attrNameLst>
                                          <p:attrName>ppt_w</p:attrName>
                                        </p:attrNameLst>
                                      </p:cBhvr>
                                      <p:tavLst>
                                        <p:tav tm="0">
                                          <p:val>
                                            <p:fltVal val="0"/>
                                          </p:val>
                                        </p:tav>
                                        <p:tav tm="100000">
                                          <p:val>
                                            <p:strVal val="#ppt_w"/>
                                          </p:val>
                                        </p:tav>
                                      </p:tavLst>
                                    </p:anim>
                                    <p:anim calcmode="lin" valueType="num">
                                      <p:cBhvr>
                                        <p:cTn id="116" dur="500" fill="hold"/>
                                        <p:tgtEl>
                                          <p:spTgt spid="19"/>
                                        </p:tgtEl>
                                        <p:attrNameLst>
                                          <p:attrName>ppt_h</p:attrName>
                                        </p:attrNameLst>
                                      </p:cBhvr>
                                      <p:tavLst>
                                        <p:tav tm="0">
                                          <p:val>
                                            <p:fltVal val="0"/>
                                          </p:val>
                                        </p:tav>
                                        <p:tav tm="100000">
                                          <p:val>
                                            <p:strVal val="#ppt_h"/>
                                          </p:val>
                                        </p:tav>
                                      </p:tavLst>
                                    </p:anim>
                                    <p:animEffect transition="in" filter="fade">
                                      <p:cBhvr>
                                        <p:cTn id="117" dur="500"/>
                                        <p:tgtEl>
                                          <p:spTgt spid="19"/>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53" presetClass="entr" presetSubtype="16" fill="hold" grpId="0" nodeType="clickEffect">
                                  <p:stCondLst>
                                    <p:cond delay="0"/>
                                  </p:stCondLst>
                                  <p:childTnLst>
                                    <p:set>
                                      <p:cBhvr>
                                        <p:cTn id="121" dur="1" fill="hold">
                                          <p:stCondLst>
                                            <p:cond delay="0"/>
                                          </p:stCondLst>
                                        </p:cTn>
                                        <p:tgtEl>
                                          <p:spTgt spid="204"/>
                                        </p:tgtEl>
                                        <p:attrNameLst>
                                          <p:attrName>style.visibility</p:attrName>
                                        </p:attrNameLst>
                                      </p:cBhvr>
                                      <p:to>
                                        <p:strVal val="visible"/>
                                      </p:to>
                                    </p:set>
                                    <p:anim calcmode="lin" valueType="num">
                                      <p:cBhvr>
                                        <p:cTn id="122" dur="500" fill="hold"/>
                                        <p:tgtEl>
                                          <p:spTgt spid="204"/>
                                        </p:tgtEl>
                                        <p:attrNameLst>
                                          <p:attrName>ppt_w</p:attrName>
                                        </p:attrNameLst>
                                      </p:cBhvr>
                                      <p:tavLst>
                                        <p:tav tm="0">
                                          <p:val>
                                            <p:fltVal val="0"/>
                                          </p:val>
                                        </p:tav>
                                        <p:tav tm="100000">
                                          <p:val>
                                            <p:strVal val="#ppt_w"/>
                                          </p:val>
                                        </p:tav>
                                      </p:tavLst>
                                    </p:anim>
                                    <p:anim calcmode="lin" valueType="num">
                                      <p:cBhvr>
                                        <p:cTn id="123" dur="500" fill="hold"/>
                                        <p:tgtEl>
                                          <p:spTgt spid="204"/>
                                        </p:tgtEl>
                                        <p:attrNameLst>
                                          <p:attrName>ppt_h</p:attrName>
                                        </p:attrNameLst>
                                      </p:cBhvr>
                                      <p:tavLst>
                                        <p:tav tm="0">
                                          <p:val>
                                            <p:fltVal val="0"/>
                                          </p:val>
                                        </p:tav>
                                        <p:tav tm="100000">
                                          <p:val>
                                            <p:strVal val="#ppt_h"/>
                                          </p:val>
                                        </p:tav>
                                      </p:tavLst>
                                    </p:anim>
                                    <p:animEffect transition="in" filter="fade">
                                      <p:cBhvr>
                                        <p:cTn id="124" dur="500"/>
                                        <p:tgtEl>
                                          <p:spTgt spid="204"/>
                                        </p:tgtEl>
                                      </p:cBhvr>
                                    </p:animEffec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53" presetClass="entr" presetSubtype="16" fill="hold" nodeType="clickEffect">
                                  <p:stCondLst>
                                    <p:cond delay="0"/>
                                  </p:stCondLst>
                                  <p:childTnLst>
                                    <p:set>
                                      <p:cBhvr>
                                        <p:cTn id="128" dur="1" fill="hold">
                                          <p:stCondLst>
                                            <p:cond delay="0"/>
                                          </p:stCondLst>
                                        </p:cTn>
                                        <p:tgtEl>
                                          <p:spTgt spid="20"/>
                                        </p:tgtEl>
                                        <p:attrNameLst>
                                          <p:attrName>style.visibility</p:attrName>
                                        </p:attrNameLst>
                                      </p:cBhvr>
                                      <p:to>
                                        <p:strVal val="visible"/>
                                      </p:to>
                                    </p:set>
                                    <p:anim calcmode="lin" valueType="num">
                                      <p:cBhvr>
                                        <p:cTn id="129" dur="500" fill="hold"/>
                                        <p:tgtEl>
                                          <p:spTgt spid="20"/>
                                        </p:tgtEl>
                                        <p:attrNameLst>
                                          <p:attrName>ppt_w</p:attrName>
                                        </p:attrNameLst>
                                      </p:cBhvr>
                                      <p:tavLst>
                                        <p:tav tm="0">
                                          <p:val>
                                            <p:fltVal val="0"/>
                                          </p:val>
                                        </p:tav>
                                        <p:tav tm="100000">
                                          <p:val>
                                            <p:strVal val="#ppt_w"/>
                                          </p:val>
                                        </p:tav>
                                      </p:tavLst>
                                    </p:anim>
                                    <p:anim calcmode="lin" valueType="num">
                                      <p:cBhvr>
                                        <p:cTn id="130" dur="500" fill="hold"/>
                                        <p:tgtEl>
                                          <p:spTgt spid="20"/>
                                        </p:tgtEl>
                                        <p:attrNameLst>
                                          <p:attrName>ppt_h</p:attrName>
                                        </p:attrNameLst>
                                      </p:cBhvr>
                                      <p:tavLst>
                                        <p:tav tm="0">
                                          <p:val>
                                            <p:fltVal val="0"/>
                                          </p:val>
                                        </p:tav>
                                        <p:tav tm="100000">
                                          <p:val>
                                            <p:strVal val="#ppt_h"/>
                                          </p:val>
                                        </p:tav>
                                      </p:tavLst>
                                    </p:anim>
                                    <p:animEffect transition="in" filter="fade">
                                      <p:cBhvr>
                                        <p:cTn id="131" dur="500"/>
                                        <p:tgtEl>
                                          <p:spTgt spid="20"/>
                                        </p:tgtEl>
                                      </p:cBhvr>
                                    </p:animEffect>
                                  </p:childTnLst>
                                </p:cTn>
                              </p:par>
                            </p:childTnLst>
                          </p:cTn>
                        </p:par>
                      </p:childTnLst>
                    </p:cTn>
                  </p:par>
                  <p:par>
                    <p:cTn id="132" fill="hold" nodeType="clickPar">
                      <p:stCondLst>
                        <p:cond delay="indefinite"/>
                      </p:stCondLst>
                      <p:childTnLst>
                        <p:par>
                          <p:cTn id="133" fill="hold" nodeType="withGroup">
                            <p:stCondLst>
                              <p:cond delay="0"/>
                            </p:stCondLst>
                            <p:childTnLst>
                              <p:par>
                                <p:cTn id="134" presetID="53" presetClass="entr" presetSubtype="16" fill="hold" grpId="0" nodeType="clickEffect">
                                  <p:stCondLst>
                                    <p:cond delay="0"/>
                                  </p:stCondLst>
                                  <p:childTnLst>
                                    <p:set>
                                      <p:cBhvr>
                                        <p:cTn id="135" dur="1" fill="hold">
                                          <p:stCondLst>
                                            <p:cond delay="0"/>
                                          </p:stCondLst>
                                        </p:cTn>
                                        <p:tgtEl>
                                          <p:spTgt spid="205"/>
                                        </p:tgtEl>
                                        <p:attrNameLst>
                                          <p:attrName>style.visibility</p:attrName>
                                        </p:attrNameLst>
                                      </p:cBhvr>
                                      <p:to>
                                        <p:strVal val="visible"/>
                                      </p:to>
                                    </p:set>
                                    <p:anim calcmode="lin" valueType="num">
                                      <p:cBhvr>
                                        <p:cTn id="136" dur="500" fill="hold"/>
                                        <p:tgtEl>
                                          <p:spTgt spid="205"/>
                                        </p:tgtEl>
                                        <p:attrNameLst>
                                          <p:attrName>ppt_w</p:attrName>
                                        </p:attrNameLst>
                                      </p:cBhvr>
                                      <p:tavLst>
                                        <p:tav tm="0">
                                          <p:val>
                                            <p:fltVal val="0"/>
                                          </p:val>
                                        </p:tav>
                                        <p:tav tm="100000">
                                          <p:val>
                                            <p:strVal val="#ppt_w"/>
                                          </p:val>
                                        </p:tav>
                                      </p:tavLst>
                                    </p:anim>
                                    <p:anim calcmode="lin" valueType="num">
                                      <p:cBhvr>
                                        <p:cTn id="137" dur="500" fill="hold"/>
                                        <p:tgtEl>
                                          <p:spTgt spid="205"/>
                                        </p:tgtEl>
                                        <p:attrNameLst>
                                          <p:attrName>ppt_h</p:attrName>
                                        </p:attrNameLst>
                                      </p:cBhvr>
                                      <p:tavLst>
                                        <p:tav tm="0">
                                          <p:val>
                                            <p:fltVal val="0"/>
                                          </p:val>
                                        </p:tav>
                                        <p:tav tm="100000">
                                          <p:val>
                                            <p:strVal val="#ppt_h"/>
                                          </p:val>
                                        </p:tav>
                                      </p:tavLst>
                                    </p:anim>
                                    <p:animEffect transition="in" filter="fade">
                                      <p:cBhvr>
                                        <p:cTn id="138" dur="500"/>
                                        <p:tgtEl>
                                          <p:spTgt spid="205"/>
                                        </p:tgtEl>
                                      </p:cBhvr>
                                    </p:animEffec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53" presetClass="entr" presetSubtype="16" fill="hold" grpId="0" nodeType="clickEffect">
                                  <p:stCondLst>
                                    <p:cond delay="0"/>
                                  </p:stCondLst>
                                  <p:childTnLst>
                                    <p:set>
                                      <p:cBhvr>
                                        <p:cTn id="142" dur="1" fill="hold">
                                          <p:stCondLst>
                                            <p:cond delay="0"/>
                                          </p:stCondLst>
                                        </p:cTn>
                                        <p:tgtEl>
                                          <p:spTgt spid="199"/>
                                        </p:tgtEl>
                                        <p:attrNameLst>
                                          <p:attrName>style.visibility</p:attrName>
                                        </p:attrNameLst>
                                      </p:cBhvr>
                                      <p:to>
                                        <p:strVal val="visible"/>
                                      </p:to>
                                    </p:set>
                                    <p:anim calcmode="lin" valueType="num">
                                      <p:cBhvr>
                                        <p:cTn id="143" dur="500" fill="hold"/>
                                        <p:tgtEl>
                                          <p:spTgt spid="199"/>
                                        </p:tgtEl>
                                        <p:attrNameLst>
                                          <p:attrName>ppt_w</p:attrName>
                                        </p:attrNameLst>
                                      </p:cBhvr>
                                      <p:tavLst>
                                        <p:tav tm="0">
                                          <p:val>
                                            <p:fltVal val="0"/>
                                          </p:val>
                                        </p:tav>
                                        <p:tav tm="100000">
                                          <p:val>
                                            <p:strVal val="#ppt_w"/>
                                          </p:val>
                                        </p:tav>
                                      </p:tavLst>
                                    </p:anim>
                                    <p:anim calcmode="lin" valueType="num">
                                      <p:cBhvr>
                                        <p:cTn id="144" dur="500" fill="hold"/>
                                        <p:tgtEl>
                                          <p:spTgt spid="199"/>
                                        </p:tgtEl>
                                        <p:attrNameLst>
                                          <p:attrName>ppt_h</p:attrName>
                                        </p:attrNameLst>
                                      </p:cBhvr>
                                      <p:tavLst>
                                        <p:tav tm="0">
                                          <p:val>
                                            <p:fltVal val="0"/>
                                          </p:val>
                                        </p:tav>
                                        <p:tav tm="100000">
                                          <p:val>
                                            <p:strVal val="#ppt_h"/>
                                          </p:val>
                                        </p:tav>
                                      </p:tavLst>
                                    </p:anim>
                                    <p:animEffect transition="in" filter="fade">
                                      <p:cBhvr>
                                        <p:cTn id="145" dur="500"/>
                                        <p:tgtEl>
                                          <p:spTgt spid="199"/>
                                        </p:tgtEl>
                                      </p:cBhvr>
                                    </p:animEffect>
                                  </p:childTnLst>
                                </p:cTn>
                              </p:par>
                            </p:childTnLst>
                          </p:cTn>
                        </p:par>
                      </p:childTnLst>
                    </p:cTn>
                  </p:par>
                  <p:par>
                    <p:cTn id="146" fill="hold" nodeType="clickPar">
                      <p:stCondLst>
                        <p:cond delay="indefinite"/>
                      </p:stCondLst>
                      <p:childTnLst>
                        <p:par>
                          <p:cTn id="147" fill="hold" nodeType="withGroup">
                            <p:stCondLst>
                              <p:cond delay="0"/>
                            </p:stCondLst>
                            <p:childTnLst>
                              <p:par>
                                <p:cTn id="148" presetID="53" presetClass="entr" presetSubtype="16" fill="hold" grpId="0" nodeType="clickEffect">
                                  <p:stCondLst>
                                    <p:cond delay="0"/>
                                  </p:stCondLst>
                                  <p:childTnLst>
                                    <p:set>
                                      <p:cBhvr>
                                        <p:cTn id="149" dur="1" fill="hold">
                                          <p:stCondLst>
                                            <p:cond delay="0"/>
                                          </p:stCondLst>
                                        </p:cTn>
                                        <p:tgtEl>
                                          <p:spTgt spid="206"/>
                                        </p:tgtEl>
                                        <p:attrNameLst>
                                          <p:attrName>style.visibility</p:attrName>
                                        </p:attrNameLst>
                                      </p:cBhvr>
                                      <p:to>
                                        <p:strVal val="visible"/>
                                      </p:to>
                                    </p:set>
                                    <p:anim calcmode="lin" valueType="num">
                                      <p:cBhvr>
                                        <p:cTn id="150" dur="500" fill="hold"/>
                                        <p:tgtEl>
                                          <p:spTgt spid="206"/>
                                        </p:tgtEl>
                                        <p:attrNameLst>
                                          <p:attrName>ppt_w</p:attrName>
                                        </p:attrNameLst>
                                      </p:cBhvr>
                                      <p:tavLst>
                                        <p:tav tm="0">
                                          <p:val>
                                            <p:fltVal val="0"/>
                                          </p:val>
                                        </p:tav>
                                        <p:tav tm="100000">
                                          <p:val>
                                            <p:strVal val="#ppt_w"/>
                                          </p:val>
                                        </p:tav>
                                      </p:tavLst>
                                    </p:anim>
                                    <p:anim calcmode="lin" valueType="num">
                                      <p:cBhvr>
                                        <p:cTn id="151" dur="500" fill="hold"/>
                                        <p:tgtEl>
                                          <p:spTgt spid="206"/>
                                        </p:tgtEl>
                                        <p:attrNameLst>
                                          <p:attrName>ppt_h</p:attrName>
                                        </p:attrNameLst>
                                      </p:cBhvr>
                                      <p:tavLst>
                                        <p:tav tm="0">
                                          <p:val>
                                            <p:fltVal val="0"/>
                                          </p:val>
                                        </p:tav>
                                        <p:tav tm="100000">
                                          <p:val>
                                            <p:strVal val="#ppt_h"/>
                                          </p:val>
                                        </p:tav>
                                      </p:tavLst>
                                    </p:anim>
                                    <p:animEffect transition="in" filter="fade">
                                      <p:cBhvr>
                                        <p:cTn id="152" dur="500"/>
                                        <p:tgtEl>
                                          <p:spTgt spid="206"/>
                                        </p:tgtEl>
                                      </p:cBhvr>
                                    </p:animEffect>
                                  </p:childTnLst>
                                </p:cTn>
                              </p:par>
                            </p:childTnLst>
                          </p:cTn>
                        </p:par>
                      </p:childTnLst>
                    </p:cTn>
                  </p:par>
                  <p:par>
                    <p:cTn id="153" fill="hold">
                      <p:stCondLst>
                        <p:cond delay="indefinite"/>
                      </p:stCondLst>
                      <p:childTnLst>
                        <p:par>
                          <p:cTn id="154" fill="hold">
                            <p:stCondLst>
                              <p:cond delay="0"/>
                            </p:stCondLst>
                            <p:childTnLst>
                              <p:par>
                                <p:cTn id="155" presetID="53" presetClass="exit" presetSubtype="32" fill="hold" grpId="1" nodeType="clickEffect">
                                  <p:stCondLst>
                                    <p:cond delay="0"/>
                                  </p:stCondLst>
                                  <p:childTnLst>
                                    <p:anim calcmode="lin" valueType="num">
                                      <p:cBhvr>
                                        <p:cTn id="156" dur="500"/>
                                        <p:tgtEl>
                                          <p:spTgt spid="140342"/>
                                        </p:tgtEl>
                                        <p:attrNameLst>
                                          <p:attrName>ppt_w</p:attrName>
                                        </p:attrNameLst>
                                      </p:cBhvr>
                                      <p:tavLst>
                                        <p:tav tm="0">
                                          <p:val>
                                            <p:strVal val="ppt_w"/>
                                          </p:val>
                                        </p:tav>
                                        <p:tav tm="100000">
                                          <p:val>
                                            <p:fltVal val="0"/>
                                          </p:val>
                                        </p:tav>
                                      </p:tavLst>
                                    </p:anim>
                                    <p:anim calcmode="lin" valueType="num">
                                      <p:cBhvr>
                                        <p:cTn id="157" dur="500"/>
                                        <p:tgtEl>
                                          <p:spTgt spid="140342"/>
                                        </p:tgtEl>
                                        <p:attrNameLst>
                                          <p:attrName>ppt_h</p:attrName>
                                        </p:attrNameLst>
                                      </p:cBhvr>
                                      <p:tavLst>
                                        <p:tav tm="0">
                                          <p:val>
                                            <p:strVal val="ppt_h"/>
                                          </p:val>
                                        </p:tav>
                                        <p:tav tm="100000">
                                          <p:val>
                                            <p:fltVal val="0"/>
                                          </p:val>
                                        </p:tav>
                                      </p:tavLst>
                                    </p:anim>
                                    <p:animEffect transition="out" filter="fade">
                                      <p:cBhvr>
                                        <p:cTn id="158" dur="500"/>
                                        <p:tgtEl>
                                          <p:spTgt spid="140342"/>
                                        </p:tgtEl>
                                      </p:cBhvr>
                                    </p:animEffect>
                                    <p:set>
                                      <p:cBhvr>
                                        <p:cTn id="159" dur="1" fill="hold">
                                          <p:stCondLst>
                                            <p:cond delay="499"/>
                                          </p:stCondLst>
                                        </p:cTn>
                                        <p:tgtEl>
                                          <p:spTgt spid="140342"/>
                                        </p:tgtEl>
                                        <p:attrNameLst>
                                          <p:attrName>style.visibility</p:attrName>
                                        </p:attrNameLst>
                                      </p:cBhvr>
                                      <p:to>
                                        <p:strVal val="hidden"/>
                                      </p:to>
                                    </p:set>
                                  </p:childTnLst>
                                </p:cTn>
                              </p:par>
                              <p:par>
                                <p:cTn id="160" presetID="53" presetClass="exit" presetSubtype="32" fill="hold" nodeType="withEffect">
                                  <p:stCondLst>
                                    <p:cond delay="0"/>
                                  </p:stCondLst>
                                  <p:childTnLst>
                                    <p:anim calcmode="lin" valueType="num">
                                      <p:cBhvr>
                                        <p:cTn id="161" dur="500"/>
                                        <p:tgtEl>
                                          <p:spTgt spid="202"/>
                                        </p:tgtEl>
                                        <p:attrNameLst>
                                          <p:attrName>ppt_w</p:attrName>
                                        </p:attrNameLst>
                                      </p:cBhvr>
                                      <p:tavLst>
                                        <p:tav tm="0">
                                          <p:val>
                                            <p:strVal val="ppt_w"/>
                                          </p:val>
                                        </p:tav>
                                        <p:tav tm="100000">
                                          <p:val>
                                            <p:fltVal val="0"/>
                                          </p:val>
                                        </p:tav>
                                      </p:tavLst>
                                    </p:anim>
                                    <p:anim calcmode="lin" valueType="num">
                                      <p:cBhvr>
                                        <p:cTn id="162" dur="500"/>
                                        <p:tgtEl>
                                          <p:spTgt spid="202"/>
                                        </p:tgtEl>
                                        <p:attrNameLst>
                                          <p:attrName>ppt_h</p:attrName>
                                        </p:attrNameLst>
                                      </p:cBhvr>
                                      <p:tavLst>
                                        <p:tav tm="0">
                                          <p:val>
                                            <p:strVal val="ppt_h"/>
                                          </p:val>
                                        </p:tav>
                                        <p:tav tm="100000">
                                          <p:val>
                                            <p:fltVal val="0"/>
                                          </p:val>
                                        </p:tav>
                                      </p:tavLst>
                                    </p:anim>
                                    <p:animEffect transition="out" filter="fade">
                                      <p:cBhvr>
                                        <p:cTn id="163" dur="500"/>
                                        <p:tgtEl>
                                          <p:spTgt spid="202"/>
                                        </p:tgtEl>
                                      </p:cBhvr>
                                    </p:animEffect>
                                    <p:set>
                                      <p:cBhvr>
                                        <p:cTn id="164" dur="1" fill="hold">
                                          <p:stCondLst>
                                            <p:cond delay="499"/>
                                          </p:stCondLst>
                                        </p:cTn>
                                        <p:tgtEl>
                                          <p:spTgt spid="202"/>
                                        </p:tgtEl>
                                        <p:attrNameLst>
                                          <p:attrName>style.visibility</p:attrName>
                                        </p:attrNameLst>
                                      </p:cBhvr>
                                      <p:to>
                                        <p:strVal val="hidden"/>
                                      </p:to>
                                    </p:set>
                                  </p:childTnLst>
                                </p:cTn>
                              </p:par>
                              <p:par>
                                <p:cTn id="165" presetID="53" presetClass="exit" presetSubtype="32" fill="hold" grpId="1" nodeType="withEffect">
                                  <p:stCondLst>
                                    <p:cond delay="0"/>
                                  </p:stCondLst>
                                  <p:childTnLst>
                                    <p:anim calcmode="lin" valueType="num">
                                      <p:cBhvr>
                                        <p:cTn id="166" dur="500"/>
                                        <p:tgtEl>
                                          <p:spTgt spid="204"/>
                                        </p:tgtEl>
                                        <p:attrNameLst>
                                          <p:attrName>ppt_w</p:attrName>
                                        </p:attrNameLst>
                                      </p:cBhvr>
                                      <p:tavLst>
                                        <p:tav tm="0">
                                          <p:val>
                                            <p:strVal val="ppt_w"/>
                                          </p:val>
                                        </p:tav>
                                        <p:tav tm="100000">
                                          <p:val>
                                            <p:fltVal val="0"/>
                                          </p:val>
                                        </p:tav>
                                      </p:tavLst>
                                    </p:anim>
                                    <p:anim calcmode="lin" valueType="num">
                                      <p:cBhvr>
                                        <p:cTn id="167" dur="500"/>
                                        <p:tgtEl>
                                          <p:spTgt spid="204"/>
                                        </p:tgtEl>
                                        <p:attrNameLst>
                                          <p:attrName>ppt_h</p:attrName>
                                        </p:attrNameLst>
                                      </p:cBhvr>
                                      <p:tavLst>
                                        <p:tav tm="0">
                                          <p:val>
                                            <p:strVal val="ppt_h"/>
                                          </p:val>
                                        </p:tav>
                                        <p:tav tm="100000">
                                          <p:val>
                                            <p:fltVal val="0"/>
                                          </p:val>
                                        </p:tav>
                                      </p:tavLst>
                                    </p:anim>
                                    <p:animEffect transition="out" filter="fade">
                                      <p:cBhvr>
                                        <p:cTn id="168" dur="500"/>
                                        <p:tgtEl>
                                          <p:spTgt spid="204"/>
                                        </p:tgtEl>
                                      </p:cBhvr>
                                    </p:animEffect>
                                    <p:set>
                                      <p:cBhvr>
                                        <p:cTn id="169" dur="1" fill="hold">
                                          <p:stCondLst>
                                            <p:cond delay="499"/>
                                          </p:stCondLst>
                                        </p:cTn>
                                        <p:tgtEl>
                                          <p:spTgt spid="204"/>
                                        </p:tgtEl>
                                        <p:attrNameLst>
                                          <p:attrName>style.visibility</p:attrName>
                                        </p:attrNameLst>
                                      </p:cBhvr>
                                      <p:to>
                                        <p:strVal val="hidden"/>
                                      </p:to>
                                    </p:set>
                                  </p:childTnLst>
                                </p:cTn>
                              </p:par>
                            </p:childTnLst>
                          </p:cTn>
                        </p:par>
                      </p:childTnLst>
                    </p:cTn>
                  </p:par>
                  <p:par>
                    <p:cTn id="170" fill="hold">
                      <p:stCondLst>
                        <p:cond delay="indefinite"/>
                      </p:stCondLst>
                      <p:childTnLst>
                        <p:par>
                          <p:cTn id="171" fill="hold">
                            <p:stCondLst>
                              <p:cond delay="0"/>
                            </p:stCondLst>
                            <p:childTnLst>
                              <p:par>
                                <p:cTn id="172" presetID="53" presetClass="exit" presetSubtype="32" fill="hold" grpId="1" nodeType="clickEffect">
                                  <p:stCondLst>
                                    <p:cond delay="0"/>
                                  </p:stCondLst>
                                  <p:childTnLst>
                                    <p:anim calcmode="lin" valueType="num">
                                      <p:cBhvr>
                                        <p:cTn id="173" dur="500"/>
                                        <p:tgtEl>
                                          <p:spTgt spid="205"/>
                                        </p:tgtEl>
                                        <p:attrNameLst>
                                          <p:attrName>ppt_w</p:attrName>
                                        </p:attrNameLst>
                                      </p:cBhvr>
                                      <p:tavLst>
                                        <p:tav tm="0">
                                          <p:val>
                                            <p:strVal val="ppt_w"/>
                                          </p:val>
                                        </p:tav>
                                        <p:tav tm="100000">
                                          <p:val>
                                            <p:fltVal val="0"/>
                                          </p:val>
                                        </p:tav>
                                      </p:tavLst>
                                    </p:anim>
                                    <p:anim calcmode="lin" valueType="num">
                                      <p:cBhvr>
                                        <p:cTn id="174" dur="500"/>
                                        <p:tgtEl>
                                          <p:spTgt spid="205"/>
                                        </p:tgtEl>
                                        <p:attrNameLst>
                                          <p:attrName>ppt_h</p:attrName>
                                        </p:attrNameLst>
                                      </p:cBhvr>
                                      <p:tavLst>
                                        <p:tav tm="0">
                                          <p:val>
                                            <p:strVal val="ppt_h"/>
                                          </p:val>
                                        </p:tav>
                                        <p:tav tm="100000">
                                          <p:val>
                                            <p:fltVal val="0"/>
                                          </p:val>
                                        </p:tav>
                                      </p:tavLst>
                                    </p:anim>
                                    <p:animEffect transition="out" filter="fade">
                                      <p:cBhvr>
                                        <p:cTn id="175" dur="500"/>
                                        <p:tgtEl>
                                          <p:spTgt spid="205"/>
                                        </p:tgtEl>
                                      </p:cBhvr>
                                    </p:animEffect>
                                    <p:set>
                                      <p:cBhvr>
                                        <p:cTn id="176" dur="1" fill="hold">
                                          <p:stCondLst>
                                            <p:cond delay="499"/>
                                          </p:stCondLst>
                                        </p:cTn>
                                        <p:tgtEl>
                                          <p:spTgt spid="205"/>
                                        </p:tgtEl>
                                        <p:attrNameLst>
                                          <p:attrName>style.visibility</p:attrName>
                                        </p:attrNameLst>
                                      </p:cBhvr>
                                      <p:to>
                                        <p:strVal val="hidden"/>
                                      </p:to>
                                    </p:set>
                                  </p:childTnLst>
                                </p:cTn>
                              </p:par>
                              <p:par>
                                <p:cTn id="177" presetID="53" presetClass="exit" presetSubtype="32" fill="hold" grpId="1" nodeType="withEffect">
                                  <p:stCondLst>
                                    <p:cond delay="0"/>
                                  </p:stCondLst>
                                  <p:childTnLst>
                                    <p:anim calcmode="lin" valueType="num">
                                      <p:cBhvr>
                                        <p:cTn id="178" dur="500"/>
                                        <p:tgtEl>
                                          <p:spTgt spid="203"/>
                                        </p:tgtEl>
                                        <p:attrNameLst>
                                          <p:attrName>ppt_w</p:attrName>
                                        </p:attrNameLst>
                                      </p:cBhvr>
                                      <p:tavLst>
                                        <p:tav tm="0">
                                          <p:val>
                                            <p:strVal val="ppt_w"/>
                                          </p:val>
                                        </p:tav>
                                        <p:tav tm="100000">
                                          <p:val>
                                            <p:fltVal val="0"/>
                                          </p:val>
                                        </p:tav>
                                      </p:tavLst>
                                    </p:anim>
                                    <p:anim calcmode="lin" valueType="num">
                                      <p:cBhvr>
                                        <p:cTn id="179" dur="500"/>
                                        <p:tgtEl>
                                          <p:spTgt spid="203"/>
                                        </p:tgtEl>
                                        <p:attrNameLst>
                                          <p:attrName>ppt_h</p:attrName>
                                        </p:attrNameLst>
                                      </p:cBhvr>
                                      <p:tavLst>
                                        <p:tav tm="0">
                                          <p:val>
                                            <p:strVal val="ppt_h"/>
                                          </p:val>
                                        </p:tav>
                                        <p:tav tm="100000">
                                          <p:val>
                                            <p:fltVal val="0"/>
                                          </p:val>
                                        </p:tav>
                                      </p:tavLst>
                                    </p:anim>
                                    <p:animEffect transition="out" filter="fade">
                                      <p:cBhvr>
                                        <p:cTn id="180" dur="500"/>
                                        <p:tgtEl>
                                          <p:spTgt spid="203"/>
                                        </p:tgtEl>
                                      </p:cBhvr>
                                    </p:animEffect>
                                    <p:set>
                                      <p:cBhvr>
                                        <p:cTn id="181" dur="1" fill="hold">
                                          <p:stCondLst>
                                            <p:cond delay="499"/>
                                          </p:stCondLst>
                                        </p:cTn>
                                        <p:tgtEl>
                                          <p:spTgt spid="203"/>
                                        </p:tgtEl>
                                        <p:attrNameLst>
                                          <p:attrName>style.visibility</p:attrName>
                                        </p:attrNameLst>
                                      </p:cBhvr>
                                      <p:to>
                                        <p:strVal val="hidden"/>
                                      </p:to>
                                    </p:se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53" presetClass="entr" presetSubtype="16" fill="hold" nodeType="clickEffect">
                                  <p:stCondLst>
                                    <p:cond delay="0"/>
                                  </p:stCondLst>
                                  <p:childTnLst>
                                    <p:set>
                                      <p:cBhvr>
                                        <p:cTn id="185" dur="1" fill="hold">
                                          <p:stCondLst>
                                            <p:cond delay="0"/>
                                          </p:stCondLst>
                                        </p:cTn>
                                        <p:tgtEl>
                                          <p:spTgt spid="22"/>
                                        </p:tgtEl>
                                        <p:attrNameLst>
                                          <p:attrName>style.visibility</p:attrName>
                                        </p:attrNameLst>
                                      </p:cBhvr>
                                      <p:to>
                                        <p:strVal val="visible"/>
                                      </p:to>
                                    </p:set>
                                    <p:anim calcmode="lin" valueType="num">
                                      <p:cBhvr>
                                        <p:cTn id="186" dur="500" fill="hold"/>
                                        <p:tgtEl>
                                          <p:spTgt spid="22"/>
                                        </p:tgtEl>
                                        <p:attrNameLst>
                                          <p:attrName>ppt_w</p:attrName>
                                        </p:attrNameLst>
                                      </p:cBhvr>
                                      <p:tavLst>
                                        <p:tav tm="0">
                                          <p:val>
                                            <p:fltVal val="0"/>
                                          </p:val>
                                        </p:tav>
                                        <p:tav tm="100000">
                                          <p:val>
                                            <p:strVal val="#ppt_w"/>
                                          </p:val>
                                        </p:tav>
                                      </p:tavLst>
                                    </p:anim>
                                    <p:anim calcmode="lin" valueType="num">
                                      <p:cBhvr>
                                        <p:cTn id="187" dur="500" fill="hold"/>
                                        <p:tgtEl>
                                          <p:spTgt spid="22"/>
                                        </p:tgtEl>
                                        <p:attrNameLst>
                                          <p:attrName>ppt_h</p:attrName>
                                        </p:attrNameLst>
                                      </p:cBhvr>
                                      <p:tavLst>
                                        <p:tav tm="0">
                                          <p:val>
                                            <p:fltVal val="0"/>
                                          </p:val>
                                        </p:tav>
                                        <p:tav tm="100000">
                                          <p:val>
                                            <p:strVal val="#ppt_h"/>
                                          </p:val>
                                        </p:tav>
                                      </p:tavLst>
                                    </p:anim>
                                    <p:animEffect transition="in" filter="fade">
                                      <p:cBhvr>
                                        <p:cTn id="18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40363" grpId="0" animBg="1"/>
      <p:bldP spid="158" grpId="0" animBg="1"/>
      <p:bldP spid="160" grpId="0" animBg="1"/>
      <p:bldP spid="167" grpId="0" animBg="1"/>
      <p:bldP spid="170" grpId="0" animBg="1"/>
      <p:bldP spid="171" grpId="0" animBg="1"/>
      <p:bldP spid="193" grpId="0" animBg="1"/>
      <p:bldP spid="199" grpId="0" animBg="1"/>
      <p:bldP spid="140342" grpId="0" animBg="1"/>
      <p:bldP spid="140342" grpId="1" animBg="1"/>
      <p:bldP spid="203" grpId="0" animBg="1"/>
      <p:bldP spid="203" grpId="1" animBg="1"/>
      <p:bldP spid="204" grpId="0" animBg="1"/>
      <p:bldP spid="204" grpId="1" animBg="1"/>
      <p:bldP spid="205" grpId="0" animBg="1"/>
      <p:bldP spid="205" grpId="1" animBg="1"/>
      <p:bldP spid="206"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2338" name="组合 180223"/>
          <p:cNvGrpSpPr>
            <a:grpSpLocks/>
          </p:cNvGrpSpPr>
          <p:nvPr/>
        </p:nvGrpSpPr>
        <p:grpSpPr bwMode="auto">
          <a:xfrm>
            <a:off x="6515100" y="1123952"/>
            <a:ext cx="3149600" cy="3103033"/>
            <a:chOff x="4885681" y="843558"/>
            <a:chExt cx="2362199" cy="2326457"/>
          </a:xfrm>
        </p:grpSpPr>
        <p:sp>
          <p:nvSpPr>
            <p:cNvPr id="142483" name="Line 2"/>
            <p:cNvSpPr>
              <a:spLocks noChangeShapeType="1"/>
            </p:cNvSpPr>
            <p:nvPr/>
          </p:nvSpPr>
          <p:spPr bwMode="auto">
            <a:xfrm>
              <a:off x="4885681" y="1384077"/>
              <a:ext cx="1587" cy="17859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84" name="Line 3"/>
            <p:cNvSpPr>
              <a:spLocks noChangeShapeType="1"/>
            </p:cNvSpPr>
            <p:nvPr/>
          </p:nvSpPr>
          <p:spPr bwMode="auto">
            <a:xfrm>
              <a:off x="6536482" y="1384077"/>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85" name="Line 9"/>
            <p:cNvSpPr>
              <a:spLocks noChangeShapeType="1"/>
            </p:cNvSpPr>
            <p:nvPr/>
          </p:nvSpPr>
          <p:spPr bwMode="auto">
            <a:xfrm flipV="1">
              <a:off x="4887268" y="1695227"/>
              <a:ext cx="200925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86" name="Rectangle 10"/>
            <p:cNvSpPr>
              <a:spLocks noChangeArrowheads="1"/>
            </p:cNvSpPr>
            <p:nvPr/>
          </p:nvSpPr>
          <p:spPr bwMode="auto">
            <a:xfrm>
              <a:off x="5312717" y="1333277"/>
              <a:ext cx="193516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400">
                <a:solidFill>
                  <a:srgbClr val="000000"/>
                </a:solidFill>
                <a:ea typeface="宋体" panose="02010600030101010101" pitchFamily="2" charset="-122"/>
                <a:cs typeface="Times New Roman" panose="02020603050405020304" pitchFamily="18" charset="0"/>
              </a:endParaRPr>
            </a:p>
          </p:txBody>
        </p:sp>
        <p:sp>
          <p:nvSpPr>
            <p:cNvPr id="142487" name="Rectangle 11"/>
            <p:cNvSpPr>
              <a:spLocks noChangeArrowheads="1"/>
            </p:cNvSpPr>
            <p:nvPr/>
          </p:nvSpPr>
          <p:spPr bwMode="auto">
            <a:xfrm>
              <a:off x="5220072" y="1060227"/>
              <a:ext cx="11684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sort</a:t>
              </a:r>
            </a:p>
          </p:txBody>
        </p:sp>
        <p:sp>
          <p:nvSpPr>
            <p:cNvPr id="142488" name="Line 12"/>
            <p:cNvSpPr>
              <a:spLocks noChangeShapeType="1"/>
            </p:cNvSpPr>
            <p:nvPr/>
          </p:nvSpPr>
          <p:spPr bwMode="auto">
            <a:xfrm flipV="1">
              <a:off x="4898380" y="1382490"/>
              <a:ext cx="2020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89" name="Line 13"/>
            <p:cNvSpPr>
              <a:spLocks noChangeShapeType="1"/>
            </p:cNvSpPr>
            <p:nvPr/>
          </p:nvSpPr>
          <p:spPr bwMode="auto">
            <a:xfrm>
              <a:off x="5263506" y="1398365"/>
              <a:ext cx="0" cy="2841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90" name="Line 14"/>
            <p:cNvSpPr>
              <a:spLocks noChangeShapeType="1"/>
            </p:cNvSpPr>
            <p:nvPr/>
          </p:nvSpPr>
          <p:spPr bwMode="auto">
            <a:xfrm>
              <a:off x="5960418" y="1671092"/>
              <a:ext cx="0" cy="14636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91" name="Line 3"/>
            <p:cNvSpPr>
              <a:spLocks noChangeShapeType="1"/>
            </p:cNvSpPr>
            <p:nvPr/>
          </p:nvSpPr>
          <p:spPr bwMode="auto">
            <a:xfrm>
              <a:off x="6878216" y="1406575"/>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92" name="Line 95"/>
            <p:cNvSpPr>
              <a:spLocks noChangeShapeType="1"/>
            </p:cNvSpPr>
            <p:nvPr/>
          </p:nvSpPr>
          <p:spPr bwMode="auto">
            <a:xfrm>
              <a:off x="4957428" y="847725"/>
              <a:ext cx="0" cy="66637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42493" name="Line 43"/>
            <p:cNvSpPr>
              <a:spLocks noChangeShapeType="1"/>
            </p:cNvSpPr>
            <p:nvPr/>
          </p:nvSpPr>
          <p:spPr bwMode="auto">
            <a:xfrm>
              <a:off x="4966140" y="843558"/>
              <a:ext cx="181924"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80226" name="Rectangle 3"/>
          <p:cNvSpPr>
            <a:spLocks noGrp="1" noChangeArrowheads="1"/>
          </p:cNvSpPr>
          <p:nvPr>
            <p:ph idx="1"/>
          </p:nvPr>
        </p:nvSpPr>
        <p:spPr>
          <a:xfrm>
            <a:off x="143934" y="3255434"/>
            <a:ext cx="9450917" cy="3534833"/>
          </a:xfrm>
        </p:spPr>
        <p:txBody>
          <a:bodyPr/>
          <a:lstStyle/>
          <a:p>
            <a:pPr>
              <a:lnSpc>
                <a:spcPts val="2400"/>
              </a:lnSpc>
              <a:buNone/>
              <a:defRPr/>
            </a:pPr>
            <a:r>
              <a:rPr lang="en-US" altLang="zh-CN" sz="2400" b="1" i="1" dirty="0">
                <a:solidFill>
                  <a:schemeClr val="tx1"/>
                </a:solidFill>
                <a:ea typeface="楷体_GB2312" pitchFamily="49" charset="-122"/>
                <a:cs typeface="Times New Roman" panose="02020603050405020304" pitchFamily="18" charset="0"/>
              </a:rPr>
              <a:t>P</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rPr>
              <a:t>M</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a:t>
            </a:r>
            <a:r>
              <a:rPr lang="en-US" altLang="zh-CN" sz="2400" b="1" dirty="0" err="1">
                <a:solidFill>
                  <a:schemeClr val="tx2">
                    <a:lumMod val="60000"/>
                    <a:lumOff val="40000"/>
                  </a:schemeClr>
                </a:solidFill>
                <a:ea typeface="楷体_GB2312" pitchFamily="49" charset="-122"/>
                <a:cs typeface="Times New Roman" panose="02020603050405020304" pitchFamily="18" charset="0"/>
              </a:rPr>
              <a: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M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nil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 </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2</a:t>
            </a:r>
            <a:endParaRPr lang="en-US" altLang="zh-CN" sz="2400" b="1" i="1" dirty="0">
              <a:solidFill>
                <a:schemeClr val="tx1"/>
              </a:solidFill>
              <a:ea typeface="楷体_GB2312" pitchFamily="49" charset="-122"/>
              <a:cs typeface="Times New Roman" panose="02020603050405020304" pitchFamily="18" charset="0"/>
            </a:endParaRP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p</a:t>
            </a:r>
            <a:r>
              <a:rPr lang="en-US" altLang="zh-CN" sz="2400" b="1" i="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err="1">
                <a:solidFill>
                  <a:schemeClr val="tx1"/>
                </a:solidFill>
                <a:ea typeface="楷体_GB2312" pitchFamily="49" charset="-122"/>
                <a:cs typeface="Times New Roman" panose="02020603050405020304" pitchFamily="18" charset="0"/>
              </a:rPr>
              <a:t>proc</a:t>
            </a:r>
            <a:r>
              <a:rPr lang="en-US" altLang="zh-CN" sz="2400" b="1" dirty="0">
                <a:solidFill>
                  <a:schemeClr val="tx1"/>
                </a:solidFill>
                <a:ea typeface="楷体_GB2312" pitchFamily="49" charset="-122"/>
                <a:cs typeface="Times New Roman" panose="02020603050405020304" pitchFamily="18" charset="0"/>
              </a:rPr>
              <a:t> id ; </a:t>
            </a:r>
            <a:r>
              <a:rPr lang="en-US" altLang="zh-CN" sz="2400" b="1" i="1" dirty="0">
                <a:solidFill>
                  <a:srgbClr val="FF0000"/>
                </a:solidFill>
                <a:ea typeface="楷体_GB2312" pitchFamily="49" charset="-122"/>
                <a:cs typeface="Times New Roman" panose="02020603050405020304" pitchFamily="18" charset="0"/>
              </a:rPr>
              <a:t>N</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S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enterproc</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v</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1"/>
                </a:solidFill>
                <a:ea typeface="楷体_GB2312" pitchFamily="49" charset="-122"/>
                <a:cs typeface="Times New Roman" panose="02020603050405020304" pitchFamily="18" charset="0"/>
              </a:rPr>
              <a:t>id: </a:t>
            </a:r>
            <a:r>
              <a:rPr lang="en-US" altLang="zh-CN" sz="2400" b="1" i="1" dirty="0">
                <a:solidFill>
                  <a:schemeClr val="tx1"/>
                </a:solidFill>
                <a:ea typeface="楷体_GB2312" pitchFamily="49" charset="-122"/>
                <a:cs typeface="Times New Roman" panose="02020603050405020304" pitchFamily="18" charset="0"/>
              </a:rPr>
              <a:t>T</a:t>
            </a:r>
            <a:r>
              <a:rPr lang="en-US" altLang="zh-CN" sz="2400" b="1" dirty="0">
                <a:solidFill>
                  <a:schemeClr val="tx1"/>
                </a:solidFill>
                <a:ea typeface="楷体_GB2312" pitchFamily="49" charset="-122"/>
                <a:cs typeface="Times New Roman" panose="02020603050405020304" pitchFamily="18" charset="0"/>
              </a:rPr>
              <a:t> ;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enter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T.type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zh-CN" altLang="en-US"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N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 </a:t>
            </a:r>
            <a:endParaRPr lang="zh-CN" altLang="en-US" sz="2400" b="1" dirty="0">
              <a:solidFill>
                <a:schemeClr val="tx2">
                  <a:lumMod val="60000"/>
                  <a:lumOff val="40000"/>
                </a:schemeClr>
              </a:solidFill>
              <a:ea typeface="楷体_GB2312" pitchFamily="49" charset="-122"/>
              <a:cs typeface="Times New Roman" panose="02020603050405020304" pitchFamily="18" charset="0"/>
            </a:endParaRPr>
          </a:p>
        </p:txBody>
      </p:sp>
      <p:sp>
        <p:nvSpPr>
          <p:cNvPr id="142340" name="Rectangle 2"/>
          <p:cNvSpPr>
            <a:spLocks noGrp="1" noChangeArrowheads="1"/>
          </p:cNvSpPr>
          <p:nvPr>
            <p:ph type="title"/>
          </p:nvPr>
        </p:nvSpPr>
        <p:spPr>
          <a:xfrm>
            <a:off x="1007533" y="357718"/>
            <a:ext cx="10574867" cy="478367"/>
          </a:xfrm>
        </p:spPr>
        <p:txBody>
          <a:bodyPr/>
          <a:lstStyle/>
          <a:p>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zh-CN" altLang="en-US" sz="4000" i="1">
              <a:solidFill>
                <a:schemeClr val="tx1"/>
              </a:solidFill>
              <a:ea typeface="楷体_GB2312" pitchFamily="49" charset="-122"/>
              <a:cs typeface="Times New Roman" panose="02020603050405020304" pitchFamily="18" charset="0"/>
            </a:endParaRPr>
          </a:p>
        </p:txBody>
      </p:sp>
      <p:sp>
        <p:nvSpPr>
          <p:cNvPr id="63" name="Line 103"/>
          <p:cNvSpPr>
            <a:spLocks noChangeShapeType="1"/>
          </p:cNvSpPr>
          <p:nvPr/>
        </p:nvSpPr>
        <p:spPr bwMode="auto">
          <a:xfrm flipH="1" flipV="1">
            <a:off x="9014885" y="3266017"/>
            <a:ext cx="359833"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nvGrpSpPr>
          <p:cNvPr id="142342" name="组合 180241"/>
          <p:cNvGrpSpPr>
            <a:grpSpLocks/>
          </p:cNvGrpSpPr>
          <p:nvPr/>
        </p:nvGrpSpPr>
        <p:grpSpPr bwMode="auto">
          <a:xfrm>
            <a:off x="8904818" y="-122767"/>
            <a:ext cx="2984500" cy="1932517"/>
            <a:chOff x="6678686" y="-92546"/>
            <a:chExt cx="2238896" cy="1449933"/>
          </a:xfrm>
        </p:grpSpPr>
        <p:sp>
          <p:nvSpPr>
            <p:cNvPr id="142473" name="Rectangle 15"/>
            <p:cNvSpPr>
              <a:spLocks noChangeArrowheads="1"/>
            </p:cNvSpPr>
            <p:nvPr/>
          </p:nvSpPr>
          <p:spPr bwMode="auto">
            <a:xfrm>
              <a:off x="7488832" y="-92546"/>
              <a:ext cx="1428750"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readarrary</a:t>
              </a:r>
            </a:p>
          </p:txBody>
        </p:sp>
        <p:sp>
          <p:nvSpPr>
            <p:cNvPr id="142474" name="Line 17"/>
            <p:cNvSpPr>
              <a:spLocks noChangeShapeType="1"/>
            </p:cNvSpPr>
            <p:nvPr/>
          </p:nvSpPr>
          <p:spPr bwMode="auto">
            <a:xfrm>
              <a:off x="7491461" y="283691"/>
              <a:ext cx="0" cy="5921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75" name="Line 18"/>
            <p:cNvSpPr>
              <a:spLocks noChangeShapeType="1"/>
            </p:cNvSpPr>
            <p:nvPr/>
          </p:nvSpPr>
          <p:spPr bwMode="auto">
            <a:xfrm>
              <a:off x="8783140" y="283691"/>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76" name="Line 20"/>
            <p:cNvSpPr>
              <a:spLocks noChangeShapeType="1"/>
            </p:cNvSpPr>
            <p:nvPr/>
          </p:nvSpPr>
          <p:spPr bwMode="auto">
            <a:xfrm flipV="1">
              <a:off x="7493048" y="577380"/>
              <a:ext cx="128587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77" name="Rectangle 21"/>
            <p:cNvSpPr>
              <a:spLocks noChangeArrowheads="1"/>
            </p:cNvSpPr>
            <p:nvPr/>
          </p:nvSpPr>
          <p:spPr bwMode="auto">
            <a:xfrm>
              <a:off x="7735936" y="210840"/>
              <a:ext cx="111921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i="1">
                <a:solidFill>
                  <a:srgbClr val="000000"/>
                </a:solidFill>
                <a:ea typeface="宋体" panose="02010600030101010101" pitchFamily="2" charset="-122"/>
                <a:cs typeface="Times New Roman" panose="02020603050405020304" pitchFamily="18" charset="0"/>
              </a:endParaRPr>
            </a:p>
          </p:txBody>
        </p:sp>
        <p:sp>
          <p:nvSpPr>
            <p:cNvPr id="142478" name="Line 22"/>
            <p:cNvSpPr>
              <a:spLocks noChangeShapeType="1"/>
            </p:cNvSpPr>
            <p:nvPr/>
          </p:nvSpPr>
          <p:spPr bwMode="auto">
            <a:xfrm>
              <a:off x="7504162" y="283691"/>
              <a:ext cx="12541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79" name="Line 24"/>
            <p:cNvSpPr>
              <a:spLocks noChangeShapeType="1"/>
            </p:cNvSpPr>
            <p:nvPr/>
          </p:nvSpPr>
          <p:spPr bwMode="auto">
            <a:xfrm flipH="1">
              <a:off x="7775028" y="286867"/>
              <a:ext cx="0" cy="6032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80" name="Line 18"/>
            <p:cNvSpPr>
              <a:spLocks noChangeShapeType="1"/>
            </p:cNvSpPr>
            <p:nvPr/>
          </p:nvSpPr>
          <p:spPr bwMode="auto">
            <a:xfrm>
              <a:off x="8495108" y="286345"/>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81" name="Line 103"/>
            <p:cNvSpPr>
              <a:spLocks noChangeShapeType="1"/>
            </p:cNvSpPr>
            <p:nvPr/>
          </p:nvSpPr>
          <p:spPr bwMode="auto">
            <a:xfrm flipH="1" flipV="1">
              <a:off x="6678686" y="480117"/>
              <a:ext cx="968525" cy="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82" name="Line 51"/>
            <p:cNvSpPr>
              <a:spLocks noChangeShapeType="1"/>
            </p:cNvSpPr>
            <p:nvPr/>
          </p:nvSpPr>
          <p:spPr bwMode="auto">
            <a:xfrm>
              <a:off x="6684144" y="480116"/>
              <a:ext cx="12946" cy="877271"/>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94" name="Rectangle 3"/>
          <p:cNvSpPr txBox="1">
            <a:spLocks noChangeArrowheads="1"/>
          </p:cNvSpPr>
          <p:nvPr/>
        </p:nvSpPr>
        <p:spPr bwMode="auto">
          <a:xfrm>
            <a:off x="1729317" y="95251"/>
            <a:ext cx="331046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indent="-361942" algn="just" defTabSz="1219170" fontAlgn="base">
              <a:lnSpc>
                <a:spcPts val="1867"/>
              </a:lnSpc>
              <a:spcBef>
                <a:spcPct val="12000"/>
              </a:spcBef>
              <a:spcAft>
                <a:spcPct val="0"/>
              </a:spcAft>
              <a:buClr>
                <a:srgbClr val="3333CC"/>
              </a:buClr>
              <a:buNone/>
              <a:defRPr/>
            </a:pPr>
            <a:r>
              <a:rPr lang="en-US" altLang="zh-CN" b="1" i="1" dirty="0">
                <a:solidFill>
                  <a:srgbClr val="0000FF"/>
                </a:solidFill>
                <a:latin typeface="Times New Roman" panose="02020603050405020304" pitchFamily="18" charset="0"/>
                <a:ea typeface="楷体_GB2312" pitchFamily="49" charset="-122"/>
              </a:rPr>
              <a:t>program</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i="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[11]; </a:t>
            </a:r>
            <a:r>
              <a:rPr lang="en-US" altLang="zh-CN" b="1" i="1" dirty="0">
                <a:solidFill>
                  <a:prstClr val="black"/>
                </a:solidFill>
                <a:latin typeface="Times New Roman" panose="02020603050405020304" pitchFamily="18" charset="0"/>
                <a:ea typeface="楷体_GB2312" pitchFamily="49" charset="-122"/>
              </a:rPr>
              <a:t>x</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exchange</a:t>
            </a:r>
            <a:r>
              <a:rPr lang="en-US" altLang="zh-CN" b="1" dirty="0">
                <a:solidFill>
                  <a:prstClr val="black"/>
                </a:solidFill>
                <a:latin typeface="Times New Roman" panose="02020603050405020304" pitchFamily="18" charset="0"/>
                <a:ea typeface="楷体_GB2312" pitchFamily="49" charset="-122"/>
              </a:rPr>
              <a:t>; {…}</a:t>
            </a:r>
            <a:endParaRPr lang="zh-CN" altLang="en-US" b="1" dirty="0">
              <a:solidFill>
                <a:srgbClr val="073E87"/>
              </a:solidFill>
              <a:latin typeface="Times New Roman" panose="02020603050405020304" pitchFamily="18" charset="0"/>
              <a:ea typeface="楷体_GB2312" pitchFamily="49" charset="-122"/>
            </a:endParaRP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k</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func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j</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p:txBody>
      </p:sp>
      <p:grpSp>
        <p:nvGrpSpPr>
          <p:cNvPr id="142344" name="组合 5"/>
          <p:cNvGrpSpPr>
            <a:grpSpLocks/>
          </p:cNvGrpSpPr>
          <p:nvPr/>
        </p:nvGrpSpPr>
        <p:grpSpPr bwMode="auto">
          <a:xfrm>
            <a:off x="6760634" y="105834"/>
            <a:ext cx="2023533" cy="1293284"/>
            <a:chOff x="5069755" y="79300"/>
            <a:chExt cx="1518468" cy="970576"/>
          </a:xfrm>
        </p:grpSpPr>
        <p:sp>
          <p:nvSpPr>
            <p:cNvPr id="142464" name="Rectangle 78"/>
            <p:cNvSpPr>
              <a:spLocks noChangeArrowheads="1"/>
            </p:cNvSpPr>
            <p:nvPr/>
          </p:nvSpPr>
          <p:spPr bwMode="auto">
            <a:xfrm>
              <a:off x="5573811" y="79300"/>
              <a:ext cx="101441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r>
                <a:rPr lang="zh-CN" altLang="en-US" sz="2800" i="1">
                  <a:solidFill>
                    <a:srgbClr val="000000"/>
                  </a:solidFill>
                  <a:ea typeface="宋体" panose="02010600030101010101" pitchFamily="2" charset="-122"/>
                  <a:cs typeface="Times New Roman" panose="02020603050405020304" pitchFamily="18" charset="0"/>
                </a:rPr>
                <a:t>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2465" name="Line 30"/>
            <p:cNvSpPr>
              <a:spLocks noChangeShapeType="1"/>
            </p:cNvSpPr>
            <p:nvPr/>
          </p:nvSpPr>
          <p:spPr bwMode="auto">
            <a:xfrm>
              <a:off x="5175270" y="149876"/>
              <a:ext cx="0" cy="9000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66" name="Line 37"/>
            <p:cNvSpPr>
              <a:spLocks noChangeShapeType="1"/>
            </p:cNvSpPr>
            <p:nvPr/>
          </p:nvSpPr>
          <p:spPr bwMode="auto">
            <a:xfrm flipV="1">
              <a:off x="5166098" y="452784"/>
              <a:ext cx="14158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67" name="Rectangle 39"/>
            <p:cNvSpPr>
              <a:spLocks noChangeArrowheads="1"/>
            </p:cNvSpPr>
            <p:nvPr/>
          </p:nvSpPr>
          <p:spPr bwMode="auto">
            <a:xfrm>
              <a:off x="5069755" y="112637"/>
              <a:ext cx="51593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nil</a:t>
              </a:r>
              <a:endParaRPr lang="zh-CN" altLang="en-US" sz="2400" i="1">
                <a:solidFill>
                  <a:srgbClr val="000000"/>
                </a:solidFill>
                <a:ea typeface="宋体" panose="02010600030101010101" pitchFamily="2" charset="-122"/>
                <a:cs typeface="Times New Roman" panose="02020603050405020304" pitchFamily="18" charset="0"/>
              </a:endParaRPr>
            </a:p>
          </p:txBody>
        </p:sp>
        <p:sp>
          <p:nvSpPr>
            <p:cNvPr id="142468" name="Line 41"/>
            <p:cNvSpPr>
              <a:spLocks noChangeShapeType="1"/>
            </p:cNvSpPr>
            <p:nvPr/>
          </p:nvSpPr>
          <p:spPr bwMode="auto">
            <a:xfrm>
              <a:off x="5175622" y="165025"/>
              <a:ext cx="140000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69" name="Line 42"/>
            <p:cNvSpPr>
              <a:spLocks noChangeShapeType="1"/>
            </p:cNvSpPr>
            <p:nvPr/>
          </p:nvSpPr>
          <p:spPr bwMode="auto">
            <a:xfrm>
              <a:off x="5573811" y="180900"/>
              <a:ext cx="0"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70" name="Line 43"/>
            <p:cNvSpPr>
              <a:spLocks noChangeShapeType="1"/>
            </p:cNvSpPr>
            <p:nvPr/>
          </p:nvSpPr>
          <p:spPr bwMode="auto">
            <a:xfrm>
              <a:off x="5573811" y="471412"/>
              <a:ext cx="0" cy="5762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71" name="Line 44"/>
            <p:cNvSpPr>
              <a:spLocks noChangeShapeType="1"/>
            </p:cNvSpPr>
            <p:nvPr/>
          </p:nvSpPr>
          <p:spPr bwMode="auto">
            <a:xfrm>
              <a:off x="6318882" y="161552"/>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72" name="Line 44"/>
            <p:cNvSpPr>
              <a:spLocks noChangeShapeType="1"/>
            </p:cNvSpPr>
            <p:nvPr/>
          </p:nvSpPr>
          <p:spPr bwMode="auto">
            <a:xfrm>
              <a:off x="6581923" y="164231"/>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2345" name="组合 180235"/>
          <p:cNvGrpSpPr>
            <a:grpSpLocks/>
          </p:cNvGrpSpPr>
          <p:nvPr/>
        </p:nvGrpSpPr>
        <p:grpSpPr bwMode="auto">
          <a:xfrm>
            <a:off x="5088467" y="-19050"/>
            <a:ext cx="1775884" cy="2199217"/>
            <a:chOff x="3816350" y="-15044"/>
            <a:chExt cx="1331714" cy="1649918"/>
          </a:xfrm>
        </p:grpSpPr>
        <p:sp>
          <p:nvSpPr>
            <p:cNvPr id="142456" name="Line 16"/>
            <p:cNvSpPr>
              <a:spLocks noChangeShapeType="1"/>
            </p:cNvSpPr>
            <p:nvPr/>
          </p:nvSpPr>
          <p:spPr bwMode="auto">
            <a:xfrm>
              <a:off x="3908022"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57" name="Line 18"/>
            <p:cNvSpPr>
              <a:spLocks noChangeShapeType="1"/>
            </p:cNvSpPr>
            <p:nvPr/>
          </p:nvSpPr>
          <p:spPr bwMode="auto">
            <a:xfrm flipH="1" flipV="1">
              <a:off x="4355976"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58" name="Line 19"/>
            <p:cNvSpPr>
              <a:spLocks noChangeShapeType="1"/>
            </p:cNvSpPr>
            <p:nvPr/>
          </p:nvSpPr>
          <p:spPr bwMode="auto">
            <a:xfrm>
              <a:off x="4484086"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59" name="Line 20"/>
            <p:cNvSpPr>
              <a:spLocks noChangeShapeType="1"/>
            </p:cNvSpPr>
            <p:nvPr/>
          </p:nvSpPr>
          <p:spPr bwMode="auto">
            <a:xfrm>
              <a:off x="4491924" y="339502"/>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60" name="Line 21"/>
            <p:cNvSpPr>
              <a:spLocks noChangeShapeType="1"/>
            </p:cNvSpPr>
            <p:nvPr/>
          </p:nvSpPr>
          <p:spPr bwMode="auto">
            <a:xfrm flipH="1" flipV="1">
              <a:off x="4771399"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61" name="Text Box 22"/>
            <p:cNvSpPr txBox="1">
              <a:spLocks noChangeArrowheads="1"/>
            </p:cNvSpPr>
            <p:nvPr/>
          </p:nvSpPr>
          <p:spPr bwMode="auto">
            <a:xfrm>
              <a:off x="3816350" y="-15044"/>
              <a:ext cx="755650"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dirty="0">
                  <a:solidFill>
                    <a:srgbClr val="000000"/>
                  </a:solidFill>
                  <a:ea typeface="宋体" panose="02010600030101010101" pitchFamily="2" charset="-122"/>
                  <a:cs typeface="Times New Roman" panose="02020603050405020304" pitchFamily="18" charset="0"/>
                </a:rPr>
                <a:t>offset</a:t>
              </a:r>
            </a:p>
          </p:txBody>
        </p:sp>
        <p:sp>
          <p:nvSpPr>
            <p:cNvPr id="142462" name="Text Box 26"/>
            <p:cNvSpPr txBox="1">
              <a:spLocks noChangeArrowheads="1"/>
            </p:cNvSpPr>
            <p:nvPr/>
          </p:nvSpPr>
          <p:spPr bwMode="auto">
            <a:xfrm>
              <a:off x="4390827" y="-3398"/>
              <a:ext cx="757237"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tblptr</a:t>
              </a:r>
            </a:p>
          </p:txBody>
        </p:sp>
        <p:sp>
          <p:nvSpPr>
            <p:cNvPr id="142463" name="Line 20"/>
            <p:cNvSpPr>
              <a:spLocks noChangeShapeType="1"/>
            </p:cNvSpPr>
            <p:nvPr/>
          </p:nvSpPr>
          <p:spPr bwMode="auto">
            <a:xfrm flipV="1">
              <a:off x="3908022" y="334865"/>
              <a:ext cx="434883" cy="46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2346" name="Line 20"/>
          <p:cNvSpPr>
            <a:spLocks noChangeShapeType="1"/>
          </p:cNvSpPr>
          <p:nvPr/>
        </p:nvSpPr>
        <p:spPr bwMode="auto">
          <a:xfrm flipV="1">
            <a:off x="1729318" y="357717"/>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347" name="Line 20"/>
          <p:cNvSpPr>
            <a:spLocks noChangeShapeType="1"/>
          </p:cNvSpPr>
          <p:nvPr/>
        </p:nvSpPr>
        <p:spPr bwMode="auto">
          <a:xfrm flipV="1">
            <a:off x="2178051" y="698500"/>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2348" name="组合 180224"/>
          <p:cNvGrpSpPr>
            <a:grpSpLocks/>
          </p:cNvGrpSpPr>
          <p:nvPr/>
        </p:nvGrpSpPr>
        <p:grpSpPr bwMode="auto">
          <a:xfrm>
            <a:off x="6508751" y="2186517"/>
            <a:ext cx="2717800" cy="482600"/>
            <a:chOff x="4880918" y="1639665"/>
            <a:chExt cx="2038349" cy="361950"/>
          </a:xfrm>
        </p:grpSpPr>
        <p:sp>
          <p:nvSpPr>
            <p:cNvPr id="142454" name="Rectangle 25"/>
            <p:cNvSpPr>
              <a:spLocks noChangeArrowheads="1"/>
            </p:cNvSpPr>
            <p:nvPr/>
          </p:nvSpPr>
          <p:spPr bwMode="auto">
            <a:xfrm>
              <a:off x="4880918" y="1639665"/>
              <a:ext cx="2038349"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a                </a:t>
              </a:r>
              <a:r>
                <a:rPr lang="en-US" altLang="zh-CN" sz="2400">
                  <a:solidFill>
                    <a:srgbClr val="000000"/>
                  </a:solidFill>
                  <a:ea typeface="宋体" panose="02010600030101010101" pitchFamily="2" charset="-122"/>
                  <a:cs typeface="Times New Roman" panose="02020603050405020304" pitchFamily="18" charset="0"/>
                </a:rPr>
                <a:t>array  0</a:t>
              </a:r>
            </a:p>
          </p:txBody>
        </p:sp>
        <p:sp>
          <p:nvSpPr>
            <p:cNvPr id="142455" name="Line 8"/>
            <p:cNvSpPr>
              <a:spLocks noChangeShapeType="1"/>
            </p:cNvSpPr>
            <p:nvPr/>
          </p:nvSpPr>
          <p:spPr bwMode="auto">
            <a:xfrm>
              <a:off x="4898381" y="1990502"/>
              <a:ext cx="2020886"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2350" name="组合 180236"/>
          <p:cNvGrpSpPr>
            <a:grpSpLocks/>
          </p:cNvGrpSpPr>
          <p:nvPr/>
        </p:nvGrpSpPr>
        <p:grpSpPr bwMode="auto">
          <a:xfrm>
            <a:off x="5217585" y="414868"/>
            <a:ext cx="1689100" cy="421217"/>
            <a:chOff x="3913756" y="310816"/>
            <a:chExt cx="1266106" cy="316804"/>
          </a:xfrm>
        </p:grpSpPr>
        <p:sp>
          <p:nvSpPr>
            <p:cNvPr id="142451" name="Line 20"/>
            <p:cNvSpPr>
              <a:spLocks noChangeShapeType="1"/>
            </p:cNvSpPr>
            <p:nvPr/>
          </p:nvSpPr>
          <p:spPr bwMode="auto">
            <a:xfrm>
              <a:off x="4499992" y="620241"/>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24" name="直接箭头连接符 123"/>
            <p:cNvCxnSpPr/>
            <p:nvPr/>
          </p:nvCxnSpPr>
          <p:spPr>
            <a:xfrm flipV="1">
              <a:off x="4616619" y="310816"/>
              <a:ext cx="563243" cy="165566"/>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1" name="矩形 150"/>
            <p:cNvSpPr/>
            <p:nvPr/>
          </p:nvSpPr>
          <p:spPr>
            <a:xfrm>
              <a:off x="3913756" y="334696"/>
              <a:ext cx="439487" cy="29292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grpSp>
        <p:nvGrpSpPr>
          <p:cNvPr id="142351" name="组合 180238"/>
          <p:cNvGrpSpPr>
            <a:grpSpLocks/>
          </p:cNvGrpSpPr>
          <p:nvPr/>
        </p:nvGrpSpPr>
        <p:grpSpPr bwMode="auto">
          <a:xfrm>
            <a:off x="5211233" y="848785"/>
            <a:ext cx="1320800" cy="1026583"/>
            <a:chOff x="3907724" y="637094"/>
            <a:chExt cx="990625" cy="769481"/>
          </a:xfrm>
        </p:grpSpPr>
        <p:sp>
          <p:nvSpPr>
            <p:cNvPr id="142448" name="Line 20"/>
            <p:cNvSpPr>
              <a:spLocks noChangeShapeType="1"/>
            </p:cNvSpPr>
            <p:nvPr/>
          </p:nvSpPr>
          <p:spPr bwMode="auto">
            <a:xfrm>
              <a:off x="4499992" y="926397"/>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33" name="直接箭头连接符 132"/>
            <p:cNvCxnSpPr/>
            <p:nvPr/>
          </p:nvCxnSpPr>
          <p:spPr>
            <a:xfrm>
              <a:off x="4617355" y="771951"/>
              <a:ext cx="280994" cy="634624"/>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3907724" y="637094"/>
              <a:ext cx="439749" cy="29192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sp>
        <p:nvSpPr>
          <p:cNvPr id="180232" name="矩形 180231"/>
          <p:cNvSpPr/>
          <p:nvPr/>
        </p:nvSpPr>
        <p:spPr>
          <a:xfrm>
            <a:off x="5221818" y="829733"/>
            <a:ext cx="586316" cy="39158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2353" name="组合 180240"/>
          <p:cNvGrpSpPr>
            <a:grpSpLocks/>
          </p:cNvGrpSpPr>
          <p:nvPr/>
        </p:nvGrpSpPr>
        <p:grpSpPr bwMode="auto">
          <a:xfrm>
            <a:off x="6529918" y="2590800"/>
            <a:ext cx="2762249" cy="484717"/>
            <a:chOff x="4897836" y="1942382"/>
            <a:chExt cx="2070694" cy="363537"/>
          </a:xfrm>
        </p:grpSpPr>
        <p:sp>
          <p:nvSpPr>
            <p:cNvPr id="142446" name="Line 7"/>
            <p:cNvSpPr>
              <a:spLocks noChangeShapeType="1"/>
            </p:cNvSpPr>
            <p:nvPr/>
          </p:nvSpPr>
          <p:spPr bwMode="auto">
            <a:xfrm flipV="1">
              <a:off x="4899968" y="2281016"/>
              <a:ext cx="1978025"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47" name="Rectangle 26"/>
            <p:cNvSpPr>
              <a:spLocks noChangeArrowheads="1"/>
            </p:cNvSpPr>
            <p:nvPr/>
          </p:nvSpPr>
          <p:spPr bwMode="auto">
            <a:xfrm>
              <a:off x="4897836" y="1942382"/>
              <a:ext cx="2070694"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x                 </a:t>
              </a:r>
              <a:r>
                <a:rPr lang="en-US" altLang="zh-CN" sz="2400">
                  <a:solidFill>
                    <a:srgbClr val="000000"/>
                  </a:solidFill>
                  <a:ea typeface="宋体" panose="02010600030101010101" pitchFamily="2" charset="-122"/>
                  <a:cs typeface="Times New Roman" panose="02020603050405020304" pitchFamily="18" charset="0"/>
                </a:rPr>
                <a:t>int     44</a:t>
              </a:r>
            </a:p>
          </p:txBody>
        </p:sp>
      </p:grpSp>
      <p:sp>
        <p:nvSpPr>
          <p:cNvPr id="142354" name="Line 20"/>
          <p:cNvSpPr>
            <a:spLocks noChangeShapeType="1"/>
          </p:cNvSpPr>
          <p:nvPr/>
        </p:nvSpPr>
        <p:spPr bwMode="auto">
          <a:xfrm>
            <a:off x="2178051" y="933451"/>
            <a:ext cx="190288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355" name="Line 20"/>
          <p:cNvSpPr>
            <a:spLocks noChangeShapeType="1"/>
          </p:cNvSpPr>
          <p:nvPr/>
        </p:nvSpPr>
        <p:spPr bwMode="auto">
          <a:xfrm flipV="1">
            <a:off x="2381251" y="1229784"/>
            <a:ext cx="11239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2356" name="组合 180243"/>
          <p:cNvGrpSpPr>
            <a:grpSpLocks/>
          </p:cNvGrpSpPr>
          <p:nvPr/>
        </p:nvGrpSpPr>
        <p:grpSpPr bwMode="auto">
          <a:xfrm>
            <a:off x="10005485" y="719667"/>
            <a:ext cx="1653116" cy="482600"/>
            <a:chOff x="7504161" y="539279"/>
            <a:chExt cx="1239492" cy="361950"/>
          </a:xfrm>
        </p:grpSpPr>
        <p:sp>
          <p:nvSpPr>
            <p:cNvPr id="142444" name="Line 19"/>
            <p:cNvSpPr>
              <a:spLocks noChangeShapeType="1"/>
            </p:cNvSpPr>
            <p:nvPr/>
          </p:nvSpPr>
          <p:spPr bwMode="auto">
            <a:xfrm flipV="1">
              <a:off x="7504161" y="875829"/>
              <a:ext cx="122837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45" name="Rectangle 40"/>
            <p:cNvSpPr>
              <a:spLocks noChangeArrowheads="1"/>
            </p:cNvSpPr>
            <p:nvPr/>
          </p:nvSpPr>
          <p:spPr bwMode="auto">
            <a:xfrm>
              <a:off x="7523211" y="539279"/>
              <a:ext cx="122044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grpSp>
      <p:sp>
        <p:nvSpPr>
          <p:cNvPr id="142357" name="Line 20"/>
          <p:cNvSpPr>
            <a:spLocks noChangeShapeType="1"/>
          </p:cNvSpPr>
          <p:nvPr/>
        </p:nvSpPr>
        <p:spPr bwMode="auto">
          <a:xfrm flipV="1">
            <a:off x="3697817" y="1221317"/>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矩形 177"/>
          <p:cNvSpPr/>
          <p:nvPr/>
        </p:nvSpPr>
        <p:spPr>
          <a:xfrm>
            <a:off x="11345334" y="397933"/>
            <a:ext cx="361951"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2359" name="组合 180244"/>
          <p:cNvGrpSpPr>
            <a:grpSpLocks/>
          </p:cNvGrpSpPr>
          <p:nvPr/>
        </p:nvGrpSpPr>
        <p:grpSpPr bwMode="auto">
          <a:xfrm>
            <a:off x="6500113" y="986367"/>
            <a:ext cx="3503254" cy="2423584"/>
            <a:chOff x="4874568" y="739181"/>
            <a:chExt cx="2628378" cy="1818058"/>
          </a:xfrm>
        </p:grpSpPr>
        <p:sp>
          <p:nvSpPr>
            <p:cNvPr id="84" name="Line 95"/>
            <p:cNvSpPr>
              <a:spLocks noChangeShapeType="1"/>
            </p:cNvSpPr>
            <p:nvPr/>
          </p:nvSpPr>
          <p:spPr bwMode="auto">
            <a:xfrm>
              <a:off x="7018586" y="739181"/>
              <a:ext cx="3176" cy="1722789"/>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dirty="0">
                <a:solidFill>
                  <a:prstClr val="black"/>
                </a:solidFill>
                <a:latin typeface="Times New Roman" panose="02020603050405020304" pitchFamily="18" charset="0"/>
                <a:ea typeface="楷体_GB2312" pitchFamily="49" charset="-122"/>
              </a:endParaRPr>
            </a:p>
          </p:txBody>
        </p:sp>
        <p:sp>
          <p:nvSpPr>
            <p:cNvPr id="86" name="Line 43"/>
            <p:cNvSpPr>
              <a:spLocks noChangeShapeType="1"/>
            </p:cNvSpPr>
            <p:nvPr/>
          </p:nvSpPr>
          <p:spPr bwMode="auto">
            <a:xfrm>
              <a:off x="7031291" y="750296"/>
              <a:ext cx="471655"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42442" name="Line 6"/>
            <p:cNvSpPr>
              <a:spLocks noChangeShapeType="1"/>
            </p:cNvSpPr>
            <p:nvPr/>
          </p:nvSpPr>
          <p:spPr bwMode="auto">
            <a:xfrm flipV="1">
              <a:off x="4874568" y="2557239"/>
              <a:ext cx="19865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2360" name="Line 20"/>
          <p:cNvSpPr>
            <a:spLocks noChangeShapeType="1"/>
          </p:cNvSpPr>
          <p:nvPr/>
        </p:nvSpPr>
        <p:spPr bwMode="auto">
          <a:xfrm>
            <a:off x="2159001" y="1509184"/>
            <a:ext cx="190288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2361" name="组合 1"/>
          <p:cNvGrpSpPr>
            <a:grpSpLocks/>
          </p:cNvGrpSpPr>
          <p:nvPr/>
        </p:nvGrpSpPr>
        <p:grpSpPr bwMode="auto">
          <a:xfrm>
            <a:off x="9148233" y="1191685"/>
            <a:ext cx="2635251" cy="969433"/>
            <a:chOff x="6861077" y="893664"/>
            <a:chExt cx="1976561" cy="727596"/>
          </a:xfrm>
        </p:grpSpPr>
        <p:sp>
          <p:nvSpPr>
            <p:cNvPr id="142431" name="Rectangle 31"/>
            <p:cNvSpPr>
              <a:spLocks noChangeArrowheads="1"/>
            </p:cNvSpPr>
            <p:nvPr/>
          </p:nvSpPr>
          <p:spPr bwMode="auto">
            <a:xfrm>
              <a:off x="7566050" y="893664"/>
              <a:ext cx="1271588" cy="40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exchange</a:t>
              </a:r>
            </a:p>
          </p:txBody>
        </p:sp>
        <p:sp>
          <p:nvSpPr>
            <p:cNvPr id="142432" name="Line 32"/>
            <p:cNvSpPr>
              <a:spLocks noChangeShapeType="1"/>
            </p:cNvSpPr>
            <p:nvPr/>
          </p:nvSpPr>
          <p:spPr bwMode="auto">
            <a:xfrm>
              <a:off x="7486725" y="1298998"/>
              <a:ext cx="0" cy="292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33" name="Line 33"/>
            <p:cNvSpPr>
              <a:spLocks noChangeShapeType="1"/>
            </p:cNvSpPr>
            <p:nvPr/>
          </p:nvSpPr>
          <p:spPr bwMode="auto">
            <a:xfrm>
              <a:off x="8718178" y="1298998"/>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34" name="Line 34"/>
            <p:cNvSpPr>
              <a:spLocks noChangeShapeType="1"/>
            </p:cNvSpPr>
            <p:nvPr/>
          </p:nvSpPr>
          <p:spPr bwMode="auto">
            <a:xfrm>
              <a:off x="7488312" y="1608559"/>
              <a:ext cx="119538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35" name="Rectangle 35"/>
            <p:cNvSpPr>
              <a:spLocks noChangeArrowheads="1"/>
            </p:cNvSpPr>
            <p:nvPr/>
          </p:nvSpPr>
          <p:spPr bwMode="auto">
            <a:xfrm>
              <a:off x="7710066" y="1246610"/>
              <a:ext cx="107840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2436" name="Line 36"/>
            <p:cNvSpPr>
              <a:spLocks noChangeShapeType="1"/>
            </p:cNvSpPr>
            <p:nvPr/>
          </p:nvSpPr>
          <p:spPr bwMode="auto">
            <a:xfrm flipV="1">
              <a:off x="7501013" y="1297409"/>
              <a:ext cx="1217166" cy="15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37" name="Line 37"/>
            <p:cNvSpPr>
              <a:spLocks noChangeShapeType="1"/>
            </p:cNvSpPr>
            <p:nvPr/>
          </p:nvSpPr>
          <p:spPr bwMode="auto">
            <a:xfrm>
              <a:off x="7710066" y="1313285"/>
              <a:ext cx="0" cy="2841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38" name="Line 33"/>
            <p:cNvSpPr>
              <a:spLocks noChangeShapeType="1"/>
            </p:cNvSpPr>
            <p:nvPr/>
          </p:nvSpPr>
          <p:spPr bwMode="auto">
            <a:xfrm>
              <a:off x="8502154" y="1294235"/>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39" name="Line 51"/>
            <p:cNvSpPr>
              <a:spLocks noChangeShapeType="1"/>
            </p:cNvSpPr>
            <p:nvPr/>
          </p:nvSpPr>
          <p:spPr bwMode="auto">
            <a:xfrm flipH="1">
              <a:off x="6861077" y="1533301"/>
              <a:ext cx="736822"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2362" name="Line 20"/>
          <p:cNvSpPr>
            <a:spLocks noChangeShapeType="1"/>
          </p:cNvSpPr>
          <p:nvPr/>
        </p:nvSpPr>
        <p:spPr bwMode="auto">
          <a:xfrm flipV="1">
            <a:off x="4210051" y="1509184"/>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 name="矩形 121"/>
          <p:cNvSpPr/>
          <p:nvPr/>
        </p:nvSpPr>
        <p:spPr>
          <a:xfrm>
            <a:off x="11347451" y="1737784"/>
            <a:ext cx="317500"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42365" name="Line 20"/>
          <p:cNvSpPr>
            <a:spLocks noChangeShapeType="1"/>
          </p:cNvSpPr>
          <p:nvPr/>
        </p:nvSpPr>
        <p:spPr bwMode="auto">
          <a:xfrm>
            <a:off x="2159001" y="1797051"/>
            <a:ext cx="190288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2366" name="组合 2"/>
          <p:cNvGrpSpPr>
            <a:grpSpLocks/>
          </p:cNvGrpSpPr>
          <p:nvPr/>
        </p:nvGrpSpPr>
        <p:grpSpPr bwMode="auto">
          <a:xfrm>
            <a:off x="9194801" y="2110318"/>
            <a:ext cx="3139017" cy="2044700"/>
            <a:chOff x="6895356" y="1582537"/>
            <a:chExt cx="2355402" cy="1533525"/>
          </a:xfrm>
        </p:grpSpPr>
        <p:sp>
          <p:nvSpPr>
            <p:cNvPr id="142416" name="Line 42"/>
            <p:cNvSpPr>
              <a:spLocks noChangeShapeType="1"/>
            </p:cNvSpPr>
            <p:nvPr/>
          </p:nvSpPr>
          <p:spPr bwMode="auto">
            <a:xfrm>
              <a:off x="7454577" y="1920674"/>
              <a:ext cx="1587" cy="11795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17" name="Line 43"/>
            <p:cNvSpPr>
              <a:spLocks noChangeShapeType="1"/>
            </p:cNvSpPr>
            <p:nvPr/>
          </p:nvSpPr>
          <p:spPr bwMode="auto">
            <a:xfrm flipH="1">
              <a:off x="9091289" y="1919087"/>
              <a:ext cx="4763" cy="11969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18" name="Line 47"/>
            <p:cNvSpPr>
              <a:spLocks noChangeShapeType="1"/>
            </p:cNvSpPr>
            <p:nvPr/>
          </p:nvSpPr>
          <p:spPr bwMode="auto">
            <a:xfrm flipV="1">
              <a:off x="7456164" y="2230237"/>
              <a:ext cx="163988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19" name="Rectangle 48"/>
            <p:cNvSpPr>
              <a:spLocks noChangeArrowheads="1"/>
            </p:cNvSpPr>
            <p:nvPr/>
          </p:nvSpPr>
          <p:spPr bwMode="auto">
            <a:xfrm>
              <a:off x="7946702" y="1868287"/>
              <a:ext cx="1304056"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2420" name="Rectangle 49"/>
            <p:cNvSpPr>
              <a:spLocks noChangeArrowheads="1"/>
            </p:cNvSpPr>
            <p:nvPr/>
          </p:nvSpPr>
          <p:spPr bwMode="auto">
            <a:xfrm>
              <a:off x="7666582" y="1582537"/>
              <a:ext cx="135096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quicksort</a:t>
              </a:r>
            </a:p>
          </p:txBody>
        </p:sp>
        <p:sp>
          <p:nvSpPr>
            <p:cNvPr id="142421" name="Line 50"/>
            <p:cNvSpPr>
              <a:spLocks noChangeShapeType="1"/>
            </p:cNvSpPr>
            <p:nvPr/>
          </p:nvSpPr>
          <p:spPr bwMode="auto">
            <a:xfrm flipV="1">
              <a:off x="7467277" y="1919087"/>
              <a:ext cx="1639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22" name="Line 51"/>
            <p:cNvSpPr>
              <a:spLocks noChangeShapeType="1"/>
            </p:cNvSpPr>
            <p:nvPr/>
          </p:nvSpPr>
          <p:spPr bwMode="auto">
            <a:xfrm>
              <a:off x="7832402" y="1934962"/>
              <a:ext cx="1587"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23" name="Line 52"/>
            <p:cNvSpPr>
              <a:spLocks noChangeShapeType="1"/>
            </p:cNvSpPr>
            <p:nvPr/>
          </p:nvSpPr>
          <p:spPr bwMode="auto">
            <a:xfrm>
              <a:off x="8386662" y="2254049"/>
              <a:ext cx="0" cy="86042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24" name="Line 51"/>
            <p:cNvSpPr>
              <a:spLocks noChangeShapeType="1"/>
            </p:cNvSpPr>
            <p:nvPr/>
          </p:nvSpPr>
          <p:spPr bwMode="auto">
            <a:xfrm flipH="1" flipV="1">
              <a:off x="6895356" y="2122287"/>
              <a:ext cx="821434" cy="43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25" name="Line 43"/>
            <p:cNvSpPr>
              <a:spLocks noChangeShapeType="1"/>
            </p:cNvSpPr>
            <p:nvPr/>
          </p:nvSpPr>
          <p:spPr bwMode="auto">
            <a:xfrm flipH="1">
              <a:off x="8746702" y="1903881"/>
              <a:ext cx="4763" cy="11969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2413" name="Line 20"/>
          <p:cNvSpPr>
            <a:spLocks noChangeShapeType="1"/>
          </p:cNvSpPr>
          <p:nvPr/>
        </p:nvSpPr>
        <p:spPr bwMode="auto">
          <a:xfrm>
            <a:off x="6014037" y="1594992"/>
            <a:ext cx="37262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57" name="直接箭头连接符 156"/>
          <p:cNvCxnSpPr/>
          <p:nvPr/>
        </p:nvCxnSpPr>
        <p:spPr bwMode="auto">
          <a:xfrm>
            <a:off x="6170084" y="1403350"/>
            <a:ext cx="3769783" cy="1134534"/>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8" name="矩形 157"/>
          <p:cNvSpPr/>
          <p:nvPr/>
        </p:nvSpPr>
        <p:spPr bwMode="auto">
          <a:xfrm>
            <a:off x="5232400" y="1214967"/>
            <a:ext cx="586317" cy="38946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42368" name="Line 20"/>
          <p:cNvSpPr>
            <a:spLocks noChangeShapeType="1"/>
          </p:cNvSpPr>
          <p:nvPr/>
        </p:nvSpPr>
        <p:spPr bwMode="auto">
          <a:xfrm flipV="1">
            <a:off x="2381251" y="2084917"/>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2369" name="组合 6"/>
          <p:cNvGrpSpPr>
            <a:grpSpLocks/>
          </p:cNvGrpSpPr>
          <p:nvPr/>
        </p:nvGrpSpPr>
        <p:grpSpPr bwMode="auto">
          <a:xfrm>
            <a:off x="9956800" y="2935817"/>
            <a:ext cx="2235200" cy="482600"/>
            <a:chOff x="7467277" y="2201662"/>
            <a:chExt cx="1676723" cy="361950"/>
          </a:xfrm>
        </p:grpSpPr>
        <p:sp>
          <p:nvSpPr>
            <p:cNvPr id="142411" name="Rectangle 54"/>
            <p:cNvSpPr>
              <a:spLocks noChangeArrowheads="1"/>
            </p:cNvSpPr>
            <p:nvPr/>
          </p:nvSpPr>
          <p:spPr bwMode="auto">
            <a:xfrm>
              <a:off x="7505377" y="2201662"/>
              <a:ext cx="163862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k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42412" name="Line 46"/>
            <p:cNvSpPr>
              <a:spLocks noChangeShapeType="1"/>
            </p:cNvSpPr>
            <p:nvPr/>
          </p:nvSpPr>
          <p:spPr bwMode="auto">
            <a:xfrm flipV="1">
              <a:off x="7467277" y="2525512"/>
              <a:ext cx="1639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67" name="矩形 166"/>
          <p:cNvSpPr/>
          <p:nvPr/>
        </p:nvSpPr>
        <p:spPr>
          <a:xfrm>
            <a:off x="5232400" y="1221317"/>
            <a:ext cx="5863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2371" name="组合 7"/>
          <p:cNvGrpSpPr>
            <a:grpSpLocks/>
          </p:cNvGrpSpPr>
          <p:nvPr/>
        </p:nvGrpSpPr>
        <p:grpSpPr bwMode="auto">
          <a:xfrm>
            <a:off x="9956801" y="3314701"/>
            <a:ext cx="2190751" cy="520700"/>
            <a:chOff x="7467277" y="2485824"/>
            <a:chExt cx="1643062" cy="390526"/>
          </a:xfrm>
        </p:grpSpPr>
        <p:sp>
          <p:nvSpPr>
            <p:cNvPr id="142409" name="Rectangle 55"/>
            <p:cNvSpPr>
              <a:spLocks noChangeArrowheads="1"/>
            </p:cNvSpPr>
            <p:nvPr/>
          </p:nvSpPr>
          <p:spPr bwMode="auto">
            <a:xfrm>
              <a:off x="7505376" y="2485824"/>
              <a:ext cx="1585913" cy="390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v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42410" name="Line 45"/>
            <p:cNvSpPr>
              <a:spLocks noChangeShapeType="1"/>
            </p:cNvSpPr>
            <p:nvPr/>
          </p:nvSpPr>
          <p:spPr bwMode="auto">
            <a:xfrm flipV="1">
              <a:off x="7467277" y="2819199"/>
              <a:ext cx="1643062"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70" name="矩形 169"/>
          <p:cNvSpPr/>
          <p:nvPr/>
        </p:nvSpPr>
        <p:spPr>
          <a:xfrm>
            <a:off x="5232400" y="1221317"/>
            <a:ext cx="5863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42373" name="Line 20"/>
          <p:cNvSpPr>
            <a:spLocks noChangeShapeType="1"/>
          </p:cNvSpPr>
          <p:nvPr/>
        </p:nvSpPr>
        <p:spPr bwMode="auto">
          <a:xfrm flipV="1">
            <a:off x="2584451" y="2372784"/>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2374" name="组合 8"/>
          <p:cNvGrpSpPr>
            <a:grpSpLocks/>
          </p:cNvGrpSpPr>
          <p:nvPr/>
        </p:nvGrpSpPr>
        <p:grpSpPr bwMode="auto">
          <a:xfrm>
            <a:off x="10138833" y="4235452"/>
            <a:ext cx="2032000" cy="1680633"/>
            <a:chOff x="7603925" y="3176042"/>
            <a:chExt cx="1523902" cy="1261690"/>
          </a:xfrm>
        </p:grpSpPr>
        <p:sp>
          <p:nvSpPr>
            <p:cNvPr id="142399" name="Line 56"/>
            <p:cNvSpPr>
              <a:spLocks noChangeShapeType="1"/>
            </p:cNvSpPr>
            <p:nvPr/>
          </p:nvSpPr>
          <p:spPr bwMode="auto">
            <a:xfrm flipH="1">
              <a:off x="7603925" y="3513385"/>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00" name="Line 57"/>
            <p:cNvSpPr>
              <a:spLocks noChangeShapeType="1"/>
            </p:cNvSpPr>
            <p:nvPr/>
          </p:nvSpPr>
          <p:spPr bwMode="auto">
            <a:xfrm flipH="1">
              <a:off x="8899449" y="3513385"/>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01" name="Line 60"/>
            <p:cNvSpPr>
              <a:spLocks noChangeShapeType="1"/>
            </p:cNvSpPr>
            <p:nvPr/>
          </p:nvSpPr>
          <p:spPr bwMode="auto">
            <a:xfrm flipV="1">
              <a:off x="7616626" y="3807495"/>
              <a:ext cx="129076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02" name="Rectangle 61"/>
            <p:cNvSpPr>
              <a:spLocks noChangeArrowheads="1"/>
            </p:cNvSpPr>
            <p:nvPr/>
          </p:nvSpPr>
          <p:spPr bwMode="auto">
            <a:xfrm>
              <a:off x="7891337" y="3460998"/>
              <a:ext cx="118896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2403" name="Rectangle 62"/>
            <p:cNvSpPr>
              <a:spLocks noChangeArrowheads="1"/>
            </p:cNvSpPr>
            <p:nvPr/>
          </p:nvSpPr>
          <p:spPr bwMode="auto">
            <a:xfrm>
              <a:off x="7776864" y="3176042"/>
              <a:ext cx="135096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partition</a:t>
              </a:r>
            </a:p>
          </p:txBody>
        </p:sp>
        <p:sp>
          <p:nvSpPr>
            <p:cNvPr id="142404" name="Line 63"/>
            <p:cNvSpPr>
              <a:spLocks noChangeShapeType="1"/>
            </p:cNvSpPr>
            <p:nvPr/>
          </p:nvSpPr>
          <p:spPr bwMode="auto">
            <a:xfrm>
              <a:off x="7627738" y="3514972"/>
              <a:ext cx="1269999" cy="158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05" name="Line 64"/>
            <p:cNvSpPr>
              <a:spLocks noChangeShapeType="1"/>
            </p:cNvSpPr>
            <p:nvPr/>
          </p:nvSpPr>
          <p:spPr bwMode="auto">
            <a:xfrm>
              <a:off x="7891337" y="3527673"/>
              <a:ext cx="1587"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06" name="Line 65"/>
            <p:cNvSpPr>
              <a:spLocks noChangeShapeType="1"/>
            </p:cNvSpPr>
            <p:nvPr/>
          </p:nvSpPr>
          <p:spPr bwMode="auto">
            <a:xfrm flipH="1">
              <a:off x="7897687" y="3826123"/>
              <a:ext cx="0" cy="5778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07" name="Line 57"/>
            <p:cNvSpPr>
              <a:spLocks noChangeShapeType="1"/>
            </p:cNvSpPr>
            <p:nvPr/>
          </p:nvSpPr>
          <p:spPr bwMode="auto">
            <a:xfrm flipH="1">
              <a:off x="8683425" y="3534444"/>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2408" name="Line 51"/>
            <p:cNvSpPr>
              <a:spLocks noChangeShapeType="1"/>
            </p:cNvSpPr>
            <p:nvPr/>
          </p:nvSpPr>
          <p:spPr bwMode="auto">
            <a:xfrm flipV="1">
              <a:off x="7666581" y="3201492"/>
              <a:ext cx="1" cy="384689"/>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42375" name="Line 20"/>
          <p:cNvSpPr>
            <a:spLocks noChangeShapeType="1"/>
          </p:cNvSpPr>
          <p:nvPr/>
        </p:nvSpPr>
        <p:spPr bwMode="auto">
          <a:xfrm flipV="1">
            <a:off x="2851152" y="2660651"/>
            <a:ext cx="15176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2376" name="组合 9"/>
          <p:cNvGrpSpPr>
            <a:grpSpLocks/>
          </p:cNvGrpSpPr>
          <p:nvPr/>
        </p:nvGrpSpPr>
        <p:grpSpPr bwMode="auto">
          <a:xfrm>
            <a:off x="10170585" y="5044018"/>
            <a:ext cx="1737783" cy="484716"/>
            <a:chOff x="7627739" y="3783260"/>
            <a:chExt cx="1303462" cy="363538"/>
          </a:xfrm>
        </p:grpSpPr>
        <p:sp>
          <p:nvSpPr>
            <p:cNvPr id="142397" name="Rectangle 67"/>
            <p:cNvSpPr>
              <a:spLocks noChangeArrowheads="1"/>
            </p:cNvSpPr>
            <p:nvPr/>
          </p:nvSpPr>
          <p:spPr bwMode="auto">
            <a:xfrm>
              <a:off x="7656313" y="3783260"/>
              <a:ext cx="127488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42398" name="Line 59"/>
            <p:cNvSpPr>
              <a:spLocks noChangeShapeType="1"/>
            </p:cNvSpPr>
            <p:nvPr/>
          </p:nvSpPr>
          <p:spPr bwMode="auto">
            <a:xfrm flipV="1">
              <a:off x="7627739" y="4099596"/>
              <a:ext cx="127965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2377" name="组合 11"/>
          <p:cNvGrpSpPr>
            <a:grpSpLocks/>
          </p:cNvGrpSpPr>
          <p:nvPr/>
        </p:nvGrpSpPr>
        <p:grpSpPr bwMode="auto">
          <a:xfrm>
            <a:off x="10172701" y="5456767"/>
            <a:ext cx="1773767" cy="484717"/>
            <a:chOff x="7629325" y="4092823"/>
            <a:chExt cx="1330451" cy="363537"/>
          </a:xfrm>
        </p:grpSpPr>
        <p:sp>
          <p:nvSpPr>
            <p:cNvPr id="142395" name="Rectangle 68"/>
            <p:cNvSpPr>
              <a:spLocks noChangeArrowheads="1"/>
            </p:cNvSpPr>
            <p:nvPr/>
          </p:nvSpPr>
          <p:spPr bwMode="auto">
            <a:xfrm>
              <a:off x="7656314" y="4092823"/>
              <a:ext cx="130346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j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42396" name="Line 58"/>
            <p:cNvSpPr>
              <a:spLocks noChangeShapeType="1"/>
            </p:cNvSpPr>
            <p:nvPr/>
          </p:nvSpPr>
          <p:spPr bwMode="auto">
            <a:xfrm>
              <a:off x="7629325" y="4413498"/>
              <a:ext cx="127806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2378" name="Line 20"/>
          <p:cNvSpPr>
            <a:spLocks noChangeShapeType="1"/>
          </p:cNvSpPr>
          <p:nvPr/>
        </p:nvSpPr>
        <p:spPr bwMode="auto">
          <a:xfrm flipV="1">
            <a:off x="4413251" y="2660651"/>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6" name="矩形 205"/>
          <p:cNvSpPr/>
          <p:nvPr/>
        </p:nvSpPr>
        <p:spPr>
          <a:xfrm>
            <a:off x="11569700" y="4679951"/>
            <a:ext cx="3069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2380" name="组合 208"/>
          <p:cNvGrpSpPr>
            <a:grpSpLocks/>
          </p:cNvGrpSpPr>
          <p:nvPr/>
        </p:nvGrpSpPr>
        <p:grpSpPr bwMode="auto">
          <a:xfrm>
            <a:off x="9925055" y="3939117"/>
            <a:ext cx="2186517" cy="683682"/>
            <a:chOff x="7443464" y="2954393"/>
            <a:chExt cx="1639888" cy="513378"/>
          </a:xfrm>
        </p:grpSpPr>
        <p:sp>
          <p:nvSpPr>
            <p:cNvPr id="142390" name="Line 44"/>
            <p:cNvSpPr>
              <a:spLocks noChangeShapeType="1"/>
            </p:cNvSpPr>
            <p:nvPr/>
          </p:nvSpPr>
          <p:spPr bwMode="auto">
            <a:xfrm flipV="1">
              <a:off x="7443464" y="3101774"/>
              <a:ext cx="1639888"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2" name="Line 95"/>
            <p:cNvSpPr>
              <a:spLocks noChangeShapeType="1"/>
            </p:cNvSpPr>
            <p:nvPr/>
          </p:nvSpPr>
          <p:spPr bwMode="auto">
            <a:xfrm flipH="1">
              <a:off x="8837290" y="2954393"/>
              <a:ext cx="0" cy="21616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13" name="Line 43"/>
            <p:cNvSpPr>
              <a:spLocks noChangeShapeType="1"/>
            </p:cNvSpPr>
            <p:nvPr/>
          </p:nvSpPr>
          <p:spPr bwMode="auto">
            <a:xfrm>
              <a:off x="7886376" y="3186446"/>
              <a:ext cx="0" cy="281325"/>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14" name="Line 103"/>
            <p:cNvSpPr>
              <a:spLocks noChangeShapeType="1"/>
            </p:cNvSpPr>
            <p:nvPr/>
          </p:nvSpPr>
          <p:spPr bwMode="auto">
            <a:xfrm flipH="1" flipV="1">
              <a:off x="7897489" y="3170552"/>
              <a:ext cx="936626"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59" name="Line 20"/>
          <p:cNvSpPr>
            <a:spLocks noChangeShapeType="1"/>
          </p:cNvSpPr>
          <p:nvPr/>
        </p:nvSpPr>
        <p:spPr bwMode="auto">
          <a:xfrm flipV="1">
            <a:off x="2385484" y="2948517"/>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5" name="矩形 174"/>
          <p:cNvSpPr/>
          <p:nvPr/>
        </p:nvSpPr>
        <p:spPr>
          <a:xfrm>
            <a:off x="11664952" y="2565400"/>
            <a:ext cx="436033"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22" name="组合 4"/>
          <p:cNvGrpSpPr>
            <a:grpSpLocks/>
          </p:cNvGrpSpPr>
          <p:nvPr/>
        </p:nvGrpSpPr>
        <p:grpSpPr bwMode="auto">
          <a:xfrm>
            <a:off x="6517050" y="3426882"/>
            <a:ext cx="3475734" cy="762772"/>
            <a:chOff x="4887268" y="2569673"/>
            <a:chExt cx="2606997" cy="572337"/>
          </a:xfrm>
        </p:grpSpPr>
        <p:sp>
          <p:nvSpPr>
            <p:cNvPr id="142385" name="Line 4"/>
            <p:cNvSpPr>
              <a:spLocks noChangeShapeType="1"/>
            </p:cNvSpPr>
            <p:nvPr/>
          </p:nvSpPr>
          <p:spPr bwMode="auto">
            <a:xfrm flipV="1">
              <a:off x="4887268" y="3142010"/>
              <a:ext cx="198651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95"/>
            <p:cNvSpPr>
              <a:spLocks noChangeShapeType="1"/>
            </p:cNvSpPr>
            <p:nvPr/>
          </p:nvSpPr>
          <p:spPr bwMode="auto">
            <a:xfrm>
              <a:off x="7248183" y="2569673"/>
              <a:ext cx="0" cy="485993"/>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96" name="Line 43"/>
            <p:cNvSpPr>
              <a:spLocks noChangeShapeType="1"/>
            </p:cNvSpPr>
            <p:nvPr/>
          </p:nvSpPr>
          <p:spPr bwMode="auto">
            <a:xfrm>
              <a:off x="7248183" y="2572849"/>
              <a:ext cx="246082"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07" name="Line 103"/>
            <p:cNvSpPr>
              <a:spLocks noChangeShapeType="1"/>
            </p:cNvSpPr>
            <p:nvPr/>
          </p:nvSpPr>
          <p:spPr bwMode="auto">
            <a:xfrm flipH="1" flipV="1">
              <a:off x="6773486" y="3049314"/>
              <a:ext cx="481048"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60" name="矩形 159"/>
          <p:cNvSpPr/>
          <p:nvPr/>
        </p:nvSpPr>
        <p:spPr>
          <a:xfrm>
            <a:off x="5232400" y="857251"/>
            <a:ext cx="586317" cy="39158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61" name="Rectangle 28">
            <a:extLst>
              <a:ext uri="{FF2B5EF4-FFF2-40B4-BE49-F238E27FC236}">
                <a16:creationId xmlns:a16="http://schemas.microsoft.com/office/drawing/2014/main" id="{C02D55B5-7D41-4CA6-9C55-FD6A38F1D70A}"/>
              </a:ext>
            </a:extLst>
          </p:cNvPr>
          <p:cNvSpPr>
            <a:spLocks noChangeArrowheads="1"/>
          </p:cNvSpPr>
          <p:nvPr/>
        </p:nvSpPr>
        <p:spPr bwMode="auto">
          <a:xfrm>
            <a:off x="6483351" y="2970349"/>
            <a:ext cx="2385779" cy="48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err="1">
                <a:solidFill>
                  <a:srgbClr val="000000"/>
                </a:solidFill>
                <a:ea typeface="宋体" panose="02010600030101010101" pitchFamily="2" charset="-122"/>
                <a:cs typeface="Times New Roman" panose="02020603050405020304" pitchFamily="18" charset="0"/>
              </a:rPr>
              <a:t>readarray</a:t>
            </a:r>
            <a:r>
              <a:rPr lang="en-US" altLang="zh-CN" sz="2400" i="1" dirty="0">
                <a:solidFill>
                  <a:srgbClr val="000000"/>
                </a:solidFill>
                <a:ea typeface="宋体" panose="02010600030101010101" pitchFamily="2" charset="-122"/>
                <a:cs typeface="Times New Roman" panose="02020603050405020304" pitchFamily="18" charset="0"/>
              </a:rPr>
              <a:t>   proc</a:t>
            </a:r>
          </a:p>
        </p:txBody>
      </p:sp>
      <p:sp>
        <p:nvSpPr>
          <p:cNvPr id="162" name="Rectangle 39">
            <a:extLst>
              <a:ext uri="{FF2B5EF4-FFF2-40B4-BE49-F238E27FC236}">
                <a16:creationId xmlns:a16="http://schemas.microsoft.com/office/drawing/2014/main" id="{56C706FD-8C73-4A86-BE07-6C0B38BBB4A7}"/>
              </a:ext>
            </a:extLst>
          </p:cNvPr>
          <p:cNvSpPr>
            <a:spLocks noChangeArrowheads="1"/>
          </p:cNvSpPr>
          <p:nvPr/>
        </p:nvSpPr>
        <p:spPr bwMode="auto">
          <a:xfrm>
            <a:off x="6502205" y="3347218"/>
            <a:ext cx="2428744" cy="484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exchange   proc</a:t>
            </a:r>
          </a:p>
        </p:txBody>
      </p:sp>
      <p:sp>
        <p:nvSpPr>
          <p:cNvPr id="164" name="Rectangle 72">
            <a:extLst>
              <a:ext uri="{FF2B5EF4-FFF2-40B4-BE49-F238E27FC236}">
                <a16:creationId xmlns:a16="http://schemas.microsoft.com/office/drawing/2014/main" id="{087AA24A-EE6F-42DB-9E9E-3E405BD4E0D8}"/>
              </a:ext>
            </a:extLst>
          </p:cNvPr>
          <p:cNvSpPr>
            <a:spLocks noChangeArrowheads="1"/>
          </p:cNvSpPr>
          <p:nvPr/>
        </p:nvSpPr>
        <p:spPr bwMode="auto">
          <a:xfrm>
            <a:off x="6521060" y="3728445"/>
            <a:ext cx="2851040" cy="51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quicksort   proc</a:t>
            </a:r>
          </a:p>
        </p:txBody>
      </p:sp>
      <p:sp>
        <p:nvSpPr>
          <p:cNvPr id="165" name="Line 20">
            <a:extLst>
              <a:ext uri="{FF2B5EF4-FFF2-40B4-BE49-F238E27FC236}">
                <a16:creationId xmlns:a16="http://schemas.microsoft.com/office/drawing/2014/main" id="{481F97DB-BE17-454B-BE77-E414660C0830}"/>
              </a:ext>
            </a:extLst>
          </p:cNvPr>
          <p:cNvSpPr>
            <a:spLocks noChangeShapeType="1"/>
          </p:cNvSpPr>
          <p:nvPr/>
        </p:nvSpPr>
        <p:spPr bwMode="auto">
          <a:xfrm>
            <a:off x="3977218" y="693698"/>
            <a:ext cx="503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66" name="组合 3">
            <a:extLst>
              <a:ext uri="{FF2B5EF4-FFF2-40B4-BE49-F238E27FC236}">
                <a16:creationId xmlns:a16="http://schemas.microsoft.com/office/drawing/2014/main" id="{BCAD212A-B0A6-43E0-BECB-6138453109F6}"/>
              </a:ext>
            </a:extLst>
          </p:cNvPr>
          <p:cNvGrpSpPr>
            <a:grpSpLocks/>
          </p:cNvGrpSpPr>
          <p:nvPr/>
        </p:nvGrpSpPr>
        <p:grpSpPr bwMode="auto">
          <a:xfrm>
            <a:off x="6517046" y="1898651"/>
            <a:ext cx="3367789" cy="1897293"/>
            <a:chOff x="4887268" y="1423765"/>
            <a:chExt cx="2526355" cy="1422970"/>
          </a:xfrm>
        </p:grpSpPr>
        <p:sp>
          <p:nvSpPr>
            <p:cNvPr id="168" name="Line 5">
              <a:extLst>
                <a:ext uri="{FF2B5EF4-FFF2-40B4-BE49-F238E27FC236}">
                  <a16:creationId xmlns:a16="http://schemas.microsoft.com/office/drawing/2014/main" id="{B406D592-7CC1-4A62-AE9F-09DE7290E0E9}"/>
                </a:ext>
              </a:extLst>
            </p:cNvPr>
            <p:cNvSpPr>
              <a:spLocks noChangeShapeType="1"/>
            </p:cNvSpPr>
            <p:nvPr/>
          </p:nvSpPr>
          <p:spPr bwMode="auto">
            <a:xfrm>
              <a:off x="4887268" y="2846735"/>
              <a:ext cx="19738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69" name="Line 103">
              <a:extLst>
                <a:ext uri="{FF2B5EF4-FFF2-40B4-BE49-F238E27FC236}">
                  <a16:creationId xmlns:a16="http://schemas.microsoft.com/office/drawing/2014/main" id="{05015C33-84A6-4B77-B3B8-BE5D469C219A}"/>
                </a:ext>
              </a:extLst>
            </p:cNvPr>
            <p:cNvSpPr>
              <a:spLocks noChangeShapeType="1"/>
            </p:cNvSpPr>
            <p:nvPr/>
          </p:nvSpPr>
          <p:spPr bwMode="auto">
            <a:xfrm flipH="1">
              <a:off x="6753089" y="2738215"/>
              <a:ext cx="374726"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71" name="Line 95">
              <a:extLst>
                <a:ext uri="{FF2B5EF4-FFF2-40B4-BE49-F238E27FC236}">
                  <a16:creationId xmlns:a16="http://schemas.microsoft.com/office/drawing/2014/main" id="{3515C9AC-A564-44B5-AD26-D575C644F268}"/>
                </a:ext>
              </a:extLst>
            </p:cNvPr>
            <p:cNvSpPr>
              <a:spLocks noChangeShapeType="1"/>
            </p:cNvSpPr>
            <p:nvPr/>
          </p:nvSpPr>
          <p:spPr bwMode="auto">
            <a:xfrm flipH="1">
              <a:off x="7150044" y="1423765"/>
              <a:ext cx="0" cy="1330325"/>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72" name="Line 43">
              <a:extLst>
                <a:ext uri="{FF2B5EF4-FFF2-40B4-BE49-F238E27FC236}">
                  <a16:creationId xmlns:a16="http://schemas.microsoft.com/office/drawing/2014/main" id="{31FA806C-C0BD-4710-A6D3-E5ABDB23F566}"/>
                </a:ext>
              </a:extLst>
            </p:cNvPr>
            <p:cNvSpPr>
              <a:spLocks noChangeShapeType="1"/>
            </p:cNvSpPr>
            <p:nvPr/>
          </p:nvSpPr>
          <p:spPr bwMode="auto">
            <a:xfrm flipV="1">
              <a:off x="7129403" y="1436465"/>
              <a:ext cx="284220"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73" name="Rectangle 69">
            <a:extLst>
              <a:ext uri="{FF2B5EF4-FFF2-40B4-BE49-F238E27FC236}">
                <a16:creationId xmlns:a16="http://schemas.microsoft.com/office/drawing/2014/main" id="{D173D0C8-7DD2-4C4D-8A06-A6D3A1E5E12C}"/>
              </a:ext>
            </a:extLst>
          </p:cNvPr>
          <p:cNvSpPr>
            <a:spLocks noChangeArrowheads="1"/>
          </p:cNvSpPr>
          <p:nvPr/>
        </p:nvSpPr>
        <p:spPr bwMode="auto">
          <a:xfrm>
            <a:off x="9935633" y="3683772"/>
            <a:ext cx="2201134" cy="556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partition </a:t>
            </a:r>
            <a:r>
              <a:rPr lang="en-US" altLang="zh-CN" sz="2000" i="1" dirty="0">
                <a:solidFill>
                  <a:srgbClr val="000000"/>
                </a:solidFill>
                <a:ea typeface="宋体" panose="02010600030101010101" pitchFamily="2" charset="-122"/>
                <a:cs typeface="Times New Roman" panose="02020603050405020304" pitchFamily="18" charset="0"/>
              </a:rPr>
              <a:t>proc</a:t>
            </a:r>
            <a:endParaRPr lang="en-US" altLang="zh-CN" sz="2400" i="1" dirty="0">
              <a:solidFill>
                <a:srgbClr val="000000"/>
              </a:solidFill>
              <a:ea typeface="宋体" panose="02010600030101010101" pitchFamily="2"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59"/>
                                        </p:tgtEl>
                                        <p:attrNameLst>
                                          <p:attrName>style.visibility</p:attrName>
                                        </p:attrNameLst>
                                      </p:cBhvr>
                                      <p:to>
                                        <p:strVal val="visible"/>
                                      </p:to>
                                    </p:set>
                                    <p:anim calcmode="lin" valueType="num">
                                      <p:cBhvr>
                                        <p:cTn id="7" dur="500" fill="hold"/>
                                        <p:tgtEl>
                                          <p:spTgt spid="159"/>
                                        </p:tgtEl>
                                        <p:attrNameLst>
                                          <p:attrName>ppt_w</p:attrName>
                                        </p:attrNameLst>
                                      </p:cBhvr>
                                      <p:tavLst>
                                        <p:tav tm="0">
                                          <p:val>
                                            <p:fltVal val="0"/>
                                          </p:val>
                                        </p:tav>
                                        <p:tav tm="100000">
                                          <p:val>
                                            <p:strVal val="#ppt_w"/>
                                          </p:val>
                                        </p:tav>
                                      </p:tavLst>
                                    </p:anim>
                                    <p:anim calcmode="lin" valueType="num">
                                      <p:cBhvr>
                                        <p:cTn id="8" dur="500" fill="hold"/>
                                        <p:tgtEl>
                                          <p:spTgt spid="159"/>
                                        </p:tgtEl>
                                        <p:attrNameLst>
                                          <p:attrName>ppt_h</p:attrName>
                                        </p:attrNameLst>
                                      </p:cBhvr>
                                      <p:tavLst>
                                        <p:tav tm="0">
                                          <p:val>
                                            <p:fltVal val="0"/>
                                          </p:val>
                                        </p:tav>
                                        <p:tav tm="100000">
                                          <p:val>
                                            <p:strVal val="#ppt_h"/>
                                          </p:val>
                                        </p:tav>
                                      </p:tavLst>
                                    </p:anim>
                                    <p:animEffect transition="in" filter="fade">
                                      <p:cBhvr>
                                        <p:cTn id="9" dur="500"/>
                                        <p:tgtEl>
                                          <p:spTgt spid="159"/>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75"/>
                                        </p:tgtEl>
                                        <p:attrNameLst>
                                          <p:attrName>style.visibility</p:attrName>
                                        </p:attrNameLst>
                                      </p:cBhvr>
                                      <p:to>
                                        <p:strVal val="visible"/>
                                      </p:to>
                                    </p:set>
                                    <p:anim calcmode="lin" valueType="num">
                                      <p:cBhvr>
                                        <p:cTn id="14" dur="500" fill="hold"/>
                                        <p:tgtEl>
                                          <p:spTgt spid="175"/>
                                        </p:tgtEl>
                                        <p:attrNameLst>
                                          <p:attrName>ppt_w</p:attrName>
                                        </p:attrNameLst>
                                      </p:cBhvr>
                                      <p:tavLst>
                                        <p:tav tm="0">
                                          <p:val>
                                            <p:fltVal val="0"/>
                                          </p:val>
                                        </p:tav>
                                        <p:tav tm="100000">
                                          <p:val>
                                            <p:strVal val="#ppt_w"/>
                                          </p:val>
                                        </p:tav>
                                      </p:tavLst>
                                    </p:anim>
                                    <p:anim calcmode="lin" valueType="num">
                                      <p:cBhvr>
                                        <p:cTn id="15" dur="500" fill="hold"/>
                                        <p:tgtEl>
                                          <p:spTgt spid="175"/>
                                        </p:tgtEl>
                                        <p:attrNameLst>
                                          <p:attrName>ppt_h</p:attrName>
                                        </p:attrNameLst>
                                      </p:cBhvr>
                                      <p:tavLst>
                                        <p:tav tm="0">
                                          <p:val>
                                            <p:fltVal val="0"/>
                                          </p:val>
                                        </p:tav>
                                        <p:tav tm="100000">
                                          <p:val>
                                            <p:strVal val="#ppt_h"/>
                                          </p:val>
                                        </p:tav>
                                      </p:tavLst>
                                    </p:anim>
                                    <p:animEffect transition="in" filter="fade">
                                      <p:cBhvr>
                                        <p:cTn id="16" dur="500"/>
                                        <p:tgtEl>
                                          <p:spTgt spid="17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xit" presetSubtype="32" fill="hold" grpId="0" nodeType="clickEffect">
                                  <p:stCondLst>
                                    <p:cond delay="0"/>
                                  </p:stCondLst>
                                  <p:childTnLst>
                                    <p:anim calcmode="lin" valueType="num">
                                      <p:cBhvr>
                                        <p:cTn id="20" dur="500"/>
                                        <p:tgtEl>
                                          <p:spTgt spid="142413"/>
                                        </p:tgtEl>
                                        <p:attrNameLst>
                                          <p:attrName>ppt_w</p:attrName>
                                        </p:attrNameLst>
                                      </p:cBhvr>
                                      <p:tavLst>
                                        <p:tav tm="0">
                                          <p:val>
                                            <p:strVal val="ppt_w"/>
                                          </p:val>
                                        </p:tav>
                                        <p:tav tm="100000">
                                          <p:val>
                                            <p:fltVal val="0"/>
                                          </p:val>
                                        </p:tav>
                                      </p:tavLst>
                                    </p:anim>
                                    <p:anim calcmode="lin" valueType="num">
                                      <p:cBhvr>
                                        <p:cTn id="21" dur="500"/>
                                        <p:tgtEl>
                                          <p:spTgt spid="142413"/>
                                        </p:tgtEl>
                                        <p:attrNameLst>
                                          <p:attrName>ppt_h</p:attrName>
                                        </p:attrNameLst>
                                      </p:cBhvr>
                                      <p:tavLst>
                                        <p:tav tm="0">
                                          <p:val>
                                            <p:strVal val="ppt_h"/>
                                          </p:val>
                                        </p:tav>
                                        <p:tav tm="100000">
                                          <p:val>
                                            <p:fltVal val="0"/>
                                          </p:val>
                                        </p:tav>
                                      </p:tavLst>
                                    </p:anim>
                                    <p:animEffect transition="out" filter="fade">
                                      <p:cBhvr>
                                        <p:cTn id="22" dur="500"/>
                                        <p:tgtEl>
                                          <p:spTgt spid="142413"/>
                                        </p:tgtEl>
                                      </p:cBhvr>
                                    </p:animEffect>
                                    <p:set>
                                      <p:cBhvr>
                                        <p:cTn id="23" dur="1" fill="hold">
                                          <p:stCondLst>
                                            <p:cond delay="499"/>
                                          </p:stCondLst>
                                        </p:cTn>
                                        <p:tgtEl>
                                          <p:spTgt spid="142413"/>
                                        </p:tgtEl>
                                        <p:attrNameLst>
                                          <p:attrName>style.visibility</p:attrName>
                                        </p:attrNameLst>
                                      </p:cBhvr>
                                      <p:to>
                                        <p:strVal val="hidden"/>
                                      </p:to>
                                    </p:set>
                                  </p:childTnLst>
                                </p:cTn>
                              </p:par>
                              <p:par>
                                <p:cTn id="24" presetID="53" presetClass="exit" presetSubtype="32" fill="hold" nodeType="withEffect">
                                  <p:stCondLst>
                                    <p:cond delay="0"/>
                                  </p:stCondLst>
                                  <p:childTnLst>
                                    <p:anim calcmode="lin" valueType="num">
                                      <p:cBhvr>
                                        <p:cTn id="25" dur="500"/>
                                        <p:tgtEl>
                                          <p:spTgt spid="157"/>
                                        </p:tgtEl>
                                        <p:attrNameLst>
                                          <p:attrName>ppt_w</p:attrName>
                                        </p:attrNameLst>
                                      </p:cBhvr>
                                      <p:tavLst>
                                        <p:tav tm="0">
                                          <p:val>
                                            <p:strVal val="ppt_w"/>
                                          </p:val>
                                        </p:tav>
                                        <p:tav tm="100000">
                                          <p:val>
                                            <p:fltVal val="0"/>
                                          </p:val>
                                        </p:tav>
                                      </p:tavLst>
                                    </p:anim>
                                    <p:anim calcmode="lin" valueType="num">
                                      <p:cBhvr>
                                        <p:cTn id="26" dur="500"/>
                                        <p:tgtEl>
                                          <p:spTgt spid="157"/>
                                        </p:tgtEl>
                                        <p:attrNameLst>
                                          <p:attrName>ppt_h</p:attrName>
                                        </p:attrNameLst>
                                      </p:cBhvr>
                                      <p:tavLst>
                                        <p:tav tm="0">
                                          <p:val>
                                            <p:strVal val="ppt_h"/>
                                          </p:val>
                                        </p:tav>
                                        <p:tav tm="100000">
                                          <p:val>
                                            <p:fltVal val="0"/>
                                          </p:val>
                                        </p:tav>
                                      </p:tavLst>
                                    </p:anim>
                                    <p:animEffect transition="out" filter="fade">
                                      <p:cBhvr>
                                        <p:cTn id="27" dur="500"/>
                                        <p:tgtEl>
                                          <p:spTgt spid="157"/>
                                        </p:tgtEl>
                                      </p:cBhvr>
                                    </p:animEffect>
                                    <p:set>
                                      <p:cBhvr>
                                        <p:cTn id="28" dur="1" fill="hold">
                                          <p:stCondLst>
                                            <p:cond delay="499"/>
                                          </p:stCondLst>
                                        </p:cTn>
                                        <p:tgtEl>
                                          <p:spTgt spid="157"/>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53" presetClass="exit" presetSubtype="32" fill="hold" grpId="0" nodeType="clickEffect">
                                  <p:stCondLst>
                                    <p:cond delay="0"/>
                                  </p:stCondLst>
                                  <p:childTnLst>
                                    <p:anim calcmode="lin" valueType="num">
                                      <p:cBhvr>
                                        <p:cTn id="32" dur="500"/>
                                        <p:tgtEl>
                                          <p:spTgt spid="167"/>
                                        </p:tgtEl>
                                        <p:attrNameLst>
                                          <p:attrName>ppt_w</p:attrName>
                                        </p:attrNameLst>
                                      </p:cBhvr>
                                      <p:tavLst>
                                        <p:tav tm="0">
                                          <p:val>
                                            <p:strVal val="ppt_w"/>
                                          </p:val>
                                        </p:tav>
                                        <p:tav tm="100000">
                                          <p:val>
                                            <p:fltVal val="0"/>
                                          </p:val>
                                        </p:tav>
                                      </p:tavLst>
                                    </p:anim>
                                    <p:anim calcmode="lin" valueType="num">
                                      <p:cBhvr>
                                        <p:cTn id="33" dur="500"/>
                                        <p:tgtEl>
                                          <p:spTgt spid="167"/>
                                        </p:tgtEl>
                                        <p:attrNameLst>
                                          <p:attrName>ppt_h</p:attrName>
                                        </p:attrNameLst>
                                      </p:cBhvr>
                                      <p:tavLst>
                                        <p:tav tm="0">
                                          <p:val>
                                            <p:strVal val="ppt_h"/>
                                          </p:val>
                                        </p:tav>
                                        <p:tav tm="100000">
                                          <p:val>
                                            <p:fltVal val="0"/>
                                          </p:val>
                                        </p:tav>
                                      </p:tavLst>
                                    </p:anim>
                                    <p:animEffect transition="out" filter="fade">
                                      <p:cBhvr>
                                        <p:cTn id="34" dur="500"/>
                                        <p:tgtEl>
                                          <p:spTgt spid="167"/>
                                        </p:tgtEl>
                                      </p:cBhvr>
                                    </p:animEffect>
                                    <p:set>
                                      <p:cBhvr>
                                        <p:cTn id="35" dur="1" fill="hold">
                                          <p:stCondLst>
                                            <p:cond delay="499"/>
                                          </p:stCondLst>
                                        </p:cTn>
                                        <p:tgtEl>
                                          <p:spTgt spid="167"/>
                                        </p:tgtEl>
                                        <p:attrNameLst>
                                          <p:attrName>style.visibility</p:attrName>
                                        </p:attrNameLst>
                                      </p:cBhvr>
                                      <p:to>
                                        <p:strVal val="hidden"/>
                                      </p:to>
                                    </p:set>
                                  </p:childTnLst>
                                </p:cTn>
                              </p:par>
                              <p:par>
                                <p:cTn id="36" presetID="53" presetClass="exit" presetSubtype="32" fill="hold" grpId="0" nodeType="withEffect">
                                  <p:stCondLst>
                                    <p:cond delay="0"/>
                                  </p:stCondLst>
                                  <p:childTnLst>
                                    <p:anim calcmode="lin" valueType="num">
                                      <p:cBhvr>
                                        <p:cTn id="37" dur="500"/>
                                        <p:tgtEl>
                                          <p:spTgt spid="158"/>
                                        </p:tgtEl>
                                        <p:attrNameLst>
                                          <p:attrName>ppt_w</p:attrName>
                                        </p:attrNameLst>
                                      </p:cBhvr>
                                      <p:tavLst>
                                        <p:tav tm="0">
                                          <p:val>
                                            <p:strVal val="ppt_w"/>
                                          </p:val>
                                        </p:tav>
                                        <p:tav tm="100000">
                                          <p:val>
                                            <p:fltVal val="0"/>
                                          </p:val>
                                        </p:tav>
                                      </p:tavLst>
                                    </p:anim>
                                    <p:anim calcmode="lin" valueType="num">
                                      <p:cBhvr>
                                        <p:cTn id="38" dur="500"/>
                                        <p:tgtEl>
                                          <p:spTgt spid="158"/>
                                        </p:tgtEl>
                                        <p:attrNameLst>
                                          <p:attrName>ppt_h</p:attrName>
                                        </p:attrNameLst>
                                      </p:cBhvr>
                                      <p:tavLst>
                                        <p:tav tm="0">
                                          <p:val>
                                            <p:strVal val="ppt_h"/>
                                          </p:val>
                                        </p:tav>
                                        <p:tav tm="100000">
                                          <p:val>
                                            <p:fltVal val="0"/>
                                          </p:val>
                                        </p:tav>
                                      </p:tavLst>
                                    </p:anim>
                                    <p:animEffect transition="out" filter="fade">
                                      <p:cBhvr>
                                        <p:cTn id="39" dur="500"/>
                                        <p:tgtEl>
                                          <p:spTgt spid="158"/>
                                        </p:tgtEl>
                                      </p:cBhvr>
                                    </p:animEffect>
                                    <p:set>
                                      <p:cBhvr>
                                        <p:cTn id="40" dur="1" fill="hold">
                                          <p:stCondLst>
                                            <p:cond delay="499"/>
                                          </p:stCondLst>
                                        </p:cTn>
                                        <p:tgtEl>
                                          <p:spTgt spid="158"/>
                                        </p:tgtEl>
                                        <p:attrNameLst>
                                          <p:attrName>style.visibility</p:attrName>
                                        </p:attrNameLst>
                                      </p:cBhvr>
                                      <p:to>
                                        <p:strVal val="hidden"/>
                                      </p:to>
                                    </p:set>
                                  </p:childTnLst>
                                </p:cTn>
                              </p:par>
                              <p:par>
                                <p:cTn id="41" presetID="53" presetClass="exit" presetSubtype="32" fill="hold" grpId="0" nodeType="withEffect">
                                  <p:stCondLst>
                                    <p:cond delay="0"/>
                                  </p:stCondLst>
                                  <p:childTnLst>
                                    <p:anim calcmode="lin" valueType="num">
                                      <p:cBhvr>
                                        <p:cTn id="42" dur="500"/>
                                        <p:tgtEl>
                                          <p:spTgt spid="170"/>
                                        </p:tgtEl>
                                        <p:attrNameLst>
                                          <p:attrName>ppt_w</p:attrName>
                                        </p:attrNameLst>
                                      </p:cBhvr>
                                      <p:tavLst>
                                        <p:tav tm="0">
                                          <p:val>
                                            <p:strVal val="ppt_w"/>
                                          </p:val>
                                        </p:tav>
                                        <p:tav tm="100000">
                                          <p:val>
                                            <p:fltVal val="0"/>
                                          </p:val>
                                        </p:tav>
                                      </p:tavLst>
                                    </p:anim>
                                    <p:anim calcmode="lin" valueType="num">
                                      <p:cBhvr>
                                        <p:cTn id="43" dur="500"/>
                                        <p:tgtEl>
                                          <p:spTgt spid="170"/>
                                        </p:tgtEl>
                                        <p:attrNameLst>
                                          <p:attrName>ppt_h</p:attrName>
                                        </p:attrNameLst>
                                      </p:cBhvr>
                                      <p:tavLst>
                                        <p:tav tm="0">
                                          <p:val>
                                            <p:strVal val="ppt_h"/>
                                          </p:val>
                                        </p:tav>
                                        <p:tav tm="100000">
                                          <p:val>
                                            <p:fltVal val="0"/>
                                          </p:val>
                                        </p:tav>
                                      </p:tavLst>
                                    </p:anim>
                                    <p:animEffect transition="out" filter="fade">
                                      <p:cBhvr>
                                        <p:cTn id="44" dur="500"/>
                                        <p:tgtEl>
                                          <p:spTgt spid="170"/>
                                        </p:tgtEl>
                                      </p:cBhvr>
                                    </p:animEffect>
                                    <p:set>
                                      <p:cBhvr>
                                        <p:cTn id="45" dur="1" fill="hold">
                                          <p:stCondLst>
                                            <p:cond delay="499"/>
                                          </p:stCondLst>
                                        </p:cTn>
                                        <p:tgtEl>
                                          <p:spTgt spid="17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nodeType="clickEffect">
                                  <p:stCondLst>
                                    <p:cond delay="0"/>
                                  </p:stCondLst>
                                  <p:childTnLst>
                                    <p:set>
                                      <p:cBhvr>
                                        <p:cTn id="49" dur="1" fill="hold">
                                          <p:stCondLst>
                                            <p:cond delay="0"/>
                                          </p:stCondLst>
                                        </p:cTn>
                                        <p:tgtEl>
                                          <p:spTgt spid="22"/>
                                        </p:tgtEl>
                                        <p:attrNameLst>
                                          <p:attrName>style.visibility</p:attrName>
                                        </p:attrNameLst>
                                      </p:cBhvr>
                                      <p:to>
                                        <p:strVal val="visible"/>
                                      </p:to>
                                    </p:set>
                                    <p:anim calcmode="lin" valueType="num">
                                      <p:cBhvr>
                                        <p:cTn id="50" dur="500" fill="hold"/>
                                        <p:tgtEl>
                                          <p:spTgt spid="22"/>
                                        </p:tgtEl>
                                        <p:attrNameLst>
                                          <p:attrName>ppt_w</p:attrName>
                                        </p:attrNameLst>
                                      </p:cBhvr>
                                      <p:tavLst>
                                        <p:tav tm="0">
                                          <p:val>
                                            <p:fltVal val="0"/>
                                          </p:val>
                                        </p:tav>
                                        <p:tav tm="100000">
                                          <p:val>
                                            <p:strVal val="#ppt_w"/>
                                          </p:val>
                                        </p:tav>
                                      </p:tavLst>
                                    </p:anim>
                                    <p:anim calcmode="lin" valueType="num">
                                      <p:cBhvr>
                                        <p:cTn id="51" dur="500" fill="hold"/>
                                        <p:tgtEl>
                                          <p:spTgt spid="22"/>
                                        </p:tgtEl>
                                        <p:attrNameLst>
                                          <p:attrName>ppt_h</p:attrName>
                                        </p:attrNameLst>
                                      </p:cBhvr>
                                      <p:tavLst>
                                        <p:tav tm="0">
                                          <p:val>
                                            <p:fltVal val="0"/>
                                          </p:val>
                                        </p:tav>
                                        <p:tav tm="100000">
                                          <p:val>
                                            <p:strVal val="#ppt_h"/>
                                          </p:val>
                                        </p:tav>
                                      </p:tavLst>
                                    </p:anim>
                                    <p:animEffect transition="in" filter="fade">
                                      <p:cBhvr>
                                        <p:cTn id="52" dur="500"/>
                                        <p:tgtEl>
                                          <p:spTgt spid="22"/>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164"/>
                                        </p:tgtEl>
                                        <p:attrNameLst>
                                          <p:attrName>style.visibility</p:attrName>
                                        </p:attrNameLst>
                                      </p:cBhvr>
                                      <p:to>
                                        <p:strVal val="visible"/>
                                      </p:to>
                                    </p:set>
                                    <p:anim calcmode="lin" valueType="num">
                                      <p:cBhvr>
                                        <p:cTn id="55" dur="500" fill="hold"/>
                                        <p:tgtEl>
                                          <p:spTgt spid="164"/>
                                        </p:tgtEl>
                                        <p:attrNameLst>
                                          <p:attrName>ppt_w</p:attrName>
                                        </p:attrNameLst>
                                      </p:cBhvr>
                                      <p:tavLst>
                                        <p:tav tm="0">
                                          <p:val>
                                            <p:fltVal val="0"/>
                                          </p:val>
                                        </p:tav>
                                        <p:tav tm="100000">
                                          <p:val>
                                            <p:strVal val="#ppt_w"/>
                                          </p:val>
                                        </p:tav>
                                      </p:tavLst>
                                    </p:anim>
                                    <p:anim calcmode="lin" valueType="num">
                                      <p:cBhvr>
                                        <p:cTn id="56" dur="500" fill="hold"/>
                                        <p:tgtEl>
                                          <p:spTgt spid="164"/>
                                        </p:tgtEl>
                                        <p:attrNameLst>
                                          <p:attrName>ppt_h</p:attrName>
                                        </p:attrNameLst>
                                      </p:cBhvr>
                                      <p:tavLst>
                                        <p:tav tm="0">
                                          <p:val>
                                            <p:fltVal val="0"/>
                                          </p:val>
                                        </p:tav>
                                        <p:tav tm="100000">
                                          <p:val>
                                            <p:strVal val="#ppt_h"/>
                                          </p:val>
                                        </p:tav>
                                      </p:tavLst>
                                    </p:anim>
                                    <p:animEffect transition="in" filter="fade">
                                      <p:cBhvr>
                                        <p:cTn id="57"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413" grpId="0" animBg="1"/>
      <p:bldP spid="158" grpId="0" animBg="1"/>
      <p:bldP spid="167" grpId="0" animBg="1"/>
      <p:bldP spid="170" grpId="0" animBg="1"/>
      <p:bldP spid="159" grpId="0" animBg="1"/>
      <p:bldP spid="175" grpId="0" animBg="1"/>
      <p:bldP spid="164"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4386" name="组合 180223"/>
          <p:cNvGrpSpPr>
            <a:grpSpLocks/>
          </p:cNvGrpSpPr>
          <p:nvPr/>
        </p:nvGrpSpPr>
        <p:grpSpPr bwMode="auto">
          <a:xfrm>
            <a:off x="6515100" y="1123952"/>
            <a:ext cx="3149600" cy="3103033"/>
            <a:chOff x="4885681" y="843558"/>
            <a:chExt cx="2362199" cy="2326457"/>
          </a:xfrm>
        </p:grpSpPr>
        <p:sp>
          <p:nvSpPr>
            <p:cNvPr id="144532" name="Line 2"/>
            <p:cNvSpPr>
              <a:spLocks noChangeShapeType="1"/>
            </p:cNvSpPr>
            <p:nvPr/>
          </p:nvSpPr>
          <p:spPr bwMode="auto">
            <a:xfrm>
              <a:off x="4885681" y="1384077"/>
              <a:ext cx="1587" cy="17859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33" name="Line 3"/>
            <p:cNvSpPr>
              <a:spLocks noChangeShapeType="1"/>
            </p:cNvSpPr>
            <p:nvPr/>
          </p:nvSpPr>
          <p:spPr bwMode="auto">
            <a:xfrm>
              <a:off x="6536482" y="1384077"/>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34" name="Line 9"/>
            <p:cNvSpPr>
              <a:spLocks noChangeShapeType="1"/>
            </p:cNvSpPr>
            <p:nvPr/>
          </p:nvSpPr>
          <p:spPr bwMode="auto">
            <a:xfrm flipV="1">
              <a:off x="4887268" y="1695227"/>
              <a:ext cx="200925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35" name="Rectangle 10"/>
            <p:cNvSpPr>
              <a:spLocks noChangeArrowheads="1"/>
            </p:cNvSpPr>
            <p:nvPr/>
          </p:nvSpPr>
          <p:spPr bwMode="auto">
            <a:xfrm>
              <a:off x="5312717" y="1333277"/>
              <a:ext cx="193516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400">
                <a:solidFill>
                  <a:srgbClr val="000000"/>
                </a:solidFill>
                <a:ea typeface="宋体" panose="02010600030101010101" pitchFamily="2" charset="-122"/>
                <a:cs typeface="Times New Roman" panose="02020603050405020304" pitchFamily="18" charset="0"/>
              </a:endParaRPr>
            </a:p>
          </p:txBody>
        </p:sp>
        <p:sp>
          <p:nvSpPr>
            <p:cNvPr id="144536" name="Rectangle 11"/>
            <p:cNvSpPr>
              <a:spLocks noChangeArrowheads="1"/>
            </p:cNvSpPr>
            <p:nvPr/>
          </p:nvSpPr>
          <p:spPr bwMode="auto">
            <a:xfrm>
              <a:off x="5220072" y="1060227"/>
              <a:ext cx="11684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sort</a:t>
              </a:r>
            </a:p>
          </p:txBody>
        </p:sp>
        <p:sp>
          <p:nvSpPr>
            <p:cNvPr id="144537" name="Line 12"/>
            <p:cNvSpPr>
              <a:spLocks noChangeShapeType="1"/>
            </p:cNvSpPr>
            <p:nvPr/>
          </p:nvSpPr>
          <p:spPr bwMode="auto">
            <a:xfrm flipV="1">
              <a:off x="4898380" y="1382490"/>
              <a:ext cx="2020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38" name="Line 13"/>
            <p:cNvSpPr>
              <a:spLocks noChangeShapeType="1"/>
            </p:cNvSpPr>
            <p:nvPr/>
          </p:nvSpPr>
          <p:spPr bwMode="auto">
            <a:xfrm>
              <a:off x="5263506" y="1398365"/>
              <a:ext cx="0" cy="2841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39" name="Line 14"/>
            <p:cNvSpPr>
              <a:spLocks noChangeShapeType="1"/>
            </p:cNvSpPr>
            <p:nvPr/>
          </p:nvSpPr>
          <p:spPr bwMode="auto">
            <a:xfrm>
              <a:off x="5960418" y="1671092"/>
              <a:ext cx="0" cy="14636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40" name="Line 3"/>
            <p:cNvSpPr>
              <a:spLocks noChangeShapeType="1"/>
            </p:cNvSpPr>
            <p:nvPr/>
          </p:nvSpPr>
          <p:spPr bwMode="auto">
            <a:xfrm>
              <a:off x="6878216" y="1406575"/>
              <a:ext cx="0" cy="17605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41" name="Line 95"/>
            <p:cNvSpPr>
              <a:spLocks noChangeShapeType="1"/>
            </p:cNvSpPr>
            <p:nvPr/>
          </p:nvSpPr>
          <p:spPr bwMode="auto">
            <a:xfrm>
              <a:off x="4957428" y="847725"/>
              <a:ext cx="0" cy="666377"/>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44542" name="Line 43"/>
            <p:cNvSpPr>
              <a:spLocks noChangeShapeType="1"/>
            </p:cNvSpPr>
            <p:nvPr/>
          </p:nvSpPr>
          <p:spPr bwMode="auto">
            <a:xfrm>
              <a:off x="4966140" y="843558"/>
              <a:ext cx="181924"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80226" name="Rectangle 3"/>
          <p:cNvSpPr>
            <a:spLocks noGrp="1" noChangeArrowheads="1"/>
          </p:cNvSpPr>
          <p:nvPr>
            <p:ph idx="1"/>
          </p:nvPr>
        </p:nvSpPr>
        <p:spPr>
          <a:xfrm>
            <a:off x="143934" y="3255434"/>
            <a:ext cx="9450917" cy="3534833"/>
          </a:xfrm>
        </p:spPr>
        <p:txBody>
          <a:bodyPr/>
          <a:lstStyle/>
          <a:p>
            <a:pPr>
              <a:lnSpc>
                <a:spcPts val="2400"/>
              </a:lnSpc>
              <a:buNone/>
              <a:defRPr/>
            </a:pPr>
            <a:r>
              <a:rPr lang="en-US" altLang="zh-CN" sz="2400" b="1" i="1" dirty="0">
                <a:solidFill>
                  <a:schemeClr val="tx1"/>
                </a:solidFill>
                <a:ea typeface="楷体_GB2312" pitchFamily="49" charset="-122"/>
                <a:cs typeface="Times New Roman" panose="02020603050405020304" pitchFamily="18" charset="0"/>
              </a:rPr>
              <a:t>P</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rPr>
              <a:t>M</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a:t>
            </a:r>
            <a:r>
              <a:rPr lang="en-US" altLang="zh-CN" sz="2400" b="1" dirty="0" err="1">
                <a:solidFill>
                  <a:schemeClr val="tx2">
                    <a:lumMod val="60000"/>
                    <a:lumOff val="40000"/>
                  </a:schemeClr>
                </a:solidFill>
                <a:ea typeface="楷体_GB2312" pitchFamily="49" charset="-122"/>
                <a:cs typeface="Times New Roman" panose="02020603050405020304" pitchFamily="18" charset="0"/>
              </a:rPr>
              <a: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M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i="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nil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a:solidFill>
                  <a:schemeClr val="tx1"/>
                </a:solidFill>
                <a:ea typeface="楷体_GB2312" pitchFamily="49" charset="-122"/>
                <a:cs typeface="Times New Roman" panose="02020603050405020304" pitchFamily="18" charset="0"/>
              </a:rPr>
              <a:t>D</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 </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2</a:t>
            </a:r>
            <a:endParaRPr lang="en-US" altLang="zh-CN" sz="2400" b="1" i="1" dirty="0">
              <a:solidFill>
                <a:schemeClr val="tx1"/>
              </a:solidFill>
              <a:ea typeface="楷体_GB2312" pitchFamily="49" charset="-122"/>
              <a:cs typeface="Times New Roman" panose="02020603050405020304" pitchFamily="18" charset="0"/>
            </a:endParaRP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p</a:t>
            </a:r>
            <a:r>
              <a:rPr lang="en-US" altLang="zh-CN" sz="2400" b="1" i="1" dirty="0">
                <a:solidFill>
                  <a:schemeClr val="tx1"/>
                </a:solidFill>
                <a:ea typeface="楷体_GB2312" pitchFamily="49" charset="-122"/>
                <a:cs typeface="Times New Roman" panose="02020603050405020304" pitchFamily="18" charset="0"/>
              </a:rPr>
              <a:t> </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chemeClr val="tx1"/>
                </a:solidFill>
                <a:ea typeface="楷体_GB2312" pitchFamily="49" charset="-122"/>
                <a:cs typeface="Times New Roman" panose="02020603050405020304" pitchFamily="18" charset="0"/>
              </a:rPr>
              <a:t> </a:t>
            </a:r>
            <a:r>
              <a:rPr lang="en-US" altLang="zh-CN" sz="2400" b="1" dirty="0" err="1">
                <a:solidFill>
                  <a:schemeClr val="tx1"/>
                </a:solidFill>
                <a:ea typeface="楷体_GB2312" pitchFamily="49" charset="-122"/>
                <a:cs typeface="Times New Roman" panose="02020603050405020304" pitchFamily="18" charset="0"/>
              </a:rPr>
              <a:t>proc</a:t>
            </a:r>
            <a:r>
              <a:rPr lang="en-US" altLang="zh-CN" sz="2400" b="1" dirty="0">
                <a:solidFill>
                  <a:schemeClr val="tx1"/>
                </a:solidFill>
                <a:ea typeface="楷体_GB2312" pitchFamily="49" charset="-122"/>
                <a:cs typeface="Times New Roman" panose="02020603050405020304" pitchFamily="18" charset="0"/>
              </a:rPr>
              <a:t> id ; </a:t>
            </a:r>
            <a:r>
              <a:rPr lang="en-US" altLang="zh-CN" sz="2400" b="1" i="1" dirty="0">
                <a:solidFill>
                  <a:srgbClr val="FF0000"/>
                </a:solidFill>
                <a:ea typeface="楷体_GB2312" pitchFamily="49" charset="-122"/>
                <a:cs typeface="Times New Roman" panose="02020603050405020304" pitchFamily="18" charset="0"/>
              </a:rPr>
              <a:t>N</a:t>
            </a:r>
            <a:r>
              <a:rPr lang="en-US" altLang="zh-CN" sz="2400" b="1" i="1" dirty="0">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D</a:t>
            </a:r>
            <a:r>
              <a:rPr lang="en-US" altLang="zh-CN" sz="2400" b="1" i="1" baseline="-30000" dirty="0">
                <a:solidFill>
                  <a:schemeClr val="tx1"/>
                </a:solidFill>
                <a:ea typeface="楷体_GB2312" pitchFamily="49" charset="-122"/>
                <a:cs typeface="Times New Roman" panose="02020603050405020304" pitchFamily="18" charset="0"/>
              </a:rPr>
              <a:t>1</a:t>
            </a:r>
            <a:r>
              <a:rPr lang="en-US" altLang="zh-CN" sz="2400" b="1" dirty="0">
                <a:solidFill>
                  <a:schemeClr val="tx1"/>
                </a:solidFill>
                <a:ea typeface="楷体_GB2312" pitchFamily="49" charset="-122"/>
                <a:cs typeface="Times New Roman" panose="02020603050405020304" pitchFamily="18" charset="0"/>
              </a:rPr>
              <a:t> </a:t>
            </a:r>
            <a:r>
              <a:rPr lang="en-US" altLang="zh-CN" sz="2400" b="1" i="1" dirty="0">
                <a:solidFill>
                  <a:schemeClr val="tx1"/>
                </a:solidFill>
                <a:ea typeface="楷体_GB2312" pitchFamily="49" charset="-122"/>
                <a:cs typeface="Times New Roman" panose="02020603050405020304" pitchFamily="18" charset="0"/>
              </a:rPr>
              <a:t>S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addwidth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enterproc</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p>
          <a:p>
            <a:pPr algn="just" eaLnBrk="1" hangingPunct="1">
              <a:lnSpc>
                <a:spcPts val="2400"/>
              </a:lnSpc>
              <a:spcBef>
                <a:spcPct val="12000"/>
              </a:spcBef>
              <a:buNone/>
              <a:defRPr/>
            </a:pPr>
            <a:r>
              <a:rPr lang="en-US" altLang="zh-CN" sz="2400" b="1" i="1" dirty="0" err="1">
                <a:solidFill>
                  <a:schemeClr val="tx1"/>
                </a:solidFill>
                <a:ea typeface="楷体_GB2312" pitchFamily="49" charset="-122"/>
                <a:cs typeface="Times New Roman" panose="02020603050405020304" pitchFamily="18" charset="0"/>
              </a:rPr>
              <a:t>D</a:t>
            </a:r>
            <a:r>
              <a:rPr lang="en-US" altLang="zh-CN" sz="2400" b="1" i="1" baseline="-30000" dirty="0" err="1">
                <a:solidFill>
                  <a:schemeClr val="tx1"/>
                </a:solidFill>
                <a:ea typeface="楷体_GB2312" pitchFamily="49" charset="-122"/>
                <a:cs typeface="Times New Roman" panose="02020603050405020304" pitchFamily="18" charset="0"/>
              </a:rPr>
              <a:t>v</a:t>
            </a:r>
            <a:r>
              <a:rPr lang="en-US" altLang="zh-CN" sz="2400" b="1" dirty="0">
                <a:solidFill>
                  <a:schemeClr val="tx1"/>
                </a:solidFill>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1"/>
                </a:solidFill>
                <a:ea typeface="楷体_GB2312" pitchFamily="49" charset="-122"/>
                <a:cs typeface="Times New Roman" panose="02020603050405020304" pitchFamily="18" charset="0"/>
              </a:rPr>
              <a:t>id: </a:t>
            </a:r>
            <a:r>
              <a:rPr lang="en-US" altLang="zh-CN" sz="2400" b="1" i="1" dirty="0">
                <a:solidFill>
                  <a:schemeClr val="tx1"/>
                </a:solidFill>
                <a:ea typeface="楷体_GB2312" pitchFamily="49" charset="-122"/>
                <a:cs typeface="Times New Roman" panose="02020603050405020304" pitchFamily="18" charset="0"/>
              </a:rPr>
              <a:t>T</a:t>
            </a:r>
            <a:r>
              <a:rPr lang="en-US" altLang="zh-CN" sz="2400" b="1" dirty="0">
                <a:solidFill>
                  <a:schemeClr val="tx1"/>
                </a:solidFill>
                <a:ea typeface="楷体_GB2312" pitchFamily="49" charset="-122"/>
                <a:cs typeface="Times New Roman" panose="02020603050405020304" pitchFamily="18" charset="0"/>
              </a:rPr>
              <a:t> ;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enter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err="1">
                <a:solidFill>
                  <a:schemeClr val="tx2">
                    <a:lumMod val="60000"/>
                    <a:lumOff val="40000"/>
                  </a:schemeClr>
                </a:solidFill>
                <a:ea typeface="楷体_GB2312" pitchFamily="49" charset="-122"/>
                <a:cs typeface="Times New Roman" panose="02020603050405020304" pitchFamily="18" charset="0"/>
              </a:rPr>
              <a:t>id.</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lexeme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T.type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zh-CN" altLang="en-US"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zh-CN" altLang="en-US"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T.width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p>
          <a:p>
            <a:pPr algn="just" eaLnBrk="1" hangingPunct="1">
              <a:lnSpc>
                <a:spcPts val="2400"/>
              </a:lnSpc>
              <a:spcBef>
                <a:spcPct val="12000"/>
              </a:spcBef>
              <a:buNone/>
              <a:defRPr/>
            </a:pPr>
            <a:r>
              <a:rPr lang="en-US" altLang="zh-CN" sz="2400" b="1" i="1" dirty="0">
                <a:solidFill>
                  <a:srgbClr val="FF0000"/>
                </a:solidFill>
                <a:ea typeface="楷体_GB2312" pitchFamily="49" charset="-122"/>
                <a:cs typeface="Times New Roman" panose="02020603050405020304" pitchFamily="18" charset="0"/>
              </a:rPr>
              <a:t>N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solidFill>
                  <a:srgbClr val="FF0000"/>
                </a:solidFill>
                <a:ea typeface="楷体_GB2312" pitchFamily="49" charset="-122"/>
                <a:cs typeface="Times New Roman" panose="02020603050405020304" pitchFamily="18" charset="0"/>
              </a:rPr>
              <a:t> </a:t>
            </a:r>
            <a:r>
              <a:rPr lang="en-US" altLang="zh-CN" sz="2400" b="1" dirty="0">
                <a:solidFill>
                  <a:srgbClr val="FF0000"/>
                </a:solidFill>
                <a:ea typeface="楷体_GB2312" pitchFamily="49" charset="-122"/>
                <a:cs typeface="Times New Roman" panose="02020603050405020304" pitchFamily="18" charset="0"/>
                <a:sym typeface="Symbol" panose="05050102010706020507" pitchFamily="18" charset="2"/>
              </a:rPr>
              <a:t></a:t>
            </a:r>
            <a:r>
              <a:rPr lang="en-US" altLang="zh-CN" sz="2400" b="1" dirty="0">
                <a:ea typeface="楷体_GB2312" pitchFamily="49" charset="-122"/>
                <a:cs typeface="Times New Roman" panose="02020603050405020304" pitchFamily="18" charset="0"/>
                <a:sym typeface="Symbol" panose="05050102010706020507" pitchFamily="18" charset="2"/>
              </a:rPr>
              <a:t>	</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a:solidFill>
                  <a:schemeClr val="tx2">
                    <a:lumMod val="60000"/>
                    <a:lumOff val="40000"/>
                  </a:schemeClr>
                </a:solidFill>
                <a:ea typeface="楷体_GB2312" pitchFamily="49" charset="-122"/>
                <a:cs typeface="Times New Roman" panose="02020603050405020304" pitchFamily="18" charset="0"/>
              </a:rPr>
              <a:t> t </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mktable</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top</a:t>
            </a:r>
            <a:r>
              <a:rPr lang="en-US" altLang="zh-CN" sz="2400" b="1" dirty="0">
                <a:solidFill>
                  <a:schemeClr val="tx2">
                    <a:lumMod val="60000"/>
                    <a:lumOff val="40000"/>
                  </a:schemeClr>
                </a:solidFill>
                <a:ea typeface="楷体_GB2312" pitchFamily="49" charset="-122"/>
                <a:cs typeface="Times New Roman" panose="02020603050405020304" pitchFamily="18" charset="0"/>
              </a:rPr>
              <a:t>(</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a:solidFill>
                  <a:schemeClr val="tx2">
                    <a:lumMod val="60000"/>
                    <a:lumOff val="40000"/>
                  </a:schemeClr>
                </a:solidFill>
                <a:ea typeface="楷体_GB2312" pitchFamily="49" charset="-122"/>
                <a:cs typeface="Times New Roman" panose="02020603050405020304" pitchFamily="18" charset="0"/>
              </a:rPr>
              <a:t>t</a:t>
            </a:r>
            <a:r>
              <a:rPr lang="en-US" altLang="zh-CN" sz="2400" b="1" dirty="0">
                <a:solidFill>
                  <a:schemeClr val="tx2">
                    <a:lumMod val="60000"/>
                    <a:lumOff val="40000"/>
                  </a:schemeClr>
                </a:solidFill>
                <a:ea typeface="楷体_GB2312" pitchFamily="49" charset="-122"/>
                <a:cs typeface="Times New Roman" panose="02020603050405020304" pitchFamily="18" charset="0"/>
              </a:rPr>
              <a:t>, </a:t>
            </a:r>
            <a:r>
              <a:rPr lang="en-US" altLang="zh-CN" sz="2400" b="1" i="1" dirty="0" err="1">
                <a:solidFill>
                  <a:schemeClr val="tx2">
                    <a:lumMod val="60000"/>
                    <a:lumOff val="40000"/>
                  </a:schemeClr>
                </a:solidFill>
                <a:ea typeface="楷体_GB2312" pitchFamily="49" charset="-122"/>
                <a:cs typeface="Times New Roman" panose="02020603050405020304" pitchFamily="18" charset="0"/>
              </a:rPr>
              <a:t>tblptr</a:t>
            </a:r>
            <a:r>
              <a:rPr lang="en-US" altLang="zh-CN" sz="2400" b="1" dirty="0">
                <a:solidFill>
                  <a:schemeClr val="tx2">
                    <a:lumMod val="60000"/>
                    <a:lumOff val="40000"/>
                  </a:schemeClr>
                </a:solidFill>
                <a:ea typeface="楷体_GB2312" pitchFamily="49" charset="-122"/>
                <a:cs typeface="Times New Roman" panose="02020603050405020304" pitchFamily="18" charset="0"/>
              </a:rPr>
              <a:t> ); </a:t>
            </a:r>
            <a:r>
              <a:rPr lang="en-US" altLang="zh-CN" sz="2400" b="1" i="1" dirty="0">
                <a:solidFill>
                  <a:schemeClr val="tx2">
                    <a:lumMod val="60000"/>
                    <a:lumOff val="40000"/>
                  </a:schemeClr>
                </a:solidFill>
                <a:ea typeface="楷体_GB2312" pitchFamily="49" charset="-122"/>
                <a:cs typeface="Times New Roman" panose="02020603050405020304" pitchFamily="18" charset="0"/>
              </a:rPr>
              <a:t>push</a:t>
            </a:r>
            <a:r>
              <a:rPr lang="en-US" altLang="zh-CN" sz="2400" b="1" dirty="0">
                <a:solidFill>
                  <a:schemeClr val="tx2">
                    <a:lumMod val="60000"/>
                    <a:lumOff val="40000"/>
                  </a:schemeClr>
                </a:solidFill>
                <a:ea typeface="楷体_GB2312" pitchFamily="49" charset="-122"/>
                <a:cs typeface="Times New Roman" panose="02020603050405020304" pitchFamily="18" charset="0"/>
              </a:rPr>
              <a:t>( 0, </a:t>
            </a:r>
            <a:r>
              <a:rPr lang="en-US" altLang="zh-CN" sz="2400" b="1" i="1" dirty="0">
                <a:solidFill>
                  <a:schemeClr val="tx2">
                    <a:lumMod val="60000"/>
                    <a:lumOff val="40000"/>
                  </a:schemeClr>
                </a:solidFill>
                <a:ea typeface="楷体_GB2312" pitchFamily="49" charset="-122"/>
                <a:cs typeface="Times New Roman" panose="02020603050405020304" pitchFamily="18" charset="0"/>
              </a:rPr>
              <a:t>offset</a:t>
            </a:r>
            <a:r>
              <a:rPr lang="en-US" altLang="zh-CN" sz="2400" b="1" dirty="0">
                <a:solidFill>
                  <a:schemeClr val="tx2">
                    <a:lumMod val="60000"/>
                    <a:lumOff val="40000"/>
                  </a:schemeClr>
                </a:solidFill>
                <a:ea typeface="楷体_GB2312" pitchFamily="49" charset="-122"/>
                <a:cs typeface="Times New Roman" panose="02020603050405020304" pitchFamily="18" charset="0"/>
              </a:rPr>
              <a:t> ); } </a:t>
            </a:r>
            <a:endParaRPr lang="zh-CN" altLang="en-US" sz="2400" b="1" dirty="0">
              <a:solidFill>
                <a:schemeClr val="tx2">
                  <a:lumMod val="60000"/>
                  <a:lumOff val="40000"/>
                </a:schemeClr>
              </a:solidFill>
              <a:ea typeface="楷体_GB2312" pitchFamily="49" charset="-122"/>
              <a:cs typeface="Times New Roman" panose="02020603050405020304" pitchFamily="18" charset="0"/>
            </a:endParaRPr>
          </a:p>
        </p:txBody>
      </p:sp>
      <p:sp>
        <p:nvSpPr>
          <p:cNvPr id="144388" name="Rectangle 2"/>
          <p:cNvSpPr>
            <a:spLocks noGrp="1" noChangeArrowheads="1"/>
          </p:cNvSpPr>
          <p:nvPr>
            <p:ph type="title"/>
          </p:nvPr>
        </p:nvSpPr>
        <p:spPr>
          <a:xfrm>
            <a:off x="1007533" y="357718"/>
            <a:ext cx="10574867" cy="478367"/>
          </a:xfrm>
        </p:spPr>
        <p:txBody>
          <a:bodyPr/>
          <a:lstStyle/>
          <a:p>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endParaRPr lang="zh-CN" altLang="en-US" sz="4000" i="1">
              <a:solidFill>
                <a:schemeClr val="tx1"/>
              </a:solidFill>
              <a:ea typeface="楷体_GB2312" pitchFamily="49" charset="-122"/>
              <a:cs typeface="Times New Roman" panose="02020603050405020304" pitchFamily="18" charset="0"/>
            </a:endParaRPr>
          </a:p>
        </p:txBody>
      </p:sp>
      <p:sp>
        <p:nvSpPr>
          <p:cNvPr id="63" name="Line 103"/>
          <p:cNvSpPr>
            <a:spLocks noChangeShapeType="1"/>
          </p:cNvSpPr>
          <p:nvPr/>
        </p:nvSpPr>
        <p:spPr bwMode="auto">
          <a:xfrm flipH="1" flipV="1">
            <a:off x="9014885" y="3266017"/>
            <a:ext cx="359833"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nvGrpSpPr>
          <p:cNvPr id="144390" name="组合 180241"/>
          <p:cNvGrpSpPr>
            <a:grpSpLocks/>
          </p:cNvGrpSpPr>
          <p:nvPr/>
        </p:nvGrpSpPr>
        <p:grpSpPr bwMode="auto">
          <a:xfrm>
            <a:off x="8904818" y="-122767"/>
            <a:ext cx="2984500" cy="1932517"/>
            <a:chOff x="6678686" y="-92546"/>
            <a:chExt cx="2238896" cy="1449933"/>
          </a:xfrm>
        </p:grpSpPr>
        <p:sp>
          <p:nvSpPr>
            <p:cNvPr id="144522" name="Rectangle 15"/>
            <p:cNvSpPr>
              <a:spLocks noChangeArrowheads="1"/>
            </p:cNvSpPr>
            <p:nvPr/>
          </p:nvSpPr>
          <p:spPr bwMode="auto">
            <a:xfrm>
              <a:off x="7488832" y="-92546"/>
              <a:ext cx="1428750"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readarrary</a:t>
              </a:r>
            </a:p>
          </p:txBody>
        </p:sp>
        <p:sp>
          <p:nvSpPr>
            <p:cNvPr id="144523" name="Line 17"/>
            <p:cNvSpPr>
              <a:spLocks noChangeShapeType="1"/>
            </p:cNvSpPr>
            <p:nvPr/>
          </p:nvSpPr>
          <p:spPr bwMode="auto">
            <a:xfrm>
              <a:off x="7491461" y="283691"/>
              <a:ext cx="0" cy="5921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24" name="Line 18"/>
            <p:cNvSpPr>
              <a:spLocks noChangeShapeType="1"/>
            </p:cNvSpPr>
            <p:nvPr/>
          </p:nvSpPr>
          <p:spPr bwMode="auto">
            <a:xfrm>
              <a:off x="8783140" y="283691"/>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25" name="Line 20"/>
            <p:cNvSpPr>
              <a:spLocks noChangeShapeType="1"/>
            </p:cNvSpPr>
            <p:nvPr/>
          </p:nvSpPr>
          <p:spPr bwMode="auto">
            <a:xfrm flipV="1">
              <a:off x="7493048" y="577380"/>
              <a:ext cx="128587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26" name="Rectangle 21"/>
            <p:cNvSpPr>
              <a:spLocks noChangeArrowheads="1"/>
            </p:cNvSpPr>
            <p:nvPr/>
          </p:nvSpPr>
          <p:spPr bwMode="auto">
            <a:xfrm>
              <a:off x="7735936" y="210840"/>
              <a:ext cx="111921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i="1">
                <a:solidFill>
                  <a:srgbClr val="000000"/>
                </a:solidFill>
                <a:ea typeface="宋体" panose="02010600030101010101" pitchFamily="2" charset="-122"/>
                <a:cs typeface="Times New Roman" panose="02020603050405020304" pitchFamily="18" charset="0"/>
              </a:endParaRPr>
            </a:p>
          </p:txBody>
        </p:sp>
        <p:sp>
          <p:nvSpPr>
            <p:cNvPr id="144527" name="Line 22"/>
            <p:cNvSpPr>
              <a:spLocks noChangeShapeType="1"/>
            </p:cNvSpPr>
            <p:nvPr/>
          </p:nvSpPr>
          <p:spPr bwMode="auto">
            <a:xfrm>
              <a:off x="7504162" y="283691"/>
              <a:ext cx="12541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28" name="Line 24"/>
            <p:cNvSpPr>
              <a:spLocks noChangeShapeType="1"/>
            </p:cNvSpPr>
            <p:nvPr/>
          </p:nvSpPr>
          <p:spPr bwMode="auto">
            <a:xfrm flipH="1">
              <a:off x="7775028" y="286867"/>
              <a:ext cx="0" cy="6032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29" name="Line 18"/>
            <p:cNvSpPr>
              <a:spLocks noChangeShapeType="1"/>
            </p:cNvSpPr>
            <p:nvPr/>
          </p:nvSpPr>
          <p:spPr bwMode="auto">
            <a:xfrm>
              <a:off x="8495108" y="286345"/>
              <a:ext cx="1587" cy="6207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30" name="Line 103"/>
            <p:cNvSpPr>
              <a:spLocks noChangeShapeType="1"/>
            </p:cNvSpPr>
            <p:nvPr/>
          </p:nvSpPr>
          <p:spPr bwMode="auto">
            <a:xfrm flipH="1" flipV="1">
              <a:off x="6678686" y="480117"/>
              <a:ext cx="968525" cy="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31" name="Line 51"/>
            <p:cNvSpPr>
              <a:spLocks noChangeShapeType="1"/>
            </p:cNvSpPr>
            <p:nvPr/>
          </p:nvSpPr>
          <p:spPr bwMode="auto">
            <a:xfrm>
              <a:off x="6684144" y="480116"/>
              <a:ext cx="12946" cy="877271"/>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94" name="Rectangle 3"/>
          <p:cNvSpPr txBox="1">
            <a:spLocks noChangeArrowheads="1"/>
          </p:cNvSpPr>
          <p:nvPr/>
        </p:nvSpPr>
        <p:spPr bwMode="auto">
          <a:xfrm>
            <a:off x="1729317" y="95251"/>
            <a:ext cx="331046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indent="-361942" algn="just" defTabSz="1219170" fontAlgn="base">
              <a:lnSpc>
                <a:spcPts val="1867"/>
              </a:lnSpc>
              <a:spcBef>
                <a:spcPct val="12000"/>
              </a:spcBef>
              <a:spcAft>
                <a:spcPct val="0"/>
              </a:spcAft>
              <a:buClr>
                <a:srgbClr val="3333CC"/>
              </a:buClr>
              <a:buNone/>
              <a:defRPr/>
            </a:pPr>
            <a:r>
              <a:rPr lang="en-US" altLang="zh-CN" b="1" i="1" dirty="0">
                <a:solidFill>
                  <a:srgbClr val="0000FF"/>
                </a:solidFill>
                <a:latin typeface="Times New Roman" panose="02020603050405020304" pitchFamily="18" charset="0"/>
                <a:ea typeface="楷体_GB2312" pitchFamily="49" charset="-122"/>
              </a:rPr>
              <a:t>program</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i="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[11]; </a:t>
            </a:r>
            <a:r>
              <a:rPr lang="en-US" altLang="zh-CN" b="1" i="1" dirty="0">
                <a:solidFill>
                  <a:prstClr val="black"/>
                </a:solidFill>
                <a:latin typeface="Times New Roman" panose="02020603050405020304" pitchFamily="18" charset="0"/>
                <a:ea typeface="楷体_GB2312" pitchFamily="49" charset="-122"/>
              </a:rPr>
              <a:t>x</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exchange</a:t>
            </a:r>
            <a:r>
              <a:rPr lang="en-US" altLang="zh-CN" b="1" dirty="0">
                <a:solidFill>
                  <a:prstClr val="black"/>
                </a:solidFill>
                <a:latin typeface="Times New Roman" panose="02020603050405020304" pitchFamily="18" charset="0"/>
                <a:ea typeface="楷体_GB2312" pitchFamily="49" charset="-122"/>
              </a:rPr>
              <a:t>; {…}</a:t>
            </a:r>
            <a:endParaRPr lang="zh-CN" altLang="en-US" b="1" dirty="0">
              <a:solidFill>
                <a:srgbClr val="073E87"/>
              </a:solidFill>
              <a:latin typeface="Times New Roman" panose="02020603050405020304" pitchFamily="18" charset="0"/>
              <a:ea typeface="楷体_GB2312" pitchFamily="49" charset="-122"/>
            </a:endParaRP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proc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k</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func</a:t>
            </a:r>
            <a:r>
              <a:rPr lang="en-US" altLang="zh-CN" b="1" dirty="0">
                <a:solidFill>
                  <a:srgbClr val="0000FF"/>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p>
          <a:p>
            <a:pPr marL="361942" indent="-361942" algn="just" defTabSz="1219170" fontAlgn="base">
              <a:lnSpc>
                <a:spcPts val="1867"/>
              </a:lnSpc>
              <a:spcBef>
                <a:spcPct val="12000"/>
              </a:spcBef>
              <a:spcAft>
                <a:spcPct val="0"/>
              </a:spcAft>
              <a:buClr>
                <a:srgbClr val="3333CC"/>
              </a:buClr>
              <a:buNone/>
              <a:defRPr/>
            </a:pPr>
            <a:r>
              <a:rPr lang="en-US" altLang="zh-CN" b="1" dirty="0">
                <a:solidFill>
                  <a:srgbClr val="073E87"/>
                </a:solidFill>
                <a:latin typeface="Times New Roman" panose="02020603050405020304" pitchFamily="18" charset="0"/>
                <a:ea typeface="楷体_GB2312" pitchFamily="49" charset="-122"/>
              </a:rPr>
              <a:t>		</a:t>
            </a:r>
            <a:r>
              <a:rPr lang="en-US" altLang="zh-CN" b="1" i="1" dirty="0" err="1">
                <a:solidFill>
                  <a:srgbClr val="0000FF"/>
                </a:solidFill>
                <a:latin typeface="Times New Roman" panose="02020603050405020304" pitchFamily="18" charset="0"/>
                <a:ea typeface="楷体_GB2312" pitchFamily="49" charset="-122"/>
              </a:rPr>
              <a:t>var</a:t>
            </a:r>
            <a:r>
              <a:rPr lang="en-US" altLang="zh-CN" b="1" dirty="0">
                <a:solidFill>
                  <a:srgbClr val="0000FF"/>
                </a:solidFill>
                <a:latin typeface="Times New Roman" panose="02020603050405020304" pitchFamily="18" charset="0"/>
                <a:ea typeface="楷体_GB2312" pitchFamily="49" charset="-122"/>
              </a:rPr>
              <a:t> </a:t>
            </a:r>
            <a:r>
              <a:rPr lang="en-US" altLang="zh-CN" b="1" i="1" dirty="0" err="1">
                <a:solidFill>
                  <a:prstClr val="black"/>
                </a:solidFill>
                <a:latin typeface="Times New Roman" panose="02020603050405020304" pitchFamily="18" charset="0"/>
                <a:ea typeface="楷体_GB2312" pitchFamily="49" charset="-122"/>
              </a:rPr>
              <a:t>i</a:t>
            </a:r>
            <a:r>
              <a:rPr lang="en-US" altLang="zh-CN" b="1" dirty="0">
                <a:solidFill>
                  <a:prstClr val="black"/>
                </a:solidFill>
                <a:latin typeface="Times New Roman" panose="02020603050405020304" pitchFamily="18" charset="0"/>
                <a:ea typeface="楷体_GB2312" pitchFamily="49" charset="-122"/>
              </a:rPr>
              <a:t>, </a:t>
            </a:r>
            <a:r>
              <a:rPr lang="en-US" altLang="zh-CN" b="1" i="1" dirty="0">
                <a:solidFill>
                  <a:prstClr val="black"/>
                </a:solidFill>
                <a:latin typeface="Times New Roman" panose="02020603050405020304" pitchFamily="18" charset="0"/>
                <a:ea typeface="楷体_GB2312" pitchFamily="49" charset="-122"/>
              </a:rPr>
              <a:t>j</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int</a:t>
            </a: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a:p>
            <a:pPr marL="361942" indent="-361942" algn="just" defTabSz="1219170" fontAlgn="base">
              <a:lnSpc>
                <a:spcPts val="1867"/>
              </a:lnSpc>
              <a:spcBef>
                <a:spcPct val="12000"/>
              </a:spcBef>
              <a:spcAft>
                <a:spcPct val="0"/>
              </a:spcAft>
              <a:buClr>
                <a:srgbClr val="3333CC"/>
              </a:buClr>
              <a:buNone/>
              <a:defRPr/>
            </a:pPr>
            <a:r>
              <a:rPr lang="en-US" altLang="zh-CN" b="1" dirty="0">
                <a:solidFill>
                  <a:prstClr val="black"/>
                </a:solidFill>
                <a:latin typeface="Times New Roman" panose="02020603050405020304" pitchFamily="18" charset="0"/>
                <a:ea typeface="楷体_GB2312" pitchFamily="49" charset="-122"/>
              </a:rPr>
              <a:t>     {…}</a:t>
            </a:r>
          </a:p>
        </p:txBody>
      </p:sp>
      <p:grpSp>
        <p:nvGrpSpPr>
          <p:cNvPr id="144392" name="组合 5"/>
          <p:cNvGrpSpPr>
            <a:grpSpLocks/>
          </p:cNvGrpSpPr>
          <p:nvPr/>
        </p:nvGrpSpPr>
        <p:grpSpPr bwMode="auto">
          <a:xfrm>
            <a:off x="6760634" y="105834"/>
            <a:ext cx="2023533" cy="1293284"/>
            <a:chOff x="5069755" y="79300"/>
            <a:chExt cx="1518468" cy="970576"/>
          </a:xfrm>
        </p:grpSpPr>
        <p:sp>
          <p:nvSpPr>
            <p:cNvPr id="144513" name="Rectangle 78"/>
            <p:cNvSpPr>
              <a:spLocks noChangeArrowheads="1"/>
            </p:cNvSpPr>
            <p:nvPr/>
          </p:nvSpPr>
          <p:spPr bwMode="auto">
            <a:xfrm>
              <a:off x="5573811" y="79300"/>
              <a:ext cx="101441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r>
                <a:rPr lang="zh-CN" altLang="en-US" sz="2800" i="1">
                  <a:solidFill>
                    <a:srgbClr val="000000"/>
                  </a:solidFill>
                  <a:ea typeface="宋体" panose="02010600030101010101" pitchFamily="2" charset="-122"/>
                  <a:cs typeface="Times New Roman" panose="02020603050405020304" pitchFamily="18" charset="0"/>
                </a:rPr>
                <a:t>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4514" name="Line 30"/>
            <p:cNvSpPr>
              <a:spLocks noChangeShapeType="1"/>
            </p:cNvSpPr>
            <p:nvPr/>
          </p:nvSpPr>
          <p:spPr bwMode="auto">
            <a:xfrm>
              <a:off x="5175270" y="149876"/>
              <a:ext cx="0" cy="9000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15" name="Line 37"/>
            <p:cNvSpPr>
              <a:spLocks noChangeShapeType="1"/>
            </p:cNvSpPr>
            <p:nvPr/>
          </p:nvSpPr>
          <p:spPr bwMode="auto">
            <a:xfrm flipV="1">
              <a:off x="5166098" y="452784"/>
              <a:ext cx="14158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16" name="Rectangle 39"/>
            <p:cNvSpPr>
              <a:spLocks noChangeArrowheads="1"/>
            </p:cNvSpPr>
            <p:nvPr/>
          </p:nvSpPr>
          <p:spPr bwMode="auto">
            <a:xfrm>
              <a:off x="5069755" y="112637"/>
              <a:ext cx="51593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nil</a:t>
              </a:r>
              <a:endParaRPr lang="zh-CN" altLang="en-US" sz="2400" i="1">
                <a:solidFill>
                  <a:srgbClr val="000000"/>
                </a:solidFill>
                <a:ea typeface="宋体" panose="02010600030101010101" pitchFamily="2" charset="-122"/>
                <a:cs typeface="Times New Roman" panose="02020603050405020304" pitchFamily="18" charset="0"/>
              </a:endParaRPr>
            </a:p>
          </p:txBody>
        </p:sp>
        <p:sp>
          <p:nvSpPr>
            <p:cNvPr id="144517" name="Line 41"/>
            <p:cNvSpPr>
              <a:spLocks noChangeShapeType="1"/>
            </p:cNvSpPr>
            <p:nvPr/>
          </p:nvSpPr>
          <p:spPr bwMode="auto">
            <a:xfrm>
              <a:off x="5175622" y="165025"/>
              <a:ext cx="140000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18" name="Line 42"/>
            <p:cNvSpPr>
              <a:spLocks noChangeShapeType="1"/>
            </p:cNvSpPr>
            <p:nvPr/>
          </p:nvSpPr>
          <p:spPr bwMode="auto">
            <a:xfrm>
              <a:off x="5573811" y="180900"/>
              <a:ext cx="0"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19" name="Line 43"/>
            <p:cNvSpPr>
              <a:spLocks noChangeShapeType="1"/>
            </p:cNvSpPr>
            <p:nvPr/>
          </p:nvSpPr>
          <p:spPr bwMode="auto">
            <a:xfrm>
              <a:off x="5573811" y="471412"/>
              <a:ext cx="0" cy="5762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20" name="Line 44"/>
            <p:cNvSpPr>
              <a:spLocks noChangeShapeType="1"/>
            </p:cNvSpPr>
            <p:nvPr/>
          </p:nvSpPr>
          <p:spPr bwMode="auto">
            <a:xfrm>
              <a:off x="6318882" y="161552"/>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21" name="Line 44"/>
            <p:cNvSpPr>
              <a:spLocks noChangeShapeType="1"/>
            </p:cNvSpPr>
            <p:nvPr/>
          </p:nvSpPr>
          <p:spPr bwMode="auto">
            <a:xfrm>
              <a:off x="6581923" y="164231"/>
              <a:ext cx="0" cy="8667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4393" name="组合 180235"/>
          <p:cNvGrpSpPr>
            <a:grpSpLocks/>
          </p:cNvGrpSpPr>
          <p:nvPr/>
        </p:nvGrpSpPr>
        <p:grpSpPr bwMode="auto">
          <a:xfrm>
            <a:off x="5088467" y="-19050"/>
            <a:ext cx="1775884" cy="2199217"/>
            <a:chOff x="3816350" y="-15044"/>
            <a:chExt cx="1331714" cy="1649918"/>
          </a:xfrm>
        </p:grpSpPr>
        <p:sp>
          <p:nvSpPr>
            <p:cNvPr id="144505" name="Line 16"/>
            <p:cNvSpPr>
              <a:spLocks noChangeShapeType="1"/>
            </p:cNvSpPr>
            <p:nvPr/>
          </p:nvSpPr>
          <p:spPr bwMode="auto">
            <a:xfrm>
              <a:off x="3908022"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06" name="Line 18"/>
            <p:cNvSpPr>
              <a:spLocks noChangeShapeType="1"/>
            </p:cNvSpPr>
            <p:nvPr/>
          </p:nvSpPr>
          <p:spPr bwMode="auto">
            <a:xfrm flipH="1" flipV="1">
              <a:off x="4355976" y="337887"/>
              <a:ext cx="0" cy="12969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07" name="Line 19"/>
            <p:cNvSpPr>
              <a:spLocks noChangeShapeType="1"/>
            </p:cNvSpPr>
            <p:nvPr/>
          </p:nvSpPr>
          <p:spPr bwMode="auto">
            <a:xfrm>
              <a:off x="4484086"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08" name="Line 20"/>
            <p:cNvSpPr>
              <a:spLocks noChangeShapeType="1"/>
            </p:cNvSpPr>
            <p:nvPr/>
          </p:nvSpPr>
          <p:spPr bwMode="auto">
            <a:xfrm>
              <a:off x="4491924" y="339502"/>
              <a:ext cx="27947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09" name="Line 21"/>
            <p:cNvSpPr>
              <a:spLocks noChangeShapeType="1"/>
            </p:cNvSpPr>
            <p:nvPr/>
          </p:nvSpPr>
          <p:spPr bwMode="auto">
            <a:xfrm flipH="1" flipV="1">
              <a:off x="4771399" y="337887"/>
              <a:ext cx="0" cy="12954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510" name="Text Box 22"/>
            <p:cNvSpPr txBox="1">
              <a:spLocks noChangeArrowheads="1"/>
            </p:cNvSpPr>
            <p:nvPr/>
          </p:nvSpPr>
          <p:spPr bwMode="auto">
            <a:xfrm>
              <a:off x="3816350" y="-15044"/>
              <a:ext cx="755650"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offset</a:t>
              </a:r>
            </a:p>
          </p:txBody>
        </p:sp>
        <p:sp>
          <p:nvSpPr>
            <p:cNvPr id="144511" name="Text Box 26"/>
            <p:cNvSpPr txBox="1">
              <a:spLocks noChangeArrowheads="1"/>
            </p:cNvSpPr>
            <p:nvPr/>
          </p:nvSpPr>
          <p:spPr bwMode="auto">
            <a:xfrm>
              <a:off x="4390827" y="-3398"/>
              <a:ext cx="757237" cy="346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fontAlgn="base">
                <a:spcBef>
                  <a:spcPct val="50000"/>
                </a:spcBef>
                <a:spcAft>
                  <a:spcPct val="0"/>
                </a:spcAft>
              </a:pPr>
              <a:r>
                <a:rPr lang="en-US" altLang="zh-CN" sz="2400" b="0" i="1">
                  <a:solidFill>
                    <a:srgbClr val="000000"/>
                  </a:solidFill>
                  <a:ea typeface="宋体" panose="02010600030101010101" pitchFamily="2" charset="-122"/>
                  <a:cs typeface="Times New Roman" panose="02020603050405020304" pitchFamily="18" charset="0"/>
                </a:rPr>
                <a:t>tblptr</a:t>
              </a:r>
            </a:p>
          </p:txBody>
        </p:sp>
        <p:sp>
          <p:nvSpPr>
            <p:cNvPr id="144512" name="Line 20"/>
            <p:cNvSpPr>
              <a:spLocks noChangeShapeType="1"/>
            </p:cNvSpPr>
            <p:nvPr/>
          </p:nvSpPr>
          <p:spPr bwMode="auto">
            <a:xfrm flipV="1">
              <a:off x="3908022" y="334865"/>
              <a:ext cx="434883" cy="463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4394" name="Line 20"/>
          <p:cNvSpPr>
            <a:spLocks noChangeShapeType="1"/>
          </p:cNvSpPr>
          <p:nvPr/>
        </p:nvSpPr>
        <p:spPr bwMode="auto">
          <a:xfrm flipV="1">
            <a:off x="1729318" y="357717"/>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395" name="Line 20"/>
          <p:cNvSpPr>
            <a:spLocks noChangeShapeType="1"/>
          </p:cNvSpPr>
          <p:nvPr/>
        </p:nvSpPr>
        <p:spPr bwMode="auto">
          <a:xfrm flipV="1">
            <a:off x="2178051" y="698500"/>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4396" name="组合 180224"/>
          <p:cNvGrpSpPr>
            <a:grpSpLocks/>
          </p:cNvGrpSpPr>
          <p:nvPr/>
        </p:nvGrpSpPr>
        <p:grpSpPr bwMode="auto">
          <a:xfrm>
            <a:off x="6508751" y="2186517"/>
            <a:ext cx="2717800" cy="482600"/>
            <a:chOff x="4880918" y="1639665"/>
            <a:chExt cx="2038349" cy="361950"/>
          </a:xfrm>
        </p:grpSpPr>
        <p:sp>
          <p:nvSpPr>
            <p:cNvPr id="144503" name="Rectangle 25"/>
            <p:cNvSpPr>
              <a:spLocks noChangeArrowheads="1"/>
            </p:cNvSpPr>
            <p:nvPr/>
          </p:nvSpPr>
          <p:spPr bwMode="auto">
            <a:xfrm>
              <a:off x="4880918" y="1639665"/>
              <a:ext cx="2038349"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a                </a:t>
              </a:r>
              <a:r>
                <a:rPr lang="en-US" altLang="zh-CN" sz="2400">
                  <a:solidFill>
                    <a:srgbClr val="000000"/>
                  </a:solidFill>
                  <a:ea typeface="宋体" panose="02010600030101010101" pitchFamily="2" charset="-122"/>
                  <a:cs typeface="Times New Roman" panose="02020603050405020304" pitchFamily="18" charset="0"/>
                </a:rPr>
                <a:t>array  0</a:t>
              </a:r>
            </a:p>
          </p:txBody>
        </p:sp>
        <p:sp>
          <p:nvSpPr>
            <p:cNvPr id="144504" name="Line 8"/>
            <p:cNvSpPr>
              <a:spLocks noChangeShapeType="1"/>
            </p:cNvSpPr>
            <p:nvPr/>
          </p:nvSpPr>
          <p:spPr bwMode="auto">
            <a:xfrm>
              <a:off x="4898381" y="1990502"/>
              <a:ext cx="2020886"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4500" name="Line 20"/>
          <p:cNvSpPr>
            <a:spLocks noChangeShapeType="1"/>
          </p:cNvSpPr>
          <p:nvPr/>
        </p:nvSpPr>
        <p:spPr bwMode="auto">
          <a:xfrm>
            <a:off x="5999677" y="826274"/>
            <a:ext cx="37284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24" name="直接箭头连接符 123"/>
          <p:cNvCxnSpPr/>
          <p:nvPr/>
        </p:nvCxnSpPr>
        <p:spPr bwMode="auto">
          <a:xfrm flipV="1">
            <a:off x="6155268" y="414868"/>
            <a:ext cx="751417" cy="220134"/>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1" name="矩形 150"/>
          <p:cNvSpPr/>
          <p:nvPr/>
        </p:nvSpPr>
        <p:spPr bwMode="auto">
          <a:xfrm>
            <a:off x="5217585" y="446618"/>
            <a:ext cx="586315"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44497" name="Line 20"/>
          <p:cNvSpPr>
            <a:spLocks noChangeShapeType="1"/>
          </p:cNvSpPr>
          <p:nvPr/>
        </p:nvSpPr>
        <p:spPr bwMode="auto">
          <a:xfrm>
            <a:off x="6000904" y="1234751"/>
            <a:ext cx="37262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cxnSp>
        <p:nvCxnSpPr>
          <p:cNvPr id="133" name="直接箭头连接符 132"/>
          <p:cNvCxnSpPr/>
          <p:nvPr/>
        </p:nvCxnSpPr>
        <p:spPr bwMode="auto">
          <a:xfrm>
            <a:off x="6157384" y="1028701"/>
            <a:ext cx="374649" cy="846667"/>
          </a:xfrm>
          <a:prstGeom prst="straightConnector1">
            <a:avLst/>
          </a:prstGeom>
          <a:ln w="38100">
            <a:solidFill>
              <a:srgbClr val="FF00FF"/>
            </a:solidFill>
            <a:tailEnd type="triangle"/>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bwMode="auto">
          <a:xfrm>
            <a:off x="5211233" y="848785"/>
            <a:ext cx="5863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80232" name="矩形 180231"/>
          <p:cNvSpPr/>
          <p:nvPr/>
        </p:nvSpPr>
        <p:spPr>
          <a:xfrm>
            <a:off x="5221818" y="829733"/>
            <a:ext cx="586316" cy="391584"/>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4401" name="组合 180240"/>
          <p:cNvGrpSpPr>
            <a:grpSpLocks/>
          </p:cNvGrpSpPr>
          <p:nvPr/>
        </p:nvGrpSpPr>
        <p:grpSpPr bwMode="auto">
          <a:xfrm>
            <a:off x="6529918" y="2590800"/>
            <a:ext cx="2762249" cy="484717"/>
            <a:chOff x="4897836" y="1942382"/>
            <a:chExt cx="2070694" cy="363537"/>
          </a:xfrm>
        </p:grpSpPr>
        <p:sp>
          <p:nvSpPr>
            <p:cNvPr id="144495" name="Line 7"/>
            <p:cNvSpPr>
              <a:spLocks noChangeShapeType="1"/>
            </p:cNvSpPr>
            <p:nvPr/>
          </p:nvSpPr>
          <p:spPr bwMode="auto">
            <a:xfrm flipV="1">
              <a:off x="4899968" y="2281016"/>
              <a:ext cx="1978025"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96" name="Rectangle 26"/>
            <p:cNvSpPr>
              <a:spLocks noChangeArrowheads="1"/>
            </p:cNvSpPr>
            <p:nvPr/>
          </p:nvSpPr>
          <p:spPr bwMode="auto">
            <a:xfrm>
              <a:off x="4897836" y="1942382"/>
              <a:ext cx="2070694"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x                 </a:t>
              </a:r>
              <a:r>
                <a:rPr lang="en-US" altLang="zh-CN" sz="2400">
                  <a:solidFill>
                    <a:srgbClr val="000000"/>
                  </a:solidFill>
                  <a:ea typeface="宋体" panose="02010600030101010101" pitchFamily="2" charset="-122"/>
                  <a:cs typeface="Times New Roman" panose="02020603050405020304" pitchFamily="18" charset="0"/>
                </a:rPr>
                <a:t>int     44</a:t>
              </a:r>
            </a:p>
          </p:txBody>
        </p:sp>
      </p:grpSp>
      <p:sp>
        <p:nvSpPr>
          <p:cNvPr id="144402" name="Line 20"/>
          <p:cNvSpPr>
            <a:spLocks noChangeShapeType="1"/>
          </p:cNvSpPr>
          <p:nvPr/>
        </p:nvSpPr>
        <p:spPr bwMode="auto">
          <a:xfrm>
            <a:off x="2178051" y="933451"/>
            <a:ext cx="190288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03" name="Line 20"/>
          <p:cNvSpPr>
            <a:spLocks noChangeShapeType="1"/>
          </p:cNvSpPr>
          <p:nvPr/>
        </p:nvSpPr>
        <p:spPr bwMode="auto">
          <a:xfrm flipV="1">
            <a:off x="2381251" y="1229784"/>
            <a:ext cx="11239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4404" name="组合 180243"/>
          <p:cNvGrpSpPr>
            <a:grpSpLocks/>
          </p:cNvGrpSpPr>
          <p:nvPr/>
        </p:nvGrpSpPr>
        <p:grpSpPr bwMode="auto">
          <a:xfrm>
            <a:off x="10005485" y="719667"/>
            <a:ext cx="1653116" cy="482600"/>
            <a:chOff x="7504161" y="539279"/>
            <a:chExt cx="1239492" cy="361950"/>
          </a:xfrm>
        </p:grpSpPr>
        <p:sp>
          <p:nvSpPr>
            <p:cNvPr id="144493" name="Line 19"/>
            <p:cNvSpPr>
              <a:spLocks noChangeShapeType="1"/>
            </p:cNvSpPr>
            <p:nvPr/>
          </p:nvSpPr>
          <p:spPr bwMode="auto">
            <a:xfrm flipV="1">
              <a:off x="7504161" y="875829"/>
              <a:ext cx="122837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94" name="Rectangle 40"/>
            <p:cNvSpPr>
              <a:spLocks noChangeArrowheads="1"/>
            </p:cNvSpPr>
            <p:nvPr/>
          </p:nvSpPr>
          <p:spPr bwMode="auto">
            <a:xfrm>
              <a:off x="7523211" y="539279"/>
              <a:ext cx="1220442"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grpSp>
      <p:sp>
        <p:nvSpPr>
          <p:cNvPr id="144405" name="Line 20"/>
          <p:cNvSpPr>
            <a:spLocks noChangeShapeType="1"/>
          </p:cNvSpPr>
          <p:nvPr/>
        </p:nvSpPr>
        <p:spPr bwMode="auto">
          <a:xfrm flipV="1">
            <a:off x="3697817" y="1221317"/>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矩形 177"/>
          <p:cNvSpPr/>
          <p:nvPr/>
        </p:nvSpPr>
        <p:spPr>
          <a:xfrm>
            <a:off x="11345334" y="397933"/>
            <a:ext cx="361951"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4407" name="组合 180244"/>
          <p:cNvGrpSpPr>
            <a:grpSpLocks/>
          </p:cNvGrpSpPr>
          <p:nvPr/>
        </p:nvGrpSpPr>
        <p:grpSpPr bwMode="auto">
          <a:xfrm>
            <a:off x="6500113" y="986367"/>
            <a:ext cx="3503254" cy="2423584"/>
            <a:chOff x="4874568" y="739181"/>
            <a:chExt cx="2628378" cy="1818058"/>
          </a:xfrm>
        </p:grpSpPr>
        <p:sp>
          <p:nvSpPr>
            <p:cNvPr id="84" name="Line 95"/>
            <p:cNvSpPr>
              <a:spLocks noChangeShapeType="1"/>
            </p:cNvSpPr>
            <p:nvPr/>
          </p:nvSpPr>
          <p:spPr bwMode="auto">
            <a:xfrm>
              <a:off x="7018586" y="739181"/>
              <a:ext cx="3176" cy="1722789"/>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86" name="Line 43"/>
            <p:cNvSpPr>
              <a:spLocks noChangeShapeType="1"/>
            </p:cNvSpPr>
            <p:nvPr/>
          </p:nvSpPr>
          <p:spPr bwMode="auto">
            <a:xfrm>
              <a:off x="7031291" y="750296"/>
              <a:ext cx="471655"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44491" name="Line 6"/>
            <p:cNvSpPr>
              <a:spLocks noChangeShapeType="1"/>
            </p:cNvSpPr>
            <p:nvPr/>
          </p:nvSpPr>
          <p:spPr bwMode="auto">
            <a:xfrm flipV="1">
              <a:off x="4874568" y="2557239"/>
              <a:ext cx="19865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4408" name="Line 20"/>
          <p:cNvSpPr>
            <a:spLocks noChangeShapeType="1"/>
          </p:cNvSpPr>
          <p:nvPr/>
        </p:nvSpPr>
        <p:spPr bwMode="auto">
          <a:xfrm>
            <a:off x="2159001" y="1509184"/>
            <a:ext cx="190288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4409" name="组合 1"/>
          <p:cNvGrpSpPr>
            <a:grpSpLocks/>
          </p:cNvGrpSpPr>
          <p:nvPr/>
        </p:nvGrpSpPr>
        <p:grpSpPr bwMode="auto">
          <a:xfrm>
            <a:off x="9148233" y="1191685"/>
            <a:ext cx="2635251" cy="969433"/>
            <a:chOff x="6861077" y="893664"/>
            <a:chExt cx="1976561" cy="727596"/>
          </a:xfrm>
        </p:grpSpPr>
        <p:sp>
          <p:nvSpPr>
            <p:cNvPr id="144480" name="Rectangle 31"/>
            <p:cNvSpPr>
              <a:spLocks noChangeArrowheads="1"/>
            </p:cNvSpPr>
            <p:nvPr/>
          </p:nvSpPr>
          <p:spPr bwMode="auto">
            <a:xfrm>
              <a:off x="7566050" y="893664"/>
              <a:ext cx="1271588" cy="40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exchange</a:t>
              </a:r>
            </a:p>
          </p:txBody>
        </p:sp>
        <p:sp>
          <p:nvSpPr>
            <p:cNvPr id="144481" name="Line 32"/>
            <p:cNvSpPr>
              <a:spLocks noChangeShapeType="1"/>
            </p:cNvSpPr>
            <p:nvPr/>
          </p:nvSpPr>
          <p:spPr bwMode="auto">
            <a:xfrm>
              <a:off x="7486725" y="1298998"/>
              <a:ext cx="0" cy="292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82" name="Line 33"/>
            <p:cNvSpPr>
              <a:spLocks noChangeShapeType="1"/>
            </p:cNvSpPr>
            <p:nvPr/>
          </p:nvSpPr>
          <p:spPr bwMode="auto">
            <a:xfrm>
              <a:off x="8718178" y="1298998"/>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83" name="Line 34"/>
            <p:cNvSpPr>
              <a:spLocks noChangeShapeType="1"/>
            </p:cNvSpPr>
            <p:nvPr/>
          </p:nvSpPr>
          <p:spPr bwMode="auto">
            <a:xfrm>
              <a:off x="7488312" y="1608559"/>
              <a:ext cx="119538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84" name="Rectangle 35"/>
            <p:cNvSpPr>
              <a:spLocks noChangeArrowheads="1"/>
            </p:cNvSpPr>
            <p:nvPr/>
          </p:nvSpPr>
          <p:spPr bwMode="auto">
            <a:xfrm>
              <a:off x="7710066" y="1246610"/>
              <a:ext cx="107840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4485" name="Line 36"/>
            <p:cNvSpPr>
              <a:spLocks noChangeShapeType="1"/>
            </p:cNvSpPr>
            <p:nvPr/>
          </p:nvSpPr>
          <p:spPr bwMode="auto">
            <a:xfrm flipV="1">
              <a:off x="7501013" y="1297409"/>
              <a:ext cx="1217166" cy="15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86" name="Line 37"/>
            <p:cNvSpPr>
              <a:spLocks noChangeShapeType="1"/>
            </p:cNvSpPr>
            <p:nvPr/>
          </p:nvSpPr>
          <p:spPr bwMode="auto">
            <a:xfrm>
              <a:off x="7710066" y="1313285"/>
              <a:ext cx="0" cy="28416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87" name="Line 33"/>
            <p:cNvSpPr>
              <a:spLocks noChangeShapeType="1"/>
            </p:cNvSpPr>
            <p:nvPr/>
          </p:nvSpPr>
          <p:spPr bwMode="auto">
            <a:xfrm>
              <a:off x="8502154" y="1294235"/>
              <a:ext cx="0" cy="32226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88" name="Line 51"/>
            <p:cNvSpPr>
              <a:spLocks noChangeShapeType="1"/>
            </p:cNvSpPr>
            <p:nvPr/>
          </p:nvSpPr>
          <p:spPr bwMode="auto">
            <a:xfrm flipH="1">
              <a:off x="6861077" y="1533301"/>
              <a:ext cx="736822" cy="0"/>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44410" name="Line 20"/>
          <p:cNvSpPr>
            <a:spLocks noChangeShapeType="1"/>
          </p:cNvSpPr>
          <p:nvPr/>
        </p:nvSpPr>
        <p:spPr bwMode="auto">
          <a:xfrm flipV="1">
            <a:off x="4210051" y="1509184"/>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 name="矩形 121"/>
          <p:cNvSpPr/>
          <p:nvPr/>
        </p:nvSpPr>
        <p:spPr>
          <a:xfrm>
            <a:off x="11347451" y="1737784"/>
            <a:ext cx="317500"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4412" name="组合 3"/>
          <p:cNvGrpSpPr>
            <a:grpSpLocks/>
          </p:cNvGrpSpPr>
          <p:nvPr/>
        </p:nvGrpSpPr>
        <p:grpSpPr bwMode="auto">
          <a:xfrm>
            <a:off x="6517046" y="1898651"/>
            <a:ext cx="3367789" cy="1897293"/>
            <a:chOff x="4887268" y="1423765"/>
            <a:chExt cx="2526355" cy="1422970"/>
          </a:xfrm>
        </p:grpSpPr>
        <p:sp>
          <p:nvSpPr>
            <p:cNvPr id="144475" name="Line 5"/>
            <p:cNvSpPr>
              <a:spLocks noChangeShapeType="1"/>
            </p:cNvSpPr>
            <p:nvPr/>
          </p:nvSpPr>
          <p:spPr bwMode="auto">
            <a:xfrm>
              <a:off x="4887268" y="2846735"/>
              <a:ext cx="19738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0" name="Line 103"/>
            <p:cNvSpPr>
              <a:spLocks noChangeShapeType="1"/>
            </p:cNvSpPr>
            <p:nvPr/>
          </p:nvSpPr>
          <p:spPr bwMode="auto">
            <a:xfrm flipH="1">
              <a:off x="6753089" y="2738215"/>
              <a:ext cx="374726"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1" name="Line 95"/>
            <p:cNvSpPr>
              <a:spLocks noChangeShapeType="1"/>
            </p:cNvSpPr>
            <p:nvPr/>
          </p:nvSpPr>
          <p:spPr bwMode="auto">
            <a:xfrm flipH="1">
              <a:off x="7150044" y="1423765"/>
              <a:ext cx="0" cy="1330325"/>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32" name="Line 43"/>
            <p:cNvSpPr>
              <a:spLocks noChangeShapeType="1"/>
            </p:cNvSpPr>
            <p:nvPr/>
          </p:nvSpPr>
          <p:spPr bwMode="auto">
            <a:xfrm flipV="1">
              <a:off x="7129403" y="1436465"/>
              <a:ext cx="284220"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44413" name="Line 20"/>
          <p:cNvSpPr>
            <a:spLocks noChangeShapeType="1"/>
          </p:cNvSpPr>
          <p:nvPr/>
        </p:nvSpPr>
        <p:spPr bwMode="auto">
          <a:xfrm>
            <a:off x="2159001" y="1797051"/>
            <a:ext cx="190288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4414" name="组合 2"/>
          <p:cNvGrpSpPr>
            <a:grpSpLocks/>
          </p:cNvGrpSpPr>
          <p:nvPr/>
        </p:nvGrpSpPr>
        <p:grpSpPr bwMode="auto">
          <a:xfrm>
            <a:off x="9194801" y="2110318"/>
            <a:ext cx="3139017" cy="2044700"/>
            <a:chOff x="6895356" y="1582537"/>
            <a:chExt cx="2355402" cy="1533525"/>
          </a:xfrm>
        </p:grpSpPr>
        <p:sp>
          <p:nvSpPr>
            <p:cNvPr id="144465" name="Line 42"/>
            <p:cNvSpPr>
              <a:spLocks noChangeShapeType="1"/>
            </p:cNvSpPr>
            <p:nvPr/>
          </p:nvSpPr>
          <p:spPr bwMode="auto">
            <a:xfrm>
              <a:off x="7454577" y="1920674"/>
              <a:ext cx="1587" cy="11795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66" name="Line 43"/>
            <p:cNvSpPr>
              <a:spLocks noChangeShapeType="1"/>
            </p:cNvSpPr>
            <p:nvPr/>
          </p:nvSpPr>
          <p:spPr bwMode="auto">
            <a:xfrm flipH="1">
              <a:off x="9091289" y="1919087"/>
              <a:ext cx="4763" cy="11969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67" name="Line 47"/>
            <p:cNvSpPr>
              <a:spLocks noChangeShapeType="1"/>
            </p:cNvSpPr>
            <p:nvPr/>
          </p:nvSpPr>
          <p:spPr bwMode="auto">
            <a:xfrm flipV="1">
              <a:off x="7456164" y="2230237"/>
              <a:ext cx="163988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68" name="Rectangle 48"/>
            <p:cNvSpPr>
              <a:spLocks noChangeArrowheads="1"/>
            </p:cNvSpPr>
            <p:nvPr/>
          </p:nvSpPr>
          <p:spPr bwMode="auto">
            <a:xfrm>
              <a:off x="7946702" y="1868287"/>
              <a:ext cx="1304056"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4469" name="Rectangle 49"/>
            <p:cNvSpPr>
              <a:spLocks noChangeArrowheads="1"/>
            </p:cNvSpPr>
            <p:nvPr/>
          </p:nvSpPr>
          <p:spPr bwMode="auto">
            <a:xfrm>
              <a:off x="7666582" y="1582537"/>
              <a:ext cx="135096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quicksort</a:t>
              </a:r>
            </a:p>
          </p:txBody>
        </p:sp>
        <p:sp>
          <p:nvSpPr>
            <p:cNvPr id="144470" name="Line 50"/>
            <p:cNvSpPr>
              <a:spLocks noChangeShapeType="1"/>
            </p:cNvSpPr>
            <p:nvPr/>
          </p:nvSpPr>
          <p:spPr bwMode="auto">
            <a:xfrm flipV="1">
              <a:off x="7467277" y="1919087"/>
              <a:ext cx="1639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71" name="Line 51"/>
            <p:cNvSpPr>
              <a:spLocks noChangeShapeType="1"/>
            </p:cNvSpPr>
            <p:nvPr/>
          </p:nvSpPr>
          <p:spPr bwMode="auto">
            <a:xfrm>
              <a:off x="7832402" y="1934962"/>
              <a:ext cx="1587"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72" name="Line 52"/>
            <p:cNvSpPr>
              <a:spLocks noChangeShapeType="1"/>
            </p:cNvSpPr>
            <p:nvPr/>
          </p:nvSpPr>
          <p:spPr bwMode="auto">
            <a:xfrm>
              <a:off x="8386662" y="2254049"/>
              <a:ext cx="0" cy="86042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73" name="Line 51"/>
            <p:cNvSpPr>
              <a:spLocks noChangeShapeType="1"/>
            </p:cNvSpPr>
            <p:nvPr/>
          </p:nvSpPr>
          <p:spPr bwMode="auto">
            <a:xfrm flipH="1" flipV="1">
              <a:off x="6895356" y="2122287"/>
              <a:ext cx="821434" cy="43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74" name="Line 43"/>
            <p:cNvSpPr>
              <a:spLocks noChangeShapeType="1"/>
            </p:cNvSpPr>
            <p:nvPr/>
          </p:nvSpPr>
          <p:spPr bwMode="auto">
            <a:xfrm flipH="1">
              <a:off x="8746702" y="1903881"/>
              <a:ext cx="4763" cy="11969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4415" name="Line 20"/>
          <p:cNvSpPr>
            <a:spLocks noChangeShapeType="1"/>
          </p:cNvSpPr>
          <p:nvPr/>
        </p:nvSpPr>
        <p:spPr bwMode="auto">
          <a:xfrm flipV="1">
            <a:off x="2381251" y="2084917"/>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4416" name="组合 6"/>
          <p:cNvGrpSpPr>
            <a:grpSpLocks/>
          </p:cNvGrpSpPr>
          <p:nvPr/>
        </p:nvGrpSpPr>
        <p:grpSpPr bwMode="auto">
          <a:xfrm>
            <a:off x="9956800" y="2935817"/>
            <a:ext cx="2235200" cy="482600"/>
            <a:chOff x="7467277" y="2201662"/>
            <a:chExt cx="1676723" cy="361950"/>
          </a:xfrm>
        </p:grpSpPr>
        <p:sp>
          <p:nvSpPr>
            <p:cNvPr id="144463" name="Rectangle 54"/>
            <p:cNvSpPr>
              <a:spLocks noChangeArrowheads="1"/>
            </p:cNvSpPr>
            <p:nvPr/>
          </p:nvSpPr>
          <p:spPr bwMode="auto">
            <a:xfrm>
              <a:off x="7505377" y="2201662"/>
              <a:ext cx="1638623"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k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44464" name="Line 46"/>
            <p:cNvSpPr>
              <a:spLocks noChangeShapeType="1"/>
            </p:cNvSpPr>
            <p:nvPr/>
          </p:nvSpPr>
          <p:spPr bwMode="auto">
            <a:xfrm flipV="1">
              <a:off x="7467277" y="2525512"/>
              <a:ext cx="1639887"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4417" name="组合 7"/>
          <p:cNvGrpSpPr>
            <a:grpSpLocks/>
          </p:cNvGrpSpPr>
          <p:nvPr/>
        </p:nvGrpSpPr>
        <p:grpSpPr bwMode="auto">
          <a:xfrm>
            <a:off x="9956801" y="3314701"/>
            <a:ext cx="2190751" cy="520700"/>
            <a:chOff x="7467277" y="2485824"/>
            <a:chExt cx="1643062" cy="390526"/>
          </a:xfrm>
        </p:grpSpPr>
        <p:sp>
          <p:nvSpPr>
            <p:cNvPr id="144461" name="Rectangle 55"/>
            <p:cNvSpPr>
              <a:spLocks noChangeArrowheads="1"/>
            </p:cNvSpPr>
            <p:nvPr/>
          </p:nvSpPr>
          <p:spPr bwMode="auto">
            <a:xfrm>
              <a:off x="7505376" y="2485824"/>
              <a:ext cx="1585913" cy="390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v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44462" name="Line 45"/>
            <p:cNvSpPr>
              <a:spLocks noChangeShapeType="1"/>
            </p:cNvSpPr>
            <p:nvPr/>
          </p:nvSpPr>
          <p:spPr bwMode="auto">
            <a:xfrm flipV="1">
              <a:off x="7467277" y="2819199"/>
              <a:ext cx="1643062"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4418" name="Line 20"/>
          <p:cNvSpPr>
            <a:spLocks noChangeShapeType="1"/>
          </p:cNvSpPr>
          <p:nvPr/>
        </p:nvSpPr>
        <p:spPr bwMode="auto">
          <a:xfrm flipV="1">
            <a:off x="2584451" y="2372784"/>
            <a:ext cx="1515533"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4419" name="组合 8"/>
          <p:cNvGrpSpPr>
            <a:grpSpLocks/>
          </p:cNvGrpSpPr>
          <p:nvPr/>
        </p:nvGrpSpPr>
        <p:grpSpPr bwMode="auto">
          <a:xfrm>
            <a:off x="10138833" y="4235452"/>
            <a:ext cx="2032000" cy="1680633"/>
            <a:chOff x="7603925" y="3176042"/>
            <a:chExt cx="1523902" cy="1261690"/>
          </a:xfrm>
        </p:grpSpPr>
        <p:sp>
          <p:nvSpPr>
            <p:cNvPr id="144451" name="Line 56"/>
            <p:cNvSpPr>
              <a:spLocks noChangeShapeType="1"/>
            </p:cNvSpPr>
            <p:nvPr/>
          </p:nvSpPr>
          <p:spPr bwMode="auto">
            <a:xfrm flipH="1">
              <a:off x="7603925" y="3513385"/>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52" name="Line 57"/>
            <p:cNvSpPr>
              <a:spLocks noChangeShapeType="1"/>
            </p:cNvSpPr>
            <p:nvPr/>
          </p:nvSpPr>
          <p:spPr bwMode="auto">
            <a:xfrm flipH="1">
              <a:off x="8899449" y="3513385"/>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53" name="Line 60"/>
            <p:cNvSpPr>
              <a:spLocks noChangeShapeType="1"/>
            </p:cNvSpPr>
            <p:nvPr/>
          </p:nvSpPr>
          <p:spPr bwMode="auto">
            <a:xfrm flipV="1">
              <a:off x="7616626" y="3807495"/>
              <a:ext cx="129076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54" name="Rectangle 61"/>
            <p:cNvSpPr>
              <a:spLocks noChangeArrowheads="1"/>
            </p:cNvSpPr>
            <p:nvPr/>
          </p:nvSpPr>
          <p:spPr bwMode="auto">
            <a:xfrm>
              <a:off x="7891337" y="3460998"/>
              <a:ext cx="118896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header  </a:t>
              </a:r>
              <a:endParaRPr lang="en-US" altLang="zh-CN" sz="2800">
                <a:solidFill>
                  <a:srgbClr val="000000"/>
                </a:solidFill>
                <a:ea typeface="宋体" panose="02010600030101010101" pitchFamily="2" charset="-122"/>
                <a:cs typeface="Times New Roman" panose="02020603050405020304" pitchFamily="18" charset="0"/>
              </a:endParaRPr>
            </a:p>
          </p:txBody>
        </p:sp>
        <p:sp>
          <p:nvSpPr>
            <p:cNvPr id="144455" name="Rectangle 62"/>
            <p:cNvSpPr>
              <a:spLocks noChangeArrowheads="1"/>
            </p:cNvSpPr>
            <p:nvPr/>
          </p:nvSpPr>
          <p:spPr bwMode="auto">
            <a:xfrm>
              <a:off x="7776864" y="3176042"/>
              <a:ext cx="135096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2800" i="1">
                  <a:solidFill>
                    <a:srgbClr val="000000"/>
                  </a:solidFill>
                  <a:ea typeface="宋体" panose="02010600030101010101" pitchFamily="2" charset="-122"/>
                  <a:cs typeface="Times New Roman" panose="02020603050405020304" pitchFamily="18" charset="0"/>
                </a:rPr>
                <a:t>partition</a:t>
              </a:r>
            </a:p>
          </p:txBody>
        </p:sp>
        <p:sp>
          <p:nvSpPr>
            <p:cNvPr id="144456" name="Line 63"/>
            <p:cNvSpPr>
              <a:spLocks noChangeShapeType="1"/>
            </p:cNvSpPr>
            <p:nvPr/>
          </p:nvSpPr>
          <p:spPr bwMode="auto">
            <a:xfrm>
              <a:off x="7627738" y="3514972"/>
              <a:ext cx="1269999" cy="158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57" name="Line 64"/>
            <p:cNvSpPr>
              <a:spLocks noChangeShapeType="1"/>
            </p:cNvSpPr>
            <p:nvPr/>
          </p:nvSpPr>
          <p:spPr bwMode="auto">
            <a:xfrm>
              <a:off x="7891337" y="3527673"/>
              <a:ext cx="1587" cy="28257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58" name="Line 65"/>
            <p:cNvSpPr>
              <a:spLocks noChangeShapeType="1"/>
            </p:cNvSpPr>
            <p:nvPr/>
          </p:nvSpPr>
          <p:spPr bwMode="auto">
            <a:xfrm flipH="1">
              <a:off x="7897687" y="3826123"/>
              <a:ext cx="0" cy="5778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59" name="Line 57"/>
            <p:cNvSpPr>
              <a:spLocks noChangeShapeType="1"/>
            </p:cNvSpPr>
            <p:nvPr/>
          </p:nvSpPr>
          <p:spPr bwMode="auto">
            <a:xfrm flipH="1">
              <a:off x="8683425" y="3534444"/>
              <a:ext cx="0" cy="9032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44460" name="Line 51"/>
            <p:cNvSpPr>
              <a:spLocks noChangeShapeType="1"/>
            </p:cNvSpPr>
            <p:nvPr/>
          </p:nvSpPr>
          <p:spPr bwMode="auto">
            <a:xfrm flipV="1">
              <a:off x="7666581" y="3201492"/>
              <a:ext cx="1" cy="384689"/>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44420" name="Line 20"/>
          <p:cNvSpPr>
            <a:spLocks noChangeShapeType="1"/>
          </p:cNvSpPr>
          <p:nvPr/>
        </p:nvSpPr>
        <p:spPr bwMode="auto">
          <a:xfrm flipV="1">
            <a:off x="2851152" y="2660651"/>
            <a:ext cx="151764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44421" name="组合 9"/>
          <p:cNvGrpSpPr>
            <a:grpSpLocks/>
          </p:cNvGrpSpPr>
          <p:nvPr/>
        </p:nvGrpSpPr>
        <p:grpSpPr bwMode="auto">
          <a:xfrm>
            <a:off x="10170585" y="5044018"/>
            <a:ext cx="1737783" cy="484716"/>
            <a:chOff x="7627739" y="3783260"/>
            <a:chExt cx="1303462" cy="363538"/>
          </a:xfrm>
        </p:grpSpPr>
        <p:sp>
          <p:nvSpPr>
            <p:cNvPr id="144449" name="Rectangle 67"/>
            <p:cNvSpPr>
              <a:spLocks noChangeArrowheads="1"/>
            </p:cNvSpPr>
            <p:nvPr/>
          </p:nvSpPr>
          <p:spPr bwMode="auto">
            <a:xfrm>
              <a:off x="7656313" y="3783260"/>
              <a:ext cx="127488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i      </a:t>
              </a:r>
              <a:r>
                <a:rPr lang="en-US" altLang="zh-CN" sz="2400">
                  <a:solidFill>
                    <a:srgbClr val="000000"/>
                  </a:solidFill>
                  <a:ea typeface="宋体" panose="02010600030101010101" pitchFamily="2" charset="-122"/>
                  <a:cs typeface="Times New Roman" panose="02020603050405020304" pitchFamily="18" charset="0"/>
                </a:rPr>
                <a:t>int      0</a:t>
              </a:r>
            </a:p>
          </p:txBody>
        </p:sp>
        <p:sp>
          <p:nvSpPr>
            <p:cNvPr id="144450" name="Line 59"/>
            <p:cNvSpPr>
              <a:spLocks noChangeShapeType="1"/>
            </p:cNvSpPr>
            <p:nvPr/>
          </p:nvSpPr>
          <p:spPr bwMode="auto">
            <a:xfrm flipV="1">
              <a:off x="7627739" y="4099596"/>
              <a:ext cx="127965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44422" name="组合 11"/>
          <p:cNvGrpSpPr>
            <a:grpSpLocks/>
          </p:cNvGrpSpPr>
          <p:nvPr/>
        </p:nvGrpSpPr>
        <p:grpSpPr bwMode="auto">
          <a:xfrm>
            <a:off x="10172701" y="5456767"/>
            <a:ext cx="1773767" cy="484717"/>
            <a:chOff x="7629325" y="4092823"/>
            <a:chExt cx="1330451" cy="363537"/>
          </a:xfrm>
        </p:grpSpPr>
        <p:sp>
          <p:nvSpPr>
            <p:cNvPr id="144447" name="Rectangle 68"/>
            <p:cNvSpPr>
              <a:spLocks noChangeArrowheads="1"/>
            </p:cNvSpPr>
            <p:nvPr/>
          </p:nvSpPr>
          <p:spPr bwMode="auto">
            <a:xfrm>
              <a:off x="7656314" y="4092823"/>
              <a:ext cx="1303462"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a:solidFill>
                    <a:srgbClr val="000000"/>
                  </a:solidFill>
                  <a:ea typeface="宋体" panose="02010600030101010101" pitchFamily="2" charset="-122"/>
                  <a:cs typeface="Times New Roman" panose="02020603050405020304" pitchFamily="18" charset="0"/>
                </a:rPr>
                <a:t>j      </a:t>
              </a:r>
              <a:r>
                <a:rPr lang="en-US" altLang="zh-CN" sz="2400">
                  <a:solidFill>
                    <a:srgbClr val="000000"/>
                  </a:solidFill>
                  <a:ea typeface="宋体" panose="02010600030101010101" pitchFamily="2" charset="-122"/>
                  <a:cs typeface="Times New Roman" panose="02020603050405020304" pitchFamily="18" charset="0"/>
                </a:rPr>
                <a:t>int      4</a:t>
              </a:r>
            </a:p>
          </p:txBody>
        </p:sp>
        <p:sp>
          <p:nvSpPr>
            <p:cNvPr id="144448" name="Line 58"/>
            <p:cNvSpPr>
              <a:spLocks noChangeShapeType="1"/>
            </p:cNvSpPr>
            <p:nvPr/>
          </p:nvSpPr>
          <p:spPr bwMode="auto">
            <a:xfrm>
              <a:off x="7629325" y="4413498"/>
              <a:ext cx="127806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sp>
        <p:nvSpPr>
          <p:cNvPr id="144423" name="Line 20"/>
          <p:cNvSpPr>
            <a:spLocks noChangeShapeType="1"/>
          </p:cNvSpPr>
          <p:nvPr/>
        </p:nvSpPr>
        <p:spPr bwMode="auto">
          <a:xfrm flipV="1">
            <a:off x="4413251" y="2660651"/>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6" name="矩形 205"/>
          <p:cNvSpPr/>
          <p:nvPr/>
        </p:nvSpPr>
        <p:spPr>
          <a:xfrm>
            <a:off x="11569700" y="4679951"/>
            <a:ext cx="306917"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4425" name="组合 208"/>
          <p:cNvGrpSpPr>
            <a:grpSpLocks/>
          </p:cNvGrpSpPr>
          <p:nvPr/>
        </p:nvGrpSpPr>
        <p:grpSpPr bwMode="auto">
          <a:xfrm>
            <a:off x="9925051" y="3939118"/>
            <a:ext cx="2186516" cy="683682"/>
            <a:chOff x="7443464" y="2954393"/>
            <a:chExt cx="1639888" cy="513378"/>
          </a:xfrm>
        </p:grpSpPr>
        <p:sp>
          <p:nvSpPr>
            <p:cNvPr id="144442" name="Line 44"/>
            <p:cNvSpPr>
              <a:spLocks noChangeShapeType="1"/>
            </p:cNvSpPr>
            <p:nvPr/>
          </p:nvSpPr>
          <p:spPr bwMode="auto">
            <a:xfrm flipV="1">
              <a:off x="7443464" y="3101774"/>
              <a:ext cx="1639888"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2" name="Line 95"/>
            <p:cNvSpPr>
              <a:spLocks noChangeShapeType="1"/>
            </p:cNvSpPr>
            <p:nvPr/>
          </p:nvSpPr>
          <p:spPr bwMode="auto">
            <a:xfrm flipH="1">
              <a:off x="8837290" y="2954393"/>
              <a:ext cx="0" cy="21616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13" name="Line 43"/>
            <p:cNvSpPr>
              <a:spLocks noChangeShapeType="1"/>
            </p:cNvSpPr>
            <p:nvPr/>
          </p:nvSpPr>
          <p:spPr bwMode="auto">
            <a:xfrm>
              <a:off x="7886376" y="3186446"/>
              <a:ext cx="0" cy="281325"/>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dirty="0">
                <a:solidFill>
                  <a:prstClr val="black"/>
                </a:solidFill>
                <a:latin typeface="Times New Roman" panose="02020603050405020304" pitchFamily="18" charset="0"/>
                <a:ea typeface="楷体_GB2312" pitchFamily="49" charset="-122"/>
              </a:endParaRPr>
            </a:p>
          </p:txBody>
        </p:sp>
        <p:sp>
          <p:nvSpPr>
            <p:cNvPr id="214" name="Line 103"/>
            <p:cNvSpPr>
              <a:spLocks noChangeShapeType="1"/>
            </p:cNvSpPr>
            <p:nvPr/>
          </p:nvSpPr>
          <p:spPr bwMode="auto">
            <a:xfrm flipH="1" flipV="1">
              <a:off x="7897489" y="3170552"/>
              <a:ext cx="936626"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44426" name="Line 20"/>
          <p:cNvSpPr>
            <a:spLocks noChangeShapeType="1"/>
          </p:cNvSpPr>
          <p:nvPr/>
        </p:nvSpPr>
        <p:spPr bwMode="auto">
          <a:xfrm flipV="1">
            <a:off x="2385484" y="2948517"/>
            <a:ext cx="44661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5" name="矩形 174"/>
          <p:cNvSpPr/>
          <p:nvPr/>
        </p:nvSpPr>
        <p:spPr>
          <a:xfrm>
            <a:off x="11664952" y="2565400"/>
            <a:ext cx="436033"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144428" name="组合 4"/>
          <p:cNvGrpSpPr>
            <a:grpSpLocks/>
          </p:cNvGrpSpPr>
          <p:nvPr/>
        </p:nvGrpSpPr>
        <p:grpSpPr bwMode="auto">
          <a:xfrm>
            <a:off x="6517050" y="3426886"/>
            <a:ext cx="3475734" cy="762773"/>
            <a:chOff x="4887268" y="2569673"/>
            <a:chExt cx="2606997" cy="572337"/>
          </a:xfrm>
        </p:grpSpPr>
        <p:sp>
          <p:nvSpPr>
            <p:cNvPr id="144437" name="Line 4"/>
            <p:cNvSpPr>
              <a:spLocks noChangeShapeType="1"/>
            </p:cNvSpPr>
            <p:nvPr/>
          </p:nvSpPr>
          <p:spPr bwMode="auto">
            <a:xfrm flipV="1">
              <a:off x="4887268" y="3142010"/>
              <a:ext cx="198651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95"/>
            <p:cNvSpPr>
              <a:spLocks noChangeShapeType="1"/>
            </p:cNvSpPr>
            <p:nvPr/>
          </p:nvSpPr>
          <p:spPr bwMode="auto">
            <a:xfrm>
              <a:off x="7248183" y="2569673"/>
              <a:ext cx="0" cy="485993"/>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196" name="Line 43"/>
            <p:cNvSpPr>
              <a:spLocks noChangeShapeType="1"/>
            </p:cNvSpPr>
            <p:nvPr/>
          </p:nvSpPr>
          <p:spPr bwMode="auto">
            <a:xfrm>
              <a:off x="7248183" y="2572849"/>
              <a:ext cx="246082" cy="0"/>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207" name="Line 103"/>
            <p:cNvSpPr>
              <a:spLocks noChangeShapeType="1"/>
            </p:cNvSpPr>
            <p:nvPr/>
          </p:nvSpPr>
          <p:spPr bwMode="auto">
            <a:xfrm flipH="1" flipV="1">
              <a:off x="6773486" y="3049314"/>
              <a:ext cx="481048" cy="0"/>
            </a:xfrm>
            <a:prstGeom prst="line">
              <a:avLst/>
            </a:prstGeom>
            <a:noFill/>
            <a:ln w="25400">
              <a:solidFill>
                <a:srgbClr val="FF0000"/>
              </a:solidFill>
              <a:round/>
              <a:headEnd/>
              <a:tailEnd/>
            </a:ln>
          </p:spPr>
          <p:txBody>
            <a:bodyPr lIns="91440" tIns="45720" rIns="91440" bIns="45720"/>
            <a:lstStyle/>
            <a:p>
              <a:pPr defTabSz="1219170" eaLnBrk="0" fontAlgn="base" hangingPunct="0">
                <a:spcBef>
                  <a:spcPct val="0"/>
                </a:spcBef>
                <a:spcAft>
                  <a:spcPct val="0"/>
                </a:spcAft>
                <a:defRPr/>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200" name="Line 20"/>
          <p:cNvSpPr>
            <a:spLocks noChangeShapeType="1"/>
          </p:cNvSpPr>
          <p:nvPr/>
        </p:nvSpPr>
        <p:spPr bwMode="auto">
          <a:xfrm flipV="1">
            <a:off x="2256367" y="3236384"/>
            <a:ext cx="44450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1" name="矩形 200"/>
          <p:cNvSpPr/>
          <p:nvPr/>
        </p:nvSpPr>
        <p:spPr>
          <a:xfrm>
            <a:off x="8704790" y="1847852"/>
            <a:ext cx="467445" cy="41063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133"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48</a:t>
            </a:r>
            <a:endParaRPr lang="zh-CN" altLang="en-US" sz="2133"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grpSp>
        <p:nvGrpSpPr>
          <p:cNvPr id="22" name="组合 10"/>
          <p:cNvGrpSpPr>
            <a:grpSpLocks/>
          </p:cNvGrpSpPr>
          <p:nvPr/>
        </p:nvGrpSpPr>
        <p:grpSpPr bwMode="auto">
          <a:xfrm>
            <a:off x="6830484" y="599018"/>
            <a:ext cx="1936749" cy="1246716"/>
            <a:chOff x="5123234" y="448766"/>
            <a:chExt cx="1452390" cy="935311"/>
          </a:xfrm>
        </p:grpSpPr>
        <p:sp>
          <p:nvSpPr>
            <p:cNvPr id="144434" name="Rectangle 100"/>
            <p:cNvSpPr>
              <a:spLocks noChangeArrowheads="1"/>
            </p:cNvSpPr>
            <p:nvPr/>
          </p:nvSpPr>
          <p:spPr bwMode="auto">
            <a:xfrm>
              <a:off x="5123234" y="448766"/>
              <a:ext cx="1168400"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000" i="1">
                  <a:solidFill>
                    <a:srgbClr val="000000"/>
                  </a:solidFill>
                  <a:ea typeface="宋体" panose="02010600030101010101" pitchFamily="2" charset="-122"/>
                  <a:cs typeface="Times New Roman" panose="02020603050405020304" pitchFamily="18" charset="0"/>
                </a:rPr>
                <a:t>sort     proc</a:t>
              </a:r>
              <a:endParaRPr lang="en-US" altLang="zh-CN" sz="2000" i="1" dirty="0">
                <a:solidFill>
                  <a:srgbClr val="000000"/>
                </a:solidFill>
                <a:ea typeface="宋体" panose="02010600030101010101" pitchFamily="2" charset="-122"/>
                <a:cs typeface="Times New Roman" panose="02020603050405020304" pitchFamily="18" charset="0"/>
              </a:endParaRPr>
            </a:p>
          </p:txBody>
        </p:sp>
        <p:sp>
          <p:nvSpPr>
            <p:cNvPr id="144435" name="Line 36"/>
            <p:cNvSpPr>
              <a:spLocks noChangeShapeType="1"/>
            </p:cNvSpPr>
            <p:nvPr/>
          </p:nvSpPr>
          <p:spPr bwMode="auto">
            <a:xfrm flipV="1">
              <a:off x="5175622" y="757484"/>
              <a:ext cx="140000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4" name="Line 43"/>
            <p:cNvSpPr>
              <a:spLocks noChangeShapeType="1"/>
            </p:cNvSpPr>
            <p:nvPr/>
          </p:nvSpPr>
          <p:spPr bwMode="auto">
            <a:xfrm>
              <a:off x="6443878" y="593270"/>
              <a:ext cx="0" cy="790807"/>
            </a:xfrm>
            <a:prstGeom prst="line">
              <a:avLst/>
            </a:prstGeom>
            <a:noFill/>
            <a:ln w="25400">
              <a:solidFill>
                <a:srgbClr val="FF0000"/>
              </a:solidFill>
              <a:round/>
              <a:headEnd/>
              <a:tailEnd type="stealth" w="lg" len="lg"/>
            </a:ln>
          </p:spPr>
          <p:txBody>
            <a:bodyPr lIns="91440" tIns="45720" rIns="91440" bIns="45720"/>
            <a:lstStyle/>
            <a:p>
              <a:pPr defTabSz="1219170" eaLnBrk="0" fontAlgn="base" hangingPunct="0">
                <a:spcBef>
                  <a:spcPct val="0"/>
                </a:spcBef>
                <a:spcAft>
                  <a:spcPct val="0"/>
                </a:spcAft>
                <a:defRPr/>
              </a:pPr>
              <a:endParaRPr lang="zh-CN" altLang="en-US" sz="1467" b="1" dirty="0">
                <a:solidFill>
                  <a:prstClr val="black"/>
                </a:solidFill>
                <a:latin typeface="Times New Roman" panose="02020603050405020304" pitchFamily="18" charset="0"/>
                <a:ea typeface="楷体_GB2312" pitchFamily="49" charset="-122"/>
              </a:endParaRPr>
            </a:p>
          </p:txBody>
        </p:sp>
      </p:grpSp>
      <p:sp>
        <p:nvSpPr>
          <p:cNvPr id="205" name="矩形 204"/>
          <p:cNvSpPr/>
          <p:nvPr/>
        </p:nvSpPr>
        <p:spPr>
          <a:xfrm>
            <a:off x="8439151" y="212573"/>
            <a:ext cx="317500" cy="389467"/>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0</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59" name="矩形 158"/>
          <p:cNvSpPr/>
          <p:nvPr/>
        </p:nvSpPr>
        <p:spPr>
          <a:xfrm>
            <a:off x="5232400" y="857251"/>
            <a:ext cx="586317" cy="391583"/>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r>
              <a:rPr lang="en-US" altLang="zh-CN"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48</a:t>
            </a:r>
            <a:endParaRPr lang="zh-CN" altLang="en-US" sz="24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57" name="Rectangle 28">
            <a:extLst>
              <a:ext uri="{FF2B5EF4-FFF2-40B4-BE49-F238E27FC236}">
                <a16:creationId xmlns:a16="http://schemas.microsoft.com/office/drawing/2014/main" id="{DB396563-0228-4440-81BD-6BCF3076CDC6}"/>
              </a:ext>
            </a:extLst>
          </p:cNvPr>
          <p:cNvSpPr>
            <a:spLocks noChangeArrowheads="1"/>
          </p:cNvSpPr>
          <p:nvPr/>
        </p:nvSpPr>
        <p:spPr bwMode="auto">
          <a:xfrm>
            <a:off x="6483351" y="2970349"/>
            <a:ext cx="2385779" cy="48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err="1">
                <a:solidFill>
                  <a:srgbClr val="000000"/>
                </a:solidFill>
                <a:ea typeface="宋体" panose="02010600030101010101" pitchFamily="2" charset="-122"/>
                <a:cs typeface="Times New Roman" panose="02020603050405020304" pitchFamily="18" charset="0"/>
              </a:rPr>
              <a:t>readarray</a:t>
            </a:r>
            <a:r>
              <a:rPr lang="en-US" altLang="zh-CN" sz="2400" i="1" dirty="0">
                <a:solidFill>
                  <a:srgbClr val="000000"/>
                </a:solidFill>
                <a:ea typeface="宋体" panose="02010600030101010101" pitchFamily="2" charset="-122"/>
                <a:cs typeface="Times New Roman" panose="02020603050405020304" pitchFamily="18" charset="0"/>
              </a:rPr>
              <a:t>   proc</a:t>
            </a:r>
          </a:p>
        </p:txBody>
      </p:sp>
      <p:sp>
        <p:nvSpPr>
          <p:cNvPr id="158" name="Rectangle 39">
            <a:extLst>
              <a:ext uri="{FF2B5EF4-FFF2-40B4-BE49-F238E27FC236}">
                <a16:creationId xmlns:a16="http://schemas.microsoft.com/office/drawing/2014/main" id="{B19C9EDF-8AEC-4F46-94C6-1BED81389113}"/>
              </a:ext>
            </a:extLst>
          </p:cNvPr>
          <p:cNvSpPr>
            <a:spLocks noChangeArrowheads="1"/>
          </p:cNvSpPr>
          <p:nvPr/>
        </p:nvSpPr>
        <p:spPr bwMode="auto">
          <a:xfrm>
            <a:off x="6502205" y="3347218"/>
            <a:ext cx="2428744" cy="484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exchange   proc</a:t>
            </a:r>
          </a:p>
        </p:txBody>
      </p:sp>
      <p:sp>
        <p:nvSpPr>
          <p:cNvPr id="160" name="Rectangle 69">
            <a:extLst>
              <a:ext uri="{FF2B5EF4-FFF2-40B4-BE49-F238E27FC236}">
                <a16:creationId xmlns:a16="http://schemas.microsoft.com/office/drawing/2014/main" id="{F6456CF8-B4E8-4957-BFBE-9BB4E6BA41CC}"/>
              </a:ext>
            </a:extLst>
          </p:cNvPr>
          <p:cNvSpPr>
            <a:spLocks noChangeArrowheads="1"/>
          </p:cNvSpPr>
          <p:nvPr/>
        </p:nvSpPr>
        <p:spPr bwMode="auto">
          <a:xfrm>
            <a:off x="9935633" y="3683772"/>
            <a:ext cx="2201134" cy="556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partition </a:t>
            </a:r>
            <a:r>
              <a:rPr lang="en-US" altLang="zh-CN" sz="2000" i="1" dirty="0">
                <a:solidFill>
                  <a:srgbClr val="000000"/>
                </a:solidFill>
                <a:ea typeface="宋体" panose="02010600030101010101" pitchFamily="2" charset="-122"/>
                <a:cs typeface="Times New Roman" panose="02020603050405020304" pitchFamily="18" charset="0"/>
              </a:rPr>
              <a:t>proc</a:t>
            </a:r>
            <a:endParaRPr lang="en-US" altLang="zh-CN" sz="2400" i="1" dirty="0">
              <a:solidFill>
                <a:srgbClr val="000000"/>
              </a:solidFill>
              <a:ea typeface="宋体" panose="02010600030101010101" pitchFamily="2" charset="-122"/>
              <a:cs typeface="Times New Roman" panose="02020603050405020304" pitchFamily="18" charset="0"/>
            </a:endParaRPr>
          </a:p>
        </p:txBody>
      </p:sp>
      <p:sp>
        <p:nvSpPr>
          <p:cNvPr id="161" name="Rectangle 72">
            <a:extLst>
              <a:ext uri="{FF2B5EF4-FFF2-40B4-BE49-F238E27FC236}">
                <a16:creationId xmlns:a16="http://schemas.microsoft.com/office/drawing/2014/main" id="{C33441D3-07DC-46C0-9593-25403502055F}"/>
              </a:ext>
            </a:extLst>
          </p:cNvPr>
          <p:cNvSpPr>
            <a:spLocks noChangeArrowheads="1"/>
          </p:cNvSpPr>
          <p:nvPr/>
        </p:nvSpPr>
        <p:spPr bwMode="auto">
          <a:xfrm>
            <a:off x="6521060" y="3728445"/>
            <a:ext cx="2851040" cy="51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quicksort   proc</a:t>
            </a:r>
          </a:p>
        </p:txBody>
      </p:sp>
      <p:sp>
        <p:nvSpPr>
          <p:cNvPr id="162" name="Line 20">
            <a:extLst>
              <a:ext uri="{FF2B5EF4-FFF2-40B4-BE49-F238E27FC236}">
                <a16:creationId xmlns:a16="http://schemas.microsoft.com/office/drawing/2014/main" id="{0E90B4B9-FBDA-4C47-A233-58AA62904AE7}"/>
              </a:ext>
            </a:extLst>
          </p:cNvPr>
          <p:cNvSpPr>
            <a:spLocks noChangeShapeType="1"/>
          </p:cNvSpPr>
          <p:nvPr/>
        </p:nvSpPr>
        <p:spPr bwMode="auto">
          <a:xfrm>
            <a:off x="3977218" y="693698"/>
            <a:ext cx="503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00"/>
                                        </p:tgtEl>
                                        <p:attrNameLst>
                                          <p:attrName>style.visibility</p:attrName>
                                        </p:attrNameLst>
                                      </p:cBhvr>
                                      <p:to>
                                        <p:strVal val="visible"/>
                                      </p:to>
                                    </p:set>
                                    <p:anim calcmode="lin" valueType="num">
                                      <p:cBhvr>
                                        <p:cTn id="7" dur="500" fill="hold"/>
                                        <p:tgtEl>
                                          <p:spTgt spid="200"/>
                                        </p:tgtEl>
                                        <p:attrNameLst>
                                          <p:attrName>ppt_w</p:attrName>
                                        </p:attrNameLst>
                                      </p:cBhvr>
                                      <p:tavLst>
                                        <p:tav tm="0">
                                          <p:val>
                                            <p:fltVal val="0"/>
                                          </p:val>
                                        </p:tav>
                                        <p:tav tm="100000">
                                          <p:val>
                                            <p:strVal val="#ppt_w"/>
                                          </p:val>
                                        </p:tav>
                                      </p:tavLst>
                                    </p:anim>
                                    <p:anim calcmode="lin" valueType="num">
                                      <p:cBhvr>
                                        <p:cTn id="8" dur="500" fill="hold"/>
                                        <p:tgtEl>
                                          <p:spTgt spid="200"/>
                                        </p:tgtEl>
                                        <p:attrNameLst>
                                          <p:attrName>ppt_h</p:attrName>
                                        </p:attrNameLst>
                                      </p:cBhvr>
                                      <p:tavLst>
                                        <p:tav tm="0">
                                          <p:val>
                                            <p:fltVal val="0"/>
                                          </p:val>
                                        </p:tav>
                                        <p:tav tm="100000">
                                          <p:val>
                                            <p:strVal val="#ppt_h"/>
                                          </p:val>
                                        </p:tav>
                                      </p:tavLst>
                                    </p:anim>
                                    <p:animEffect transition="in" filter="fade">
                                      <p:cBhvr>
                                        <p:cTn id="9" dur="500"/>
                                        <p:tgtEl>
                                          <p:spTgt spid="20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01"/>
                                        </p:tgtEl>
                                        <p:attrNameLst>
                                          <p:attrName>style.visibility</p:attrName>
                                        </p:attrNameLst>
                                      </p:cBhvr>
                                      <p:to>
                                        <p:strVal val="visible"/>
                                      </p:to>
                                    </p:set>
                                    <p:anim calcmode="lin" valueType="num">
                                      <p:cBhvr>
                                        <p:cTn id="14" dur="500" fill="hold"/>
                                        <p:tgtEl>
                                          <p:spTgt spid="201"/>
                                        </p:tgtEl>
                                        <p:attrNameLst>
                                          <p:attrName>ppt_w</p:attrName>
                                        </p:attrNameLst>
                                      </p:cBhvr>
                                      <p:tavLst>
                                        <p:tav tm="0">
                                          <p:val>
                                            <p:fltVal val="0"/>
                                          </p:val>
                                        </p:tav>
                                        <p:tav tm="100000">
                                          <p:val>
                                            <p:strVal val="#ppt_w"/>
                                          </p:val>
                                        </p:tav>
                                      </p:tavLst>
                                    </p:anim>
                                    <p:anim calcmode="lin" valueType="num">
                                      <p:cBhvr>
                                        <p:cTn id="15" dur="500" fill="hold"/>
                                        <p:tgtEl>
                                          <p:spTgt spid="201"/>
                                        </p:tgtEl>
                                        <p:attrNameLst>
                                          <p:attrName>ppt_h</p:attrName>
                                        </p:attrNameLst>
                                      </p:cBhvr>
                                      <p:tavLst>
                                        <p:tav tm="0">
                                          <p:val>
                                            <p:fltVal val="0"/>
                                          </p:val>
                                        </p:tav>
                                        <p:tav tm="100000">
                                          <p:val>
                                            <p:strVal val="#ppt_h"/>
                                          </p:val>
                                        </p:tav>
                                      </p:tavLst>
                                    </p:anim>
                                    <p:animEffect transition="in" filter="fade">
                                      <p:cBhvr>
                                        <p:cTn id="16" dur="500"/>
                                        <p:tgtEl>
                                          <p:spTgt spid="201"/>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xit" presetSubtype="32" fill="hold" grpId="0" nodeType="clickEffect">
                                  <p:stCondLst>
                                    <p:cond delay="0"/>
                                  </p:stCondLst>
                                  <p:childTnLst>
                                    <p:anim calcmode="lin" valueType="num">
                                      <p:cBhvr>
                                        <p:cTn id="20" dur="500"/>
                                        <p:tgtEl>
                                          <p:spTgt spid="144497"/>
                                        </p:tgtEl>
                                        <p:attrNameLst>
                                          <p:attrName>ppt_w</p:attrName>
                                        </p:attrNameLst>
                                      </p:cBhvr>
                                      <p:tavLst>
                                        <p:tav tm="0">
                                          <p:val>
                                            <p:strVal val="ppt_w"/>
                                          </p:val>
                                        </p:tav>
                                        <p:tav tm="100000">
                                          <p:val>
                                            <p:fltVal val="0"/>
                                          </p:val>
                                        </p:tav>
                                      </p:tavLst>
                                    </p:anim>
                                    <p:anim calcmode="lin" valueType="num">
                                      <p:cBhvr>
                                        <p:cTn id="21" dur="500"/>
                                        <p:tgtEl>
                                          <p:spTgt spid="144497"/>
                                        </p:tgtEl>
                                        <p:attrNameLst>
                                          <p:attrName>ppt_h</p:attrName>
                                        </p:attrNameLst>
                                      </p:cBhvr>
                                      <p:tavLst>
                                        <p:tav tm="0">
                                          <p:val>
                                            <p:strVal val="ppt_h"/>
                                          </p:val>
                                        </p:tav>
                                        <p:tav tm="100000">
                                          <p:val>
                                            <p:fltVal val="0"/>
                                          </p:val>
                                        </p:tav>
                                      </p:tavLst>
                                    </p:anim>
                                    <p:animEffect transition="out" filter="fade">
                                      <p:cBhvr>
                                        <p:cTn id="22" dur="500"/>
                                        <p:tgtEl>
                                          <p:spTgt spid="144497"/>
                                        </p:tgtEl>
                                      </p:cBhvr>
                                    </p:animEffect>
                                    <p:set>
                                      <p:cBhvr>
                                        <p:cTn id="23" dur="1" fill="hold">
                                          <p:stCondLst>
                                            <p:cond delay="499"/>
                                          </p:stCondLst>
                                        </p:cTn>
                                        <p:tgtEl>
                                          <p:spTgt spid="144497"/>
                                        </p:tgtEl>
                                        <p:attrNameLst>
                                          <p:attrName>style.visibility</p:attrName>
                                        </p:attrNameLst>
                                      </p:cBhvr>
                                      <p:to>
                                        <p:strVal val="hidden"/>
                                      </p:to>
                                    </p:set>
                                  </p:childTnLst>
                                </p:cTn>
                              </p:par>
                              <p:par>
                                <p:cTn id="24" presetID="53" presetClass="exit" presetSubtype="32" fill="hold" nodeType="withEffect">
                                  <p:stCondLst>
                                    <p:cond delay="0"/>
                                  </p:stCondLst>
                                  <p:childTnLst>
                                    <p:anim calcmode="lin" valueType="num">
                                      <p:cBhvr>
                                        <p:cTn id="25" dur="500"/>
                                        <p:tgtEl>
                                          <p:spTgt spid="133"/>
                                        </p:tgtEl>
                                        <p:attrNameLst>
                                          <p:attrName>ppt_w</p:attrName>
                                        </p:attrNameLst>
                                      </p:cBhvr>
                                      <p:tavLst>
                                        <p:tav tm="0">
                                          <p:val>
                                            <p:strVal val="ppt_w"/>
                                          </p:val>
                                        </p:tav>
                                        <p:tav tm="100000">
                                          <p:val>
                                            <p:fltVal val="0"/>
                                          </p:val>
                                        </p:tav>
                                      </p:tavLst>
                                    </p:anim>
                                    <p:anim calcmode="lin" valueType="num">
                                      <p:cBhvr>
                                        <p:cTn id="26" dur="500"/>
                                        <p:tgtEl>
                                          <p:spTgt spid="133"/>
                                        </p:tgtEl>
                                        <p:attrNameLst>
                                          <p:attrName>ppt_h</p:attrName>
                                        </p:attrNameLst>
                                      </p:cBhvr>
                                      <p:tavLst>
                                        <p:tav tm="0">
                                          <p:val>
                                            <p:strVal val="ppt_h"/>
                                          </p:val>
                                        </p:tav>
                                        <p:tav tm="100000">
                                          <p:val>
                                            <p:fltVal val="0"/>
                                          </p:val>
                                        </p:tav>
                                      </p:tavLst>
                                    </p:anim>
                                    <p:animEffect transition="out" filter="fade">
                                      <p:cBhvr>
                                        <p:cTn id="27" dur="500"/>
                                        <p:tgtEl>
                                          <p:spTgt spid="133"/>
                                        </p:tgtEl>
                                      </p:cBhvr>
                                    </p:animEffect>
                                    <p:set>
                                      <p:cBhvr>
                                        <p:cTn id="28" dur="1" fill="hold">
                                          <p:stCondLst>
                                            <p:cond delay="499"/>
                                          </p:stCondLst>
                                        </p:cTn>
                                        <p:tgtEl>
                                          <p:spTgt spid="133"/>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53" presetClass="exit" presetSubtype="32" fill="hold" grpId="0" nodeType="clickEffect">
                                  <p:stCondLst>
                                    <p:cond delay="0"/>
                                  </p:stCondLst>
                                  <p:childTnLst>
                                    <p:anim calcmode="lin" valueType="num">
                                      <p:cBhvr>
                                        <p:cTn id="32" dur="500"/>
                                        <p:tgtEl>
                                          <p:spTgt spid="153"/>
                                        </p:tgtEl>
                                        <p:attrNameLst>
                                          <p:attrName>ppt_w</p:attrName>
                                        </p:attrNameLst>
                                      </p:cBhvr>
                                      <p:tavLst>
                                        <p:tav tm="0">
                                          <p:val>
                                            <p:strVal val="ppt_w"/>
                                          </p:val>
                                        </p:tav>
                                        <p:tav tm="100000">
                                          <p:val>
                                            <p:fltVal val="0"/>
                                          </p:val>
                                        </p:tav>
                                      </p:tavLst>
                                    </p:anim>
                                    <p:anim calcmode="lin" valueType="num">
                                      <p:cBhvr>
                                        <p:cTn id="33" dur="500"/>
                                        <p:tgtEl>
                                          <p:spTgt spid="153"/>
                                        </p:tgtEl>
                                        <p:attrNameLst>
                                          <p:attrName>ppt_h</p:attrName>
                                        </p:attrNameLst>
                                      </p:cBhvr>
                                      <p:tavLst>
                                        <p:tav tm="0">
                                          <p:val>
                                            <p:strVal val="ppt_h"/>
                                          </p:val>
                                        </p:tav>
                                        <p:tav tm="100000">
                                          <p:val>
                                            <p:fltVal val="0"/>
                                          </p:val>
                                        </p:tav>
                                      </p:tavLst>
                                    </p:anim>
                                    <p:animEffect transition="out" filter="fade">
                                      <p:cBhvr>
                                        <p:cTn id="34" dur="500"/>
                                        <p:tgtEl>
                                          <p:spTgt spid="153"/>
                                        </p:tgtEl>
                                      </p:cBhvr>
                                    </p:animEffect>
                                    <p:set>
                                      <p:cBhvr>
                                        <p:cTn id="35" dur="1" fill="hold">
                                          <p:stCondLst>
                                            <p:cond delay="499"/>
                                          </p:stCondLst>
                                        </p:cTn>
                                        <p:tgtEl>
                                          <p:spTgt spid="153"/>
                                        </p:tgtEl>
                                        <p:attrNameLst>
                                          <p:attrName>style.visibility</p:attrName>
                                        </p:attrNameLst>
                                      </p:cBhvr>
                                      <p:to>
                                        <p:strVal val="hidden"/>
                                      </p:to>
                                    </p:set>
                                  </p:childTnLst>
                                </p:cTn>
                              </p:par>
                              <p:par>
                                <p:cTn id="36" presetID="53" presetClass="exit" presetSubtype="0" fill="hold" grpId="1" nodeType="withEffect">
                                  <p:stCondLst>
                                    <p:cond delay="0"/>
                                  </p:stCondLst>
                                  <p:childTnLst>
                                    <p:anim calcmode="lin" valueType="num">
                                      <p:cBhvr>
                                        <p:cTn id="37" dur="500"/>
                                        <p:tgtEl>
                                          <p:spTgt spid="180232"/>
                                        </p:tgtEl>
                                        <p:attrNameLst>
                                          <p:attrName>ppt_w</p:attrName>
                                        </p:attrNameLst>
                                      </p:cBhvr>
                                      <p:tavLst>
                                        <p:tav tm="0">
                                          <p:val>
                                            <p:strVal val="ppt_w"/>
                                          </p:val>
                                        </p:tav>
                                        <p:tav tm="100000">
                                          <p:val>
                                            <p:fltVal val="0"/>
                                          </p:val>
                                        </p:tav>
                                      </p:tavLst>
                                    </p:anim>
                                    <p:anim calcmode="lin" valueType="num">
                                      <p:cBhvr>
                                        <p:cTn id="38" dur="500"/>
                                        <p:tgtEl>
                                          <p:spTgt spid="180232"/>
                                        </p:tgtEl>
                                        <p:attrNameLst>
                                          <p:attrName>ppt_h</p:attrName>
                                        </p:attrNameLst>
                                      </p:cBhvr>
                                      <p:tavLst>
                                        <p:tav tm="0">
                                          <p:val>
                                            <p:strVal val="ppt_h"/>
                                          </p:val>
                                        </p:tav>
                                        <p:tav tm="100000">
                                          <p:val>
                                            <p:fltVal val="0"/>
                                          </p:val>
                                        </p:tav>
                                      </p:tavLst>
                                    </p:anim>
                                    <p:animEffect transition="out" filter="fade">
                                      <p:cBhvr>
                                        <p:cTn id="39" dur="500"/>
                                        <p:tgtEl>
                                          <p:spTgt spid="180232"/>
                                        </p:tgtEl>
                                      </p:cBhvr>
                                    </p:animEffect>
                                    <p:set>
                                      <p:cBhvr>
                                        <p:cTn id="40" dur="1" fill="hold">
                                          <p:stCondLst>
                                            <p:cond delay="499"/>
                                          </p:stCondLst>
                                        </p:cTn>
                                        <p:tgtEl>
                                          <p:spTgt spid="180232"/>
                                        </p:tgtEl>
                                        <p:attrNameLst>
                                          <p:attrName>style.visibility</p:attrName>
                                        </p:attrNameLst>
                                      </p:cBhvr>
                                      <p:to>
                                        <p:strVal val="hidden"/>
                                      </p:to>
                                    </p:set>
                                  </p:childTnLst>
                                </p:cTn>
                              </p:par>
                              <p:par>
                                <p:cTn id="41" presetID="53" presetClass="exit" presetSubtype="0" fill="hold" grpId="0" nodeType="withEffect">
                                  <p:stCondLst>
                                    <p:cond delay="0"/>
                                  </p:stCondLst>
                                  <p:childTnLst>
                                    <p:anim calcmode="lin" valueType="num">
                                      <p:cBhvr>
                                        <p:cTn id="42" dur="500"/>
                                        <p:tgtEl>
                                          <p:spTgt spid="159"/>
                                        </p:tgtEl>
                                        <p:attrNameLst>
                                          <p:attrName>ppt_w</p:attrName>
                                        </p:attrNameLst>
                                      </p:cBhvr>
                                      <p:tavLst>
                                        <p:tav tm="0">
                                          <p:val>
                                            <p:strVal val="ppt_w"/>
                                          </p:val>
                                        </p:tav>
                                        <p:tav tm="100000">
                                          <p:val>
                                            <p:fltVal val="0"/>
                                          </p:val>
                                        </p:tav>
                                      </p:tavLst>
                                    </p:anim>
                                    <p:anim calcmode="lin" valueType="num">
                                      <p:cBhvr>
                                        <p:cTn id="43" dur="500"/>
                                        <p:tgtEl>
                                          <p:spTgt spid="159"/>
                                        </p:tgtEl>
                                        <p:attrNameLst>
                                          <p:attrName>ppt_h</p:attrName>
                                        </p:attrNameLst>
                                      </p:cBhvr>
                                      <p:tavLst>
                                        <p:tav tm="0">
                                          <p:val>
                                            <p:strVal val="ppt_h"/>
                                          </p:val>
                                        </p:tav>
                                        <p:tav tm="100000">
                                          <p:val>
                                            <p:fltVal val="0"/>
                                          </p:val>
                                        </p:tav>
                                      </p:tavLst>
                                    </p:anim>
                                    <p:animEffect transition="out" filter="fade">
                                      <p:cBhvr>
                                        <p:cTn id="44" dur="500"/>
                                        <p:tgtEl>
                                          <p:spTgt spid="159"/>
                                        </p:tgtEl>
                                      </p:cBhvr>
                                    </p:animEffect>
                                    <p:set>
                                      <p:cBhvr>
                                        <p:cTn id="45" dur="1" fill="hold">
                                          <p:stCondLst>
                                            <p:cond delay="499"/>
                                          </p:stCondLst>
                                        </p:cTn>
                                        <p:tgtEl>
                                          <p:spTgt spid="159"/>
                                        </p:tgtEl>
                                        <p:attrNameLst>
                                          <p:attrName>style.visibility</p:attrName>
                                        </p:attrNameLst>
                                      </p:cBhvr>
                                      <p:to>
                                        <p:strVal val="hidden"/>
                                      </p:to>
                                    </p:set>
                                  </p:childTnLst>
                                </p:cTn>
                              </p:par>
                              <p:par>
                                <p:cTn id="46" presetID="53" presetClass="exit" presetSubtype="32" fill="hold" grpId="0" nodeType="withEffect">
                                  <p:stCondLst>
                                    <p:cond delay="0"/>
                                  </p:stCondLst>
                                  <p:childTnLst>
                                    <p:anim calcmode="lin" valueType="num">
                                      <p:cBhvr>
                                        <p:cTn id="47" dur="500"/>
                                        <p:tgtEl>
                                          <p:spTgt spid="180232"/>
                                        </p:tgtEl>
                                        <p:attrNameLst>
                                          <p:attrName>ppt_w</p:attrName>
                                        </p:attrNameLst>
                                      </p:cBhvr>
                                      <p:tavLst>
                                        <p:tav tm="0">
                                          <p:val>
                                            <p:strVal val="ppt_w"/>
                                          </p:val>
                                        </p:tav>
                                        <p:tav tm="100000">
                                          <p:val>
                                            <p:fltVal val="0"/>
                                          </p:val>
                                        </p:tav>
                                      </p:tavLst>
                                    </p:anim>
                                    <p:anim calcmode="lin" valueType="num">
                                      <p:cBhvr>
                                        <p:cTn id="48" dur="500"/>
                                        <p:tgtEl>
                                          <p:spTgt spid="180232"/>
                                        </p:tgtEl>
                                        <p:attrNameLst>
                                          <p:attrName>ppt_h</p:attrName>
                                        </p:attrNameLst>
                                      </p:cBhvr>
                                      <p:tavLst>
                                        <p:tav tm="0">
                                          <p:val>
                                            <p:strVal val="ppt_h"/>
                                          </p:val>
                                        </p:tav>
                                        <p:tav tm="100000">
                                          <p:val>
                                            <p:fltVal val="0"/>
                                          </p:val>
                                        </p:tav>
                                      </p:tavLst>
                                    </p:anim>
                                    <p:animEffect transition="out" filter="fade">
                                      <p:cBhvr>
                                        <p:cTn id="49" dur="500"/>
                                        <p:tgtEl>
                                          <p:spTgt spid="180232"/>
                                        </p:tgtEl>
                                      </p:cBhvr>
                                    </p:animEffect>
                                    <p:set>
                                      <p:cBhvr>
                                        <p:cTn id="50" dur="1" fill="hold">
                                          <p:stCondLst>
                                            <p:cond delay="499"/>
                                          </p:stCondLst>
                                        </p:cTn>
                                        <p:tgtEl>
                                          <p:spTgt spid="180232"/>
                                        </p:tgtEl>
                                        <p:attrNameLst>
                                          <p:attrName>style.visibility</p:attrName>
                                        </p:attrNameLst>
                                      </p:cBhvr>
                                      <p:to>
                                        <p:strVal val="hidden"/>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53" presetClass="entr" presetSubtype="16" fill="hold" nodeType="click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p:cTn id="55" dur="500" fill="hold"/>
                                        <p:tgtEl>
                                          <p:spTgt spid="22"/>
                                        </p:tgtEl>
                                        <p:attrNameLst>
                                          <p:attrName>ppt_w</p:attrName>
                                        </p:attrNameLst>
                                      </p:cBhvr>
                                      <p:tavLst>
                                        <p:tav tm="0">
                                          <p:val>
                                            <p:fltVal val="0"/>
                                          </p:val>
                                        </p:tav>
                                        <p:tav tm="100000">
                                          <p:val>
                                            <p:strVal val="#ppt_w"/>
                                          </p:val>
                                        </p:tav>
                                      </p:tavLst>
                                    </p:anim>
                                    <p:anim calcmode="lin" valueType="num">
                                      <p:cBhvr>
                                        <p:cTn id="56" dur="500" fill="hold"/>
                                        <p:tgtEl>
                                          <p:spTgt spid="22"/>
                                        </p:tgtEl>
                                        <p:attrNameLst>
                                          <p:attrName>ppt_h</p:attrName>
                                        </p:attrNameLst>
                                      </p:cBhvr>
                                      <p:tavLst>
                                        <p:tav tm="0">
                                          <p:val>
                                            <p:fltVal val="0"/>
                                          </p:val>
                                        </p:tav>
                                        <p:tav tm="100000">
                                          <p:val>
                                            <p:strVal val="#ppt_h"/>
                                          </p:val>
                                        </p:tav>
                                      </p:tavLst>
                                    </p:anim>
                                    <p:animEffect transition="in" filter="fade">
                                      <p:cBhvr>
                                        <p:cTn id="57" dur="500"/>
                                        <p:tgtEl>
                                          <p:spTgt spid="2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3" presetClass="entr" presetSubtype="16" fill="hold" grpId="0" nodeType="clickEffect">
                                  <p:stCondLst>
                                    <p:cond delay="0"/>
                                  </p:stCondLst>
                                  <p:childTnLst>
                                    <p:set>
                                      <p:cBhvr>
                                        <p:cTn id="61" dur="1" fill="hold">
                                          <p:stCondLst>
                                            <p:cond delay="0"/>
                                          </p:stCondLst>
                                        </p:cTn>
                                        <p:tgtEl>
                                          <p:spTgt spid="205"/>
                                        </p:tgtEl>
                                        <p:attrNameLst>
                                          <p:attrName>style.visibility</p:attrName>
                                        </p:attrNameLst>
                                      </p:cBhvr>
                                      <p:to>
                                        <p:strVal val="visible"/>
                                      </p:to>
                                    </p:set>
                                    <p:anim calcmode="lin" valueType="num">
                                      <p:cBhvr>
                                        <p:cTn id="62" dur="500" fill="hold"/>
                                        <p:tgtEl>
                                          <p:spTgt spid="205"/>
                                        </p:tgtEl>
                                        <p:attrNameLst>
                                          <p:attrName>ppt_w</p:attrName>
                                        </p:attrNameLst>
                                      </p:cBhvr>
                                      <p:tavLst>
                                        <p:tav tm="0">
                                          <p:val>
                                            <p:fltVal val="0"/>
                                          </p:val>
                                        </p:tav>
                                        <p:tav tm="100000">
                                          <p:val>
                                            <p:strVal val="#ppt_w"/>
                                          </p:val>
                                        </p:tav>
                                      </p:tavLst>
                                    </p:anim>
                                    <p:anim calcmode="lin" valueType="num">
                                      <p:cBhvr>
                                        <p:cTn id="63" dur="500" fill="hold"/>
                                        <p:tgtEl>
                                          <p:spTgt spid="205"/>
                                        </p:tgtEl>
                                        <p:attrNameLst>
                                          <p:attrName>ppt_h</p:attrName>
                                        </p:attrNameLst>
                                      </p:cBhvr>
                                      <p:tavLst>
                                        <p:tav tm="0">
                                          <p:val>
                                            <p:fltVal val="0"/>
                                          </p:val>
                                        </p:tav>
                                        <p:tav tm="100000">
                                          <p:val>
                                            <p:strVal val="#ppt_h"/>
                                          </p:val>
                                        </p:tav>
                                      </p:tavLst>
                                    </p:anim>
                                    <p:animEffect transition="in" filter="fade">
                                      <p:cBhvr>
                                        <p:cTn id="64" dur="500"/>
                                        <p:tgtEl>
                                          <p:spTgt spid="205"/>
                                        </p:tgtEl>
                                      </p:cBhvr>
                                    </p:animEffect>
                                  </p:childTnLst>
                                </p:cTn>
                              </p:par>
                            </p:childTnLst>
                          </p:cTn>
                        </p:par>
                      </p:childTnLst>
                    </p:cTn>
                  </p:par>
                  <p:par>
                    <p:cTn id="65" fill="hold">
                      <p:stCondLst>
                        <p:cond delay="indefinite"/>
                      </p:stCondLst>
                      <p:childTnLst>
                        <p:par>
                          <p:cTn id="66" fill="hold">
                            <p:stCondLst>
                              <p:cond delay="0"/>
                            </p:stCondLst>
                            <p:childTnLst>
                              <p:par>
                                <p:cTn id="67" presetID="53" presetClass="exit" presetSubtype="32" fill="hold" grpId="0" nodeType="clickEffect">
                                  <p:stCondLst>
                                    <p:cond delay="0"/>
                                  </p:stCondLst>
                                  <p:childTnLst>
                                    <p:anim calcmode="lin" valueType="num">
                                      <p:cBhvr>
                                        <p:cTn id="68" dur="500"/>
                                        <p:tgtEl>
                                          <p:spTgt spid="144500"/>
                                        </p:tgtEl>
                                        <p:attrNameLst>
                                          <p:attrName>ppt_w</p:attrName>
                                        </p:attrNameLst>
                                      </p:cBhvr>
                                      <p:tavLst>
                                        <p:tav tm="0">
                                          <p:val>
                                            <p:strVal val="ppt_w"/>
                                          </p:val>
                                        </p:tav>
                                        <p:tav tm="100000">
                                          <p:val>
                                            <p:fltVal val="0"/>
                                          </p:val>
                                        </p:tav>
                                      </p:tavLst>
                                    </p:anim>
                                    <p:anim calcmode="lin" valueType="num">
                                      <p:cBhvr>
                                        <p:cTn id="69" dur="500"/>
                                        <p:tgtEl>
                                          <p:spTgt spid="144500"/>
                                        </p:tgtEl>
                                        <p:attrNameLst>
                                          <p:attrName>ppt_h</p:attrName>
                                        </p:attrNameLst>
                                      </p:cBhvr>
                                      <p:tavLst>
                                        <p:tav tm="0">
                                          <p:val>
                                            <p:strVal val="ppt_h"/>
                                          </p:val>
                                        </p:tav>
                                        <p:tav tm="100000">
                                          <p:val>
                                            <p:fltVal val="0"/>
                                          </p:val>
                                        </p:tav>
                                      </p:tavLst>
                                    </p:anim>
                                    <p:animEffect transition="out" filter="fade">
                                      <p:cBhvr>
                                        <p:cTn id="70" dur="500"/>
                                        <p:tgtEl>
                                          <p:spTgt spid="144500"/>
                                        </p:tgtEl>
                                      </p:cBhvr>
                                    </p:animEffect>
                                    <p:set>
                                      <p:cBhvr>
                                        <p:cTn id="71" dur="1" fill="hold">
                                          <p:stCondLst>
                                            <p:cond delay="499"/>
                                          </p:stCondLst>
                                        </p:cTn>
                                        <p:tgtEl>
                                          <p:spTgt spid="144500"/>
                                        </p:tgtEl>
                                        <p:attrNameLst>
                                          <p:attrName>style.visibility</p:attrName>
                                        </p:attrNameLst>
                                      </p:cBhvr>
                                      <p:to>
                                        <p:strVal val="hidden"/>
                                      </p:to>
                                    </p:set>
                                  </p:childTnLst>
                                </p:cTn>
                              </p:par>
                              <p:par>
                                <p:cTn id="72" presetID="53" presetClass="exit" presetSubtype="32" fill="hold" nodeType="withEffect">
                                  <p:stCondLst>
                                    <p:cond delay="0"/>
                                  </p:stCondLst>
                                  <p:childTnLst>
                                    <p:anim calcmode="lin" valueType="num">
                                      <p:cBhvr>
                                        <p:cTn id="73" dur="500"/>
                                        <p:tgtEl>
                                          <p:spTgt spid="124"/>
                                        </p:tgtEl>
                                        <p:attrNameLst>
                                          <p:attrName>ppt_w</p:attrName>
                                        </p:attrNameLst>
                                      </p:cBhvr>
                                      <p:tavLst>
                                        <p:tav tm="0">
                                          <p:val>
                                            <p:strVal val="ppt_w"/>
                                          </p:val>
                                        </p:tav>
                                        <p:tav tm="100000">
                                          <p:val>
                                            <p:fltVal val="0"/>
                                          </p:val>
                                        </p:tav>
                                      </p:tavLst>
                                    </p:anim>
                                    <p:anim calcmode="lin" valueType="num">
                                      <p:cBhvr>
                                        <p:cTn id="74" dur="500"/>
                                        <p:tgtEl>
                                          <p:spTgt spid="124"/>
                                        </p:tgtEl>
                                        <p:attrNameLst>
                                          <p:attrName>ppt_h</p:attrName>
                                        </p:attrNameLst>
                                      </p:cBhvr>
                                      <p:tavLst>
                                        <p:tav tm="0">
                                          <p:val>
                                            <p:strVal val="ppt_h"/>
                                          </p:val>
                                        </p:tav>
                                        <p:tav tm="100000">
                                          <p:val>
                                            <p:fltVal val="0"/>
                                          </p:val>
                                        </p:tav>
                                      </p:tavLst>
                                    </p:anim>
                                    <p:animEffect transition="out" filter="fade">
                                      <p:cBhvr>
                                        <p:cTn id="75" dur="500"/>
                                        <p:tgtEl>
                                          <p:spTgt spid="124"/>
                                        </p:tgtEl>
                                      </p:cBhvr>
                                    </p:animEffect>
                                    <p:set>
                                      <p:cBhvr>
                                        <p:cTn id="76" dur="1" fill="hold">
                                          <p:stCondLst>
                                            <p:cond delay="499"/>
                                          </p:stCondLst>
                                        </p:cTn>
                                        <p:tgtEl>
                                          <p:spTgt spid="124"/>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53" presetClass="exit" presetSubtype="32" fill="hold" grpId="0" nodeType="clickEffect">
                                  <p:stCondLst>
                                    <p:cond delay="0"/>
                                  </p:stCondLst>
                                  <p:childTnLst>
                                    <p:anim calcmode="lin" valueType="num">
                                      <p:cBhvr>
                                        <p:cTn id="80" dur="500"/>
                                        <p:tgtEl>
                                          <p:spTgt spid="151"/>
                                        </p:tgtEl>
                                        <p:attrNameLst>
                                          <p:attrName>ppt_w</p:attrName>
                                        </p:attrNameLst>
                                      </p:cBhvr>
                                      <p:tavLst>
                                        <p:tav tm="0">
                                          <p:val>
                                            <p:strVal val="ppt_w"/>
                                          </p:val>
                                        </p:tav>
                                        <p:tav tm="100000">
                                          <p:val>
                                            <p:fltVal val="0"/>
                                          </p:val>
                                        </p:tav>
                                      </p:tavLst>
                                    </p:anim>
                                    <p:anim calcmode="lin" valueType="num">
                                      <p:cBhvr>
                                        <p:cTn id="81" dur="500"/>
                                        <p:tgtEl>
                                          <p:spTgt spid="151"/>
                                        </p:tgtEl>
                                        <p:attrNameLst>
                                          <p:attrName>ppt_h</p:attrName>
                                        </p:attrNameLst>
                                      </p:cBhvr>
                                      <p:tavLst>
                                        <p:tav tm="0">
                                          <p:val>
                                            <p:strVal val="ppt_h"/>
                                          </p:val>
                                        </p:tav>
                                        <p:tav tm="100000">
                                          <p:val>
                                            <p:fltVal val="0"/>
                                          </p:val>
                                        </p:tav>
                                      </p:tavLst>
                                    </p:anim>
                                    <p:animEffect transition="out" filter="fade">
                                      <p:cBhvr>
                                        <p:cTn id="82" dur="500"/>
                                        <p:tgtEl>
                                          <p:spTgt spid="151"/>
                                        </p:tgtEl>
                                      </p:cBhvr>
                                    </p:animEffect>
                                    <p:set>
                                      <p:cBhvr>
                                        <p:cTn id="83" dur="1" fill="hold">
                                          <p:stCondLst>
                                            <p:cond delay="499"/>
                                          </p:stCondLst>
                                        </p:cTn>
                                        <p:tgtEl>
                                          <p:spTgt spid="1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500" grpId="0" animBg="1"/>
      <p:bldP spid="151" grpId="0" animBg="1"/>
      <p:bldP spid="144497" grpId="0" animBg="1"/>
      <p:bldP spid="153" grpId="0" animBg="1"/>
      <p:bldP spid="180232" grpId="0" animBg="1"/>
      <p:bldP spid="180232" grpId="1" animBg="1"/>
      <p:bldP spid="200" grpId="0" animBg="1"/>
      <p:bldP spid="201" grpId="0" animBg="1"/>
      <p:bldP spid="205" grpId="0" animBg="1"/>
      <p:bldP spid="159"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3"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grpSp>
        <p:nvGrpSpPr>
          <p:cNvPr id="2" name="组合 2"/>
          <p:cNvGrpSpPr>
            <a:grpSpLocks/>
          </p:cNvGrpSpPr>
          <p:nvPr/>
        </p:nvGrpSpPr>
        <p:grpSpPr bwMode="auto">
          <a:xfrm>
            <a:off x="5970951" y="-21167"/>
            <a:ext cx="6269733" cy="6064251"/>
            <a:chOff x="4478213" y="-15875"/>
            <a:chExt cx="4702299" cy="4548188"/>
          </a:xfrm>
        </p:grpSpPr>
        <p:sp>
          <p:nvSpPr>
            <p:cNvPr id="122885" name="Rectangle 54"/>
            <p:cNvSpPr>
              <a:spLocks noChangeArrowheads="1"/>
            </p:cNvSpPr>
            <p:nvPr/>
          </p:nvSpPr>
          <p:spPr bwMode="auto">
            <a:xfrm>
              <a:off x="7108911" y="2277971"/>
              <a:ext cx="2035089"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k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int  0</a:t>
              </a:r>
            </a:p>
          </p:txBody>
        </p:sp>
        <p:sp>
          <p:nvSpPr>
            <p:cNvPr id="122886" name="Rectangle 55"/>
            <p:cNvSpPr>
              <a:spLocks noChangeArrowheads="1"/>
            </p:cNvSpPr>
            <p:nvPr/>
          </p:nvSpPr>
          <p:spPr bwMode="auto">
            <a:xfrm>
              <a:off x="7108910" y="2562088"/>
              <a:ext cx="2035089" cy="390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v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int  4</a:t>
              </a:r>
            </a:p>
          </p:txBody>
        </p:sp>
        <p:sp>
          <p:nvSpPr>
            <p:cNvPr id="122887" name="Rectangle 68"/>
            <p:cNvSpPr>
              <a:spLocks noChangeArrowheads="1"/>
            </p:cNvSpPr>
            <p:nvPr/>
          </p:nvSpPr>
          <p:spPr bwMode="auto">
            <a:xfrm>
              <a:off x="7559744" y="4168833"/>
              <a:ext cx="1620768" cy="36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j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int      4</a:t>
              </a:r>
            </a:p>
          </p:txBody>
        </p:sp>
        <p:sp>
          <p:nvSpPr>
            <p:cNvPr id="122888" name="Rectangle 67"/>
            <p:cNvSpPr>
              <a:spLocks noChangeArrowheads="1"/>
            </p:cNvSpPr>
            <p:nvPr/>
          </p:nvSpPr>
          <p:spPr bwMode="auto">
            <a:xfrm>
              <a:off x="7559744" y="3859319"/>
              <a:ext cx="1458850" cy="363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int      0</a:t>
              </a:r>
            </a:p>
          </p:txBody>
        </p:sp>
        <p:sp>
          <p:nvSpPr>
            <p:cNvPr id="122889" name="Line 2"/>
            <p:cNvSpPr>
              <a:spLocks noChangeShapeType="1"/>
            </p:cNvSpPr>
            <p:nvPr/>
          </p:nvSpPr>
          <p:spPr bwMode="auto">
            <a:xfrm>
              <a:off x="4489326" y="1027296"/>
              <a:ext cx="1587" cy="17856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0" name="Line 3"/>
            <p:cNvSpPr>
              <a:spLocks noChangeShapeType="1"/>
            </p:cNvSpPr>
            <p:nvPr/>
          </p:nvSpPr>
          <p:spPr bwMode="auto">
            <a:xfrm>
              <a:off x="6140057" y="1027296"/>
              <a:ext cx="0" cy="176026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1" name="Line 4"/>
            <p:cNvSpPr>
              <a:spLocks noChangeShapeType="1"/>
            </p:cNvSpPr>
            <p:nvPr/>
          </p:nvSpPr>
          <p:spPr bwMode="auto">
            <a:xfrm flipV="1">
              <a:off x="4490913" y="2784951"/>
              <a:ext cx="19864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2" name="Line 5"/>
            <p:cNvSpPr>
              <a:spLocks noChangeShapeType="1"/>
            </p:cNvSpPr>
            <p:nvPr/>
          </p:nvSpPr>
          <p:spPr bwMode="auto">
            <a:xfrm>
              <a:off x="4490913" y="2489723"/>
              <a:ext cx="197372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3" name="Line 6"/>
            <p:cNvSpPr>
              <a:spLocks noChangeShapeType="1"/>
            </p:cNvSpPr>
            <p:nvPr/>
          </p:nvSpPr>
          <p:spPr bwMode="auto">
            <a:xfrm flipV="1">
              <a:off x="4478213" y="2200273"/>
              <a:ext cx="198642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4" name="Line 7"/>
            <p:cNvSpPr>
              <a:spLocks noChangeShapeType="1"/>
            </p:cNvSpPr>
            <p:nvPr/>
          </p:nvSpPr>
          <p:spPr bwMode="auto">
            <a:xfrm flipV="1">
              <a:off x="4503612" y="1924093"/>
              <a:ext cx="1977941"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5" name="Line 8"/>
            <p:cNvSpPr>
              <a:spLocks noChangeShapeType="1"/>
            </p:cNvSpPr>
            <p:nvPr/>
          </p:nvSpPr>
          <p:spPr bwMode="auto">
            <a:xfrm>
              <a:off x="4502025" y="1633625"/>
              <a:ext cx="2020800" cy="15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6" name="Line 9"/>
            <p:cNvSpPr>
              <a:spLocks noChangeShapeType="1"/>
            </p:cNvSpPr>
            <p:nvPr/>
          </p:nvSpPr>
          <p:spPr bwMode="auto">
            <a:xfrm flipV="1">
              <a:off x="4490913" y="1338397"/>
              <a:ext cx="200916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897" name="Rectangle 10"/>
            <p:cNvSpPr>
              <a:spLocks noChangeArrowheads="1"/>
            </p:cNvSpPr>
            <p:nvPr/>
          </p:nvSpPr>
          <p:spPr bwMode="auto">
            <a:xfrm>
              <a:off x="4916344" y="976504"/>
              <a:ext cx="1738457"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header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48</a:t>
              </a:r>
            </a:p>
          </p:txBody>
        </p:sp>
        <p:sp>
          <p:nvSpPr>
            <p:cNvPr id="122898" name="Rectangle 11"/>
            <p:cNvSpPr>
              <a:spLocks noChangeArrowheads="1"/>
            </p:cNvSpPr>
            <p:nvPr/>
          </p:nvSpPr>
          <p:spPr bwMode="auto">
            <a:xfrm>
              <a:off x="4860213" y="703497"/>
              <a:ext cx="1168351" cy="363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sort</a:t>
              </a:r>
            </a:p>
          </p:txBody>
        </p:sp>
        <p:sp>
          <p:nvSpPr>
            <p:cNvPr id="122899" name="Line 12"/>
            <p:cNvSpPr>
              <a:spLocks noChangeShapeType="1"/>
            </p:cNvSpPr>
            <p:nvPr/>
          </p:nvSpPr>
          <p:spPr bwMode="auto">
            <a:xfrm flipV="1">
              <a:off x="4502024" y="1025709"/>
              <a:ext cx="2020801"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00" name="Line 13"/>
            <p:cNvSpPr>
              <a:spLocks noChangeShapeType="1"/>
            </p:cNvSpPr>
            <p:nvPr/>
          </p:nvSpPr>
          <p:spPr bwMode="auto">
            <a:xfrm>
              <a:off x="4867135" y="1041582"/>
              <a:ext cx="0" cy="2841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01" name="Line 14"/>
            <p:cNvSpPr>
              <a:spLocks noChangeShapeType="1"/>
            </p:cNvSpPr>
            <p:nvPr/>
          </p:nvSpPr>
          <p:spPr bwMode="auto">
            <a:xfrm>
              <a:off x="5564018" y="1314266"/>
              <a:ext cx="0" cy="14634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02" name="Rectangle 15"/>
            <p:cNvSpPr>
              <a:spLocks noChangeArrowheads="1"/>
            </p:cNvSpPr>
            <p:nvPr/>
          </p:nvSpPr>
          <p:spPr bwMode="auto">
            <a:xfrm>
              <a:off x="7092367" y="-15875"/>
              <a:ext cx="1428690" cy="428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readarrary</a:t>
              </a:r>
            </a:p>
          </p:txBody>
        </p:sp>
        <p:sp>
          <p:nvSpPr>
            <p:cNvPr id="122903" name="Rectangle 25"/>
            <p:cNvSpPr>
              <a:spLocks noChangeArrowheads="1"/>
            </p:cNvSpPr>
            <p:nvPr/>
          </p:nvSpPr>
          <p:spPr bwMode="auto">
            <a:xfrm>
              <a:off x="4484563" y="1282844"/>
              <a:ext cx="2038263"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array  0</a:t>
              </a:r>
            </a:p>
          </p:txBody>
        </p:sp>
        <p:sp>
          <p:nvSpPr>
            <p:cNvPr id="122904" name="Rectangle 26"/>
            <p:cNvSpPr>
              <a:spLocks noChangeArrowheads="1"/>
            </p:cNvSpPr>
            <p:nvPr/>
          </p:nvSpPr>
          <p:spPr bwMode="auto">
            <a:xfrm>
              <a:off x="4501480" y="1585513"/>
              <a:ext cx="2070606" cy="36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x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int     44</a:t>
              </a:r>
            </a:p>
          </p:txBody>
        </p:sp>
        <p:sp>
          <p:nvSpPr>
            <p:cNvPr id="122906" name="Rectangle 31"/>
            <p:cNvSpPr>
              <a:spLocks noChangeArrowheads="1"/>
            </p:cNvSpPr>
            <p:nvPr/>
          </p:nvSpPr>
          <p:spPr bwMode="auto">
            <a:xfrm>
              <a:off x="7169582" y="970179"/>
              <a:ext cx="1271534" cy="403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exchange</a:t>
              </a:r>
            </a:p>
          </p:txBody>
        </p:sp>
        <p:sp>
          <p:nvSpPr>
            <p:cNvPr id="122907" name="Line 32"/>
            <p:cNvSpPr>
              <a:spLocks noChangeShapeType="1"/>
            </p:cNvSpPr>
            <p:nvPr/>
          </p:nvSpPr>
          <p:spPr bwMode="auto">
            <a:xfrm>
              <a:off x="7090260" y="1375449"/>
              <a:ext cx="0" cy="29205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08" name="Line 33"/>
            <p:cNvSpPr>
              <a:spLocks noChangeShapeType="1"/>
            </p:cNvSpPr>
            <p:nvPr/>
          </p:nvSpPr>
          <p:spPr bwMode="auto">
            <a:xfrm>
              <a:off x="8321661" y="1375449"/>
              <a:ext cx="0" cy="32221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09" name="Line 34"/>
            <p:cNvSpPr>
              <a:spLocks noChangeShapeType="1"/>
            </p:cNvSpPr>
            <p:nvPr/>
          </p:nvSpPr>
          <p:spPr bwMode="auto">
            <a:xfrm>
              <a:off x="7091847" y="1684961"/>
              <a:ext cx="119533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0" name="Rectangle 35"/>
            <p:cNvSpPr>
              <a:spLocks noChangeArrowheads="1"/>
            </p:cNvSpPr>
            <p:nvPr/>
          </p:nvSpPr>
          <p:spPr bwMode="auto">
            <a:xfrm>
              <a:off x="7313591" y="1323070"/>
              <a:ext cx="1078362" cy="363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header  </a:t>
              </a: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p>
          </p:txBody>
        </p:sp>
        <p:sp>
          <p:nvSpPr>
            <p:cNvPr id="122911" name="Line 36"/>
            <p:cNvSpPr>
              <a:spLocks noChangeShapeType="1"/>
            </p:cNvSpPr>
            <p:nvPr/>
          </p:nvSpPr>
          <p:spPr bwMode="auto">
            <a:xfrm flipV="1">
              <a:off x="7104547" y="1373861"/>
              <a:ext cx="1217114" cy="15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2" name="Line 37"/>
            <p:cNvSpPr>
              <a:spLocks noChangeShapeType="1"/>
            </p:cNvSpPr>
            <p:nvPr/>
          </p:nvSpPr>
          <p:spPr bwMode="auto">
            <a:xfrm>
              <a:off x="7313591" y="1389734"/>
              <a:ext cx="0" cy="28411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4" name="Line 42"/>
            <p:cNvSpPr>
              <a:spLocks noChangeShapeType="1"/>
            </p:cNvSpPr>
            <p:nvPr/>
          </p:nvSpPr>
          <p:spPr bwMode="auto">
            <a:xfrm>
              <a:off x="7058113" y="1997027"/>
              <a:ext cx="1587" cy="117932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5" name="Line 43"/>
            <p:cNvSpPr>
              <a:spLocks noChangeShapeType="1"/>
            </p:cNvSpPr>
            <p:nvPr/>
          </p:nvSpPr>
          <p:spPr bwMode="auto">
            <a:xfrm flipH="1">
              <a:off x="8694756" y="1995440"/>
              <a:ext cx="4763" cy="11967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6" name="Line 44"/>
            <p:cNvSpPr>
              <a:spLocks noChangeShapeType="1"/>
            </p:cNvSpPr>
            <p:nvPr/>
          </p:nvSpPr>
          <p:spPr bwMode="auto">
            <a:xfrm flipV="1">
              <a:off x="7047001" y="3177941"/>
              <a:ext cx="1639819"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7" name="Line 45"/>
            <p:cNvSpPr>
              <a:spLocks noChangeShapeType="1"/>
            </p:cNvSpPr>
            <p:nvPr/>
          </p:nvSpPr>
          <p:spPr bwMode="auto">
            <a:xfrm flipV="1">
              <a:off x="7070813" y="2895410"/>
              <a:ext cx="1642992" cy="158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8" name="Line 46"/>
            <p:cNvSpPr>
              <a:spLocks noChangeShapeType="1"/>
            </p:cNvSpPr>
            <p:nvPr/>
          </p:nvSpPr>
          <p:spPr bwMode="auto">
            <a:xfrm flipV="1">
              <a:off x="7070813" y="2601770"/>
              <a:ext cx="1639818"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19" name="Line 47"/>
            <p:cNvSpPr>
              <a:spLocks noChangeShapeType="1"/>
            </p:cNvSpPr>
            <p:nvPr/>
          </p:nvSpPr>
          <p:spPr bwMode="auto">
            <a:xfrm flipV="1">
              <a:off x="7059700" y="2306541"/>
              <a:ext cx="163981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0" name="Rectangle 48"/>
            <p:cNvSpPr>
              <a:spLocks noChangeArrowheads="1"/>
            </p:cNvSpPr>
            <p:nvPr/>
          </p:nvSpPr>
          <p:spPr bwMode="auto">
            <a:xfrm>
              <a:off x="7550217" y="1944649"/>
              <a:ext cx="1304001"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header  </a:t>
              </a: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8</a:t>
              </a:r>
            </a:p>
          </p:txBody>
        </p:sp>
        <p:sp>
          <p:nvSpPr>
            <p:cNvPr id="122921" name="Rectangle 49"/>
            <p:cNvSpPr>
              <a:spLocks noChangeArrowheads="1"/>
            </p:cNvSpPr>
            <p:nvPr/>
          </p:nvSpPr>
          <p:spPr bwMode="auto">
            <a:xfrm>
              <a:off x="7270109" y="1658944"/>
              <a:ext cx="1350906" cy="387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quicksort</a:t>
              </a:r>
            </a:p>
          </p:txBody>
        </p:sp>
        <p:sp>
          <p:nvSpPr>
            <p:cNvPr id="122922" name="Line 50"/>
            <p:cNvSpPr>
              <a:spLocks noChangeShapeType="1"/>
            </p:cNvSpPr>
            <p:nvPr/>
          </p:nvSpPr>
          <p:spPr bwMode="auto">
            <a:xfrm flipV="1">
              <a:off x="7070813" y="1995440"/>
              <a:ext cx="1639818" cy="158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3" name="Line 51"/>
            <p:cNvSpPr>
              <a:spLocks noChangeShapeType="1"/>
            </p:cNvSpPr>
            <p:nvPr/>
          </p:nvSpPr>
          <p:spPr bwMode="auto">
            <a:xfrm>
              <a:off x="7435922" y="2011313"/>
              <a:ext cx="1587" cy="28253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4" name="Line 52"/>
            <p:cNvSpPr>
              <a:spLocks noChangeShapeType="1"/>
            </p:cNvSpPr>
            <p:nvPr/>
          </p:nvSpPr>
          <p:spPr bwMode="auto">
            <a:xfrm>
              <a:off x="7990159" y="2330350"/>
              <a:ext cx="0" cy="86028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5" name="Line 56"/>
            <p:cNvSpPr>
              <a:spLocks noChangeShapeType="1"/>
            </p:cNvSpPr>
            <p:nvPr/>
          </p:nvSpPr>
          <p:spPr bwMode="auto">
            <a:xfrm flipH="1">
              <a:off x="7507358" y="3589487"/>
              <a:ext cx="0" cy="9031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6" name="Line 57"/>
            <p:cNvSpPr>
              <a:spLocks noChangeShapeType="1"/>
            </p:cNvSpPr>
            <p:nvPr/>
          </p:nvSpPr>
          <p:spPr bwMode="auto">
            <a:xfrm flipH="1">
              <a:off x="8802827" y="3589487"/>
              <a:ext cx="0" cy="9031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7" name="Line 58"/>
            <p:cNvSpPr>
              <a:spLocks noChangeShapeType="1"/>
            </p:cNvSpPr>
            <p:nvPr/>
          </p:nvSpPr>
          <p:spPr bwMode="auto">
            <a:xfrm>
              <a:off x="7532757" y="4489458"/>
              <a:ext cx="1278009"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8" name="Line 59"/>
            <p:cNvSpPr>
              <a:spLocks noChangeShapeType="1"/>
            </p:cNvSpPr>
            <p:nvPr/>
          </p:nvSpPr>
          <p:spPr bwMode="auto">
            <a:xfrm flipV="1">
              <a:off x="7531171" y="4175605"/>
              <a:ext cx="127959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29" name="Line 60"/>
            <p:cNvSpPr>
              <a:spLocks noChangeShapeType="1"/>
            </p:cNvSpPr>
            <p:nvPr/>
          </p:nvSpPr>
          <p:spPr bwMode="auto">
            <a:xfrm flipV="1">
              <a:off x="7520058" y="3883550"/>
              <a:ext cx="129070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30" name="Rectangle 61"/>
            <p:cNvSpPr>
              <a:spLocks noChangeArrowheads="1"/>
            </p:cNvSpPr>
            <p:nvPr/>
          </p:nvSpPr>
          <p:spPr bwMode="auto">
            <a:xfrm>
              <a:off x="7794758" y="3537108"/>
              <a:ext cx="1188914"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header  </a:t>
              </a: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8</a:t>
              </a:r>
            </a:p>
          </p:txBody>
        </p:sp>
        <p:sp>
          <p:nvSpPr>
            <p:cNvPr id="122931" name="Rectangle 62"/>
            <p:cNvSpPr>
              <a:spLocks noChangeArrowheads="1"/>
            </p:cNvSpPr>
            <p:nvPr/>
          </p:nvSpPr>
          <p:spPr bwMode="auto">
            <a:xfrm>
              <a:off x="7680290" y="3252197"/>
              <a:ext cx="1350906" cy="387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partition</a:t>
              </a:r>
            </a:p>
          </p:txBody>
        </p:sp>
        <p:sp>
          <p:nvSpPr>
            <p:cNvPr id="122932" name="Line 63"/>
            <p:cNvSpPr>
              <a:spLocks noChangeShapeType="1"/>
            </p:cNvSpPr>
            <p:nvPr/>
          </p:nvSpPr>
          <p:spPr bwMode="auto">
            <a:xfrm>
              <a:off x="7531170" y="3591074"/>
              <a:ext cx="1269945" cy="1587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33" name="Line 64"/>
            <p:cNvSpPr>
              <a:spLocks noChangeShapeType="1"/>
            </p:cNvSpPr>
            <p:nvPr/>
          </p:nvSpPr>
          <p:spPr bwMode="auto">
            <a:xfrm>
              <a:off x="7794758" y="3603773"/>
              <a:ext cx="1587" cy="28253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34" name="Line 65"/>
            <p:cNvSpPr>
              <a:spLocks noChangeShapeType="1"/>
            </p:cNvSpPr>
            <p:nvPr/>
          </p:nvSpPr>
          <p:spPr bwMode="auto">
            <a:xfrm flipH="1">
              <a:off x="7801108" y="3902175"/>
              <a:ext cx="0" cy="57775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39" name="Line 103"/>
            <p:cNvSpPr>
              <a:spLocks noChangeShapeType="1"/>
            </p:cNvSpPr>
            <p:nvPr/>
          </p:nvSpPr>
          <p:spPr bwMode="auto">
            <a:xfrm flipH="1" flipV="1">
              <a:off x="6365875" y="2092325"/>
              <a:ext cx="269875" cy="0"/>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38" name="Line 17"/>
            <p:cNvSpPr>
              <a:spLocks noChangeShapeType="1"/>
            </p:cNvSpPr>
            <p:nvPr/>
          </p:nvSpPr>
          <p:spPr bwMode="auto">
            <a:xfrm>
              <a:off x="7094996" y="360303"/>
              <a:ext cx="0" cy="5920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39" name="Line 18"/>
            <p:cNvSpPr>
              <a:spLocks noChangeShapeType="1"/>
            </p:cNvSpPr>
            <p:nvPr/>
          </p:nvSpPr>
          <p:spPr bwMode="auto">
            <a:xfrm>
              <a:off x="8386620" y="360303"/>
              <a:ext cx="1587" cy="62061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40" name="Line 19"/>
            <p:cNvSpPr>
              <a:spLocks noChangeShapeType="1"/>
            </p:cNvSpPr>
            <p:nvPr/>
          </p:nvSpPr>
          <p:spPr bwMode="auto">
            <a:xfrm flipV="1">
              <a:off x="7107695" y="952347"/>
              <a:ext cx="1228327"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41" name="Line 20"/>
            <p:cNvSpPr>
              <a:spLocks noChangeShapeType="1"/>
            </p:cNvSpPr>
            <p:nvPr/>
          </p:nvSpPr>
          <p:spPr bwMode="auto">
            <a:xfrm flipV="1">
              <a:off x="7096583" y="653945"/>
              <a:ext cx="128582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42" name="Rectangle 21"/>
            <p:cNvSpPr>
              <a:spLocks noChangeArrowheads="1"/>
            </p:cNvSpPr>
            <p:nvPr/>
          </p:nvSpPr>
          <p:spPr bwMode="auto">
            <a:xfrm>
              <a:off x="7339460" y="287463"/>
              <a:ext cx="1119165" cy="36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header  </a:t>
              </a: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4</a:t>
              </a: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122943" name="Line 22"/>
            <p:cNvSpPr>
              <a:spLocks noChangeShapeType="1"/>
            </p:cNvSpPr>
            <p:nvPr/>
          </p:nvSpPr>
          <p:spPr bwMode="auto">
            <a:xfrm>
              <a:off x="7107696" y="360303"/>
              <a:ext cx="125407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44" name="Line 23"/>
            <p:cNvSpPr>
              <a:spLocks noChangeShapeType="1"/>
            </p:cNvSpPr>
            <p:nvPr/>
          </p:nvSpPr>
          <p:spPr bwMode="auto">
            <a:xfrm>
              <a:off x="7378551" y="374588"/>
              <a:ext cx="0" cy="2841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45" name="Rectangle 40"/>
            <p:cNvSpPr>
              <a:spLocks noChangeArrowheads="1"/>
            </p:cNvSpPr>
            <p:nvPr/>
          </p:nvSpPr>
          <p:spPr bwMode="auto">
            <a:xfrm>
              <a:off x="7126744" y="615850"/>
              <a:ext cx="1220390" cy="36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int     0</a:t>
              </a:r>
            </a:p>
          </p:txBody>
        </p:sp>
        <p:sp>
          <p:nvSpPr>
            <p:cNvPr id="122946" name="Line 24"/>
            <p:cNvSpPr>
              <a:spLocks noChangeShapeType="1"/>
            </p:cNvSpPr>
            <p:nvPr/>
          </p:nvSpPr>
          <p:spPr bwMode="auto">
            <a:xfrm>
              <a:off x="7378551" y="696799"/>
              <a:ext cx="0" cy="26983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49" name="Line 95"/>
            <p:cNvSpPr>
              <a:spLocks noChangeShapeType="1"/>
            </p:cNvSpPr>
            <p:nvPr/>
          </p:nvSpPr>
          <p:spPr bwMode="auto">
            <a:xfrm>
              <a:off x="6819900" y="2066925"/>
              <a:ext cx="0" cy="631825"/>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50" name="Line 43"/>
            <p:cNvSpPr>
              <a:spLocks noChangeShapeType="1"/>
            </p:cNvSpPr>
            <p:nvPr/>
          </p:nvSpPr>
          <p:spPr bwMode="auto">
            <a:xfrm>
              <a:off x="6804025" y="2066925"/>
              <a:ext cx="246063" cy="0"/>
            </a:xfrm>
            <a:prstGeom prst="line">
              <a:avLst/>
            </a:prstGeom>
            <a:noFill/>
            <a:ln w="25400">
              <a:solidFill>
                <a:srgbClr val="FF0000"/>
              </a:solidFill>
              <a:round/>
              <a:headEnd/>
              <a:tailEnd type="stealth" w="lg" len="lg"/>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49" name="Line 51"/>
            <p:cNvSpPr>
              <a:spLocks noChangeShapeType="1"/>
            </p:cNvSpPr>
            <p:nvPr/>
          </p:nvSpPr>
          <p:spPr bwMode="auto">
            <a:xfrm flipH="1" flipV="1">
              <a:off x="6498916" y="2198608"/>
              <a:ext cx="821399" cy="43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50" name="Line 3"/>
            <p:cNvSpPr>
              <a:spLocks noChangeShapeType="1"/>
            </p:cNvSpPr>
            <p:nvPr/>
          </p:nvSpPr>
          <p:spPr bwMode="auto">
            <a:xfrm>
              <a:off x="6481777" y="1049790"/>
              <a:ext cx="0" cy="176026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51" name="Line 18"/>
            <p:cNvSpPr>
              <a:spLocks noChangeShapeType="1"/>
            </p:cNvSpPr>
            <p:nvPr/>
          </p:nvSpPr>
          <p:spPr bwMode="auto">
            <a:xfrm>
              <a:off x="8098600" y="362956"/>
              <a:ext cx="1587" cy="62061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52" name="Line 33"/>
            <p:cNvSpPr>
              <a:spLocks noChangeShapeType="1"/>
            </p:cNvSpPr>
            <p:nvPr/>
          </p:nvSpPr>
          <p:spPr bwMode="auto">
            <a:xfrm>
              <a:off x="8105646" y="1370687"/>
              <a:ext cx="0" cy="32221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53" name="Line 57"/>
            <p:cNvSpPr>
              <a:spLocks noChangeShapeType="1"/>
            </p:cNvSpPr>
            <p:nvPr/>
          </p:nvSpPr>
          <p:spPr bwMode="auto">
            <a:xfrm flipH="1">
              <a:off x="8586812" y="3610543"/>
              <a:ext cx="0" cy="90314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54" name="Line 43"/>
            <p:cNvSpPr>
              <a:spLocks noChangeShapeType="1"/>
            </p:cNvSpPr>
            <p:nvPr/>
          </p:nvSpPr>
          <p:spPr bwMode="auto">
            <a:xfrm flipH="1">
              <a:off x="8350184" y="1980237"/>
              <a:ext cx="4763" cy="119678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58" name="Line 103"/>
            <p:cNvSpPr>
              <a:spLocks noChangeShapeType="1"/>
            </p:cNvSpPr>
            <p:nvPr/>
          </p:nvSpPr>
          <p:spPr bwMode="auto">
            <a:xfrm flipH="1">
              <a:off x="6356350" y="2381250"/>
              <a:ext cx="374650" cy="0"/>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59" name="Line 103"/>
            <p:cNvSpPr>
              <a:spLocks noChangeShapeType="1"/>
            </p:cNvSpPr>
            <p:nvPr/>
          </p:nvSpPr>
          <p:spPr bwMode="auto">
            <a:xfrm flipH="1" flipV="1">
              <a:off x="6376988" y="2692400"/>
              <a:ext cx="431800" cy="0"/>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60" name="Line 95"/>
            <p:cNvSpPr>
              <a:spLocks noChangeShapeType="1"/>
            </p:cNvSpPr>
            <p:nvPr/>
          </p:nvSpPr>
          <p:spPr bwMode="auto">
            <a:xfrm flipH="1">
              <a:off x="6732588" y="1511300"/>
              <a:ext cx="0" cy="865188"/>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61" name="Line 95"/>
            <p:cNvSpPr>
              <a:spLocks noChangeShapeType="1"/>
            </p:cNvSpPr>
            <p:nvPr/>
          </p:nvSpPr>
          <p:spPr bwMode="auto">
            <a:xfrm flipH="1">
              <a:off x="6626225" y="852488"/>
              <a:ext cx="0" cy="1252537"/>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62" name="Line 43"/>
            <p:cNvSpPr>
              <a:spLocks noChangeShapeType="1"/>
            </p:cNvSpPr>
            <p:nvPr/>
          </p:nvSpPr>
          <p:spPr bwMode="auto">
            <a:xfrm flipV="1">
              <a:off x="6732588" y="1511300"/>
              <a:ext cx="284162" cy="0"/>
            </a:xfrm>
            <a:prstGeom prst="line">
              <a:avLst/>
            </a:prstGeom>
            <a:noFill/>
            <a:ln w="25400">
              <a:solidFill>
                <a:srgbClr val="FF0000"/>
              </a:solidFill>
              <a:round/>
              <a:headEnd/>
              <a:tailEnd type="stealth" w="lg" len="lg"/>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63" name="Line 43"/>
            <p:cNvSpPr>
              <a:spLocks noChangeShapeType="1"/>
            </p:cNvSpPr>
            <p:nvPr/>
          </p:nvSpPr>
          <p:spPr bwMode="auto">
            <a:xfrm>
              <a:off x="6635750" y="825500"/>
              <a:ext cx="471488" cy="0"/>
            </a:xfrm>
            <a:prstGeom prst="line">
              <a:avLst/>
            </a:prstGeom>
            <a:noFill/>
            <a:ln w="25400">
              <a:solidFill>
                <a:srgbClr val="FF0000"/>
              </a:solidFill>
              <a:round/>
              <a:headEnd/>
              <a:tailEnd type="stealth" w="lg" len="lg"/>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64" name="Line 95"/>
            <p:cNvSpPr>
              <a:spLocks noChangeShapeType="1"/>
            </p:cNvSpPr>
            <p:nvPr/>
          </p:nvSpPr>
          <p:spPr bwMode="auto">
            <a:xfrm flipH="1">
              <a:off x="8440737" y="3030538"/>
              <a:ext cx="0" cy="215900"/>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65" name="Line 43"/>
            <p:cNvSpPr>
              <a:spLocks noChangeShapeType="1"/>
            </p:cNvSpPr>
            <p:nvPr/>
          </p:nvSpPr>
          <p:spPr bwMode="auto">
            <a:xfrm>
              <a:off x="7740649" y="3262313"/>
              <a:ext cx="0" cy="280987"/>
            </a:xfrm>
            <a:prstGeom prst="line">
              <a:avLst/>
            </a:prstGeom>
            <a:noFill/>
            <a:ln w="25400">
              <a:solidFill>
                <a:srgbClr val="FF0000"/>
              </a:solidFill>
              <a:round/>
              <a:headEnd/>
              <a:tailEnd type="stealth" w="lg" len="lg"/>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266" name="Line 103"/>
            <p:cNvSpPr>
              <a:spLocks noChangeShapeType="1"/>
            </p:cNvSpPr>
            <p:nvPr/>
          </p:nvSpPr>
          <p:spPr bwMode="auto">
            <a:xfrm flipH="1" flipV="1">
              <a:off x="7740649" y="3233738"/>
              <a:ext cx="696913" cy="0"/>
            </a:xfrm>
            <a:prstGeom prst="line">
              <a:avLst/>
            </a:prstGeom>
            <a:noFill/>
            <a:ln w="25400">
              <a:solidFill>
                <a:srgbClr val="FF0000"/>
              </a:solidFill>
              <a:round/>
              <a:headEnd/>
              <a:tailEnd/>
            </a:ln>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64" name="Line 51"/>
            <p:cNvSpPr>
              <a:spLocks noChangeShapeType="1"/>
            </p:cNvSpPr>
            <p:nvPr/>
          </p:nvSpPr>
          <p:spPr bwMode="auto">
            <a:xfrm flipV="1">
              <a:off x="7570011" y="3277643"/>
              <a:ext cx="1" cy="38462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65" name="Line 51"/>
            <p:cNvSpPr>
              <a:spLocks noChangeShapeType="1"/>
            </p:cNvSpPr>
            <p:nvPr/>
          </p:nvSpPr>
          <p:spPr bwMode="auto">
            <a:xfrm flipH="1">
              <a:off x="6464638" y="1609715"/>
              <a:ext cx="736791" cy="16598"/>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66" name="Line 103"/>
            <p:cNvSpPr>
              <a:spLocks noChangeShapeType="1"/>
            </p:cNvSpPr>
            <p:nvPr/>
          </p:nvSpPr>
          <p:spPr bwMode="auto">
            <a:xfrm flipH="1" flipV="1">
              <a:off x="6282255" y="556698"/>
              <a:ext cx="968484" cy="0"/>
            </a:xfrm>
            <a:prstGeom prst="line">
              <a:avLst/>
            </a:prstGeom>
            <a:noFill/>
            <a:ln w="25400">
              <a:solidFill>
                <a:schemeClr val="tx2">
                  <a:lumMod val="60000"/>
                  <a:lumOff val="40000"/>
                </a:schemeClr>
              </a:solidFill>
              <a:round/>
              <a:headEnd/>
              <a:tailEnd/>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22967" name="Line 51"/>
            <p:cNvSpPr>
              <a:spLocks noChangeShapeType="1"/>
            </p:cNvSpPr>
            <p:nvPr/>
          </p:nvSpPr>
          <p:spPr bwMode="auto">
            <a:xfrm flipH="1">
              <a:off x="6300658" y="542412"/>
              <a:ext cx="0" cy="458199"/>
            </a:xfrm>
            <a:prstGeom prst="line">
              <a:avLst/>
            </a:prstGeom>
            <a:noFill/>
            <a:ln w="25400">
              <a:solidFill>
                <a:schemeClr val="tx2">
                  <a:lumMod val="60000"/>
                  <a:lumOff val="40000"/>
                </a:schemeClr>
              </a:solidFill>
              <a:round/>
              <a:headEnd/>
              <a:tailEnd type="stealth" w="lg" len="lg"/>
            </a:ln>
            <a:extLst>
              <a:ext uri="{909E8E84-426E-40DD-AFC4-6F175D3DCCD1}">
                <a14:hiddenFill xmlns:a14="http://schemas.microsoft.com/office/drawing/2010/main">
                  <a:noFill/>
                </a14:hiddenFill>
              </a:ext>
            </a:extLst>
          </p:spPr>
          <p:txBody>
            <a:bodyPr lIns="91440" tIns="45720" rIns="91440" bIns="45720"/>
            <a:lstStyle/>
            <a:p>
              <a:pPr marL="0" marR="0" lvl="0" indent="0" algn="l" defTabSz="1219170" rtl="0" eaLnBrk="0" fontAlgn="base" latinLnBrk="0" hangingPunct="0">
                <a:lnSpc>
                  <a:spcPct val="100000"/>
                </a:lnSpc>
                <a:spcBef>
                  <a:spcPct val="0"/>
                </a:spcBef>
                <a:spcAft>
                  <a:spcPct val="0"/>
                </a:spcAft>
                <a:buClrTx/>
                <a:buSzTx/>
                <a:buFontTx/>
                <a:buNone/>
                <a:tabLst/>
                <a:defRPr/>
              </a:pPr>
              <a:endParaRPr kumimoji="0" lang="zh-CN" altLang="en-US" sz="1467" b="1" i="0" u="none" strike="noStrike" kern="1200" cap="none" spc="0" normalizeH="0" baseline="0" noProof="0">
                <a:ln>
                  <a:noFill/>
                </a:ln>
                <a:solidFill>
                  <a:prstClr val="black"/>
                </a:solidFill>
                <a:effectLst/>
                <a:uLnTx/>
                <a:uFillTx/>
                <a:latin typeface="Times New Roman" panose="02020603050405020304" pitchFamily="18" charset="0"/>
                <a:ea typeface="楷体_GB2312" pitchFamily="49" charset="-122"/>
                <a:cs typeface="+mn-cs"/>
              </a:endParaRPr>
            </a:p>
          </p:txBody>
        </p:sp>
      </p:grpSp>
      <p:sp>
        <p:nvSpPr>
          <p:cNvPr id="88" name="线形标注 2 2">
            <a:extLst>
              <a:ext uri="{FF2B5EF4-FFF2-40B4-BE49-F238E27FC236}">
                <a16:creationId xmlns:a16="http://schemas.microsoft.com/office/drawing/2014/main" id="{DBBABBF0-E6BB-44AB-98F4-5C456D2828AB}"/>
              </a:ext>
            </a:extLst>
          </p:cNvPr>
          <p:cNvSpPr/>
          <p:nvPr/>
        </p:nvSpPr>
        <p:spPr>
          <a:xfrm>
            <a:off x="1199456" y="5679604"/>
            <a:ext cx="1152128" cy="242321"/>
          </a:xfrm>
          <a:prstGeom prst="borderCallout2">
            <a:avLst>
              <a:gd name="adj1" fmla="val 74653"/>
              <a:gd name="adj2" fmla="val 100428"/>
              <a:gd name="adj3" fmla="val 123569"/>
              <a:gd name="adj4" fmla="val 125898"/>
              <a:gd name="adj5" fmla="val 91537"/>
              <a:gd name="adj6" fmla="val 245813"/>
            </a:avLst>
          </a:prstGeom>
          <a:solidFill>
            <a:schemeClr val="accent5">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r>
              <a:rPr lang="en-US" altLang="zh-CN"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t>
            </a:r>
            <a:r>
              <a:rPr lang="en-US" altLang="zh-CN" sz="1867"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a:t>
            </a:r>
            <a:r>
              <a:rPr lang="en-US" altLang="zh-CN"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(1,0)]</a:t>
            </a:r>
            <a:endPar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90" name="线形标注 2 89">
            <a:extLst>
              <a:ext uri="{FF2B5EF4-FFF2-40B4-BE49-F238E27FC236}">
                <a16:creationId xmlns:a16="http://schemas.microsoft.com/office/drawing/2014/main" id="{CFF98C5B-A7A1-4755-A84D-50E2A7D8720E}"/>
              </a:ext>
            </a:extLst>
          </p:cNvPr>
          <p:cNvSpPr/>
          <p:nvPr/>
        </p:nvSpPr>
        <p:spPr>
          <a:xfrm>
            <a:off x="5425909" y="5266918"/>
            <a:ext cx="1152128" cy="242321"/>
          </a:xfrm>
          <a:prstGeom prst="borderCallout2">
            <a:avLst>
              <a:gd name="adj1" fmla="val 88629"/>
              <a:gd name="adj2" fmla="val -984"/>
              <a:gd name="adj3" fmla="val 102605"/>
              <a:gd name="adj4" fmla="val -26955"/>
              <a:gd name="adj5" fmla="val 161417"/>
              <a:gd name="adj6" fmla="val -40787"/>
            </a:avLst>
          </a:prstGeom>
          <a:solidFill>
            <a:schemeClr val="accent5">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eaLnBrk="0" fontAlgn="base" hangingPunct="0">
              <a:spcBef>
                <a:spcPct val="0"/>
              </a:spcBef>
              <a:spcAft>
                <a:spcPct val="0"/>
              </a:spcAft>
            </a:pPr>
            <a:r>
              <a:rPr lang="en-US" altLang="zh-CN"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t>
            </a:r>
            <a:r>
              <a:rPr lang="en-US" altLang="zh-CN" sz="1867"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v</a:t>
            </a:r>
            <a:r>
              <a:rPr lang="en-US" altLang="zh-CN"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(2,4)]</a:t>
            </a:r>
            <a:endParaRPr lang="zh-CN" altLang="en-US" sz="1867"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91" name="Rectangle 28">
            <a:extLst>
              <a:ext uri="{FF2B5EF4-FFF2-40B4-BE49-F238E27FC236}">
                <a16:creationId xmlns:a16="http://schemas.microsoft.com/office/drawing/2014/main" id="{6774759C-0648-4C9C-BBD5-AA6169A74EA2}"/>
              </a:ext>
            </a:extLst>
          </p:cNvPr>
          <p:cNvSpPr>
            <a:spLocks noChangeArrowheads="1"/>
          </p:cNvSpPr>
          <p:nvPr/>
        </p:nvSpPr>
        <p:spPr bwMode="auto">
          <a:xfrm>
            <a:off x="5972294" y="2470898"/>
            <a:ext cx="2385779" cy="48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err="1">
                <a:solidFill>
                  <a:srgbClr val="000000"/>
                </a:solidFill>
                <a:ea typeface="宋体" panose="02010600030101010101" pitchFamily="2" charset="-122"/>
                <a:cs typeface="Times New Roman" panose="02020603050405020304" pitchFamily="18" charset="0"/>
              </a:rPr>
              <a:t>readarray</a:t>
            </a:r>
            <a:r>
              <a:rPr lang="en-US" altLang="zh-CN" sz="2400" i="1" dirty="0">
                <a:solidFill>
                  <a:srgbClr val="000000"/>
                </a:solidFill>
                <a:ea typeface="宋体" panose="02010600030101010101" pitchFamily="2" charset="-122"/>
                <a:cs typeface="Times New Roman" panose="02020603050405020304" pitchFamily="18" charset="0"/>
              </a:rPr>
              <a:t>   proc</a:t>
            </a:r>
          </a:p>
        </p:txBody>
      </p:sp>
      <p:sp>
        <p:nvSpPr>
          <p:cNvPr id="92" name="Rectangle 39">
            <a:extLst>
              <a:ext uri="{FF2B5EF4-FFF2-40B4-BE49-F238E27FC236}">
                <a16:creationId xmlns:a16="http://schemas.microsoft.com/office/drawing/2014/main" id="{F34CC651-2071-4743-AF83-1C72485046C2}"/>
              </a:ext>
            </a:extLst>
          </p:cNvPr>
          <p:cNvSpPr>
            <a:spLocks noChangeArrowheads="1"/>
          </p:cNvSpPr>
          <p:nvPr/>
        </p:nvSpPr>
        <p:spPr bwMode="auto">
          <a:xfrm>
            <a:off x="5965837" y="2865486"/>
            <a:ext cx="2428744" cy="484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exchange   proc</a:t>
            </a:r>
          </a:p>
        </p:txBody>
      </p:sp>
      <p:sp>
        <p:nvSpPr>
          <p:cNvPr id="93" name="Rectangle 69">
            <a:extLst>
              <a:ext uri="{FF2B5EF4-FFF2-40B4-BE49-F238E27FC236}">
                <a16:creationId xmlns:a16="http://schemas.microsoft.com/office/drawing/2014/main" id="{9A664F47-1F80-4E5B-AD4B-FFF559EBA8E7}"/>
              </a:ext>
            </a:extLst>
          </p:cNvPr>
          <p:cNvSpPr>
            <a:spLocks noChangeArrowheads="1"/>
          </p:cNvSpPr>
          <p:nvPr/>
        </p:nvSpPr>
        <p:spPr bwMode="auto">
          <a:xfrm>
            <a:off x="9405581" y="3786606"/>
            <a:ext cx="2201134" cy="556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partition </a:t>
            </a:r>
            <a:r>
              <a:rPr lang="en-US" altLang="zh-CN" sz="2000" i="1" dirty="0">
                <a:solidFill>
                  <a:srgbClr val="000000"/>
                </a:solidFill>
                <a:ea typeface="宋体" panose="02010600030101010101" pitchFamily="2" charset="-122"/>
                <a:cs typeface="Times New Roman" panose="02020603050405020304" pitchFamily="18" charset="0"/>
              </a:rPr>
              <a:t>proc</a:t>
            </a:r>
            <a:endParaRPr lang="en-US" altLang="zh-CN" sz="2400" i="1" dirty="0">
              <a:solidFill>
                <a:srgbClr val="000000"/>
              </a:solidFill>
              <a:ea typeface="宋体" panose="02010600030101010101" pitchFamily="2" charset="-122"/>
              <a:cs typeface="Times New Roman" panose="02020603050405020304" pitchFamily="18" charset="0"/>
            </a:endParaRPr>
          </a:p>
        </p:txBody>
      </p:sp>
      <p:sp>
        <p:nvSpPr>
          <p:cNvPr id="94" name="Rectangle 72">
            <a:extLst>
              <a:ext uri="{FF2B5EF4-FFF2-40B4-BE49-F238E27FC236}">
                <a16:creationId xmlns:a16="http://schemas.microsoft.com/office/drawing/2014/main" id="{E226BF33-E26E-40F4-A10F-83747B06565C}"/>
              </a:ext>
            </a:extLst>
          </p:cNvPr>
          <p:cNvSpPr>
            <a:spLocks noChangeArrowheads="1"/>
          </p:cNvSpPr>
          <p:nvPr/>
        </p:nvSpPr>
        <p:spPr bwMode="auto">
          <a:xfrm>
            <a:off x="6002853" y="3257578"/>
            <a:ext cx="2851040" cy="51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1440" tIns="45720" rIns="91440" bIns="4572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defTabSz="1219170" eaLnBrk="0" fontAlgn="base" hangingPunct="0">
              <a:spcBef>
                <a:spcPct val="0"/>
              </a:spcBef>
              <a:spcAft>
                <a:spcPct val="0"/>
              </a:spcAft>
            </a:pPr>
            <a:r>
              <a:rPr lang="en-US" altLang="zh-CN" sz="2400" i="1" dirty="0">
                <a:solidFill>
                  <a:srgbClr val="000000"/>
                </a:solidFill>
                <a:ea typeface="宋体" panose="02010600030101010101" pitchFamily="2" charset="-122"/>
                <a:cs typeface="Times New Roman" panose="02020603050405020304" pitchFamily="18" charset="0"/>
              </a:rPr>
              <a:t>quicksort   proc</a:t>
            </a:r>
          </a:p>
        </p:txBody>
      </p:sp>
      <p:sp>
        <p:nvSpPr>
          <p:cNvPr id="95" name="矩形 94">
            <a:extLst>
              <a:ext uri="{FF2B5EF4-FFF2-40B4-BE49-F238E27FC236}">
                <a16:creationId xmlns:a16="http://schemas.microsoft.com/office/drawing/2014/main" id="{6F357B4D-10AE-4FDD-96A9-FAF80A411B14}"/>
              </a:ext>
            </a:extLst>
          </p:cNvPr>
          <p:cNvSpPr/>
          <p:nvPr/>
        </p:nvSpPr>
        <p:spPr>
          <a:xfrm>
            <a:off x="207434" y="1104901"/>
            <a:ext cx="10902951" cy="5707140"/>
          </a:xfrm>
          <a:prstGeom prst="rect">
            <a:avLst/>
          </a:prstGeom>
          <a:noFill/>
          <a:ln>
            <a:noFill/>
          </a:ln>
        </p:spPr>
        <p:txBody>
          <a:bodyPr lIns="91440" tIns="45720" rIns="91440" bIns="45720">
            <a:spAutoFit/>
          </a:bodyPr>
          <a:lstStyle/>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program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sort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input</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output</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array</a:t>
            </a:r>
            <a:r>
              <a:rPr lang="en-US" altLang="zh-CN" sz="2667" b="1" kern="0" dirty="0">
                <a:solidFill>
                  <a:srgbClr val="000000"/>
                </a:solidFill>
                <a:latin typeface="Times New Roman" panose="02020603050405020304" pitchFamily="18" charset="0"/>
                <a:ea typeface="楷体_GB2312" pitchFamily="49" charset="-122"/>
              </a:rPr>
              <a:t>[0..10] </a:t>
            </a:r>
            <a:r>
              <a:rPr lang="en-US" altLang="zh-CN" sz="2667" b="1" i="1" kern="0" dirty="0">
                <a:solidFill>
                  <a:srgbClr val="000000"/>
                </a:solidFill>
                <a:latin typeface="Times New Roman" panose="02020603050405020304" pitchFamily="18" charset="0"/>
                <a:ea typeface="楷体_GB2312" pitchFamily="49" charset="-122"/>
              </a:rPr>
              <a:t>of 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i="1" kern="0" dirty="0">
                <a:solidFill>
                  <a:srgbClr val="000000"/>
                </a:solidFill>
                <a:latin typeface="Times New Roman" panose="02020603050405020304" pitchFamily="18" charset="0"/>
                <a:ea typeface="楷体_GB2312" pitchFamily="49" charset="-122"/>
              </a:rPr>
              <a:t>           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FF0000"/>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 </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exchang</a:t>
            </a:r>
            <a:r>
              <a:rPr lang="en-US" altLang="zh-CN" sz="2667" b="1" kern="0" dirty="0">
                <a:solidFill>
                  <a:srgbClr val="FF0000"/>
                </a:solidFill>
                <a:latin typeface="Times New Roman" panose="02020603050405020304" pitchFamily="18" charset="0"/>
                <a:ea typeface="楷体_GB2312" pitchFamily="49" charset="-122"/>
              </a:rPr>
              <a:t>e</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err="1">
                <a:solidFill>
                  <a:prstClr val="black"/>
                </a:solidFill>
                <a:latin typeface="Times New Roman" panose="02020603050405020304" pitchFamily="18" charset="0"/>
                <a:ea typeface="楷体_GB2312" pitchFamily="49" charset="-122"/>
              </a:rPr>
              <a:t>i</a:t>
            </a:r>
            <a:r>
              <a:rPr lang="en-US" altLang="zh-CN" sz="2667" b="1" kern="0" dirty="0">
                <a:solidFill>
                  <a:prstClr val="black"/>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x</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a:t>
            </a:r>
            <a:r>
              <a:rPr lang="en-US" altLang="zh-CN" sz="2667" b="1" kern="0" dirty="0">
                <a:solidFill>
                  <a:srgbClr val="0000FF"/>
                </a:solidFill>
                <a:latin typeface="Times New Roman" panose="02020603050405020304" pitchFamily="18" charset="0"/>
                <a:ea typeface="楷体_GB2312" pitchFamily="49" charset="-122"/>
              </a:rPr>
              <a:t>e</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procedure</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quicksort</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m</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n</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k</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v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function</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FF0000"/>
                </a:solidFill>
                <a:latin typeface="Times New Roman" panose="02020603050405020304" pitchFamily="18" charset="0"/>
                <a:ea typeface="楷体_GB2312" pitchFamily="49" charset="-122"/>
              </a:rPr>
              <a:t>partition</a:t>
            </a:r>
            <a:r>
              <a:rPr lang="en-US" altLang="zh-CN" sz="2667" b="1" kern="0" dirty="0">
                <a:solidFill>
                  <a:prstClr val="black"/>
                </a:solidFill>
                <a:latin typeface="Times New Roman" panose="02020603050405020304" pitchFamily="18" charset="0"/>
                <a:ea typeface="楷体_GB2312" pitchFamily="49" charset="-122"/>
              </a:rPr>
              <a:t>(</a:t>
            </a:r>
            <a:r>
              <a:rPr lang="en-US" altLang="zh-CN" sz="2667" b="1" i="1" kern="0" dirty="0">
                <a:solidFill>
                  <a:prstClr val="black"/>
                </a:solidFill>
                <a:latin typeface="Times New Roman" panose="02020603050405020304" pitchFamily="18" charset="0"/>
                <a:ea typeface="楷体_GB2312" pitchFamily="49" charset="-122"/>
              </a:rPr>
              <a:t>y</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z</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00"/>
                </a:solidFill>
                <a:latin typeface="Times New Roman" panose="02020603050405020304" pitchFamily="18" charset="0"/>
                <a:ea typeface="楷体_GB2312" pitchFamily="49" charset="-122"/>
              </a:rPr>
              <a:t>intege</a:t>
            </a:r>
            <a:r>
              <a:rPr lang="en-US" altLang="zh-CN" sz="2667" b="1" kern="0" dirty="0">
                <a:solidFill>
                  <a:srgbClr val="000000"/>
                </a:solidFill>
                <a:latin typeface="Times New Roman" panose="02020603050405020304" pitchFamily="18" charset="0"/>
                <a:ea typeface="楷体_GB2312" pitchFamily="49" charset="-122"/>
              </a:rPr>
              <a:t>r;</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var</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err="1">
                <a:solidFill>
                  <a:srgbClr val="000000"/>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integer</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exchange</a:t>
            </a:r>
            <a:r>
              <a:rPr lang="en-US" altLang="zh-CN" sz="2667" b="1" kern="0" dirty="0">
                <a:solidFill>
                  <a:srgbClr val="0000FF"/>
                </a:solidFill>
                <a:latin typeface="Times New Roman" panose="02020603050405020304" pitchFamily="18" charset="0"/>
                <a:ea typeface="楷体_GB2312" pitchFamily="49" charset="-122"/>
              </a:rPr>
              <a:t>(</a:t>
            </a:r>
            <a:r>
              <a:rPr lang="en-US" altLang="zh-CN" sz="2667" b="1" i="1" kern="0" dirty="0" err="1">
                <a:solidFill>
                  <a:srgbClr val="0000FF"/>
                </a:solidFill>
                <a:latin typeface="Times New Roman" panose="02020603050405020304" pitchFamily="18" charset="0"/>
                <a:ea typeface="楷体_GB2312" pitchFamily="49" charset="-122"/>
              </a:rPr>
              <a:t>i</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j</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end </a:t>
            </a:r>
            <a:r>
              <a:rPr lang="en-US" altLang="zh-CN" sz="2667" b="1" kern="0" dirty="0">
                <a:solidFill>
                  <a:srgbClr val="000000"/>
                </a:solidFill>
                <a:latin typeface="Times New Roman" panose="02020603050405020304" pitchFamily="18" charset="0"/>
                <a:ea typeface="楷体_GB2312" pitchFamily="49" charset="-122"/>
              </a:rPr>
              <a:t>{</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00"/>
                </a:solidFill>
                <a:latin typeface="Times New Roman" panose="02020603050405020304" pitchFamily="18" charset="0"/>
                <a:ea typeface="楷体_GB2312" pitchFamily="49" charset="-122"/>
              </a:rPr>
              <a:t>};</a:t>
            </a: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v</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FF"/>
                </a:solidFill>
                <a:latin typeface="Times New Roman" panose="02020603050405020304" pitchFamily="18" charset="0"/>
                <a:ea typeface="楷体_GB2312" pitchFamily="49" charset="-122"/>
              </a:rPr>
              <a:t>partition</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00"/>
                </a:solidFill>
                <a:latin typeface="Times New Roman" panose="02020603050405020304" pitchFamily="18" charset="0"/>
                <a:ea typeface="楷体_GB2312" pitchFamily="49" charset="-122"/>
              </a:rPr>
              <a:t>};</a:t>
            </a:r>
            <a:endParaRPr lang="zh-CN" altLang="en-US" sz="2667" b="1" kern="0" dirty="0">
              <a:solidFill>
                <a:srgbClr val="000000"/>
              </a:solidFill>
              <a:latin typeface="Times New Roman" panose="02020603050405020304" pitchFamily="18" charset="0"/>
              <a:ea typeface="楷体_GB2312" pitchFamily="49" charset="-122"/>
            </a:endParaRPr>
          </a:p>
          <a:p>
            <a:pPr marL="342891" indent="-342891" algn="just" defTabSz="1219170" fontAlgn="base">
              <a:lnSpc>
                <a:spcPct val="80000"/>
              </a:lnSpc>
              <a:spcBef>
                <a:spcPct val="12000"/>
              </a:spcBef>
              <a:spcAft>
                <a:spcPct val="0"/>
              </a:spcAft>
              <a:buClr>
                <a:srgbClr val="3333CC"/>
              </a:buClr>
              <a:buSzPct val="60000"/>
              <a:defRPr/>
            </a:pP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begin</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a:solidFill>
                  <a:srgbClr val="000000"/>
                </a:solidFill>
                <a:latin typeface="Times New Roman" panose="02020603050405020304" pitchFamily="18" charset="0"/>
                <a:ea typeface="楷体_GB2312" pitchFamily="49" charset="-122"/>
              </a:rPr>
              <a:t>a</a:t>
            </a:r>
            <a:r>
              <a:rPr lang="en-US" altLang="zh-CN" sz="2667" b="1" kern="0" dirty="0">
                <a:solidFill>
                  <a:srgbClr val="000000"/>
                </a:solidFill>
                <a:latin typeface="Times New Roman" panose="02020603050405020304" pitchFamily="18" charset="0"/>
                <a:ea typeface="楷体_GB2312" pitchFamily="49" charset="-122"/>
              </a:rPr>
              <a:t> … </a:t>
            </a:r>
            <a:r>
              <a:rPr lang="en-US" altLang="zh-CN" sz="2667" b="1" i="1" kern="0" dirty="0" err="1">
                <a:solidFill>
                  <a:srgbClr val="0000FF"/>
                </a:solidFill>
                <a:latin typeface="Times New Roman" panose="02020603050405020304" pitchFamily="18" charset="0"/>
                <a:ea typeface="楷体_GB2312" pitchFamily="49" charset="-122"/>
              </a:rPr>
              <a:t>readarray</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quicksort</a:t>
            </a:r>
            <a:r>
              <a:rPr lang="en-US" altLang="zh-CN" sz="2667" b="1" kern="0" dirty="0">
                <a:solidFill>
                  <a:srgbClr val="0000FF"/>
                </a:solidFill>
                <a:latin typeface="Times New Roman" panose="02020603050405020304" pitchFamily="18" charset="0"/>
                <a:ea typeface="楷体_GB2312" pitchFamily="49" charset="-122"/>
              </a:rPr>
              <a:t> </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00"/>
                </a:solidFill>
                <a:latin typeface="Times New Roman" panose="02020603050405020304" pitchFamily="18" charset="0"/>
                <a:ea typeface="楷体_GB2312" pitchFamily="49" charset="-122"/>
              </a:rPr>
              <a:t>end</a:t>
            </a:r>
            <a:r>
              <a:rPr lang="en-US" altLang="zh-CN" sz="2667" b="1" kern="0" dirty="0">
                <a:solidFill>
                  <a:srgbClr val="000000"/>
                </a:solidFill>
                <a:latin typeface="Times New Roman" panose="02020603050405020304" pitchFamily="18" charset="0"/>
                <a:ea typeface="楷体_GB2312" pitchFamily="49" charset="-122"/>
              </a:rPr>
              <a:t> {</a:t>
            </a:r>
            <a:r>
              <a:rPr lang="en-US" altLang="zh-CN" sz="2667" b="1" i="1" kern="0" dirty="0">
                <a:solidFill>
                  <a:srgbClr val="0000FF"/>
                </a:solidFill>
                <a:latin typeface="Times New Roman" panose="02020603050405020304" pitchFamily="18" charset="0"/>
                <a:ea typeface="楷体_GB2312" pitchFamily="49" charset="-122"/>
              </a:rPr>
              <a:t>sort</a:t>
            </a:r>
            <a:r>
              <a:rPr lang="en-US" altLang="zh-CN" sz="2667" b="1" kern="0" dirty="0">
                <a:solidFill>
                  <a:srgbClr val="000000"/>
                </a:solidFill>
                <a:latin typeface="Times New Roman" panose="02020603050405020304" pitchFamily="18" charset="0"/>
                <a:ea typeface="楷体_GB2312" pitchFamily="49" charset="-122"/>
              </a:rPr>
              <a:t>};</a:t>
            </a:r>
          </a:p>
        </p:txBody>
      </p:sp>
    </p:spTree>
    <p:extLst>
      <p:ext uri="{BB962C8B-B14F-4D97-AF65-F5344CB8AC3E}">
        <p14:creationId xmlns:p14="http://schemas.microsoft.com/office/powerpoint/2010/main" val="2045472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8"/>
                                        </p:tgtEl>
                                        <p:attrNameLst>
                                          <p:attrName>style.visibility</p:attrName>
                                        </p:attrNameLst>
                                      </p:cBhvr>
                                      <p:to>
                                        <p:strVal val="visible"/>
                                      </p:to>
                                    </p:set>
                                    <p:anim calcmode="lin" valueType="num">
                                      <p:cBhvr>
                                        <p:cTn id="7" dur="500" fill="hold"/>
                                        <p:tgtEl>
                                          <p:spTgt spid="88"/>
                                        </p:tgtEl>
                                        <p:attrNameLst>
                                          <p:attrName>ppt_w</p:attrName>
                                        </p:attrNameLst>
                                      </p:cBhvr>
                                      <p:tavLst>
                                        <p:tav tm="0">
                                          <p:val>
                                            <p:fltVal val="0"/>
                                          </p:val>
                                        </p:tav>
                                        <p:tav tm="100000">
                                          <p:val>
                                            <p:strVal val="#ppt_w"/>
                                          </p:val>
                                        </p:tav>
                                      </p:tavLst>
                                    </p:anim>
                                    <p:anim calcmode="lin" valueType="num">
                                      <p:cBhvr>
                                        <p:cTn id="8" dur="500" fill="hold"/>
                                        <p:tgtEl>
                                          <p:spTgt spid="88"/>
                                        </p:tgtEl>
                                        <p:attrNameLst>
                                          <p:attrName>ppt_h</p:attrName>
                                        </p:attrNameLst>
                                      </p:cBhvr>
                                      <p:tavLst>
                                        <p:tav tm="0">
                                          <p:val>
                                            <p:fltVal val="0"/>
                                          </p:val>
                                        </p:tav>
                                        <p:tav tm="100000">
                                          <p:val>
                                            <p:strVal val="#ppt_h"/>
                                          </p:val>
                                        </p:tav>
                                      </p:tavLst>
                                    </p:anim>
                                    <p:animEffect transition="in" filter="fade">
                                      <p:cBhvr>
                                        <p:cTn id="9" dur="500"/>
                                        <p:tgtEl>
                                          <p:spTgt spid="88"/>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90"/>
                                        </p:tgtEl>
                                        <p:attrNameLst>
                                          <p:attrName>style.visibility</p:attrName>
                                        </p:attrNameLst>
                                      </p:cBhvr>
                                      <p:to>
                                        <p:strVal val="visible"/>
                                      </p:to>
                                    </p:set>
                                    <p:anim calcmode="lin" valueType="num">
                                      <p:cBhvr>
                                        <p:cTn id="14" dur="500" fill="hold"/>
                                        <p:tgtEl>
                                          <p:spTgt spid="90"/>
                                        </p:tgtEl>
                                        <p:attrNameLst>
                                          <p:attrName>ppt_w</p:attrName>
                                        </p:attrNameLst>
                                      </p:cBhvr>
                                      <p:tavLst>
                                        <p:tav tm="0">
                                          <p:val>
                                            <p:fltVal val="0"/>
                                          </p:val>
                                        </p:tav>
                                        <p:tav tm="100000">
                                          <p:val>
                                            <p:strVal val="#ppt_w"/>
                                          </p:val>
                                        </p:tav>
                                      </p:tavLst>
                                    </p:anim>
                                    <p:anim calcmode="lin" valueType="num">
                                      <p:cBhvr>
                                        <p:cTn id="15" dur="500" fill="hold"/>
                                        <p:tgtEl>
                                          <p:spTgt spid="90"/>
                                        </p:tgtEl>
                                        <p:attrNameLst>
                                          <p:attrName>ppt_h</p:attrName>
                                        </p:attrNameLst>
                                      </p:cBhvr>
                                      <p:tavLst>
                                        <p:tav tm="0">
                                          <p:val>
                                            <p:fltVal val="0"/>
                                          </p:val>
                                        </p:tav>
                                        <p:tav tm="100000">
                                          <p:val>
                                            <p:strVal val="#ppt_h"/>
                                          </p:val>
                                        </p:tav>
                                      </p:tavLst>
                                    </p:anim>
                                    <p:animEffect transition="in" filter="fade">
                                      <p:cBhvr>
                                        <p:cTn id="16"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90"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内容占位符 2"/>
          <p:cNvSpPr>
            <a:spLocks noGrp="1"/>
          </p:cNvSpPr>
          <p:nvPr>
            <p:ph idx="1"/>
          </p:nvPr>
        </p:nvSpPr>
        <p:spPr>
          <a:xfrm>
            <a:off x="431800" y="1143001"/>
            <a:ext cx="11618384" cy="5617633"/>
          </a:xfrm>
        </p:spPr>
        <p:txBody>
          <a:bodyPr/>
          <a:lstStyle/>
          <a:p>
            <a:pPr>
              <a:lnSpc>
                <a:spcPts val="3733"/>
              </a:lnSpc>
              <a:buClrTx/>
              <a:buFont typeface="Wingdings" pitchFamily="2" charset="2"/>
              <a:buChar char="Ø"/>
              <a:defRPr/>
            </a:pPr>
            <a:r>
              <a:rPr lang="zh-CN" altLang="en-US" sz="3333" b="1" dirty="0">
                <a:solidFill>
                  <a:schemeClr val="tx1"/>
                </a:solidFill>
                <a:cs typeface="Times New Roman" pitchFamily="18" charset="0"/>
              </a:rPr>
              <a:t>当在某一层的</a:t>
            </a:r>
            <a:r>
              <a:rPr lang="zh-CN" altLang="en-US" sz="3333" b="1" dirty="0">
                <a:solidFill>
                  <a:schemeClr val="tx2">
                    <a:lumMod val="60000"/>
                    <a:lumOff val="40000"/>
                  </a:schemeClr>
                </a:solidFill>
                <a:cs typeface="Times New Roman" pitchFamily="18" charset="0"/>
              </a:rPr>
              <a:t>声明语句</a:t>
            </a:r>
            <a:r>
              <a:rPr lang="zh-CN" altLang="en-US" sz="3333" b="1" dirty="0">
                <a:solidFill>
                  <a:schemeClr val="tx1"/>
                </a:solidFill>
                <a:cs typeface="Times New Roman" pitchFamily="18" charset="0"/>
              </a:rPr>
              <a:t>中识别出一个标识符</a:t>
            </a:r>
            <a:r>
              <a:rPr lang="en-US" altLang="zh-CN" sz="3733" b="1" dirty="0">
                <a:solidFill>
                  <a:schemeClr val="tx1"/>
                </a:solidFill>
                <a:ea typeface="楷体" pitchFamily="49" charset="-122"/>
                <a:cs typeface="Times New Roman" pitchFamily="18" charset="0"/>
              </a:rPr>
              <a:t>(</a:t>
            </a:r>
            <a:r>
              <a:rPr lang="en-US" altLang="zh-CN" sz="3333" b="1" dirty="0">
                <a:solidFill>
                  <a:schemeClr val="tx1"/>
                </a:solidFill>
                <a:cs typeface="Times New Roman" pitchFamily="18" charset="0"/>
              </a:rPr>
              <a:t>id</a:t>
            </a:r>
            <a:r>
              <a:rPr lang="zh-CN" altLang="en-US" sz="3333" b="1" dirty="0">
                <a:solidFill>
                  <a:schemeClr val="tx1"/>
                </a:solidFill>
                <a:cs typeface="Times New Roman" pitchFamily="18" charset="0"/>
              </a:rPr>
              <a:t>的</a:t>
            </a:r>
            <a:r>
              <a:rPr lang="zh-CN" altLang="en-US" sz="3333" b="1" dirty="0">
                <a:solidFill>
                  <a:schemeClr val="tx2">
                    <a:lumMod val="60000"/>
                    <a:lumOff val="40000"/>
                  </a:schemeClr>
                </a:solidFill>
                <a:cs typeface="Times New Roman" pitchFamily="18" charset="0"/>
              </a:rPr>
              <a:t>定义性出现</a:t>
            </a:r>
            <a:r>
              <a:rPr lang="en-US" altLang="zh-CN" sz="3733" b="1" dirty="0">
                <a:solidFill>
                  <a:schemeClr val="tx1"/>
                </a:solidFill>
                <a:ea typeface="楷体" pitchFamily="49" charset="-122"/>
                <a:cs typeface="Times New Roman" pitchFamily="18" charset="0"/>
              </a:rPr>
              <a:t>)</a:t>
            </a:r>
            <a:r>
              <a:rPr lang="zh-CN" altLang="en-US" sz="3333" b="1" dirty="0">
                <a:solidFill>
                  <a:schemeClr val="tx1"/>
                </a:solidFill>
                <a:cs typeface="Times New Roman" pitchFamily="18" charset="0"/>
              </a:rPr>
              <a:t>时，以此标识符查相应于</a:t>
            </a:r>
            <a:r>
              <a:rPr lang="zh-CN" altLang="en-US" sz="3333" b="1" dirty="0">
                <a:solidFill>
                  <a:schemeClr val="tx2">
                    <a:lumMod val="60000"/>
                    <a:lumOff val="40000"/>
                  </a:schemeClr>
                </a:solidFill>
                <a:cs typeface="Times New Roman" pitchFamily="18" charset="0"/>
              </a:rPr>
              <a:t>本层的符号表</a:t>
            </a:r>
            <a:endParaRPr lang="en-US" altLang="zh-CN" sz="3333" b="1" dirty="0">
              <a:solidFill>
                <a:schemeClr val="tx2">
                  <a:lumMod val="60000"/>
                  <a:lumOff val="40000"/>
                </a:schemeClr>
              </a:solidFill>
              <a:cs typeface="Times New Roman" pitchFamily="18" charset="0"/>
            </a:endParaRPr>
          </a:p>
          <a:p>
            <a:pPr lvl="1">
              <a:lnSpc>
                <a:spcPts val="3733"/>
              </a:lnSpc>
              <a:buClrTx/>
              <a:buFont typeface="Wingdings" pitchFamily="2" charset="2"/>
              <a:buChar char="Ø"/>
              <a:defRPr/>
            </a:pPr>
            <a:r>
              <a:rPr lang="zh-CN" altLang="en-US" sz="3200" b="1" dirty="0">
                <a:solidFill>
                  <a:schemeClr val="tx1"/>
                </a:solidFill>
                <a:cs typeface="Times New Roman" pitchFamily="18" charset="0"/>
              </a:rPr>
              <a:t>如果查到，则报错并发出诊断信息“</a:t>
            </a:r>
            <a:r>
              <a:rPr lang="en-US" altLang="zh-CN" sz="3200" b="1" dirty="0">
                <a:solidFill>
                  <a:schemeClr val="tx1"/>
                </a:solidFill>
                <a:cs typeface="Times New Roman" pitchFamily="18" charset="0"/>
              </a:rPr>
              <a:t>id</a:t>
            </a:r>
            <a:r>
              <a:rPr lang="zh-CN" altLang="en-US" sz="3200" b="1" dirty="0">
                <a:solidFill>
                  <a:schemeClr val="tx2">
                    <a:lumMod val="60000"/>
                    <a:lumOff val="40000"/>
                  </a:schemeClr>
                </a:solidFill>
                <a:cs typeface="Times New Roman" pitchFamily="18" charset="0"/>
              </a:rPr>
              <a:t>重复声明</a:t>
            </a:r>
            <a:r>
              <a:rPr lang="zh-CN" altLang="en-US" sz="3200" b="1" dirty="0">
                <a:solidFill>
                  <a:schemeClr val="tx1"/>
                </a:solidFill>
                <a:cs typeface="Times New Roman" pitchFamily="18" charset="0"/>
              </a:rPr>
              <a:t>”</a:t>
            </a:r>
            <a:endParaRPr lang="en-US" altLang="zh-CN" sz="3200" b="1" dirty="0">
              <a:solidFill>
                <a:schemeClr val="tx1"/>
              </a:solidFill>
              <a:cs typeface="Times New Roman" pitchFamily="18" charset="0"/>
            </a:endParaRPr>
          </a:p>
          <a:p>
            <a:pPr lvl="1">
              <a:lnSpc>
                <a:spcPts val="3733"/>
              </a:lnSpc>
              <a:buClrTx/>
              <a:buFont typeface="Wingdings" pitchFamily="2" charset="2"/>
              <a:buChar char="Ø"/>
              <a:defRPr/>
            </a:pPr>
            <a:r>
              <a:rPr lang="zh-CN" altLang="en-US" sz="3200" b="1" dirty="0">
                <a:solidFill>
                  <a:schemeClr val="tx1"/>
                </a:solidFill>
                <a:cs typeface="Times New Roman" pitchFamily="18" charset="0"/>
              </a:rPr>
              <a:t>否则，在符号表中加入新登记项，将标识符及有关信息填入</a:t>
            </a:r>
            <a:endParaRPr lang="en-US" altLang="zh-CN" sz="3200" b="1" dirty="0">
              <a:solidFill>
                <a:schemeClr val="tx1"/>
              </a:solidFill>
              <a:cs typeface="Times New Roman" pitchFamily="18" charset="0"/>
            </a:endParaRPr>
          </a:p>
          <a:p>
            <a:pPr>
              <a:lnSpc>
                <a:spcPts val="3733"/>
              </a:lnSpc>
              <a:buClrTx/>
              <a:buFont typeface="Wingdings" pitchFamily="2" charset="2"/>
              <a:buChar char="Ø"/>
              <a:defRPr/>
            </a:pPr>
            <a:r>
              <a:rPr lang="zh-CN" altLang="en-US" sz="3333" b="1" dirty="0">
                <a:solidFill>
                  <a:schemeClr val="tx1"/>
                </a:solidFill>
                <a:cs typeface="Times New Roman" pitchFamily="18" charset="0"/>
              </a:rPr>
              <a:t>当在</a:t>
            </a:r>
            <a:r>
              <a:rPr lang="zh-CN" altLang="en-US" sz="3333" b="1" dirty="0">
                <a:solidFill>
                  <a:schemeClr val="tx2">
                    <a:lumMod val="60000"/>
                    <a:lumOff val="40000"/>
                  </a:schemeClr>
                </a:solidFill>
                <a:cs typeface="Times New Roman" pitchFamily="18" charset="0"/>
              </a:rPr>
              <a:t>可执行语句</a:t>
            </a:r>
            <a:r>
              <a:rPr lang="zh-CN" altLang="en-US" sz="3333" b="1" dirty="0">
                <a:solidFill>
                  <a:schemeClr val="tx1"/>
                </a:solidFill>
                <a:cs typeface="Times New Roman" pitchFamily="18" charset="0"/>
              </a:rPr>
              <a:t>部分扫视到标识符时</a:t>
            </a:r>
            <a:r>
              <a:rPr lang="en-US" altLang="zh-CN" sz="3733" b="1" dirty="0">
                <a:solidFill>
                  <a:schemeClr val="tx1"/>
                </a:solidFill>
                <a:ea typeface="楷体" pitchFamily="49" charset="-122"/>
                <a:cs typeface="Times New Roman" pitchFamily="18" charset="0"/>
              </a:rPr>
              <a:t>( </a:t>
            </a:r>
            <a:r>
              <a:rPr lang="en-US" altLang="zh-CN" sz="3333" b="1" dirty="0">
                <a:solidFill>
                  <a:schemeClr val="tx1"/>
                </a:solidFill>
                <a:cs typeface="Times New Roman" pitchFamily="18" charset="0"/>
              </a:rPr>
              <a:t>id</a:t>
            </a:r>
            <a:r>
              <a:rPr lang="zh-CN" altLang="en-US" sz="3333" b="1" dirty="0">
                <a:solidFill>
                  <a:schemeClr val="tx1"/>
                </a:solidFill>
                <a:cs typeface="Times New Roman" pitchFamily="18" charset="0"/>
              </a:rPr>
              <a:t>的</a:t>
            </a:r>
            <a:r>
              <a:rPr lang="zh-CN" altLang="en-US" sz="3333" b="1" dirty="0">
                <a:solidFill>
                  <a:schemeClr val="tx2">
                    <a:lumMod val="60000"/>
                    <a:lumOff val="40000"/>
                  </a:schemeClr>
                </a:solidFill>
                <a:cs typeface="Times New Roman" pitchFamily="18" charset="0"/>
              </a:rPr>
              <a:t>应用性出现</a:t>
            </a:r>
            <a:r>
              <a:rPr lang="en-US" altLang="zh-CN" sz="3733" b="1" dirty="0">
                <a:solidFill>
                  <a:schemeClr val="tx1"/>
                </a:solidFill>
                <a:ea typeface="楷体" pitchFamily="49" charset="-122"/>
                <a:cs typeface="Times New Roman" pitchFamily="18" charset="0"/>
              </a:rPr>
              <a:t>)</a:t>
            </a:r>
            <a:endParaRPr lang="en-US" altLang="zh-CN" sz="3333" b="1" dirty="0">
              <a:solidFill>
                <a:schemeClr val="tx1"/>
              </a:solidFill>
              <a:cs typeface="Times New Roman" pitchFamily="18" charset="0"/>
            </a:endParaRPr>
          </a:p>
          <a:p>
            <a:pPr lvl="1">
              <a:lnSpc>
                <a:spcPts val="3733"/>
              </a:lnSpc>
              <a:buClrTx/>
              <a:buFont typeface="Wingdings" pitchFamily="2" charset="2"/>
              <a:buChar char="Ø"/>
              <a:defRPr/>
            </a:pPr>
            <a:r>
              <a:rPr lang="zh-CN" altLang="en-US" sz="3200" b="1" dirty="0">
                <a:solidFill>
                  <a:schemeClr val="tx1"/>
                </a:solidFill>
                <a:cs typeface="Times New Roman" pitchFamily="18" charset="0"/>
              </a:rPr>
              <a:t>首先在</a:t>
            </a:r>
            <a:r>
              <a:rPr lang="zh-CN" altLang="en-US" sz="3200" b="1" dirty="0">
                <a:solidFill>
                  <a:schemeClr val="tx2">
                    <a:lumMod val="60000"/>
                    <a:lumOff val="40000"/>
                  </a:schemeClr>
                </a:solidFill>
                <a:cs typeface="Times New Roman" pitchFamily="18" charset="0"/>
              </a:rPr>
              <a:t>该层符号表</a:t>
            </a:r>
            <a:r>
              <a:rPr lang="zh-CN" altLang="en-US" sz="3200" b="1" dirty="0">
                <a:solidFill>
                  <a:schemeClr val="tx1"/>
                </a:solidFill>
                <a:cs typeface="Times New Roman" pitchFamily="18" charset="0"/>
              </a:rPr>
              <a:t>中查找该</a:t>
            </a:r>
            <a:r>
              <a:rPr lang="en-US" altLang="zh-CN" sz="3200" b="1" dirty="0">
                <a:solidFill>
                  <a:schemeClr val="tx1"/>
                </a:solidFill>
                <a:cs typeface="Times New Roman" pitchFamily="18" charset="0"/>
              </a:rPr>
              <a:t>id</a:t>
            </a:r>
            <a:r>
              <a:rPr lang="zh-CN" altLang="en-US" sz="3200" b="1" dirty="0">
                <a:solidFill>
                  <a:schemeClr val="tx1"/>
                </a:solidFill>
                <a:cs typeface="Times New Roman" pitchFamily="18" charset="0"/>
              </a:rPr>
              <a:t>，如果找不到，则到</a:t>
            </a:r>
            <a:r>
              <a:rPr lang="zh-CN" altLang="en-US" sz="3200" b="1" dirty="0">
                <a:solidFill>
                  <a:schemeClr val="tx2">
                    <a:lumMod val="60000"/>
                    <a:lumOff val="40000"/>
                  </a:schemeClr>
                </a:solidFill>
                <a:cs typeface="Times New Roman" pitchFamily="18" charset="0"/>
              </a:rPr>
              <a:t>直接外层</a:t>
            </a:r>
            <a:r>
              <a:rPr lang="zh-CN" altLang="en-US" sz="3200" b="1" dirty="0">
                <a:solidFill>
                  <a:schemeClr val="tx1"/>
                </a:solidFill>
                <a:cs typeface="Times New Roman" pitchFamily="18" charset="0"/>
              </a:rPr>
              <a:t>符号表中去查，如此等等，一旦找到，则在表中取出有关信息并作相应处理</a:t>
            </a:r>
            <a:endParaRPr lang="en-US" altLang="zh-CN" sz="3200" b="1" dirty="0">
              <a:solidFill>
                <a:schemeClr val="tx1"/>
              </a:solidFill>
              <a:cs typeface="Times New Roman" pitchFamily="18" charset="0"/>
            </a:endParaRPr>
          </a:p>
          <a:p>
            <a:pPr lvl="1">
              <a:lnSpc>
                <a:spcPts val="3733"/>
              </a:lnSpc>
              <a:buClrTx/>
              <a:buFont typeface="Wingdings" pitchFamily="2" charset="2"/>
              <a:buChar char="Ø"/>
              <a:defRPr/>
            </a:pPr>
            <a:r>
              <a:rPr lang="zh-CN" altLang="en-US" sz="3200" b="1" dirty="0">
                <a:solidFill>
                  <a:schemeClr val="tx1"/>
                </a:solidFill>
                <a:cs typeface="Times New Roman" pitchFamily="18" charset="0"/>
              </a:rPr>
              <a:t>如果查遍所有外层符号表均未找到该</a:t>
            </a:r>
            <a:r>
              <a:rPr lang="en-US" altLang="zh-CN" sz="3200" b="1" dirty="0">
                <a:solidFill>
                  <a:schemeClr val="tx1"/>
                </a:solidFill>
                <a:cs typeface="Times New Roman" pitchFamily="18" charset="0"/>
              </a:rPr>
              <a:t>id</a:t>
            </a:r>
            <a:r>
              <a:rPr lang="zh-CN" altLang="en-US" sz="3200" b="1" dirty="0">
                <a:solidFill>
                  <a:schemeClr val="tx1"/>
                </a:solidFill>
                <a:cs typeface="Times New Roman" pitchFamily="18" charset="0"/>
              </a:rPr>
              <a:t>，则报错并发出诊断信息“</a:t>
            </a:r>
            <a:r>
              <a:rPr lang="en-US" altLang="zh-CN" sz="3200" b="1" dirty="0">
                <a:solidFill>
                  <a:schemeClr val="tx1"/>
                </a:solidFill>
                <a:cs typeface="Times New Roman" pitchFamily="18" charset="0"/>
              </a:rPr>
              <a:t>id</a:t>
            </a:r>
            <a:r>
              <a:rPr lang="zh-CN" altLang="en-US" sz="3200" b="1" dirty="0">
                <a:solidFill>
                  <a:schemeClr val="tx2">
                    <a:lumMod val="60000"/>
                    <a:lumOff val="40000"/>
                  </a:schemeClr>
                </a:solidFill>
                <a:cs typeface="Times New Roman" pitchFamily="18" charset="0"/>
              </a:rPr>
              <a:t>未声明</a:t>
            </a:r>
            <a:r>
              <a:rPr lang="zh-CN" altLang="en-US" sz="3200" b="1" dirty="0">
                <a:solidFill>
                  <a:schemeClr val="tx1"/>
                </a:solidFill>
                <a:cs typeface="Times New Roman" pitchFamily="18" charset="0"/>
              </a:rPr>
              <a:t>”</a:t>
            </a:r>
          </a:p>
        </p:txBody>
      </p:sp>
      <p:sp>
        <p:nvSpPr>
          <p:cNvPr id="129027" name="标题 1"/>
          <p:cNvSpPr>
            <a:spLocks noGrp="1"/>
          </p:cNvSpPr>
          <p:nvPr>
            <p:ph type="title"/>
          </p:nvPr>
        </p:nvSpPr>
        <p:spPr>
          <a:xfrm>
            <a:off x="1007533" y="357718"/>
            <a:ext cx="10574867" cy="478367"/>
          </a:xfrm>
        </p:spPr>
        <p:txBody>
          <a:bodyPr/>
          <a:lstStyle/>
          <a:p>
            <a:r>
              <a:rPr lang="zh-CN" altLang="en-US" sz="4000"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标识符的基本处理方法</a:t>
            </a:r>
          </a:p>
        </p:txBody>
      </p:sp>
      <p:sp>
        <p:nvSpPr>
          <p:cNvPr id="2" name="矩形 1"/>
          <p:cNvSpPr/>
          <p:nvPr/>
        </p:nvSpPr>
        <p:spPr>
          <a:xfrm>
            <a:off x="5088380" y="4965171"/>
            <a:ext cx="5647700" cy="502766"/>
          </a:xfrm>
          <a:prstGeom prst="rect">
            <a:avLst/>
          </a:prstGeom>
        </p:spPr>
        <p:txBody>
          <a:bodyPr wrap="none">
            <a:spAutoFit/>
          </a:bodyPr>
          <a:lstStyle/>
          <a:p>
            <a:pPr defTabSz="1219170" eaLnBrk="0" fontAlgn="base" hangingPunct="0">
              <a:spcBef>
                <a:spcPct val="0"/>
              </a:spcBef>
              <a:spcAft>
                <a:spcPct val="0"/>
              </a:spcAft>
            </a:pPr>
            <a:r>
              <a:rPr lang="zh-CN" altLang="en-US" sz="2667" b="1" dirty="0">
                <a:solidFill>
                  <a:srgbClr val="FF0000"/>
                </a:solidFill>
                <a:latin typeface="Times New Roman" panose="02020603050405020304" pitchFamily="18" charset="0"/>
                <a:ea typeface="楷体_GB2312" pitchFamily="49" charset="-122"/>
              </a:rPr>
              <a:t>将层号作为中间代码中地址的一部分</a:t>
            </a:r>
          </a:p>
        </p:txBody>
      </p:sp>
    </p:spTree>
    <p:extLst>
      <p:ext uri="{BB962C8B-B14F-4D97-AF65-F5344CB8AC3E}">
        <p14:creationId xmlns:p14="http://schemas.microsoft.com/office/powerpoint/2010/main" val="14721309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92162">
                                            <p:txEl>
                                              <p:pRg st="0" end="0"/>
                                            </p:txEl>
                                          </p:spTgt>
                                        </p:tgtEl>
                                        <p:attrNameLst>
                                          <p:attrName>style.visibility</p:attrName>
                                        </p:attrNameLst>
                                      </p:cBhvr>
                                      <p:to>
                                        <p:strVal val="visible"/>
                                      </p:to>
                                    </p:set>
                                    <p:anim calcmode="lin" valueType="num">
                                      <p:cBhvr>
                                        <p:cTn id="7" dur="500" fill="hold"/>
                                        <p:tgtEl>
                                          <p:spTgt spid="92162">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92162">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92162">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nodeType="clickEffect">
                                  <p:stCondLst>
                                    <p:cond delay="0"/>
                                  </p:stCondLst>
                                  <p:childTnLst>
                                    <p:set>
                                      <p:cBhvr>
                                        <p:cTn id="13" dur="1" fill="hold">
                                          <p:stCondLst>
                                            <p:cond delay="0"/>
                                          </p:stCondLst>
                                        </p:cTn>
                                        <p:tgtEl>
                                          <p:spTgt spid="92162">
                                            <p:txEl>
                                              <p:pRg st="1" end="1"/>
                                            </p:txEl>
                                          </p:spTgt>
                                        </p:tgtEl>
                                        <p:attrNameLst>
                                          <p:attrName>style.visibility</p:attrName>
                                        </p:attrNameLst>
                                      </p:cBhvr>
                                      <p:to>
                                        <p:strVal val="visible"/>
                                      </p:to>
                                    </p:set>
                                    <p:anim calcmode="lin" valueType="num">
                                      <p:cBhvr>
                                        <p:cTn id="14" dur="500" fill="hold"/>
                                        <p:tgtEl>
                                          <p:spTgt spid="92162">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92162">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92162">
                                            <p:txEl>
                                              <p:pRg st="1" end="1"/>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3" presetClass="entr" presetSubtype="16" fill="hold" nodeType="clickEffect">
                                  <p:stCondLst>
                                    <p:cond delay="0"/>
                                  </p:stCondLst>
                                  <p:childTnLst>
                                    <p:set>
                                      <p:cBhvr>
                                        <p:cTn id="20" dur="1" fill="hold">
                                          <p:stCondLst>
                                            <p:cond delay="0"/>
                                          </p:stCondLst>
                                        </p:cTn>
                                        <p:tgtEl>
                                          <p:spTgt spid="92162">
                                            <p:txEl>
                                              <p:pRg st="2" end="2"/>
                                            </p:txEl>
                                          </p:spTgt>
                                        </p:tgtEl>
                                        <p:attrNameLst>
                                          <p:attrName>style.visibility</p:attrName>
                                        </p:attrNameLst>
                                      </p:cBhvr>
                                      <p:to>
                                        <p:strVal val="visible"/>
                                      </p:to>
                                    </p:set>
                                    <p:anim calcmode="lin" valueType="num">
                                      <p:cBhvr>
                                        <p:cTn id="21" dur="500" fill="hold"/>
                                        <p:tgtEl>
                                          <p:spTgt spid="92162">
                                            <p:txEl>
                                              <p:pRg st="2" end="2"/>
                                            </p:txEl>
                                          </p:spTgt>
                                        </p:tgtEl>
                                        <p:attrNameLst>
                                          <p:attrName>ppt_w</p:attrName>
                                        </p:attrNameLst>
                                      </p:cBhvr>
                                      <p:tavLst>
                                        <p:tav tm="0">
                                          <p:val>
                                            <p:fltVal val="0"/>
                                          </p:val>
                                        </p:tav>
                                        <p:tav tm="100000">
                                          <p:val>
                                            <p:strVal val="#ppt_w"/>
                                          </p:val>
                                        </p:tav>
                                      </p:tavLst>
                                    </p:anim>
                                    <p:anim calcmode="lin" valueType="num">
                                      <p:cBhvr>
                                        <p:cTn id="22" dur="500" fill="hold"/>
                                        <p:tgtEl>
                                          <p:spTgt spid="92162">
                                            <p:txEl>
                                              <p:pRg st="2" end="2"/>
                                            </p:txEl>
                                          </p:spTgt>
                                        </p:tgtEl>
                                        <p:attrNameLst>
                                          <p:attrName>ppt_h</p:attrName>
                                        </p:attrNameLst>
                                      </p:cBhvr>
                                      <p:tavLst>
                                        <p:tav tm="0">
                                          <p:val>
                                            <p:fltVal val="0"/>
                                          </p:val>
                                        </p:tav>
                                        <p:tav tm="100000">
                                          <p:val>
                                            <p:strVal val="#ppt_h"/>
                                          </p:val>
                                        </p:tav>
                                      </p:tavLst>
                                    </p:anim>
                                    <p:animEffect transition="in" filter="fade">
                                      <p:cBhvr>
                                        <p:cTn id="23" dur="500"/>
                                        <p:tgtEl>
                                          <p:spTgt spid="92162">
                                            <p:txEl>
                                              <p:pRg st="2" end="2"/>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3" presetClass="entr" presetSubtype="16" fill="hold" nodeType="clickEffect">
                                  <p:stCondLst>
                                    <p:cond delay="0"/>
                                  </p:stCondLst>
                                  <p:childTnLst>
                                    <p:set>
                                      <p:cBhvr>
                                        <p:cTn id="27" dur="1" fill="hold">
                                          <p:stCondLst>
                                            <p:cond delay="0"/>
                                          </p:stCondLst>
                                        </p:cTn>
                                        <p:tgtEl>
                                          <p:spTgt spid="92162">
                                            <p:txEl>
                                              <p:pRg st="3" end="3"/>
                                            </p:txEl>
                                          </p:spTgt>
                                        </p:tgtEl>
                                        <p:attrNameLst>
                                          <p:attrName>style.visibility</p:attrName>
                                        </p:attrNameLst>
                                      </p:cBhvr>
                                      <p:to>
                                        <p:strVal val="visible"/>
                                      </p:to>
                                    </p:set>
                                    <p:anim calcmode="lin" valueType="num">
                                      <p:cBhvr>
                                        <p:cTn id="28" dur="500" fill="hold"/>
                                        <p:tgtEl>
                                          <p:spTgt spid="92162">
                                            <p:txEl>
                                              <p:pRg st="3" end="3"/>
                                            </p:txEl>
                                          </p:spTgt>
                                        </p:tgtEl>
                                        <p:attrNameLst>
                                          <p:attrName>ppt_w</p:attrName>
                                        </p:attrNameLst>
                                      </p:cBhvr>
                                      <p:tavLst>
                                        <p:tav tm="0">
                                          <p:val>
                                            <p:fltVal val="0"/>
                                          </p:val>
                                        </p:tav>
                                        <p:tav tm="100000">
                                          <p:val>
                                            <p:strVal val="#ppt_w"/>
                                          </p:val>
                                        </p:tav>
                                      </p:tavLst>
                                    </p:anim>
                                    <p:anim calcmode="lin" valueType="num">
                                      <p:cBhvr>
                                        <p:cTn id="29" dur="500" fill="hold"/>
                                        <p:tgtEl>
                                          <p:spTgt spid="92162">
                                            <p:txEl>
                                              <p:pRg st="3" end="3"/>
                                            </p:txEl>
                                          </p:spTgt>
                                        </p:tgtEl>
                                        <p:attrNameLst>
                                          <p:attrName>ppt_h</p:attrName>
                                        </p:attrNameLst>
                                      </p:cBhvr>
                                      <p:tavLst>
                                        <p:tav tm="0">
                                          <p:val>
                                            <p:fltVal val="0"/>
                                          </p:val>
                                        </p:tav>
                                        <p:tav tm="100000">
                                          <p:val>
                                            <p:strVal val="#ppt_h"/>
                                          </p:val>
                                        </p:tav>
                                      </p:tavLst>
                                    </p:anim>
                                    <p:animEffect transition="in" filter="fade">
                                      <p:cBhvr>
                                        <p:cTn id="30" dur="500"/>
                                        <p:tgtEl>
                                          <p:spTgt spid="92162">
                                            <p:txEl>
                                              <p:pRg st="3" end="3"/>
                                            </p:txEl>
                                          </p:spTgt>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3" presetClass="entr" presetSubtype="16" fill="hold" nodeType="clickEffect">
                                  <p:stCondLst>
                                    <p:cond delay="0"/>
                                  </p:stCondLst>
                                  <p:childTnLst>
                                    <p:set>
                                      <p:cBhvr>
                                        <p:cTn id="34" dur="1" fill="hold">
                                          <p:stCondLst>
                                            <p:cond delay="0"/>
                                          </p:stCondLst>
                                        </p:cTn>
                                        <p:tgtEl>
                                          <p:spTgt spid="92162">
                                            <p:txEl>
                                              <p:pRg st="4" end="4"/>
                                            </p:txEl>
                                          </p:spTgt>
                                        </p:tgtEl>
                                        <p:attrNameLst>
                                          <p:attrName>style.visibility</p:attrName>
                                        </p:attrNameLst>
                                      </p:cBhvr>
                                      <p:to>
                                        <p:strVal val="visible"/>
                                      </p:to>
                                    </p:set>
                                    <p:anim calcmode="lin" valueType="num">
                                      <p:cBhvr>
                                        <p:cTn id="35" dur="500" fill="hold"/>
                                        <p:tgtEl>
                                          <p:spTgt spid="92162">
                                            <p:txEl>
                                              <p:pRg st="4" end="4"/>
                                            </p:txEl>
                                          </p:spTgt>
                                        </p:tgtEl>
                                        <p:attrNameLst>
                                          <p:attrName>ppt_w</p:attrName>
                                        </p:attrNameLst>
                                      </p:cBhvr>
                                      <p:tavLst>
                                        <p:tav tm="0">
                                          <p:val>
                                            <p:fltVal val="0"/>
                                          </p:val>
                                        </p:tav>
                                        <p:tav tm="100000">
                                          <p:val>
                                            <p:strVal val="#ppt_w"/>
                                          </p:val>
                                        </p:tav>
                                      </p:tavLst>
                                    </p:anim>
                                    <p:anim calcmode="lin" valueType="num">
                                      <p:cBhvr>
                                        <p:cTn id="36" dur="500" fill="hold"/>
                                        <p:tgtEl>
                                          <p:spTgt spid="92162">
                                            <p:txEl>
                                              <p:pRg st="4" end="4"/>
                                            </p:txEl>
                                          </p:spTgt>
                                        </p:tgtEl>
                                        <p:attrNameLst>
                                          <p:attrName>ppt_h</p:attrName>
                                        </p:attrNameLst>
                                      </p:cBhvr>
                                      <p:tavLst>
                                        <p:tav tm="0">
                                          <p:val>
                                            <p:fltVal val="0"/>
                                          </p:val>
                                        </p:tav>
                                        <p:tav tm="100000">
                                          <p:val>
                                            <p:strVal val="#ppt_h"/>
                                          </p:val>
                                        </p:tav>
                                      </p:tavLst>
                                    </p:anim>
                                    <p:animEffect transition="in" filter="fade">
                                      <p:cBhvr>
                                        <p:cTn id="37" dur="500"/>
                                        <p:tgtEl>
                                          <p:spTgt spid="92162">
                                            <p:txEl>
                                              <p:pRg st="4" end="4"/>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nodeType="clickEffect">
                                  <p:stCondLst>
                                    <p:cond delay="0"/>
                                  </p:stCondLst>
                                  <p:childTnLst>
                                    <p:set>
                                      <p:cBhvr>
                                        <p:cTn id="41" dur="1" fill="hold">
                                          <p:stCondLst>
                                            <p:cond delay="0"/>
                                          </p:stCondLst>
                                        </p:cTn>
                                        <p:tgtEl>
                                          <p:spTgt spid="92162">
                                            <p:txEl>
                                              <p:pRg st="5" end="5"/>
                                            </p:txEl>
                                          </p:spTgt>
                                        </p:tgtEl>
                                        <p:attrNameLst>
                                          <p:attrName>style.visibility</p:attrName>
                                        </p:attrNameLst>
                                      </p:cBhvr>
                                      <p:to>
                                        <p:strVal val="visible"/>
                                      </p:to>
                                    </p:set>
                                    <p:anim calcmode="lin" valueType="num">
                                      <p:cBhvr>
                                        <p:cTn id="42" dur="500" fill="hold"/>
                                        <p:tgtEl>
                                          <p:spTgt spid="92162">
                                            <p:txEl>
                                              <p:pRg st="5" end="5"/>
                                            </p:txEl>
                                          </p:spTgt>
                                        </p:tgtEl>
                                        <p:attrNameLst>
                                          <p:attrName>ppt_w</p:attrName>
                                        </p:attrNameLst>
                                      </p:cBhvr>
                                      <p:tavLst>
                                        <p:tav tm="0">
                                          <p:val>
                                            <p:fltVal val="0"/>
                                          </p:val>
                                        </p:tav>
                                        <p:tav tm="100000">
                                          <p:val>
                                            <p:strVal val="#ppt_w"/>
                                          </p:val>
                                        </p:tav>
                                      </p:tavLst>
                                    </p:anim>
                                    <p:anim calcmode="lin" valueType="num">
                                      <p:cBhvr>
                                        <p:cTn id="43" dur="500" fill="hold"/>
                                        <p:tgtEl>
                                          <p:spTgt spid="92162">
                                            <p:txEl>
                                              <p:pRg st="5" end="5"/>
                                            </p:txEl>
                                          </p:spTgt>
                                        </p:tgtEl>
                                        <p:attrNameLst>
                                          <p:attrName>ppt_h</p:attrName>
                                        </p:attrNameLst>
                                      </p:cBhvr>
                                      <p:tavLst>
                                        <p:tav tm="0">
                                          <p:val>
                                            <p:fltVal val="0"/>
                                          </p:val>
                                        </p:tav>
                                        <p:tav tm="100000">
                                          <p:val>
                                            <p:strVal val="#ppt_h"/>
                                          </p:val>
                                        </p:tav>
                                      </p:tavLst>
                                    </p:anim>
                                    <p:animEffect transition="in" filter="fade">
                                      <p:cBhvr>
                                        <p:cTn id="44" dur="500"/>
                                        <p:tgtEl>
                                          <p:spTgt spid="92162">
                                            <p:txEl>
                                              <p:pRg st="5" end="5"/>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nodeType="clickEffect">
                                  <p:stCondLst>
                                    <p:cond delay="0"/>
                                  </p:stCondLst>
                                  <p:childTnLst>
                                    <p:set>
                                      <p:cBhvr>
                                        <p:cTn id="48" dur="1" fill="hold">
                                          <p:stCondLst>
                                            <p:cond delay="0"/>
                                          </p:stCondLst>
                                        </p:cTn>
                                        <p:tgtEl>
                                          <p:spTgt spid="2">
                                            <p:txEl>
                                              <p:pRg st="0" end="0"/>
                                            </p:txEl>
                                          </p:spTgt>
                                        </p:tgtEl>
                                        <p:attrNameLst>
                                          <p:attrName>style.visibility</p:attrName>
                                        </p:attrNameLst>
                                      </p:cBhvr>
                                      <p:to>
                                        <p:strVal val="visible"/>
                                      </p:to>
                                    </p:set>
                                    <p:anim calcmode="lin" valueType="num">
                                      <p:cBhvr>
                                        <p:cTn id="49" dur="500" fill="hold"/>
                                        <p:tgtEl>
                                          <p:spTgt spid="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5" name="内容占位符 2"/>
          <p:cNvSpPr>
            <a:spLocks noGrp="1"/>
          </p:cNvSpPr>
          <p:nvPr>
            <p:ph idx="1"/>
          </p:nvPr>
        </p:nvSpPr>
        <p:spPr>
          <a:xfrm>
            <a:off x="476251" y="1123952"/>
            <a:ext cx="11334749" cy="5185369"/>
          </a:xfrm>
        </p:spPr>
        <p:txBody>
          <a:bodyPr/>
          <a:lstStyle/>
          <a:p>
            <a:pPr eaLnBrk="1" hangingPunct="1">
              <a:lnSpc>
                <a:spcPts val="3840"/>
              </a:lnSpc>
              <a:buClrTx/>
              <a:buFont typeface="Wingdings" pitchFamily="2" charset="2"/>
              <a:buChar char="Ø"/>
              <a:defRPr/>
            </a:pPr>
            <a:r>
              <a:rPr lang="zh-CN" altLang="en-US" b="1" dirty="0">
                <a:solidFill>
                  <a:schemeClr val="tx1"/>
                </a:solidFill>
                <a:latin typeface="+mn-ea"/>
              </a:rPr>
              <a:t>将所有</a:t>
            </a:r>
            <a:r>
              <a:rPr lang="zh-CN" altLang="en-US" b="1" dirty="0">
                <a:solidFill>
                  <a:schemeClr val="tx2">
                    <a:lumMod val="60000"/>
                    <a:lumOff val="40000"/>
                  </a:schemeClr>
                </a:solidFill>
                <a:latin typeface="+mn-ea"/>
              </a:rPr>
              <a:t>块</a:t>
            </a:r>
            <a:r>
              <a:rPr lang="zh-CN" altLang="en-US" b="1" dirty="0">
                <a:solidFill>
                  <a:schemeClr val="tx1"/>
                </a:solidFill>
                <a:latin typeface="+mn-ea"/>
              </a:rPr>
              <a:t>的符号表放在一个</a:t>
            </a:r>
            <a:r>
              <a:rPr lang="zh-CN" altLang="en-US" b="1" dirty="0">
                <a:solidFill>
                  <a:schemeClr val="tx2">
                    <a:lumMod val="60000"/>
                    <a:lumOff val="40000"/>
                  </a:schemeClr>
                </a:solidFill>
                <a:latin typeface="+mn-ea"/>
              </a:rPr>
              <a:t>大数组</a:t>
            </a:r>
            <a:r>
              <a:rPr lang="zh-CN" altLang="en-US" b="1" dirty="0">
                <a:solidFill>
                  <a:schemeClr val="tx1"/>
                </a:solidFill>
                <a:latin typeface="+mn-ea"/>
              </a:rPr>
              <a:t>中，然后再引入一个</a:t>
            </a:r>
            <a:r>
              <a:rPr lang="zh-CN" altLang="en-US" b="1" dirty="0">
                <a:solidFill>
                  <a:schemeClr val="tx2">
                    <a:lumMod val="60000"/>
                    <a:lumOff val="40000"/>
                  </a:schemeClr>
                </a:solidFill>
                <a:latin typeface="+mn-ea"/>
              </a:rPr>
              <a:t>块表</a:t>
            </a:r>
            <a:r>
              <a:rPr lang="zh-CN" altLang="en-US" b="1" dirty="0">
                <a:solidFill>
                  <a:schemeClr val="tx1"/>
                </a:solidFill>
                <a:latin typeface="+mn-ea"/>
              </a:rPr>
              <a:t>来描述各</a:t>
            </a:r>
            <a:r>
              <a:rPr lang="zh-CN" altLang="en-US" b="1" dirty="0">
                <a:solidFill>
                  <a:schemeClr val="tx2">
                    <a:lumMod val="60000"/>
                    <a:lumOff val="40000"/>
                  </a:schemeClr>
                </a:solidFill>
                <a:latin typeface="+mn-ea"/>
              </a:rPr>
              <a:t>块</a:t>
            </a:r>
            <a:r>
              <a:rPr lang="zh-CN" altLang="en-US" b="1" dirty="0">
                <a:solidFill>
                  <a:schemeClr val="tx1"/>
                </a:solidFill>
                <a:latin typeface="+mn-ea"/>
              </a:rPr>
              <a:t>的符号表在大数组中的位置及其相互关系</a:t>
            </a:r>
            <a:endParaRPr lang="en-US" altLang="zh-CN" b="1" dirty="0">
              <a:solidFill>
                <a:schemeClr val="tx1"/>
              </a:solidFill>
              <a:latin typeface="+mn-ea"/>
            </a:endParaRPr>
          </a:p>
          <a:p>
            <a:pPr lvl="1" eaLnBrk="1" hangingPunct="1">
              <a:lnSpc>
                <a:spcPts val="3840"/>
              </a:lnSpc>
              <a:buClrTx/>
              <a:buFont typeface="Wingdings" pitchFamily="2" charset="2"/>
              <a:buChar char="Ø"/>
              <a:defRPr/>
            </a:pPr>
            <a:r>
              <a:rPr lang="zh-CN" altLang="en-US" b="1" dirty="0">
                <a:solidFill>
                  <a:schemeClr val="tx1"/>
                </a:solidFill>
                <a:cs typeface="Times New Roman" panose="02020603050405020304" pitchFamily="18" charset="0"/>
              </a:rPr>
              <a:t>一个</a:t>
            </a:r>
            <a:r>
              <a:rPr lang="zh-CN" altLang="en-US" b="1" dirty="0">
                <a:solidFill>
                  <a:schemeClr val="tx2">
                    <a:lumMod val="60000"/>
                    <a:lumOff val="40000"/>
                  </a:schemeClr>
                </a:solidFill>
                <a:cs typeface="Times New Roman" panose="02020603050405020304" pitchFamily="18" charset="0"/>
              </a:rPr>
              <a:t>过程</a:t>
            </a:r>
            <a:r>
              <a:rPr lang="zh-CN" altLang="en-US" b="1" dirty="0">
                <a:solidFill>
                  <a:schemeClr val="tx1"/>
                </a:solidFill>
                <a:cs typeface="Times New Roman" panose="02020603050405020304" pitchFamily="18" charset="0"/>
              </a:rPr>
              <a:t>可以看作是一个</a:t>
            </a:r>
            <a:r>
              <a:rPr lang="zh-CN" altLang="en-US" b="1" dirty="0">
                <a:solidFill>
                  <a:schemeClr val="tx2">
                    <a:lumMod val="60000"/>
                    <a:lumOff val="40000"/>
                  </a:schemeClr>
                </a:solidFill>
                <a:cs typeface="Times New Roman" panose="02020603050405020304" pitchFamily="18" charset="0"/>
              </a:rPr>
              <a:t>块</a:t>
            </a:r>
            <a:endParaRPr lang="en-US" altLang="zh-CN" sz="1733" b="1" dirty="0">
              <a:solidFill>
                <a:schemeClr val="tx2">
                  <a:lumMod val="60000"/>
                  <a:lumOff val="40000"/>
                </a:schemeClr>
              </a:solidFill>
              <a:cs typeface="Times New Roman" panose="02020603050405020304" pitchFamily="18" charset="0"/>
            </a:endParaRPr>
          </a:p>
          <a:p>
            <a:pPr eaLnBrk="1" hangingPunct="1">
              <a:lnSpc>
                <a:spcPts val="3840"/>
              </a:lnSpc>
              <a:buClrTx/>
              <a:buFont typeface="Wingdings" pitchFamily="2" charset="2"/>
              <a:buChar char="Ø"/>
              <a:defRPr/>
            </a:pPr>
            <a:endParaRPr lang="en-US" altLang="zh-CN" b="1" dirty="0">
              <a:solidFill>
                <a:schemeClr val="tx1"/>
              </a:solidFill>
              <a:latin typeface="+mn-ea"/>
            </a:endParaRPr>
          </a:p>
        </p:txBody>
      </p:sp>
      <p:sp>
        <p:nvSpPr>
          <p:cNvPr id="62468" name="标题 1"/>
          <p:cNvSpPr>
            <a:spLocks noGrp="1"/>
          </p:cNvSpPr>
          <p:nvPr>
            <p:ph type="title"/>
          </p:nvPr>
        </p:nvSpPr>
        <p:spPr>
          <a:xfrm>
            <a:off x="1007533" y="357718"/>
            <a:ext cx="10574867" cy="478367"/>
          </a:xfrm>
        </p:spPr>
        <p:txBody>
          <a:bodyPr/>
          <a:lstStyle/>
          <a:p>
            <a:pPr eaLnBrk="1" hangingPunct="1">
              <a:defRPr/>
            </a:pPr>
            <a:r>
              <a:rPr lang="zh-CN" altLang="en-US" sz="4000" spc="400" dirty="0">
                <a:solidFill>
                  <a:schemeClr val="tx1"/>
                </a:solidFill>
                <a:latin typeface="微软雅黑" pitchFamily="34" charset="-122"/>
                <a:ea typeface="微软雅黑" pitchFamily="34" charset="-122"/>
              </a:rPr>
              <a:t>符号表的另一种组织方式</a:t>
            </a:r>
          </a:p>
        </p:txBody>
      </p:sp>
      <p:grpSp>
        <p:nvGrpSpPr>
          <p:cNvPr id="146436" name="组合 44"/>
          <p:cNvGrpSpPr>
            <a:grpSpLocks/>
          </p:cNvGrpSpPr>
          <p:nvPr/>
        </p:nvGrpSpPr>
        <p:grpSpPr bwMode="auto">
          <a:xfrm>
            <a:off x="0" y="260351"/>
            <a:ext cx="1007533" cy="575733"/>
            <a:chOff x="-786" y="195486"/>
            <a:chExt cx="756363" cy="432048"/>
          </a:xfrm>
        </p:grpSpPr>
        <p:sp>
          <p:nvSpPr>
            <p:cNvPr id="6" name="五边形 5"/>
            <p:cNvSpPr/>
            <p:nvPr/>
          </p:nvSpPr>
          <p:spPr>
            <a:xfrm>
              <a:off x="-786" y="195486"/>
              <a:ext cx="756363" cy="432048"/>
            </a:xfrm>
            <a:prstGeom prst="homePlate">
              <a:avLst/>
            </a:prstGeom>
            <a:solidFill>
              <a:schemeClr val="bg2">
                <a:lumMod val="50000"/>
              </a:schemeClr>
            </a:solidFill>
            <a:ln w="25400" cap="flat" cmpd="sng" algn="ctr">
              <a:noFill/>
              <a:prstDash val="solid"/>
            </a:ln>
            <a:effectLst/>
          </p:spPr>
          <p:txBody>
            <a:bodyPr anchor="ctr"/>
            <a:lstStyle>
              <a:lvl1pPr>
                <a:defRPr>
                  <a:solidFill>
                    <a:schemeClr val="tx1"/>
                  </a:solidFill>
                  <a:latin typeface="Tahoma" panose="020B0604030504040204" pitchFamily="34" charset="0"/>
                  <a:ea typeface="宋体" panose="02010600030101010101" pitchFamily="2" charset="-122"/>
                </a:defRPr>
              </a:lvl1pPr>
              <a:lvl2pPr marL="742950" indent="-285750">
                <a:defRPr>
                  <a:solidFill>
                    <a:schemeClr val="tx1"/>
                  </a:solidFill>
                  <a:latin typeface="Tahoma" panose="020B0604030504040204" pitchFamily="34" charset="0"/>
                  <a:ea typeface="宋体" panose="02010600030101010101" pitchFamily="2" charset="-122"/>
                </a:defRPr>
              </a:lvl2pPr>
              <a:lvl3pPr marL="1143000" indent="-228600">
                <a:defRPr>
                  <a:solidFill>
                    <a:schemeClr val="tx1"/>
                  </a:solidFill>
                  <a:latin typeface="Tahoma" panose="020B0604030504040204" pitchFamily="34" charset="0"/>
                  <a:ea typeface="宋体" panose="02010600030101010101" pitchFamily="2" charset="-122"/>
                </a:defRPr>
              </a:lvl3pPr>
              <a:lvl4pPr marL="1600200" indent="-228600">
                <a:defRPr>
                  <a:solidFill>
                    <a:schemeClr val="tx1"/>
                  </a:solidFill>
                  <a:latin typeface="Tahoma" panose="020B0604030504040204" pitchFamily="34" charset="0"/>
                  <a:ea typeface="宋体" panose="02010600030101010101" pitchFamily="2" charset="-122"/>
                </a:defRPr>
              </a:lvl4pPr>
              <a:lvl5pPr marL="2057400" indent="-228600">
                <a:defRPr>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9pPr>
            </a:lstStyle>
            <a:p>
              <a:pPr algn="ctr" defTabSz="1219170" fontAlgn="base">
                <a:spcBef>
                  <a:spcPct val="0"/>
                </a:spcBef>
                <a:spcAft>
                  <a:spcPct val="0"/>
                </a:spcAft>
                <a:defRPr/>
              </a:pPr>
              <a:endParaRPr lang="zh-CN" altLang="en-US" sz="2400">
                <a:solidFill>
                  <a:srgbClr val="FFFFFF"/>
                </a:solidFill>
                <a:latin typeface="Calibri" panose="020F0502020204030204" pitchFamily="34" charset="0"/>
              </a:endParaRPr>
            </a:p>
          </p:txBody>
        </p:sp>
        <p:sp>
          <p:nvSpPr>
            <p:cNvPr id="146438" name="五边形 46"/>
            <p:cNvSpPr>
              <a:spLocks noChangeArrowheads="1"/>
            </p:cNvSpPr>
            <p:nvPr/>
          </p:nvSpPr>
          <p:spPr bwMode="auto">
            <a:xfrm>
              <a:off x="-786" y="197074"/>
              <a:ext cx="756363" cy="88951"/>
            </a:xfrm>
            <a:prstGeom prst="homePlate">
              <a:avLst>
                <a:gd name="adj" fmla="val 49995"/>
              </a:avLst>
            </a:prstGeom>
            <a:solidFill>
              <a:schemeClr val="bg1">
                <a:alpha val="30196"/>
              </a:schemeClr>
            </a:solidFill>
            <a:ln>
              <a:noFill/>
            </a:ln>
            <a:extLst>
              <a:ext uri="{91240B29-F687-4F45-9708-019B960494DF}">
                <a14:hiddenLine xmlns:a14="http://schemas.microsoft.com/office/drawing/2010/main" w="25400" algn="ctr">
                  <a:solidFill>
                    <a:srgbClr val="000000"/>
                  </a:solidFill>
                  <a:miter lim="800000"/>
                  <a:headEnd/>
                  <a:tailEnd/>
                </a14:hiddenLine>
              </a:ext>
            </a:extLst>
          </p:spPr>
          <p:txBody>
            <a:bodyPr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endParaRPr lang="zh-CN" altLang="en-US" sz="2400" b="0">
                <a:solidFill>
                  <a:srgbClr val="FFFFFF"/>
                </a:solidFill>
                <a:latin typeface="Calibri" panose="020F0502020204030204" pitchFamily="34" charset="0"/>
                <a:ea typeface="宋体" panose="02010600030101010101" pitchFamily="2" charset="-122"/>
              </a:endParaRPr>
            </a:p>
          </p:txBody>
        </p:sp>
      </p:grpSp>
    </p:spTree>
    <p:extLst>
      <p:ext uri="{BB962C8B-B14F-4D97-AF65-F5344CB8AC3E}">
        <p14:creationId xmlns:p14="http://schemas.microsoft.com/office/powerpoint/2010/main" val="2840670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59395">
                                            <p:txEl>
                                              <p:pRg st="0" end="0"/>
                                            </p:txEl>
                                          </p:spTgt>
                                        </p:tgtEl>
                                        <p:attrNameLst>
                                          <p:attrName>style.visibility</p:attrName>
                                        </p:attrNameLst>
                                      </p:cBhvr>
                                      <p:to>
                                        <p:strVal val="visible"/>
                                      </p:to>
                                    </p:set>
                                    <p:anim calcmode="lin" valueType="num">
                                      <p:cBhvr>
                                        <p:cTn id="7" dur="500" fill="hold"/>
                                        <p:tgtEl>
                                          <p:spTgt spid="59395">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59395">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59395">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9395">
                                            <p:txEl>
                                              <p:pRg st="1" end="1"/>
                                            </p:txEl>
                                          </p:spTgt>
                                        </p:tgtEl>
                                        <p:attrNameLst>
                                          <p:attrName>style.visibility</p:attrName>
                                        </p:attrNameLst>
                                      </p:cBhvr>
                                      <p:to>
                                        <p:strVal val="visible"/>
                                      </p:to>
                                    </p:set>
                                    <p:anim calcmode="lin" valueType="num">
                                      <p:cBhvr>
                                        <p:cTn id="14" dur="500" fill="hold"/>
                                        <p:tgtEl>
                                          <p:spTgt spid="59395">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59395">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5939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2" name="组合 1"/>
          <p:cNvGrpSpPr/>
          <p:nvPr/>
        </p:nvGrpSpPr>
        <p:grpSpPr>
          <a:xfrm>
            <a:off x="4143409" y="-136156"/>
            <a:ext cx="7974036" cy="6935568"/>
            <a:chOff x="3107556" y="-102117"/>
            <a:chExt cx="5980527" cy="5201676"/>
          </a:xfrm>
        </p:grpSpPr>
        <p:grpSp>
          <p:nvGrpSpPr>
            <p:cNvPr id="34" name="Group 12"/>
            <p:cNvGrpSpPr>
              <a:grpSpLocks/>
            </p:cNvGrpSpPr>
            <p:nvPr/>
          </p:nvGrpSpPr>
          <p:grpSpPr bwMode="auto">
            <a:xfrm>
              <a:off x="3107556" y="542577"/>
              <a:ext cx="889000" cy="47625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3236936" y="123478"/>
              <a:ext cx="1095492"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3471482" y="583852"/>
              <a:ext cx="525074" cy="2160588"/>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5098127" y="602903"/>
              <a:ext cx="533400" cy="4496656"/>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6926927" y="287561"/>
              <a:ext cx="2160588" cy="4513114"/>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4977479" y="146179"/>
              <a:ext cx="736019"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7314480" y="-102117"/>
              <a:ext cx="133353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6584029" y="282800"/>
              <a:ext cx="2503488" cy="296863"/>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6588794" y="557436"/>
              <a:ext cx="2497139" cy="28575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3996556" y="818802"/>
              <a:ext cx="1079500"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6584029" y="795562"/>
              <a:ext cx="2497139" cy="28575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3107556" y="987077"/>
              <a:ext cx="889000" cy="466725"/>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6588224" y="1033114"/>
              <a:ext cx="2497139" cy="28575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6584029" y="1270896"/>
              <a:ext cx="2497139" cy="28575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6584029" y="1506660"/>
              <a:ext cx="2497139" cy="28575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6588224" y="1739687"/>
              <a:ext cx="2497139" cy="28575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4754584" y="586159"/>
              <a:ext cx="874713" cy="669925"/>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5200674" y="903080"/>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5223758" y="546204"/>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4752992" y="1259838"/>
              <a:ext cx="874713" cy="669925"/>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5199082" y="1576759"/>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5222165" y="1219883"/>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3996556" y="1250602"/>
              <a:ext cx="1079500" cy="168275"/>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6590941" y="1975420"/>
              <a:ext cx="2497139" cy="28575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5617711" y="516503"/>
              <a:ext cx="1008063" cy="795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4752992" y="1929762"/>
              <a:ext cx="874713" cy="669925"/>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5196895" y="2250437"/>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5219978" y="1893561"/>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4752992" y="2594013"/>
              <a:ext cx="874713" cy="669925"/>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5196895" y="2914688"/>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5219978" y="2557812"/>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6584029" y="2212351"/>
              <a:ext cx="2497139" cy="28575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6584029" y="2443159"/>
              <a:ext cx="2497139" cy="28575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3118669" y="1464060"/>
              <a:ext cx="877888" cy="434975"/>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4748719" y="3278127"/>
              <a:ext cx="874713" cy="669925"/>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5123429" y="3561529"/>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14</a:t>
              </a:r>
            </a:p>
          </p:txBody>
        </p:sp>
        <p:sp>
          <p:nvSpPr>
            <p:cNvPr id="127" name="Text Box 157"/>
            <p:cNvSpPr txBox="1">
              <a:spLocks noChangeArrowheads="1"/>
            </p:cNvSpPr>
            <p:nvPr/>
          </p:nvSpPr>
          <p:spPr bwMode="auto">
            <a:xfrm>
              <a:off x="5126627" y="3229308"/>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6516330" y="2680941"/>
              <a:ext cx="2571752" cy="28575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6509416" y="2894633"/>
              <a:ext cx="2571752" cy="28575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6516328" y="3120577"/>
              <a:ext cx="2571752" cy="28575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6509416" y="3335795"/>
              <a:ext cx="2571752" cy="28575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8" name="Group 31"/>
            <p:cNvGrpSpPr>
              <a:grpSpLocks/>
            </p:cNvGrpSpPr>
            <p:nvPr/>
          </p:nvGrpSpPr>
          <p:grpSpPr bwMode="auto">
            <a:xfrm>
              <a:off x="6516328" y="3560370"/>
              <a:ext cx="2571752" cy="285750"/>
              <a:chOff x="3982" y="527"/>
              <a:chExt cx="1620" cy="180"/>
            </a:xfrm>
          </p:grpSpPr>
          <p:sp>
            <p:nvSpPr>
              <p:cNvPr id="15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16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1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200" name="组合 199"/>
            <p:cNvGrpSpPr/>
            <p:nvPr/>
          </p:nvGrpSpPr>
          <p:grpSpPr>
            <a:xfrm>
              <a:off x="3996557" y="1670908"/>
              <a:ext cx="1109520" cy="1685897"/>
              <a:chOff x="3996557" y="1670908"/>
              <a:chExt cx="1109520" cy="1685897"/>
            </a:xfrm>
          </p:grpSpPr>
          <p:cxnSp>
            <p:nvCxnSpPr>
              <p:cNvPr id="201" name="直接连接符 200"/>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202" name="直接连接符 201"/>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209" name="直接连接符 208"/>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grpSp>
          <p:nvGrpSpPr>
            <p:cNvPr id="211" name="Group 153"/>
            <p:cNvGrpSpPr>
              <a:grpSpLocks/>
            </p:cNvGrpSpPr>
            <p:nvPr/>
          </p:nvGrpSpPr>
          <p:grpSpPr bwMode="auto">
            <a:xfrm>
              <a:off x="3125209" y="1907705"/>
              <a:ext cx="877888" cy="434975"/>
              <a:chOff x="1511" y="516"/>
              <a:chExt cx="553" cy="274"/>
            </a:xfrm>
          </p:grpSpPr>
          <p:sp>
            <p:nvSpPr>
              <p:cNvPr id="212"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213"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sp>
          <p:nvSpPr>
            <p:cNvPr id="216" name="Freeform 171"/>
            <p:cNvSpPr>
              <a:spLocks/>
            </p:cNvSpPr>
            <p:nvPr/>
          </p:nvSpPr>
          <p:spPr bwMode="auto">
            <a:xfrm>
              <a:off x="4009445" y="2179019"/>
              <a:ext cx="1079500" cy="1966558"/>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217" name="组合 216"/>
            <p:cNvGrpSpPr/>
            <p:nvPr/>
          </p:nvGrpSpPr>
          <p:grpSpPr>
            <a:xfrm>
              <a:off x="4756309" y="3945400"/>
              <a:ext cx="874713" cy="669925"/>
              <a:chOff x="4756817" y="602902"/>
              <a:chExt cx="874713" cy="669925"/>
            </a:xfrm>
          </p:grpSpPr>
          <p:sp>
            <p:nvSpPr>
              <p:cNvPr id="218"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219" name="Group 19"/>
              <p:cNvGrpSpPr>
                <a:grpSpLocks/>
              </p:cNvGrpSpPr>
              <p:nvPr/>
            </p:nvGrpSpPr>
            <p:grpSpPr bwMode="auto">
              <a:xfrm>
                <a:off x="4756817" y="602902"/>
                <a:ext cx="874713" cy="669925"/>
                <a:chOff x="2919" y="527"/>
                <a:chExt cx="551" cy="422"/>
              </a:xfrm>
            </p:grpSpPr>
            <p:grpSp>
              <p:nvGrpSpPr>
                <p:cNvPr id="220" name="Group 20"/>
                <p:cNvGrpSpPr>
                  <a:grpSpLocks/>
                </p:cNvGrpSpPr>
                <p:nvPr/>
              </p:nvGrpSpPr>
              <p:grpSpPr bwMode="auto">
                <a:xfrm>
                  <a:off x="3135" y="527"/>
                  <a:ext cx="335" cy="422"/>
                  <a:chOff x="4133" y="890"/>
                  <a:chExt cx="335" cy="422"/>
                </a:xfrm>
              </p:grpSpPr>
              <p:sp>
                <p:nvSpPr>
                  <p:cNvPr id="222"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22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22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grpSp>
        </p:grpSp>
        <p:sp>
          <p:nvSpPr>
            <p:cNvPr id="224" name="Text Box 156"/>
            <p:cNvSpPr txBox="1">
              <a:spLocks noChangeArrowheads="1"/>
            </p:cNvSpPr>
            <p:nvPr/>
          </p:nvSpPr>
          <p:spPr bwMode="auto">
            <a:xfrm>
              <a:off x="5123879" y="4242710"/>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18</a:t>
              </a:r>
            </a:p>
          </p:txBody>
        </p:sp>
        <p:sp>
          <p:nvSpPr>
            <p:cNvPr id="225" name="Text Box 157"/>
            <p:cNvSpPr txBox="1">
              <a:spLocks noChangeArrowheads="1"/>
            </p:cNvSpPr>
            <p:nvPr/>
          </p:nvSpPr>
          <p:spPr bwMode="auto">
            <a:xfrm>
              <a:off x="5118827" y="3903206"/>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16</a:t>
              </a:r>
            </a:p>
          </p:txBody>
        </p:sp>
        <p:grpSp>
          <p:nvGrpSpPr>
            <p:cNvPr id="226" name="Group 31"/>
            <p:cNvGrpSpPr>
              <a:grpSpLocks/>
            </p:cNvGrpSpPr>
            <p:nvPr/>
          </p:nvGrpSpPr>
          <p:grpSpPr bwMode="auto">
            <a:xfrm>
              <a:off x="6516330" y="4236016"/>
              <a:ext cx="2571753" cy="285750"/>
              <a:chOff x="3982" y="535"/>
              <a:chExt cx="1620" cy="180"/>
            </a:xfrm>
          </p:grpSpPr>
          <p:sp>
            <p:nvSpPr>
              <p:cNvPr id="227"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i</a:t>
                </a:r>
              </a:p>
            </p:txBody>
          </p:sp>
          <p:sp>
            <p:nvSpPr>
              <p:cNvPr id="228"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17</a:t>
                </a:r>
              </a:p>
            </p:txBody>
          </p:sp>
          <p:sp>
            <p:nvSpPr>
              <p:cNvPr id="229"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16</a:t>
                </a:r>
              </a:p>
            </p:txBody>
          </p:sp>
        </p:grpSp>
        <p:grpSp>
          <p:nvGrpSpPr>
            <p:cNvPr id="230" name="Group 31"/>
            <p:cNvGrpSpPr>
              <a:grpSpLocks/>
            </p:cNvGrpSpPr>
            <p:nvPr/>
          </p:nvGrpSpPr>
          <p:grpSpPr bwMode="auto">
            <a:xfrm>
              <a:off x="6516328" y="3785945"/>
              <a:ext cx="2571752" cy="285750"/>
              <a:chOff x="3982" y="527"/>
              <a:chExt cx="1620" cy="180"/>
            </a:xfrm>
          </p:grpSpPr>
          <p:sp>
            <p:nvSpPr>
              <p:cNvPr id="231"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y</a:t>
                </a:r>
              </a:p>
            </p:txBody>
          </p:sp>
          <p:sp>
            <p:nvSpPr>
              <p:cNvPr id="23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15</a:t>
                </a:r>
              </a:p>
            </p:txBody>
          </p:sp>
          <p:sp>
            <p:nvSpPr>
              <p:cNvPr id="233"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234" name="Group 31"/>
            <p:cNvGrpSpPr>
              <a:grpSpLocks/>
            </p:cNvGrpSpPr>
            <p:nvPr/>
          </p:nvGrpSpPr>
          <p:grpSpPr bwMode="auto">
            <a:xfrm>
              <a:off x="6509416" y="4010717"/>
              <a:ext cx="2571752" cy="285750"/>
              <a:chOff x="3982" y="527"/>
              <a:chExt cx="1620" cy="180"/>
            </a:xfrm>
          </p:grpSpPr>
          <p:sp>
            <p:nvSpPr>
              <p:cNvPr id="235"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z</a:t>
                </a:r>
              </a:p>
            </p:txBody>
          </p:sp>
          <p:sp>
            <p:nvSpPr>
              <p:cNvPr id="23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16</a:t>
                </a:r>
              </a:p>
            </p:txBody>
          </p:sp>
          <p:sp>
            <p:nvSpPr>
              <p:cNvPr id="237"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15</a:t>
                </a:r>
              </a:p>
            </p:txBody>
          </p:sp>
        </p:grpSp>
        <p:grpSp>
          <p:nvGrpSpPr>
            <p:cNvPr id="238" name="Group 31"/>
            <p:cNvGrpSpPr>
              <a:grpSpLocks/>
            </p:cNvGrpSpPr>
            <p:nvPr/>
          </p:nvGrpSpPr>
          <p:grpSpPr bwMode="auto">
            <a:xfrm>
              <a:off x="6509415" y="4460788"/>
              <a:ext cx="2571753" cy="285750"/>
              <a:chOff x="3982" y="535"/>
              <a:chExt cx="1620" cy="180"/>
            </a:xfrm>
          </p:grpSpPr>
          <p:sp>
            <p:nvSpPr>
              <p:cNvPr id="239"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j</a:t>
                </a:r>
              </a:p>
            </p:txBody>
          </p:sp>
          <p:sp>
            <p:nvSpPr>
              <p:cNvPr id="240"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18</a:t>
                </a:r>
              </a:p>
            </p:txBody>
          </p:sp>
          <p:sp>
            <p:nvSpPr>
              <p:cNvPr id="241"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17</a:t>
                </a:r>
              </a:p>
            </p:txBody>
          </p:sp>
        </p:grpSp>
        <p:sp>
          <p:nvSpPr>
            <p:cNvPr id="171" name="Freeform 172"/>
            <p:cNvSpPr>
              <a:spLocks/>
            </p:cNvSpPr>
            <p:nvPr/>
          </p:nvSpPr>
          <p:spPr bwMode="auto">
            <a:xfrm flipV="1">
              <a:off x="5651355" y="3738439"/>
              <a:ext cx="935038" cy="45719"/>
            </a:xfrm>
            <a:custGeom>
              <a:avLst/>
              <a:gdLst>
                <a:gd name="T0" fmla="*/ 0 w 725"/>
                <a:gd name="T1" fmla="*/ 0 h 1360"/>
                <a:gd name="T2" fmla="*/ 42 w 725"/>
                <a:gd name="T3" fmla="*/ 0 h 1360"/>
                <a:gd name="T4" fmla="*/ 42 w 725"/>
                <a:gd name="T5" fmla="*/ 79 h 1360"/>
                <a:gd name="T6" fmla="*/ 170 w 725"/>
                <a:gd name="T7" fmla="*/ 79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rgbClr val="FF0000"/>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172" name="Freeform 176"/>
            <p:cNvSpPr>
              <a:spLocks/>
            </p:cNvSpPr>
            <p:nvPr/>
          </p:nvSpPr>
          <p:spPr bwMode="auto">
            <a:xfrm flipV="1">
              <a:off x="5642191" y="719410"/>
              <a:ext cx="1008063" cy="309701"/>
            </a:xfrm>
            <a:custGeom>
              <a:avLst/>
              <a:gdLst>
                <a:gd name="T0" fmla="*/ 0 w 635"/>
                <a:gd name="T1" fmla="*/ 0 h 454"/>
                <a:gd name="T2" fmla="*/ 499 w 635"/>
                <a:gd name="T3" fmla="*/ 0 h 454"/>
                <a:gd name="T4" fmla="*/ 499 w 635"/>
                <a:gd name="T5" fmla="*/ 454 h 454"/>
                <a:gd name="T6" fmla="*/ 635 w 635"/>
                <a:gd name="T7" fmla="*/ 454 h 454"/>
                <a:gd name="T8" fmla="*/ 0 60000 65536"/>
                <a:gd name="T9" fmla="*/ 0 60000 65536"/>
                <a:gd name="T10" fmla="*/ 0 60000 65536"/>
                <a:gd name="T11" fmla="*/ 0 60000 65536"/>
                <a:gd name="T12" fmla="*/ 0 w 635"/>
                <a:gd name="T13" fmla="*/ 0 h 454"/>
                <a:gd name="T14" fmla="*/ 635 w 635"/>
                <a:gd name="T15" fmla="*/ 454 h 454"/>
              </a:gdLst>
              <a:ahLst/>
              <a:cxnLst>
                <a:cxn ang="T8">
                  <a:pos x="T0" y="T1"/>
                </a:cxn>
                <a:cxn ang="T9">
                  <a:pos x="T2" y="T3"/>
                </a:cxn>
                <a:cxn ang="T10">
                  <a:pos x="T4" y="T5"/>
                </a:cxn>
                <a:cxn ang="T11">
                  <a:pos x="T6" y="T7"/>
                </a:cxn>
              </a:cxnLst>
              <a:rect l="T12" t="T13" r="T14" b="T15"/>
              <a:pathLst>
                <a:path w="635" h="454">
                  <a:moveTo>
                    <a:pt x="0" y="0"/>
                  </a:moveTo>
                  <a:lnTo>
                    <a:pt x="499" y="0"/>
                  </a:lnTo>
                  <a:lnTo>
                    <a:pt x="499" y="454"/>
                  </a:lnTo>
                  <a:lnTo>
                    <a:pt x="635" y="454"/>
                  </a:lnTo>
                </a:path>
              </a:pathLst>
            </a:custGeom>
            <a:noFill/>
            <a:ln w="19050" cap="flat" cmpd="sng">
              <a:solidFill>
                <a:schemeClr val="accent2">
                  <a:lumMod val="75000"/>
                </a:schemeClr>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173" name="Freeform 174"/>
            <p:cNvSpPr>
              <a:spLocks/>
            </p:cNvSpPr>
            <p:nvPr/>
          </p:nvSpPr>
          <p:spPr bwMode="auto">
            <a:xfrm>
              <a:off x="5651361" y="1784115"/>
              <a:ext cx="1008063" cy="837413"/>
            </a:xfrm>
            <a:custGeom>
              <a:avLst/>
              <a:gdLst>
                <a:gd name="T0" fmla="*/ 0 w 680"/>
                <a:gd name="T1" fmla="*/ 0 h 227"/>
                <a:gd name="T2" fmla="*/ 281 w 680"/>
                <a:gd name="T3" fmla="*/ 0 h 227"/>
                <a:gd name="T4" fmla="*/ 281 w 680"/>
                <a:gd name="T5" fmla="*/ 38944729 h 227"/>
                <a:gd name="T6" fmla="*/ 421 w 680"/>
                <a:gd name="T7" fmla="*/ 38944729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174" name="Freeform 173"/>
            <p:cNvSpPr>
              <a:spLocks/>
            </p:cNvSpPr>
            <p:nvPr/>
          </p:nvSpPr>
          <p:spPr bwMode="auto">
            <a:xfrm flipV="1">
              <a:off x="5653186" y="2415055"/>
              <a:ext cx="935038" cy="699525"/>
            </a:xfrm>
            <a:custGeom>
              <a:avLst/>
              <a:gdLst>
                <a:gd name="T0" fmla="*/ 0 w 680"/>
                <a:gd name="T1" fmla="*/ 0 h 1044"/>
                <a:gd name="T2" fmla="*/ 149 w 680"/>
                <a:gd name="T3" fmla="*/ 0 h 1044"/>
                <a:gd name="T4" fmla="*/ 149 w 680"/>
                <a:gd name="T5" fmla="*/ 187 h 1044"/>
                <a:gd name="T6" fmla="*/ 249 w 680"/>
                <a:gd name="T7" fmla="*/ 187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rgbClr val="9900CC"/>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175" name="Freeform 175"/>
            <p:cNvSpPr>
              <a:spLocks/>
            </p:cNvSpPr>
            <p:nvPr/>
          </p:nvSpPr>
          <p:spPr bwMode="auto">
            <a:xfrm>
              <a:off x="5688012" y="4514574"/>
              <a:ext cx="935038" cy="171513"/>
            </a:xfrm>
            <a:custGeom>
              <a:avLst/>
              <a:gdLst>
                <a:gd name="T0" fmla="*/ 0 w 589"/>
                <a:gd name="T1" fmla="*/ 0 h 1089"/>
                <a:gd name="T2" fmla="*/ 226 w 589"/>
                <a:gd name="T3" fmla="*/ 0 h 1089"/>
                <a:gd name="T4" fmla="*/ 226 w 589"/>
                <a:gd name="T5" fmla="*/ 1089 h 1089"/>
                <a:gd name="T6" fmla="*/ 589 w 589"/>
                <a:gd name="T7" fmla="*/ 1089 h 1089"/>
                <a:gd name="T8" fmla="*/ 0 60000 65536"/>
                <a:gd name="T9" fmla="*/ 0 60000 65536"/>
                <a:gd name="T10" fmla="*/ 0 60000 65536"/>
                <a:gd name="T11" fmla="*/ 0 60000 65536"/>
                <a:gd name="T12" fmla="*/ 0 w 589"/>
                <a:gd name="T13" fmla="*/ 0 h 1089"/>
                <a:gd name="T14" fmla="*/ 589 w 589"/>
                <a:gd name="T15" fmla="*/ 1089 h 1089"/>
              </a:gdLst>
              <a:ahLst/>
              <a:cxnLst>
                <a:cxn ang="T8">
                  <a:pos x="T0" y="T1"/>
                </a:cxn>
                <a:cxn ang="T9">
                  <a:pos x="T2" y="T3"/>
                </a:cxn>
                <a:cxn ang="T10">
                  <a:pos x="T4" y="T5"/>
                </a:cxn>
                <a:cxn ang="T11">
                  <a:pos x="T6" y="T7"/>
                </a:cxn>
              </a:cxnLst>
              <a:rect l="T12" t="T13" r="T14" b="T15"/>
              <a:pathLst>
                <a:path w="589" h="1089">
                  <a:moveTo>
                    <a:pt x="0" y="0"/>
                  </a:moveTo>
                  <a:lnTo>
                    <a:pt x="226" y="0"/>
                  </a:lnTo>
                  <a:lnTo>
                    <a:pt x="226" y="1089"/>
                  </a:lnTo>
                  <a:lnTo>
                    <a:pt x="589" y="1089"/>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grpSp>
      <p:grpSp>
        <p:nvGrpSpPr>
          <p:cNvPr id="9" name="组合 8">
            <a:extLst>
              <a:ext uri="{FF2B5EF4-FFF2-40B4-BE49-F238E27FC236}">
                <a16:creationId xmlns:a16="http://schemas.microsoft.com/office/drawing/2014/main" id="{F86685DA-2913-4B23-B7B5-C8F8277F5736}"/>
              </a:ext>
            </a:extLst>
          </p:cNvPr>
          <p:cNvGrpSpPr/>
          <p:nvPr/>
        </p:nvGrpSpPr>
        <p:grpSpPr>
          <a:xfrm>
            <a:off x="5832235" y="2231767"/>
            <a:ext cx="997196" cy="3948086"/>
            <a:chOff x="4374177" y="1673825"/>
            <a:chExt cx="747897" cy="2961064"/>
          </a:xfrm>
        </p:grpSpPr>
        <p:sp>
          <p:nvSpPr>
            <p:cNvPr id="3" name="矩形 2">
              <a:extLst>
                <a:ext uri="{FF2B5EF4-FFF2-40B4-BE49-F238E27FC236}">
                  <a16:creationId xmlns:a16="http://schemas.microsoft.com/office/drawing/2014/main" id="{4BC28E41-3965-4BB9-B356-8B34C2B212D0}"/>
                </a:ext>
              </a:extLst>
            </p:cNvPr>
            <p:cNvSpPr/>
            <p:nvPr/>
          </p:nvSpPr>
          <p:spPr>
            <a:xfrm>
              <a:off x="4708436" y="1673825"/>
              <a:ext cx="374141"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4" name="矩形 3">
              <a:extLst>
                <a:ext uri="{FF2B5EF4-FFF2-40B4-BE49-F238E27FC236}">
                  <a16:creationId xmlns:a16="http://schemas.microsoft.com/office/drawing/2014/main" id="{5C48BDB8-BFC4-4D54-B43B-627F2973C06A}"/>
                </a:ext>
              </a:extLst>
            </p:cNvPr>
            <p:cNvSpPr/>
            <p:nvPr/>
          </p:nvSpPr>
          <p:spPr>
            <a:xfrm>
              <a:off x="4374177" y="2356682"/>
              <a:ext cx="747897"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5" name="矩形 4">
              <a:extLst>
                <a:ext uri="{FF2B5EF4-FFF2-40B4-BE49-F238E27FC236}">
                  <a16:creationId xmlns:a16="http://schemas.microsoft.com/office/drawing/2014/main" id="{8F68086D-2D0D-499F-AE08-09F155748851}"/>
                </a:ext>
              </a:extLst>
            </p:cNvPr>
            <p:cNvSpPr/>
            <p:nvPr/>
          </p:nvSpPr>
          <p:spPr>
            <a:xfrm>
              <a:off x="4390582" y="3029750"/>
              <a:ext cx="695142"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6" name="矩形 5">
              <a:extLst>
                <a:ext uri="{FF2B5EF4-FFF2-40B4-BE49-F238E27FC236}">
                  <a16:creationId xmlns:a16="http://schemas.microsoft.com/office/drawing/2014/main" id="{FAAC98A7-249C-447F-B75F-722203E886DD}"/>
                </a:ext>
              </a:extLst>
            </p:cNvPr>
            <p:cNvSpPr/>
            <p:nvPr/>
          </p:nvSpPr>
          <p:spPr>
            <a:xfrm>
              <a:off x="4394214" y="3681217"/>
              <a:ext cx="710771"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8" name="矩形 7">
              <a:extLst>
                <a:ext uri="{FF2B5EF4-FFF2-40B4-BE49-F238E27FC236}">
                  <a16:creationId xmlns:a16="http://schemas.microsoft.com/office/drawing/2014/main" id="{FB13415E-E2D2-416C-93C6-320802749EA5}"/>
                </a:ext>
              </a:extLst>
            </p:cNvPr>
            <p:cNvSpPr/>
            <p:nvPr/>
          </p:nvSpPr>
          <p:spPr>
            <a:xfrm>
              <a:off x="4403406" y="4396314"/>
              <a:ext cx="672299"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partition</a:t>
              </a: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78" name="Rectangle 3">
            <a:extLst>
              <a:ext uri="{FF2B5EF4-FFF2-40B4-BE49-F238E27FC236}">
                <a16:creationId xmlns:a16="http://schemas.microsoft.com/office/drawing/2014/main" id="{5BFA29DE-BCC5-4C4A-B3E9-F6F10B53D534}"/>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cxnSp>
        <p:nvCxnSpPr>
          <p:cNvPr id="11" name="连接符: 肘形 10">
            <a:extLst>
              <a:ext uri="{FF2B5EF4-FFF2-40B4-BE49-F238E27FC236}">
                <a16:creationId xmlns:a16="http://schemas.microsoft.com/office/drawing/2014/main" id="{F9F028D2-C286-4380-BE83-3EA59E3F12DC}"/>
              </a:ext>
            </a:extLst>
          </p:cNvPr>
          <p:cNvCxnSpPr>
            <a:cxnSpLocks/>
            <a:endCxn id="83" idx="1"/>
          </p:cNvCxnSpPr>
          <p:nvPr/>
        </p:nvCxnSpPr>
        <p:spPr>
          <a:xfrm flipV="1">
            <a:off x="7505730" y="2199380"/>
            <a:ext cx="1272976" cy="1020693"/>
          </a:xfrm>
          <a:prstGeom prst="bentConnector3">
            <a:avLst/>
          </a:prstGeom>
          <a:ln w="19050">
            <a:solidFill>
              <a:srgbClr val="FFC000"/>
            </a:solidFill>
            <a:tailEnd type="stealth" w="lg" len="lg"/>
          </a:ln>
        </p:spPr>
        <p:style>
          <a:lnRef idx="1">
            <a:schemeClr val="accent1"/>
          </a:lnRef>
          <a:fillRef idx="0">
            <a:schemeClr val="accent1"/>
          </a:fillRef>
          <a:effectRef idx="0">
            <a:schemeClr val="accent1"/>
          </a:effectRef>
          <a:fontRef idx="minor">
            <a:schemeClr val="tx1"/>
          </a:fontRef>
        </p:style>
      </p:cxnSp>
      <p:sp>
        <p:nvSpPr>
          <p:cNvPr id="180" name="矩形 179">
            <a:extLst>
              <a:ext uri="{FF2B5EF4-FFF2-40B4-BE49-F238E27FC236}">
                <a16:creationId xmlns:a16="http://schemas.microsoft.com/office/drawing/2014/main" id="{A1F7852F-E0A8-4677-B2B8-846792712ACC}"/>
              </a:ext>
            </a:extLst>
          </p:cNvPr>
          <p:cNvSpPr/>
          <p:nvPr/>
        </p:nvSpPr>
        <p:spPr>
          <a:xfrm>
            <a:off x="212447" y="1367968"/>
            <a:ext cx="3831492" cy="1569660"/>
          </a:xfrm>
          <a:prstGeom prst="rect">
            <a:avLst/>
          </a:prstGeom>
        </p:spPr>
        <p:txBody>
          <a:bodyPr wrap="square">
            <a:spAutoFit/>
          </a:bodyPr>
          <a:lstStyle/>
          <a:p>
            <a:pPr marL="380990" lvl="0" indent="-380990" algn="just" defTabSz="1219170" eaLnBrk="0" fontAlgn="base" hangingPunct="0">
              <a:spcBef>
                <a:spcPct val="0"/>
              </a:spcBef>
              <a:spcAft>
                <a:spcPct val="0"/>
              </a:spcAft>
              <a:buClr>
                <a:srgbClr val="3B3418"/>
              </a:buClr>
              <a:buFont typeface="Wingdings" panose="05000000000000000000" pitchFamily="2" charset="2"/>
              <a:buChar char="Ø"/>
            </a:pPr>
            <a:r>
              <a:rPr lang="en-US" altLang="zh-CN" sz="2400" b="1" dirty="0">
                <a:solidFill>
                  <a:srgbClr val="FF0000"/>
                </a:solidFill>
                <a:latin typeface="华文楷体" panose="02010600040101010101" pitchFamily="2" charset="-122"/>
              </a:rPr>
              <a:t>display</a:t>
            </a:r>
            <a:r>
              <a:rPr lang="zh-CN" altLang="en-US" sz="2400" b="1" dirty="0">
                <a:solidFill>
                  <a:srgbClr val="FF0000"/>
                </a:solidFill>
                <a:latin typeface="华文楷体" panose="02010600040101010101" pitchFamily="2" charset="-122"/>
              </a:rPr>
              <a:t>表</a:t>
            </a:r>
            <a:r>
              <a:rPr lang="zh-CN" altLang="en-US" sz="2400" b="1" dirty="0">
                <a:latin typeface="华文楷体" panose="02010600040101010101" pitchFamily="2" charset="-122"/>
              </a:rPr>
              <a:t>：记录下各块所在的层号，沿着该表可以找到当前正在分析的块的各个外层</a:t>
            </a:r>
          </a:p>
        </p:txBody>
      </p:sp>
    </p:spTree>
    <p:extLst>
      <p:ext uri="{BB962C8B-B14F-4D97-AF65-F5344CB8AC3E}">
        <p14:creationId xmlns:p14="http://schemas.microsoft.com/office/powerpoint/2010/main" val="1345156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par>
                                <p:cTn id="10" presetID="53" presetClass="entr" presetSubtype="16" fill="hold"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nodeType="with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p:cTn id="17" dur="500" fill="hold"/>
                                        <p:tgtEl>
                                          <p:spTgt spid="11"/>
                                        </p:tgtEl>
                                        <p:attrNameLst>
                                          <p:attrName>ppt_w</p:attrName>
                                        </p:attrNameLst>
                                      </p:cBhvr>
                                      <p:tavLst>
                                        <p:tav tm="0">
                                          <p:val>
                                            <p:fltVal val="0"/>
                                          </p:val>
                                        </p:tav>
                                        <p:tav tm="100000">
                                          <p:val>
                                            <p:strVal val="#ppt_w"/>
                                          </p:val>
                                        </p:tav>
                                      </p:tavLst>
                                    </p:anim>
                                    <p:anim calcmode="lin" valueType="num">
                                      <p:cBhvr>
                                        <p:cTn id="18" dur="500" fill="hold"/>
                                        <p:tgtEl>
                                          <p:spTgt spid="11"/>
                                        </p:tgtEl>
                                        <p:attrNameLst>
                                          <p:attrName>ppt_h</p:attrName>
                                        </p:attrNameLst>
                                      </p:cBhvr>
                                      <p:tavLst>
                                        <p:tav tm="0">
                                          <p:val>
                                            <p:fltVal val="0"/>
                                          </p:val>
                                        </p:tav>
                                        <p:tav tm="100000">
                                          <p:val>
                                            <p:strVal val="#ppt_h"/>
                                          </p:val>
                                        </p:tav>
                                      </p:tavLst>
                                    </p:anim>
                                    <p:animEffect transition="in" filter="fade">
                                      <p:cBhvr>
                                        <p:cTn id="19" dur="500"/>
                                        <p:tgtEl>
                                          <p:spTgt spid="11"/>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180"/>
                                        </p:tgtEl>
                                        <p:attrNameLst>
                                          <p:attrName>style.visibility</p:attrName>
                                        </p:attrNameLst>
                                      </p:cBhvr>
                                      <p:to>
                                        <p:strVal val="visible"/>
                                      </p:to>
                                    </p:set>
                                    <p:anim calcmode="lin" valueType="num">
                                      <p:cBhvr>
                                        <p:cTn id="24" dur="500" fill="hold"/>
                                        <p:tgtEl>
                                          <p:spTgt spid="180"/>
                                        </p:tgtEl>
                                        <p:attrNameLst>
                                          <p:attrName>ppt_w</p:attrName>
                                        </p:attrNameLst>
                                      </p:cBhvr>
                                      <p:tavLst>
                                        <p:tav tm="0">
                                          <p:val>
                                            <p:fltVal val="0"/>
                                          </p:val>
                                        </p:tav>
                                        <p:tav tm="100000">
                                          <p:val>
                                            <p:strVal val="#ppt_w"/>
                                          </p:val>
                                        </p:tav>
                                      </p:tavLst>
                                    </p:anim>
                                    <p:anim calcmode="lin" valueType="num">
                                      <p:cBhvr>
                                        <p:cTn id="25" dur="500" fill="hold"/>
                                        <p:tgtEl>
                                          <p:spTgt spid="180"/>
                                        </p:tgtEl>
                                        <p:attrNameLst>
                                          <p:attrName>ppt_h</p:attrName>
                                        </p:attrNameLst>
                                      </p:cBhvr>
                                      <p:tavLst>
                                        <p:tav tm="0">
                                          <p:val>
                                            <p:fltVal val="0"/>
                                          </p:val>
                                        </p:tav>
                                        <p:tav tm="100000">
                                          <p:val>
                                            <p:strVal val="#ppt_h"/>
                                          </p:val>
                                        </p:tav>
                                      </p:tavLst>
                                    </p:anim>
                                    <p:animEffect transition="in" filter="fade">
                                      <p:cBhvr>
                                        <p:cTn id="26" dur="50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nvGrpSpPr>
          <p:cNvPr id="381" name="组合 380"/>
          <p:cNvGrpSpPr/>
          <p:nvPr/>
        </p:nvGrpSpPr>
        <p:grpSpPr>
          <a:xfrm>
            <a:off x="4143409" y="-136156"/>
            <a:ext cx="7974036" cy="6935568"/>
            <a:chOff x="3107556" y="-102117"/>
            <a:chExt cx="5980527" cy="5201676"/>
          </a:xfrm>
        </p:grpSpPr>
        <p:grpSp>
          <p:nvGrpSpPr>
            <p:cNvPr id="382" name="Group 12"/>
            <p:cNvGrpSpPr>
              <a:grpSpLocks/>
            </p:cNvGrpSpPr>
            <p:nvPr/>
          </p:nvGrpSpPr>
          <p:grpSpPr bwMode="auto">
            <a:xfrm>
              <a:off x="3107556" y="542577"/>
              <a:ext cx="889000" cy="476250"/>
              <a:chOff x="1504" y="489"/>
              <a:chExt cx="560" cy="300"/>
            </a:xfrm>
          </p:grpSpPr>
          <p:sp>
            <p:nvSpPr>
              <p:cNvPr id="541"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sp>
            <p:nvSpPr>
              <p:cNvPr id="542"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sp>
          <p:nvSpPr>
            <p:cNvPr id="383" name="Text Box 15"/>
            <p:cNvSpPr txBox="1">
              <a:spLocks noChangeArrowheads="1"/>
            </p:cNvSpPr>
            <p:nvPr/>
          </p:nvSpPr>
          <p:spPr bwMode="auto">
            <a:xfrm>
              <a:off x="3236936" y="123478"/>
              <a:ext cx="1095492"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rPr>
                <a:t>display</a:t>
              </a:r>
            </a:p>
          </p:txBody>
        </p:sp>
        <p:sp>
          <p:nvSpPr>
            <p:cNvPr id="384" name="Freeform 16"/>
            <p:cNvSpPr>
              <a:spLocks/>
            </p:cNvSpPr>
            <p:nvPr/>
          </p:nvSpPr>
          <p:spPr bwMode="auto">
            <a:xfrm>
              <a:off x="3471482" y="583852"/>
              <a:ext cx="525074" cy="2160588"/>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sp>
          <p:nvSpPr>
            <p:cNvPr id="385" name="Freeform 17"/>
            <p:cNvSpPr>
              <a:spLocks/>
            </p:cNvSpPr>
            <p:nvPr/>
          </p:nvSpPr>
          <p:spPr bwMode="auto">
            <a:xfrm>
              <a:off x="5098127" y="602903"/>
              <a:ext cx="533400" cy="4496656"/>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sp>
          <p:nvSpPr>
            <p:cNvPr id="386" name="Freeform 18"/>
            <p:cNvSpPr>
              <a:spLocks/>
            </p:cNvSpPr>
            <p:nvPr/>
          </p:nvSpPr>
          <p:spPr bwMode="auto">
            <a:xfrm>
              <a:off x="6926927" y="287561"/>
              <a:ext cx="2160588" cy="4513114"/>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sp>
          <p:nvSpPr>
            <p:cNvPr id="387" name="Text Box 25"/>
            <p:cNvSpPr txBox="1">
              <a:spLocks noChangeArrowheads="1"/>
            </p:cNvSpPr>
            <p:nvPr/>
          </p:nvSpPr>
          <p:spPr bwMode="auto">
            <a:xfrm>
              <a:off x="4977479" y="146179"/>
              <a:ext cx="736019"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err="1">
                  <a:ln>
                    <a:noFill/>
                  </a:ln>
                  <a:solidFill>
                    <a:prstClr val="black"/>
                  </a:solidFill>
                  <a:effectLst/>
                  <a:uLnTx/>
                  <a:uFillTx/>
                  <a:latin typeface="Arial" panose="020B0604020202020204" pitchFamily="34" charset="0"/>
                  <a:ea typeface="宋体" panose="02010600030101010101" pitchFamily="2" charset="-122"/>
                  <a:cs typeface="+mn-cs"/>
                </a:rPr>
                <a:t>btab</a:t>
              </a:r>
              <a:endParaRPr kumimoji="0" lang="en-GB" altLang="zh-CN" sz="3200" b="0" i="0" u="none" strike="noStrike" kern="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88" name="Text Box 26"/>
            <p:cNvSpPr txBox="1">
              <a:spLocks noChangeArrowheads="1"/>
            </p:cNvSpPr>
            <p:nvPr/>
          </p:nvSpPr>
          <p:spPr bwMode="auto">
            <a:xfrm>
              <a:off x="7314480" y="-102117"/>
              <a:ext cx="133353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err="1">
                  <a:ln>
                    <a:noFill/>
                  </a:ln>
                  <a:solidFill>
                    <a:prstClr val="black"/>
                  </a:solidFill>
                  <a:effectLst/>
                  <a:uLnTx/>
                  <a:uFillTx/>
                  <a:latin typeface="Arial" panose="020B0604020202020204" pitchFamily="34" charset="0"/>
                  <a:ea typeface="宋体" panose="02010600030101010101" pitchFamily="2" charset="-122"/>
                  <a:cs typeface="+mn-cs"/>
                </a:rPr>
                <a:t>nametab</a:t>
              </a:r>
              <a:endParaRPr kumimoji="0" lang="en-GB" altLang="zh-CN" sz="3200" b="0" i="0" u="none" strike="noStrike" kern="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pSp>
          <p:nvGrpSpPr>
            <p:cNvPr id="389" name="Group 27"/>
            <p:cNvGrpSpPr>
              <a:grpSpLocks/>
            </p:cNvGrpSpPr>
            <p:nvPr/>
          </p:nvGrpSpPr>
          <p:grpSpPr bwMode="auto">
            <a:xfrm>
              <a:off x="6584029" y="282800"/>
              <a:ext cx="2503488" cy="296863"/>
              <a:chOff x="4025" y="529"/>
              <a:chExt cx="1577" cy="187"/>
            </a:xfrm>
          </p:grpSpPr>
          <p:sp>
            <p:nvSpPr>
              <p:cNvPr id="538"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US" altLang="zh-CN" sz="2133" b="0" i="0" u="none" strike="noStrike" kern="0" cap="none" spc="0" normalizeH="0" baseline="0" noProof="0" dirty="0">
                    <a:ln>
                      <a:noFill/>
                    </a:ln>
                    <a:solidFill>
                      <a:srgbClr val="FF3300"/>
                    </a:solidFill>
                    <a:effectLst/>
                    <a:uLnTx/>
                    <a:uFillTx/>
                    <a:latin typeface="Arial" panose="020B0604020202020204" pitchFamily="34" charset="0"/>
                    <a:ea typeface="宋体" panose="02010600030101010101" pitchFamily="2" charset="-122"/>
                    <a:cs typeface="+mn-cs"/>
                  </a:rPr>
                  <a:t>name</a:t>
                </a:r>
                <a:endParaRPr kumimoji="0" lang="en-GB" altLang="zh-CN" sz="2133" b="0" i="0" u="none" strike="noStrike" kern="0" cap="none" spc="0" normalizeH="0" baseline="0" noProof="0" dirty="0">
                  <a:ln>
                    <a:noFill/>
                  </a:ln>
                  <a:solidFill>
                    <a:srgbClr val="FF3300"/>
                  </a:solidFill>
                  <a:effectLst/>
                  <a:uLnTx/>
                  <a:uFillTx/>
                  <a:latin typeface="Arial" panose="020B0604020202020204" pitchFamily="34" charset="0"/>
                  <a:ea typeface="宋体" panose="02010600030101010101" pitchFamily="2" charset="-122"/>
                  <a:cs typeface="+mn-cs"/>
                </a:endParaRPr>
              </a:p>
            </p:txBody>
          </p:sp>
          <p:sp>
            <p:nvSpPr>
              <p:cNvPr id="539"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sp>
            <p:nvSpPr>
              <p:cNvPr id="540"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US" altLang="zh-CN" sz="2133" b="0" i="0" u="none" strike="noStrike" kern="0" cap="none" spc="0" normalizeH="0" baseline="0" noProof="0" dirty="0">
                    <a:ln>
                      <a:noFill/>
                    </a:ln>
                    <a:solidFill>
                      <a:srgbClr val="FF3300"/>
                    </a:solidFill>
                    <a:effectLst/>
                    <a:uLnTx/>
                    <a:uFillTx/>
                    <a:latin typeface="Arial" panose="020B0604020202020204" pitchFamily="34" charset="0"/>
                    <a:ea typeface="宋体" panose="02010600030101010101" pitchFamily="2" charset="-122"/>
                    <a:cs typeface="+mn-cs"/>
                  </a:rPr>
                  <a:t>link</a:t>
                </a:r>
                <a:endParaRPr kumimoji="0" lang="en-GB" altLang="zh-CN" sz="2133" b="0" i="0" u="none" strike="noStrike" kern="0" cap="none" spc="0" normalizeH="0" baseline="0" noProof="0" dirty="0">
                  <a:ln>
                    <a:noFill/>
                  </a:ln>
                  <a:solidFill>
                    <a:srgbClr val="FF3300"/>
                  </a:solidFill>
                  <a:effectLst/>
                  <a:uLnTx/>
                  <a:uFillTx/>
                  <a:latin typeface="Arial" panose="020B0604020202020204" pitchFamily="34" charset="0"/>
                  <a:ea typeface="宋体" panose="02010600030101010101" pitchFamily="2" charset="-122"/>
                  <a:cs typeface="+mn-cs"/>
                </a:endParaRPr>
              </a:p>
            </p:txBody>
          </p:sp>
        </p:grpSp>
        <p:grpSp>
          <p:nvGrpSpPr>
            <p:cNvPr id="390" name="Group 31"/>
            <p:cNvGrpSpPr>
              <a:grpSpLocks/>
            </p:cNvGrpSpPr>
            <p:nvPr/>
          </p:nvGrpSpPr>
          <p:grpSpPr bwMode="auto">
            <a:xfrm>
              <a:off x="6588794" y="557436"/>
              <a:ext cx="2497139" cy="285750"/>
              <a:chOff x="4029" y="527"/>
              <a:chExt cx="1573" cy="180"/>
            </a:xfrm>
          </p:grpSpPr>
          <p:sp>
            <p:nvSpPr>
              <p:cNvPr id="535"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sort</a:t>
                </a:r>
              </a:p>
            </p:txBody>
          </p:sp>
          <p:sp>
            <p:nvSpPr>
              <p:cNvPr id="53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p>
            </p:txBody>
          </p:sp>
          <p:sp>
            <p:nvSpPr>
              <p:cNvPr id="537"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sp>
          <p:nvSpPr>
            <p:cNvPr id="391" name="Line 168"/>
            <p:cNvSpPr>
              <a:spLocks noChangeShapeType="1"/>
            </p:cNvSpPr>
            <p:nvPr/>
          </p:nvSpPr>
          <p:spPr bwMode="auto">
            <a:xfrm>
              <a:off x="3996556" y="818802"/>
              <a:ext cx="1079500"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grpSp>
          <p:nvGrpSpPr>
            <p:cNvPr id="392" name="Group 31"/>
            <p:cNvGrpSpPr>
              <a:grpSpLocks/>
            </p:cNvGrpSpPr>
            <p:nvPr/>
          </p:nvGrpSpPr>
          <p:grpSpPr bwMode="auto">
            <a:xfrm>
              <a:off x="6584029" y="795562"/>
              <a:ext cx="2497139" cy="285750"/>
              <a:chOff x="4029" y="527"/>
              <a:chExt cx="1573" cy="180"/>
            </a:xfrm>
          </p:grpSpPr>
          <p:sp>
            <p:nvSpPr>
              <p:cNvPr id="532"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p>
            </p:txBody>
          </p:sp>
          <p:sp>
            <p:nvSpPr>
              <p:cNvPr id="53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p>
            </p:txBody>
          </p:sp>
          <p:sp>
            <p:nvSpPr>
              <p:cNvPr id="534"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grpSp>
          <p:nvGrpSpPr>
            <p:cNvPr id="393" name="Group 147"/>
            <p:cNvGrpSpPr>
              <a:grpSpLocks/>
            </p:cNvGrpSpPr>
            <p:nvPr/>
          </p:nvGrpSpPr>
          <p:grpSpPr bwMode="auto">
            <a:xfrm>
              <a:off x="3107556" y="987077"/>
              <a:ext cx="889000" cy="466725"/>
              <a:chOff x="1504" y="495"/>
              <a:chExt cx="560" cy="294"/>
            </a:xfrm>
          </p:grpSpPr>
          <p:sp>
            <p:nvSpPr>
              <p:cNvPr id="530"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p>
            </p:txBody>
          </p:sp>
          <p:sp>
            <p:nvSpPr>
              <p:cNvPr id="531"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p>
            </p:txBody>
          </p:sp>
        </p:grpSp>
        <p:grpSp>
          <p:nvGrpSpPr>
            <p:cNvPr id="394" name="Group 31"/>
            <p:cNvGrpSpPr>
              <a:grpSpLocks/>
            </p:cNvGrpSpPr>
            <p:nvPr/>
          </p:nvGrpSpPr>
          <p:grpSpPr bwMode="auto">
            <a:xfrm>
              <a:off x="6588224" y="1033114"/>
              <a:ext cx="2497139" cy="285750"/>
              <a:chOff x="4029" y="527"/>
              <a:chExt cx="1573" cy="180"/>
            </a:xfrm>
          </p:grpSpPr>
          <p:sp>
            <p:nvSpPr>
              <p:cNvPr id="527"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p>
            </p:txBody>
          </p:sp>
          <p:sp>
            <p:nvSpPr>
              <p:cNvPr id="52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p>
            </p:txBody>
          </p:sp>
          <p:sp>
            <p:nvSpPr>
              <p:cNvPr id="529"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p>
            </p:txBody>
          </p:sp>
        </p:grpSp>
        <p:grpSp>
          <p:nvGrpSpPr>
            <p:cNvPr id="395" name="Group 31"/>
            <p:cNvGrpSpPr>
              <a:grpSpLocks/>
            </p:cNvGrpSpPr>
            <p:nvPr/>
          </p:nvGrpSpPr>
          <p:grpSpPr bwMode="auto">
            <a:xfrm>
              <a:off x="6584029" y="1270896"/>
              <a:ext cx="2497139" cy="285750"/>
              <a:chOff x="4029" y="527"/>
              <a:chExt cx="1573" cy="180"/>
            </a:xfrm>
          </p:grpSpPr>
          <p:sp>
            <p:nvSpPr>
              <p:cNvPr id="524"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readarray</a:t>
                </a:r>
                <a:endPar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25"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p>
            </p:txBody>
          </p:sp>
          <p:sp>
            <p:nvSpPr>
              <p:cNvPr id="526"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p>
            </p:txBody>
          </p:sp>
        </p:grpSp>
        <p:grpSp>
          <p:nvGrpSpPr>
            <p:cNvPr id="396" name="Group 31"/>
            <p:cNvGrpSpPr>
              <a:grpSpLocks/>
            </p:cNvGrpSpPr>
            <p:nvPr/>
          </p:nvGrpSpPr>
          <p:grpSpPr bwMode="auto">
            <a:xfrm>
              <a:off x="6584029" y="1506660"/>
              <a:ext cx="2497139" cy="285750"/>
              <a:chOff x="4029" y="527"/>
              <a:chExt cx="1573" cy="180"/>
            </a:xfrm>
          </p:grpSpPr>
          <p:sp>
            <p:nvSpPr>
              <p:cNvPr id="521"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i</a:t>
                </a:r>
                <a:endPar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2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5</a:t>
                </a:r>
              </a:p>
            </p:txBody>
          </p:sp>
          <p:sp>
            <p:nvSpPr>
              <p:cNvPr id="523"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grpSp>
          <p:nvGrpSpPr>
            <p:cNvPr id="397" name="Group 31"/>
            <p:cNvGrpSpPr>
              <a:grpSpLocks/>
            </p:cNvGrpSpPr>
            <p:nvPr/>
          </p:nvGrpSpPr>
          <p:grpSpPr bwMode="auto">
            <a:xfrm>
              <a:off x="6588224" y="1739687"/>
              <a:ext cx="2497139" cy="285750"/>
              <a:chOff x="4029" y="527"/>
              <a:chExt cx="1573" cy="180"/>
            </a:xfrm>
          </p:grpSpPr>
          <p:sp>
            <p:nvSpPr>
              <p:cNvPr id="518"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exchange</a:t>
                </a:r>
              </a:p>
            </p:txBody>
          </p:sp>
          <p:sp>
            <p:nvSpPr>
              <p:cNvPr id="519"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a:t>
                </a:r>
              </a:p>
            </p:txBody>
          </p:sp>
          <p:sp>
            <p:nvSpPr>
              <p:cNvPr id="520"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p>
            </p:txBody>
          </p:sp>
        </p:grpSp>
        <p:grpSp>
          <p:nvGrpSpPr>
            <p:cNvPr id="398" name="组合 397"/>
            <p:cNvGrpSpPr/>
            <p:nvPr/>
          </p:nvGrpSpPr>
          <p:grpSpPr>
            <a:xfrm>
              <a:off x="4754584" y="586159"/>
              <a:ext cx="874713" cy="669925"/>
              <a:chOff x="4756817" y="602902"/>
              <a:chExt cx="874713" cy="669925"/>
            </a:xfrm>
          </p:grpSpPr>
          <p:grpSp>
            <p:nvGrpSpPr>
              <p:cNvPr id="512" name="Group 19"/>
              <p:cNvGrpSpPr>
                <a:grpSpLocks/>
              </p:cNvGrpSpPr>
              <p:nvPr/>
            </p:nvGrpSpPr>
            <p:grpSpPr bwMode="auto">
              <a:xfrm>
                <a:off x="4756817" y="602902"/>
                <a:ext cx="874713" cy="669925"/>
                <a:chOff x="2919" y="527"/>
                <a:chExt cx="551" cy="422"/>
              </a:xfrm>
            </p:grpSpPr>
            <p:grpSp>
              <p:nvGrpSpPr>
                <p:cNvPr id="514" name="Group 20"/>
                <p:cNvGrpSpPr>
                  <a:grpSpLocks/>
                </p:cNvGrpSpPr>
                <p:nvPr/>
              </p:nvGrpSpPr>
              <p:grpSpPr bwMode="auto">
                <a:xfrm>
                  <a:off x="3135" y="527"/>
                  <a:ext cx="335" cy="422"/>
                  <a:chOff x="4133" y="890"/>
                  <a:chExt cx="335" cy="422"/>
                </a:xfrm>
              </p:grpSpPr>
              <p:sp>
                <p:nvSpPr>
                  <p:cNvPr id="516"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1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sp>
              <p:nvSpPr>
                <p:cNvPr id="51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sp>
            <p:nvSpPr>
              <p:cNvPr id="513"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pSp>
        <p:sp>
          <p:nvSpPr>
            <p:cNvPr id="399" name="Text Box 156"/>
            <p:cNvSpPr txBox="1">
              <a:spLocks noChangeArrowheads="1"/>
            </p:cNvSpPr>
            <p:nvPr/>
          </p:nvSpPr>
          <p:spPr bwMode="auto">
            <a:xfrm>
              <a:off x="5200674" y="903080"/>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p>
          </p:txBody>
        </p:sp>
        <p:sp>
          <p:nvSpPr>
            <p:cNvPr id="400" name="Text Box 157"/>
            <p:cNvSpPr txBox="1">
              <a:spLocks noChangeArrowheads="1"/>
            </p:cNvSpPr>
            <p:nvPr/>
          </p:nvSpPr>
          <p:spPr bwMode="auto">
            <a:xfrm>
              <a:off x="5223758" y="546204"/>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nvGrpSpPr>
            <p:cNvPr id="401" name="组合 400"/>
            <p:cNvGrpSpPr/>
            <p:nvPr/>
          </p:nvGrpSpPr>
          <p:grpSpPr>
            <a:xfrm>
              <a:off x="4752992" y="1259838"/>
              <a:ext cx="874713" cy="669925"/>
              <a:chOff x="4756817" y="602902"/>
              <a:chExt cx="874713" cy="669925"/>
            </a:xfrm>
          </p:grpSpPr>
          <p:grpSp>
            <p:nvGrpSpPr>
              <p:cNvPr id="506" name="Group 19"/>
              <p:cNvGrpSpPr>
                <a:grpSpLocks/>
              </p:cNvGrpSpPr>
              <p:nvPr/>
            </p:nvGrpSpPr>
            <p:grpSpPr bwMode="auto">
              <a:xfrm>
                <a:off x="4756817" y="602902"/>
                <a:ext cx="874713" cy="669925"/>
                <a:chOff x="2919" y="527"/>
                <a:chExt cx="551" cy="422"/>
              </a:xfrm>
            </p:grpSpPr>
            <p:grpSp>
              <p:nvGrpSpPr>
                <p:cNvPr id="508" name="Group 20"/>
                <p:cNvGrpSpPr>
                  <a:grpSpLocks/>
                </p:cNvGrpSpPr>
                <p:nvPr/>
              </p:nvGrpSpPr>
              <p:grpSpPr bwMode="auto">
                <a:xfrm>
                  <a:off x="3135" y="527"/>
                  <a:ext cx="335" cy="422"/>
                  <a:chOff x="4133" y="890"/>
                  <a:chExt cx="335" cy="422"/>
                </a:xfrm>
              </p:grpSpPr>
              <p:sp>
                <p:nvSpPr>
                  <p:cNvPr id="510"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11"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sp>
              <p:nvSpPr>
                <p:cNvPr id="509"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p>
              </p:txBody>
            </p:sp>
          </p:grpSp>
          <p:sp>
            <p:nvSpPr>
              <p:cNvPr id="507"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pSp>
        <p:sp>
          <p:nvSpPr>
            <p:cNvPr id="402" name="Text Box 156"/>
            <p:cNvSpPr txBox="1">
              <a:spLocks noChangeArrowheads="1"/>
            </p:cNvSpPr>
            <p:nvPr/>
          </p:nvSpPr>
          <p:spPr bwMode="auto">
            <a:xfrm>
              <a:off x="5199082" y="1576759"/>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9</a:t>
              </a:r>
            </a:p>
          </p:txBody>
        </p:sp>
        <p:sp>
          <p:nvSpPr>
            <p:cNvPr id="403" name="Text Box 157"/>
            <p:cNvSpPr txBox="1">
              <a:spLocks noChangeArrowheads="1"/>
            </p:cNvSpPr>
            <p:nvPr/>
          </p:nvSpPr>
          <p:spPr bwMode="auto">
            <a:xfrm>
              <a:off x="5222165" y="1219883"/>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sp>
          <p:nvSpPr>
            <p:cNvPr id="404" name="Freeform 169"/>
            <p:cNvSpPr>
              <a:spLocks/>
            </p:cNvSpPr>
            <p:nvPr/>
          </p:nvSpPr>
          <p:spPr bwMode="auto">
            <a:xfrm>
              <a:off x="3996556" y="1250602"/>
              <a:ext cx="1079500" cy="168275"/>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grpSp>
          <p:nvGrpSpPr>
            <p:cNvPr id="405" name="Group 31"/>
            <p:cNvGrpSpPr>
              <a:grpSpLocks/>
            </p:cNvGrpSpPr>
            <p:nvPr/>
          </p:nvGrpSpPr>
          <p:grpSpPr bwMode="auto">
            <a:xfrm>
              <a:off x="6590941" y="1975420"/>
              <a:ext cx="2497139" cy="285750"/>
              <a:chOff x="4029" y="527"/>
              <a:chExt cx="1573" cy="180"/>
            </a:xfrm>
          </p:grpSpPr>
          <p:sp>
            <p:nvSpPr>
              <p:cNvPr id="503"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i</a:t>
                </a:r>
                <a:endPar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7</a:t>
                </a:r>
              </a:p>
            </p:txBody>
          </p:sp>
          <p:sp>
            <p:nvSpPr>
              <p:cNvPr id="505"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sp>
          <p:nvSpPr>
            <p:cNvPr id="406" name="Text Box 178"/>
            <p:cNvSpPr txBox="1">
              <a:spLocks noChangeArrowheads="1"/>
            </p:cNvSpPr>
            <p:nvPr/>
          </p:nvSpPr>
          <p:spPr bwMode="auto">
            <a:xfrm>
              <a:off x="5617711" y="516503"/>
              <a:ext cx="1008063" cy="795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ts val="4000"/>
                </a:lnSpc>
                <a:spcBef>
                  <a:spcPct val="0"/>
                </a:spcBef>
                <a:spcAft>
                  <a:spcPts val="0"/>
                </a:spcAft>
                <a:buClrTx/>
                <a:buSzTx/>
                <a:buFont typeface="Wingdings" panose="05000000000000000000" pitchFamily="2" charset="2"/>
                <a:buNone/>
                <a:tabLst/>
                <a:defRPr/>
              </a:pPr>
              <a:r>
                <a:rPr kumimoji="0" lang="en-US" altLang="zh-CN" sz="2400" b="0" i="0" u="none" strike="noStrike" kern="1200" cap="none" spc="0" normalizeH="0" baseline="0" noProof="0" dirty="0">
                  <a:ln>
                    <a:noFill/>
                  </a:ln>
                  <a:solidFill>
                    <a:srgbClr val="9900CC"/>
                  </a:solidFill>
                  <a:effectLst/>
                  <a:uLnTx/>
                  <a:uFillTx/>
                  <a:latin typeface="Arial" panose="020B0604020202020204" pitchFamily="34" charset="0"/>
                  <a:ea typeface="宋体" panose="02010600030101010101" pitchFamily="2" charset="-122"/>
                  <a:cs typeface="+mn-cs"/>
                </a:rPr>
                <a:t>lastpar</a:t>
              </a:r>
            </a:p>
            <a:p>
              <a:pPr marL="0" marR="0" lvl="0" indent="0" algn="l" defTabSz="609585" rtl="0" eaLnBrk="1" fontAlgn="auto" latinLnBrk="0" hangingPunct="1">
                <a:lnSpc>
                  <a:spcPts val="4000"/>
                </a:lnSpc>
                <a:spcBef>
                  <a:spcPct val="0"/>
                </a:spcBef>
                <a:spcAft>
                  <a:spcPts val="0"/>
                </a:spcAft>
                <a:buClrTx/>
                <a:buSzTx/>
                <a:buFont typeface="Wingdings" panose="05000000000000000000" pitchFamily="2" charset="2"/>
                <a:buNone/>
                <a:tabLst/>
                <a:defRPr/>
              </a:pPr>
              <a:r>
                <a:rPr kumimoji="0" lang="en-US" altLang="zh-CN" sz="2400" b="0" i="0" u="none" strike="noStrike" kern="1200" cap="none" spc="0" normalizeH="0" baseline="0" noProof="0" dirty="0">
                  <a:ln>
                    <a:noFill/>
                  </a:ln>
                  <a:solidFill>
                    <a:srgbClr val="9900CC"/>
                  </a:solidFill>
                  <a:effectLst/>
                  <a:uLnTx/>
                  <a:uFillTx/>
                  <a:latin typeface="Arial" panose="020B0604020202020204" pitchFamily="34" charset="0"/>
                  <a:ea typeface="宋体" panose="02010600030101010101" pitchFamily="2" charset="-122"/>
                  <a:cs typeface="+mn-cs"/>
                </a:rPr>
                <a:t>last</a:t>
              </a:r>
              <a:endParaRPr kumimoji="0" lang="en-GB" altLang="zh-CN" sz="2400" b="0" i="0" u="none" strike="noStrike" kern="1200" cap="none" spc="0" normalizeH="0" baseline="0" noProof="0" dirty="0">
                <a:ln>
                  <a:noFill/>
                </a:ln>
                <a:solidFill>
                  <a:srgbClr val="9900CC"/>
                </a:solidFill>
                <a:effectLst/>
                <a:uLnTx/>
                <a:uFillTx/>
                <a:latin typeface="Arial" panose="020B0604020202020204" pitchFamily="34" charset="0"/>
                <a:ea typeface="宋体" panose="02010600030101010101" pitchFamily="2" charset="-122"/>
                <a:cs typeface="+mn-cs"/>
              </a:endParaRPr>
            </a:p>
          </p:txBody>
        </p:sp>
        <p:grpSp>
          <p:nvGrpSpPr>
            <p:cNvPr id="407" name="组合 406"/>
            <p:cNvGrpSpPr/>
            <p:nvPr/>
          </p:nvGrpSpPr>
          <p:grpSpPr>
            <a:xfrm>
              <a:off x="4752992" y="1929762"/>
              <a:ext cx="874713" cy="669925"/>
              <a:chOff x="4756817" y="602902"/>
              <a:chExt cx="874713" cy="669925"/>
            </a:xfrm>
          </p:grpSpPr>
          <p:sp>
            <p:nvSpPr>
              <p:cNvPr id="497"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pSp>
            <p:nvGrpSpPr>
              <p:cNvPr id="498" name="Group 19"/>
              <p:cNvGrpSpPr>
                <a:grpSpLocks/>
              </p:cNvGrpSpPr>
              <p:nvPr/>
            </p:nvGrpSpPr>
            <p:grpSpPr bwMode="auto">
              <a:xfrm>
                <a:off x="4756817" y="602902"/>
                <a:ext cx="874713" cy="669925"/>
                <a:chOff x="2919" y="527"/>
                <a:chExt cx="551" cy="422"/>
              </a:xfrm>
            </p:grpSpPr>
            <p:grpSp>
              <p:nvGrpSpPr>
                <p:cNvPr id="499" name="Group 20"/>
                <p:cNvGrpSpPr>
                  <a:grpSpLocks/>
                </p:cNvGrpSpPr>
                <p:nvPr/>
              </p:nvGrpSpPr>
              <p:grpSpPr bwMode="auto">
                <a:xfrm>
                  <a:off x="3135" y="527"/>
                  <a:ext cx="335" cy="422"/>
                  <a:chOff x="4133" y="890"/>
                  <a:chExt cx="335" cy="422"/>
                </a:xfrm>
              </p:grpSpPr>
              <p:sp>
                <p:nvSpPr>
                  <p:cNvPr id="501"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0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sp>
              <p:nvSpPr>
                <p:cNvPr id="50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p>
              </p:txBody>
            </p:sp>
          </p:grpSp>
        </p:grpSp>
        <p:sp>
          <p:nvSpPr>
            <p:cNvPr id="408" name="Text Box 156"/>
            <p:cNvSpPr txBox="1">
              <a:spLocks noChangeArrowheads="1"/>
            </p:cNvSpPr>
            <p:nvPr/>
          </p:nvSpPr>
          <p:spPr bwMode="auto">
            <a:xfrm>
              <a:off x="5196895" y="2250437"/>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5</a:t>
              </a:r>
            </a:p>
          </p:txBody>
        </p:sp>
        <p:sp>
          <p:nvSpPr>
            <p:cNvPr id="409" name="Text Box 157"/>
            <p:cNvSpPr txBox="1">
              <a:spLocks noChangeArrowheads="1"/>
            </p:cNvSpPr>
            <p:nvPr/>
          </p:nvSpPr>
          <p:spPr bwMode="auto">
            <a:xfrm>
              <a:off x="5219978" y="1893561"/>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nvGrpSpPr>
            <p:cNvPr id="410" name="组合 409"/>
            <p:cNvGrpSpPr/>
            <p:nvPr/>
          </p:nvGrpSpPr>
          <p:grpSpPr>
            <a:xfrm>
              <a:off x="4752992" y="2594013"/>
              <a:ext cx="874713" cy="669925"/>
              <a:chOff x="4756817" y="602902"/>
              <a:chExt cx="874713" cy="669925"/>
            </a:xfrm>
          </p:grpSpPr>
          <p:sp>
            <p:nvSpPr>
              <p:cNvPr id="491"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pSp>
            <p:nvGrpSpPr>
              <p:cNvPr id="492" name="Group 19"/>
              <p:cNvGrpSpPr>
                <a:grpSpLocks/>
              </p:cNvGrpSpPr>
              <p:nvPr/>
            </p:nvGrpSpPr>
            <p:grpSpPr bwMode="auto">
              <a:xfrm>
                <a:off x="4756817" y="602902"/>
                <a:ext cx="874713" cy="669925"/>
                <a:chOff x="2919" y="527"/>
                <a:chExt cx="551" cy="422"/>
              </a:xfrm>
            </p:grpSpPr>
            <p:grpSp>
              <p:nvGrpSpPr>
                <p:cNvPr id="493" name="Group 20"/>
                <p:cNvGrpSpPr>
                  <a:grpSpLocks/>
                </p:cNvGrpSpPr>
                <p:nvPr/>
              </p:nvGrpSpPr>
              <p:grpSpPr bwMode="auto">
                <a:xfrm>
                  <a:off x="3135" y="527"/>
                  <a:ext cx="335" cy="422"/>
                  <a:chOff x="4133" y="890"/>
                  <a:chExt cx="335" cy="422"/>
                </a:xfrm>
              </p:grpSpPr>
              <p:sp>
                <p:nvSpPr>
                  <p:cNvPr id="495"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96"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sp>
              <p:nvSpPr>
                <p:cNvPr id="494"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p>
              </p:txBody>
            </p:sp>
          </p:grpSp>
        </p:grpSp>
        <p:sp>
          <p:nvSpPr>
            <p:cNvPr id="411" name="Text Box 156"/>
            <p:cNvSpPr txBox="1">
              <a:spLocks noChangeArrowheads="1"/>
            </p:cNvSpPr>
            <p:nvPr/>
          </p:nvSpPr>
          <p:spPr bwMode="auto">
            <a:xfrm>
              <a:off x="5196895" y="2914688"/>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8</a:t>
              </a:r>
            </a:p>
          </p:txBody>
        </p:sp>
        <p:sp>
          <p:nvSpPr>
            <p:cNvPr id="412" name="Text Box 157"/>
            <p:cNvSpPr txBox="1">
              <a:spLocks noChangeArrowheads="1"/>
            </p:cNvSpPr>
            <p:nvPr/>
          </p:nvSpPr>
          <p:spPr bwMode="auto">
            <a:xfrm>
              <a:off x="5219978" y="2557812"/>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8</a:t>
              </a:r>
            </a:p>
          </p:txBody>
        </p:sp>
        <p:grpSp>
          <p:nvGrpSpPr>
            <p:cNvPr id="413" name="Group 31"/>
            <p:cNvGrpSpPr>
              <a:grpSpLocks/>
            </p:cNvGrpSpPr>
            <p:nvPr/>
          </p:nvGrpSpPr>
          <p:grpSpPr bwMode="auto">
            <a:xfrm>
              <a:off x="6584029" y="2212351"/>
              <a:ext cx="2497139" cy="285750"/>
              <a:chOff x="4029" y="527"/>
              <a:chExt cx="1573" cy="180"/>
            </a:xfrm>
          </p:grpSpPr>
          <p:sp>
            <p:nvSpPr>
              <p:cNvPr id="488"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j</a:t>
                </a:r>
                <a:endPar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89"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8</a:t>
                </a:r>
              </a:p>
            </p:txBody>
          </p:sp>
          <p:sp>
            <p:nvSpPr>
              <p:cNvPr id="490"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7</a:t>
                </a:r>
              </a:p>
            </p:txBody>
          </p:sp>
        </p:grpSp>
        <p:grpSp>
          <p:nvGrpSpPr>
            <p:cNvPr id="414" name="Group 31"/>
            <p:cNvGrpSpPr>
              <a:grpSpLocks/>
            </p:cNvGrpSpPr>
            <p:nvPr/>
          </p:nvGrpSpPr>
          <p:grpSpPr bwMode="auto">
            <a:xfrm>
              <a:off x="6584029" y="2443159"/>
              <a:ext cx="2497139" cy="285750"/>
              <a:chOff x="4029" y="527"/>
              <a:chExt cx="1573" cy="180"/>
            </a:xfrm>
          </p:grpSpPr>
          <p:sp>
            <p:nvSpPr>
              <p:cNvPr id="48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quicksort</a:t>
                </a:r>
              </a:p>
            </p:txBody>
          </p:sp>
          <p:sp>
            <p:nvSpPr>
              <p:cNvPr id="48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9</a:t>
                </a:r>
              </a:p>
            </p:txBody>
          </p:sp>
          <p:sp>
            <p:nvSpPr>
              <p:cNvPr id="48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a:t>
                </a:r>
              </a:p>
            </p:txBody>
          </p:sp>
        </p:grpSp>
        <p:grpSp>
          <p:nvGrpSpPr>
            <p:cNvPr id="415" name="Group 153"/>
            <p:cNvGrpSpPr>
              <a:grpSpLocks/>
            </p:cNvGrpSpPr>
            <p:nvPr/>
          </p:nvGrpSpPr>
          <p:grpSpPr bwMode="auto">
            <a:xfrm>
              <a:off x="3118669" y="1464060"/>
              <a:ext cx="877888" cy="434975"/>
              <a:chOff x="1511" y="516"/>
              <a:chExt cx="553" cy="274"/>
            </a:xfrm>
          </p:grpSpPr>
          <p:sp>
            <p:nvSpPr>
              <p:cNvPr id="483"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p>
            </p:txBody>
          </p:sp>
          <p:sp>
            <p:nvSpPr>
              <p:cNvPr id="484"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p>
            </p:txBody>
          </p:sp>
        </p:grpSp>
        <p:grpSp>
          <p:nvGrpSpPr>
            <p:cNvPr id="416" name="组合 415"/>
            <p:cNvGrpSpPr/>
            <p:nvPr/>
          </p:nvGrpSpPr>
          <p:grpSpPr>
            <a:xfrm>
              <a:off x="4748719" y="3278127"/>
              <a:ext cx="874713" cy="669925"/>
              <a:chOff x="4756817" y="602902"/>
              <a:chExt cx="874713" cy="669925"/>
            </a:xfrm>
          </p:grpSpPr>
          <p:sp>
            <p:nvSpPr>
              <p:cNvPr id="477"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pSp>
            <p:nvGrpSpPr>
              <p:cNvPr id="478" name="Group 19"/>
              <p:cNvGrpSpPr>
                <a:grpSpLocks/>
              </p:cNvGrpSpPr>
              <p:nvPr/>
            </p:nvGrpSpPr>
            <p:grpSpPr bwMode="auto">
              <a:xfrm>
                <a:off x="4756817" y="602902"/>
                <a:ext cx="874713" cy="669925"/>
                <a:chOff x="2919" y="527"/>
                <a:chExt cx="551" cy="422"/>
              </a:xfrm>
            </p:grpSpPr>
            <p:grpSp>
              <p:nvGrpSpPr>
                <p:cNvPr id="479" name="Group 20"/>
                <p:cNvGrpSpPr>
                  <a:grpSpLocks/>
                </p:cNvGrpSpPr>
                <p:nvPr/>
              </p:nvGrpSpPr>
              <p:grpSpPr bwMode="auto">
                <a:xfrm>
                  <a:off x="3135" y="527"/>
                  <a:ext cx="335" cy="422"/>
                  <a:chOff x="4133" y="890"/>
                  <a:chExt cx="335" cy="422"/>
                </a:xfrm>
              </p:grpSpPr>
              <p:sp>
                <p:nvSpPr>
                  <p:cNvPr id="481"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8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sp>
              <p:nvSpPr>
                <p:cNvPr id="48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p>
              </p:txBody>
            </p:sp>
          </p:grpSp>
        </p:grpSp>
        <p:sp>
          <p:nvSpPr>
            <p:cNvPr id="417" name="Text Box 156"/>
            <p:cNvSpPr txBox="1">
              <a:spLocks noChangeArrowheads="1"/>
            </p:cNvSpPr>
            <p:nvPr/>
          </p:nvSpPr>
          <p:spPr bwMode="auto">
            <a:xfrm>
              <a:off x="5123429" y="3561529"/>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14</a:t>
              </a:r>
            </a:p>
          </p:txBody>
        </p:sp>
        <p:sp>
          <p:nvSpPr>
            <p:cNvPr id="418" name="Text Box 157"/>
            <p:cNvSpPr txBox="1">
              <a:spLocks noChangeArrowheads="1"/>
            </p:cNvSpPr>
            <p:nvPr/>
          </p:nvSpPr>
          <p:spPr bwMode="auto">
            <a:xfrm>
              <a:off x="5126627" y="3229308"/>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11</a:t>
              </a:r>
            </a:p>
          </p:txBody>
        </p:sp>
        <p:grpSp>
          <p:nvGrpSpPr>
            <p:cNvPr id="419" name="Group 31"/>
            <p:cNvGrpSpPr>
              <a:grpSpLocks/>
            </p:cNvGrpSpPr>
            <p:nvPr/>
          </p:nvGrpSpPr>
          <p:grpSpPr bwMode="auto">
            <a:xfrm>
              <a:off x="6516330" y="2680941"/>
              <a:ext cx="2571752" cy="285750"/>
              <a:chOff x="3982" y="527"/>
              <a:chExt cx="1620" cy="180"/>
            </a:xfrm>
          </p:grpSpPr>
          <p:sp>
            <p:nvSpPr>
              <p:cNvPr id="474"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a:t>
                </a:r>
              </a:p>
            </p:txBody>
          </p:sp>
          <p:sp>
            <p:nvSpPr>
              <p:cNvPr id="475"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10</a:t>
                </a:r>
              </a:p>
            </p:txBody>
          </p:sp>
          <p:sp>
            <p:nvSpPr>
              <p:cNvPr id="476"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grpSp>
          <p:nvGrpSpPr>
            <p:cNvPr id="420" name="Group 31"/>
            <p:cNvGrpSpPr>
              <a:grpSpLocks/>
            </p:cNvGrpSpPr>
            <p:nvPr/>
          </p:nvGrpSpPr>
          <p:grpSpPr bwMode="auto">
            <a:xfrm>
              <a:off x="6509416" y="2894633"/>
              <a:ext cx="2571752" cy="285750"/>
              <a:chOff x="3982" y="527"/>
              <a:chExt cx="1620" cy="180"/>
            </a:xfrm>
          </p:grpSpPr>
          <p:sp>
            <p:nvSpPr>
              <p:cNvPr id="471"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p>
            </p:txBody>
          </p:sp>
          <p:sp>
            <p:nvSpPr>
              <p:cNvPr id="47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11</a:t>
                </a:r>
              </a:p>
            </p:txBody>
          </p:sp>
          <p:sp>
            <p:nvSpPr>
              <p:cNvPr id="47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10</a:t>
                </a:r>
              </a:p>
            </p:txBody>
          </p:sp>
        </p:grpSp>
        <p:grpSp>
          <p:nvGrpSpPr>
            <p:cNvPr id="421" name="Group 31"/>
            <p:cNvGrpSpPr>
              <a:grpSpLocks/>
            </p:cNvGrpSpPr>
            <p:nvPr/>
          </p:nvGrpSpPr>
          <p:grpSpPr bwMode="auto">
            <a:xfrm>
              <a:off x="6516328" y="3120577"/>
              <a:ext cx="2571752" cy="285750"/>
              <a:chOff x="3982" y="527"/>
              <a:chExt cx="1620" cy="180"/>
            </a:xfrm>
          </p:grpSpPr>
          <p:sp>
            <p:nvSpPr>
              <p:cNvPr id="468"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p>
            </p:txBody>
          </p:sp>
          <p:sp>
            <p:nvSpPr>
              <p:cNvPr id="469"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12</a:t>
                </a:r>
              </a:p>
            </p:txBody>
          </p:sp>
          <p:sp>
            <p:nvSpPr>
              <p:cNvPr id="4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11</a:t>
                </a:r>
              </a:p>
            </p:txBody>
          </p:sp>
        </p:grpSp>
        <p:grpSp>
          <p:nvGrpSpPr>
            <p:cNvPr id="422" name="Group 31"/>
            <p:cNvGrpSpPr>
              <a:grpSpLocks/>
            </p:cNvGrpSpPr>
            <p:nvPr/>
          </p:nvGrpSpPr>
          <p:grpSpPr bwMode="auto">
            <a:xfrm>
              <a:off x="6509416" y="3335795"/>
              <a:ext cx="2571752" cy="285750"/>
              <a:chOff x="3982" y="527"/>
              <a:chExt cx="1620" cy="180"/>
            </a:xfrm>
          </p:grpSpPr>
          <p:sp>
            <p:nvSpPr>
              <p:cNvPr id="46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v</a:t>
                </a:r>
              </a:p>
            </p:txBody>
          </p:sp>
          <p:sp>
            <p:nvSpPr>
              <p:cNvPr id="46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13</a:t>
                </a:r>
              </a:p>
            </p:txBody>
          </p:sp>
          <p:sp>
            <p:nvSpPr>
              <p:cNvPr id="46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12</a:t>
                </a:r>
              </a:p>
            </p:txBody>
          </p:sp>
        </p:grpSp>
        <p:grpSp>
          <p:nvGrpSpPr>
            <p:cNvPr id="423" name="Group 31"/>
            <p:cNvGrpSpPr>
              <a:grpSpLocks/>
            </p:cNvGrpSpPr>
            <p:nvPr/>
          </p:nvGrpSpPr>
          <p:grpSpPr bwMode="auto">
            <a:xfrm>
              <a:off x="6516328" y="3560370"/>
              <a:ext cx="2571752" cy="285750"/>
              <a:chOff x="3982" y="527"/>
              <a:chExt cx="1620" cy="180"/>
            </a:xfrm>
          </p:grpSpPr>
          <p:sp>
            <p:nvSpPr>
              <p:cNvPr id="462"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partition</a:t>
                </a:r>
              </a:p>
            </p:txBody>
          </p:sp>
          <p:sp>
            <p:nvSpPr>
              <p:cNvPr id="463"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14</a:t>
                </a:r>
              </a:p>
            </p:txBody>
          </p:sp>
          <p:sp>
            <p:nvSpPr>
              <p:cNvPr id="464"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13</a:t>
                </a:r>
              </a:p>
            </p:txBody>
          </p:sp>
        </p:grpSp>
        <p:grpSp>
          <p:nvGrpSpPr>
            <p:cNvPr id="424" name="组合 423"/>
            <p:cNvGrpSpPr/>
            <p:nvPr/>
          </p:nvGrpSpPr>
          <p:grpSpPr>
            <a:xfrm>
              <a:off x="3996557" y="1670908"/>
              <a:ext cx="1109520" cy="1685897"/>
              <a:chOff x="3996557" y="1670908"/>
              <a:chExt cx="1109520" cy="1685897"/>
            </a:xfrm>
          </p:grpSpPr>
          <p:cxnSp>
            <p:nvCxnSpPr>
              <p:cNvPr id="459" name="直接连接符 458"/>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460" name="直接连接符 459"/>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461" name="直接连接符 460"/>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grpSp>
          <p:nvGrpSpPr>
            <p:cNvPr id="425" name="Group 153"/>
            <p:cNvGrpSpPr>
              <a:grpSpLocks/>
            </p:cNvGrpSpPr>
            <p:nvPr/>
          </p:nvGrpSpPr>
          <p:grpSpPr bwMode="auto">
            <a:xfrm>
              <a:off x="3125209" y="1907705"/>
              <a:ext cx="877888" cy="434975"/>
              <a:chOff x="1511" y="516"/>
              <a:chExt cx="553" cy="274"/>
            </a:xfrm>
          </p:grpSpPr>
          <p:sp>
            <p:nvSpPr>
              <p:cNvPr id="457"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5</a:t>
                </a:r>
              </a:p>
            </p:txBody>
          </p:sp>
          <p:sp>
            <p:nvSpPr>
              <p:cNvPr id="458"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p>
            </p:txBody>
          </p:sp>
        </p:grpSp>
        <p:sp>
          <p:nvSpPr>
            <p:cNvPr id="426" name="Freeform 171"/>
            <p:cNvSpPr>
              <a:spLocks/>
            </p:cNvSpPr>
            <p:nvPr/>
          </p:nvSpPr>
          <p:spPr bwMode="auto">
            <a:xfrm>
              <a:off x="4009445" y="2179019"/>
              <a:ext cx="1079500" cy="1966558"/>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grpSp>
          <p:nvGrpSpPr>
            <p:cNvPr id="427" name="组合 426"/>
            <p:cNvGrpSpPr/>
            <p:nvPr/>
          </p:nvGrpSpPr>
          <p:grpSpPr>
            <a:xfrm>
              <a:off x="4756309" y="3945400"/>
              <a:ext cx="874713" cy="669925"/>
              <a:chOff x="4756817" y="602902"/>
              <a:chExt cx="874713" cy="669925"/>
            </a:xfrm>
          </p:grpSpPr>
          <p:sp>
            <p:nvSpPr>
              <p:cNvPr id="451"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pSp>
            <p:nvGrpSpPr>
              <p:cNvPr id="452" name="Group 19"/>
              <p:cNvGrpSpPr>
                <a:grpSpLocks/>
              </p:cNvGrpSpPr>
              <p:nvPr/>
            </p:nvGrpSpPr>
            <p:grpSpPr bwMode="auto">
              <a:xfrm>
                <a:off x="4756817" y="602902"/>
                <a:ext cx="874713" cy="669925"/>
                <a:chOff x="2919" y="527"/>
                <a:chExt cx="551" cy="422"/>
              </a:xfrm>
            </p:grpSpPr>
            <p:grpSp>
              <p:nvGrpSpPr>
                <p:cNvPr id="453" name="Group 20"/>
                <p:cNvGrpSpPr>
                  <a:grpSpLocks/>
                </p:cNvGrpSpPr>
                <p:nvPr/>
              </p:nvGrpSpPr>
              <p:grpSpPr bwMode="auto">
                <a:xfrm>
                  <a:off x="3135" y="527"/>
                  <a:ext cx="335" cy="422"/>
                  <a:chOff x="4133" y="890"/>
                  <a:chExt cx="335" cy="422"/>
                </a:xfrm>
              </p:grpSpPr>
              <p:sp>
                <p:nvSpPr>
                  <p:cNvPr id="455"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GB" altLang="zh-CN" sz="3200" b="0" i="0" u="none" strike="noStrike" kern="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56"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zh-CN" altLang="en-US" sz="2400" b="0" i="0" u="none" strike="noStrike" kern="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sp>
              <p:nvSpPr>
                <p:cNvPr id="454"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5</a:t>
                  </a:r>
                </a:p>
              </p:txBody>
            </p:sp>
          </p:grpSp>
        </p:grpSp>
        <p:sp>
          <p:nvSpPr>
            <p:cNvPr id="428" name="Text Box 156"/>
            <p:cNvSpPr txBox="1">
              <a:spLocks noChangeArrowheads="1"/>
            </p:cNvSpPr>
            <p:nvPr/>
          </p:nvSpPr>
          <p:spPr bwMode="auto">
            <a:xfrm>
              <a:off x="5123879" y="4242710"/>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18</a:t>
              </a:r>
            </a:p>
          </p:txBody>
        </p:sp>
        <p:sp>
          <p:nvSpPr>
            <p:cNvPr id="429" name="Text Box 157"/>
            <p:cNvSpPr txBox="1">
              <a:spLocks noChangeArrowheads="1"/>
            </p:cNvSpPr>
            <p:nvPr/>
          </p:nvSpPr>
          <p:spPr bwMode="auto">
            <a:xfrm>
              <a:off x="5118827" y="3903206"/>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32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16</a:t>
              </a:r>
            </a:p>
          </p:txBody>
        </p:sp>
        <p:grpSp>
          <p:nvGrpSpPr>
            <p:cNvPr id="430" name="Group 31"/>
            <p:cNvGrpSpPr>
              <a:grpSpLocks/>
            </p:cNvGrpSpPr>
            <p:nvPr/>
          </p:nvGrpSpPr>
          <p:grpSpPr bwMode="auto">
            <a:xfrm>
              <a:off x="6516330" y="4236016"/>
              <a:ext cx="2571753" cy="285750"/>
              <a:chOff x="3982" y="535"/>
              <a:chExt cx="1620" cy="180"/>
            </a:xfrm>
          </p:grpSpPr>
          <p:sp>
            <p:nvSpPr>
              <p:cNvPr id="448"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a:t>
                </a:r>
              </a:p>
            </p:txBody>
          </p:sp>
          <p:sp>
            <p:nvSpPr>
              <p:cNvPr id="449"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17</a:t>
                </a:r>
              </a:p>
            </p:txBody>
          </p:sp>
          <p:sp>
            <p:nvSpPr>
              <p:cNvPr id="450"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16</a:t>
                </a:r>
              </a:p>
            </p:txBody>
          </p:sp>
        </p:grpSp>
        <p:grpSp>
          <p:nvGrpSpPr>
            <p:cNvPr id="431" name="Group 31"/>
            <p:cNvGrpSpPr>
              <a:grpSpLocks/>
            </p:cNvGrpSpPr>
            <p:nvPr/>
          </p:nvGrpSpPr>
          <p:grpSpPr bwMode="auto">
            <a:xfrm>
              <a:off x="6516328" y="3785945"/>
              <a:ext cx="2571752" cy="285750"/>
              <a:chOff x="3982" y="527"/>
              <a:chExt cx="1620" cy="180"/>
            </a:xfrm>
          </p:grpSpPr>
          <p:sp>
            <p:nvSpPr>
              <p:cNvPr id="445"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p>
            </p:txBody>
          </p:sp>
          <p:sp>
            <p:nvSpPr>
              <p:cNvPr id="44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15</a:t>
                </a:r>
              </a:p>
            </p:txBody>
          </p:sp>
          <p:sp>
            <p:nvSpPr>
              <p:cNvPr id="447"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p>
            </p:txBody>
          </p:sp>
        </p:grpSp>
        <p:grpSp>
          <p:nvGrpSpPr>
            <p:cNvPr id="432" name="Group 31"/>
            <p:cNvGrpSpPr>
              <a:grpSpLocks/>
            </p:cNvGrpSpPr>
            <p:nvPr/>
          </p:nvGrpSpPr>
          <p:grpSpPr bwMode="auto">
            <a:xfrm>
              <a:off x="6509416" y="4010717"/>
              <a:ext cx="2571752" cy="285750"/>
              <a:chOff x="3982" y="527"/>
              <a:chExt cx="1620" cy="180"/>
            </a:xfrm>
          </p:grpSpPr>
          <p:sp>
            <p:nvSpPr>
              <p:cNvPr id="442"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z</a:t>
                </a:r>
              </a:p>
            </p:txBody>
          </p:sp>
          <p:sp>
            <p:nvSpPr>
              <p:cNvPr id="443"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16</a:t>
                </a:r>
              </a:p>
            </p:txBody>
          </p:sp>
          <p:sp>
            <p:nvSpPr>
              <p:cNvPr id="444"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15</a:t>
                </a:r>
              </a:p>
            </p:txBody>
          </p:sp>
        </p:grpSp>
        <p:grpSp>
          <p:nvGrpSpPr>
            <p:cNvPr id="433" name="Group 31"/>
            <p:cNvGrpSpPr>
              <a:grpSpLocks/>
            </p:cNvGrpSpPr>
            <p:nvPr/>
          </p:nvGrpSpPr>
          <p:grpSpPr bwMode="auto">
            <a:xfrm>
              <a:off x="6509415" y="4460788"/>
              <a:ext cx="2571753" cy="285750"/>
              <a:chOff x="3982" y="535"/>
              <a:chExt cx="1620" cy="180"/>
            </a:xfrm>
          </p:grpSpPr>
          <p:sp>
            <p:nvSpPr>
              <p:cNvPr id="439"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j</a:t>
                </a:r>
              </a:p>
            </p:txBody>
          </p:sp>
          <p:sp>
            <p:nvSpPr>
              <p:cNvPr id="440"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l"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133"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18</a:t>
                </a:r>
              </a:p>
            </p:txBody>
          </p:sp>
          <p:sp>
            <p:nvSpPr>
              <p:cNvPr id="441"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marL="0" marR="0" lvl="0" indent="0" algn="ctr" defTabSz="609585"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GB" altLang="zh-CN" sz="24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17</a:t>
                </a:r>
              </a:p>
            </p:txBody>
          </p:sp>
        </p:grpSp>
        <p:sp>
          <p:nvSpPr>
            <p:cNvPr id="434" name="Freeform 172"/>
            <p:cNvSpPr>
              <a:spLocks/>
            </p:cNvSpPr>
            <p:nvPr/>
          </p:nvSpPr>
          <p:spPr bwMode="auto">
            <a:xfrm flipV="1">
              <a:off x="5651355" y="3738439"/>
              <a:ext cx="935038" cy="45719"/>
            </a:xfrm>
            <a:custGeom>
              <a:avLst/>
              <a:gdLst>
                <a:gd name="T0" fmla="*/ 0 w 725"/>
                <a:gd name="T1" fmla="*/ 0 h 1360"/>
                <a:gd name="T2" fmla="*/ 42 w 725"/>
                <a:gd name="T3" fmla="*/ 0 h 1360"/>
                <a:gd name="T4" fmla="*/ 42 w 725"/>
                <a:gd name="T5" fmla="*/ 79 h 1360"/>
                <a:gd name="T6" fmla="*/ 170 w 725"/>
                <a:gd name="T7" fmla="*/ 79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rgbClr val="FF0000"/>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sp>
          <p:nvSpPr>
            <p:cNvPr id="435" name="Freeform 176"/>
            <p:cNvSpPr>
              <a:spLocks/>
            </p:cNvSpPr>
            <p:nvPr/>
          </p:nvSpPr>
          <p:spPr bwMode="auto">
            <a:xfrm flipV="1">
              <a:off x="5642191" y="719410"/>
              <a:ext cx="1008063" cy="309701"/>
            </a:xfrm>
            <a:custGeom>
              <a:avLst/>
              <a:gdLst>
                <a:gd name="T0" fmla="*/ 0 w 635"/>
                <a:gd name="T1" fmla="*/ 0 h 454"/>
                <a:gd name="T2" fmla="*/ 499 w 635"/>
                <a:gd name="T3" fmla="*/ 0 h 454"/>
                <a:gd name="T4" fmla="*/ 499 w 635"/>
                <a:gd name="T5" fmla="*/ 454 h 454"/>
                <a:gd name="T6" fmla="*/ 635 w 635"/>
                <a:gd name="T7" fmla="*/ 454 h 454"/>
                <a:gd name="T8" fmla="*/ 0 60000 65536"/>
                <a:gd name="T9" fmla="*/ 0 60000 65536"/>
                <a:gd name="T10" fmla="*/ 0 60000 65536"/>
                <a:gd name="T11" fmla="*/ 0 60000 65536"/>
                <a:gd name="T12" fmla="*/ 0 w 635"/>
                <a:gd name="T13" fmla="*/ 0 h 454"/>
                <a:gd name="T14" fmla="*/ 635 w 635"/>
                <a:gd name="T15" fmla="*/ 454 h 454"/>
              </a:gdLst>
              <a:ahLst/>
              <a:cxnLst>
                <a:cxn ang="T8">
                  <a:pos x="T0" y="T1"/>
                </a:cxn>
                <a:cxn ang="T9">
                  <a:pos x="T2" y="T3"/>
                </a:cxn>
                <a:cxn ang="T10">
                  <a:pos x="T4" y="T5"/>
                </a:cxn>
                <a:cxn ang="T11">
                  <a:pos x="T6" y="T7"/>
                </a:cxn>
              </a:cxnLst>
              <a:rect l="T12" t="T13" r="T14" b="T15"/>
              <a:pathLst>
                <a:path w="635" h="454">
                  <a:moveTo>
                    <a:pt x="0" y="0"/>
                  </a:moveTo>
                  <a:lnTo>
                    <a:pt x="499" y="0"/>
                  </a:lnTo>
                  <a:lnTo>
                    <a:pt x="499" y="454"/>
                  </a:lnTo>
                  <a:lnTo>
                    <a:pt x="635" y="454"/>
                  </a:lnTo>
                </a:path>
              </a:pathLst>
            </a:custGeom>
            <a:noFill/>
            <a:ln w="19050" cap="flat" cmpd="sng">
              <a:solidFill>
                <a:schemeClr val="accent2">
                  <a:lumMod val="75000"/>
                </a:schemeClr>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sp>
          <p:nvSpPr>
            <p:cNvPr id="436" name="Freeform 174"/>
            <p:cNvSpPr>
              <a:spLocks/>
            </p:cNvSpPr>
            <p:nvPr/>
          </p:nvSpPr>
          <p:spPr bwMode="auto">
            <a:xfrm>
              <a:off x="5651361" y="1784115"/>
              <a:ext cx="1008063" cy="837413"/>
            </a:xfrm>
            <a:custGeom>
              <a:avLst/>
              <a:gdLst>
                <a:gd name="T0" fmla="*/ 0 w 680"/>
                <a:gd name="T1" fmla="*/ 0 h 227"/>
                <a:gd name="T2" fmla="*/ 281 w 680"/>
                <a:gd name="T3" fmla="*/ 0 h 227"/>
                <a:gd name="T4" fmla="*/ 281 w 680"/>
                <a:gd name="T5" fmla="*/ 38944729 h 227"/>
                <a:gd name="T6" fmla="*/ 421 w 680"/>
                <a:gd name="T7" fmla="*/ 38944729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sp>
          <p:nvSpPr>
            <p:cNvPr id="437" name="Freeform 173"/>
            <p:cNvSpPr>
              <a:spLocks/>
            </p:cNvSpPr>
            <p:nvPr/>
          </p:nvSpPr>
          <p:spPr bwMode="auto">
            <a:xfrm flipV="1">
              <a:off x="5653186" y="2415055"/>
              <a:ext cx="935038" cy="699525"/>
            </a:xfrm>
            <a:custGeom>
              <a:avLst/>
              <a:gdLst>
                <a:gd name="T0" fmla="*/ 0 w 680"/>
                <a:gd name="T1" fmla="*/ 0 h 1044"/>
                <a:gd name="T2" fmla="*/ 149 w 680"/>
                <a:gd name="T3" fmla="*/ 0 h 1044"/>
                <a:gd name="T4" fmla="*/ 149 w 680"/>
                <a:gd name="T5" fmla="*/ 187 h 1044"/>
                <a:gd name="T6" fmla="*/ 249 w 680"/>
                <a:gd name="T7" fmla="*/ 187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rgbClr val="9900CC"/>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sp>
          <p:nvSpPr>
            <p:cNvPr id="438" name="Freeform 175"/>
            <p:cNvSpPr>
              <a:spLocks/>
            </p:cNvSpPr>
            <p:nvPr/>
          </p:nvSpPr>
          <p:spPr bwMode="auto">
            <a:xfrm>
              <a:off x="5688012" y="4514574"/>
              <a:ext cx="935038" cy="171513"/>
            </a:xfrm>
            <a:custGeom>
              <a:avLst/>
              <a:gdLst>
                <a:gd name="T0" fmla="*/ 0 w 589"/>
                <a:gd name="T1" fmla="*/ 0 h 1089"/>
                <a:gd name="T2" fmla="*/ 226 w 589"/>
                <a:gd name="T3" fmla="*/ 0 h 1089"/>
                <a:gd name="T4" fmla="*/ 226 w 589"/>
                <a:gd name="T5" fmla="*/ 1089 h 1089"/>
                <a:gd name="T6" fmla="*/ 589 w 589"/>
                <a:gd name="T7" fmla="*/ 1089 h 1089"/>
                <a:gd name="T8" fmla="*/ 0 60000 65536"/>
                <a:gd name="T9" fmla="*/ 0 60000 65536"/>
                <a:gd name="T10" fmla="*/ 0 60000 65536"/>
                <a:gd name="T11" fmla="*/ 0 60000 65536"/>
                <a:gd name="T12" fmla="*/ 0 w 589"/>
                <a:gd name="T13" fmla="*/ 0 h 1089"/>
                <a:gd name="T14" fmla="*/ 589 w 589"/>
                <a:gd name="T15" fmla="*/ 1089 h 1089"/>
              </a:gdLst>
              <a:ahLst/>
              <a:cxnLst>
                <a:cxn ang="T8">
                  <a:pos x="T0" y="T1"/>
                </a:cxn>
                <a:cxn ang="T9">
                  <a:pos x="T2" y="T3"/>
                </a:cxn>
                <a:cxn ang="T10">
                  <a:pos x="T4" y="T5"/>
                </a:cxn>
                <a:cxn ang="T11">
                  <a:pos x="T6" y="T7"/>
                </a:cxn>
              </a:cxnLst>
              <a:rect l="T12" t="T13" r="T14" b="T15"/>
              <a:pathLst>
                <a:path w="589" h="1089">
                  <a:moveTo>
                    <a:pt x="0" y="0"/>
                  </a:moveTo>
                  <a:lnTo>
                    <a:pt x="226" y="0"/>
                  </a:lnTo>
                  <a:lnTo>
                    <a:pt x="226" y="1089"/>
                  </a:lnTo>
                  <a:lnTo>
                    <a:pt x="589" y="1089"/>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grpSp>
      <p:grpSp>
        <p:nvGrpSpPr>
          <p:cNvPr id="169" name="组合 168">
            <a:extLst>
              <a:ext uri="{FF2B5EF4-FFF2-40B4-BE49-F238E27FC236}">
                <a16:creationId xmlns:a16="http://schemas.microsoft.com/office/drawing/2014/main" id="{58E73ED3-79C3-423A-946C-0C8D536A4AA4}"/>
              </a:ext>
            </a:extLst>
          </p:cNvPr>
          <p:cNvGrpSpPr/>
          <p:nvPr/>
        </p:nvGrpSpPr>
        <p:grpSpPr>
          <a:xfrm>
            <a:off x="5832235" y="2231767"/>
            <a:ext cx="997196" cy="3948086"/>
            <a:chOff x="4374177" y="1673825"/>
            <a:chExt cx="747897" cy="2961064"/>
          </a:xfrm>
        </p:grpSpPr>
        <p:sp>
          <p:nvSpPr>
            <p:cNvPr id="170" name="矩形 169">
              <a:extLst>
                <a:ext uri="{FF2B5EF4-FFF2-40B4-BE49-F238E27FC236}">
                  <a16:creationId xmlns:a16="http://schemas.microsoft.com/office/drawing/2014/main" id="{9642EDD7-C3E4-42D6-9EE3-4206A022FA4F}"/>
                </a:ext>
              </a:extLst>
            </p:cNvPr>
            <p:cNvSpPr/>
            <p:nvPr/>
          </p:nvSpPr>
          <p:spPr>
            <a:xfrm>
              <a:off x="4708436" y="1673825"/>
              <a:ext cx="374141" cy="238575"/>
            </a:xfrm>
            <a:prstGeom prst="rect">
              <a:avLst/>
            </a:prstGeom>
          </p:spPr>
          <p:txBody>
            <a:bodyPr wrap="none">
              <a:spAutoFit/>
            </a:body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endParaRPr kumimoji="0" lang="zh-CN" altLang="en-US"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71" name="矩形 170">
              <a:extLst>
                <a:ext uri="{FF2B5EF4-FFF2-40B4-BE49-F238E27FC236}">
                  <a16:creationId xmlns:a16="http://schemas.microsoft.com/office/drawing/2014/main" id="{B0985D79-F348-41EB-B40F-CC62BC942480}"/>
                </a:ext>
              </a:extLst>
            </p:cNvPr>
            <p:cNvSpPr/>
            <p:nvPr/>
          </p:nvSpPr>
          <p:spPr>
            <a:xfrm>
              <a:off x="4374177" y="2356682"/>
              <a:ext cx="747897" cy="238575"/>
            </a:xfrm>
            <a:prstGeom prst="rect">
              <a:avLst/>
            </a:prstGeom>
          </p:spPr>
          <p:txBody>
            <a:bodyPr wrap="none">
              <a:spAutoFit/>
            </a:body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1467" b="1" i="0"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endParaRPr kumimoji="0" lang="zh-CN" altLang="en-US"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72" name="矩形 171">
              <a:extLst>
                <a:ext uri="{FF2B5EF4-FFF2-40B4-BE49-F238E27FC236}">
                  <a16:creationId xmlns:a16="http://schemas.microsoft.com/office/drawing/2014/main" id="{70F578F3-461A-46C1-B40F-A92C281BC8AA}"/>
                </a:ext>
              </a:extLst>
            </p:cNvPr>
            <p:cNvSpPr/>
            <p:nvPr/>
          </p:nvSpPr>
          <p:spPr>
            <a:xfrm>
              <a:off x="4390582" y="3029750"/>
              <a:ext cx="695142" cy="238575"/>
            </a:xfrm>
            <a:prstGeom prst="rect">
              <a:avLst/>
            </a:prstGeom>
          </p:spPr>
          <p:txBody>
            <a:bodyPr wrap="none">
              <a:spAutoFit/>
            </a:body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endParaRPr kumimoji="0" lang="zh-CN" altLang="en-US"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73" name="矩形 172">
              <a:extLst>
                <a:ext uri="{FF2B5EF4-FFF2-40B4-BE49-F238E27FC236}">
                  <a16:creationId xmlns:a16="http://schemas.microsoft.com/office/drawing/2014/main" id="{03998728-3020-402D-B835-6015F15D24C8}"/>
                </a:ext>
              </a:extLst>
            </p:cNvPr>
            <p:cNvSpPr/>
            <p:nvPr/>
          </p:nvSpPr>
          <p:spPr>
            <a:xfrm>
              <a:off x="4394214" y="3681217"/>
              <a:ext cx="710771" cy="238575"/>
            </a:xfrm>
            <a:prstGeom prst="rect">
              <a:avLst/>
            </a:prstGeom>
          </p:spPr>
          <p:txBody>
            <a:bodyPr wrap="none">
              <a:spAutoFit/>
            </a:body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endParaRPr kumimoji="0" lang="zh-CN" altLang="en-US"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p:txBody>
        </p:sp>
        <p:sp>
          <p:nvSpPr>
            <p:cNvPr id="174" name="矩形 173">
              <a:extLst>
                <a:ext uri="{FF2B5EF4-FFF2-40B4-BE49-F238E27FC236}">
                  <a16:creationId xmlns:a16="http://schemas.microsoft.com/office/drawing/2014/main" id="{682906FC-C1AC-4F58-9DEE-0274935FE826}"/>
                </a:ext>
              </a:extLst>
            </p:cNvPr>
            <p:cNvSpPr/>
            <p:nvPr/>
          </p:nvSpPr>
          <p:spPr>
            <a:xfrm>
              <a:off x="4403406" y="4396314"/>
              <a:ext cx="672299" cy="238575"/>
            </a:xfrm>
            <a:prstGeom prst="rect">
              <a:avLst/>
            </a:prstGeom>
          </p:spPr>
          <p:txBody>
            <a:bodyPr wrap="none">
              <a:spAutoFit/>
            </a:bodyPr>
            <a:lstStyle/>
            <a:p>
              <a:pPr marL="0" marR="0" lvl="0" indent="0" algn="l" defTabSz="1219170" rtl="0" eaLnBrk="0" fontAlgn="base" latinLnBrk="0" hangingPunct="0">
                <a:lnSpc>
                  <a:spcPct val="100000"/>
                </a:lnSpc>
                <a:spcBef>
                  <a:spcPct val="0"/>
                </a:spcBef>
                <a:spcAft>
                  <a:spcPct val="0"/>
                </a:spcAft>
                <a:buClrTx/>
                <a:buSzTx/>
                <a:buFontTx/>
                <a:buNone/>
                <a:tabLst/>
                <a:defRPr/>
              </a:pPr>
              <a:r>
                <a:rPr kumimoji="0" lang="en-US" altLang="zh-CN"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endParaRPr kumimoji="0" lang="zh-CN" altLang="en-US" sz="1467"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p:txBody>
        </p:sp>
      </p:grpSp>
      <p:sp>
        <p:nvSpPr>
          <p:cNvPr id="177" name="Rectangle 3">
            <a:extLst>
              <a:ext uri="{FF2B5EF4-FFF2-40B4-BE49-F238E27FC236}">
                <a16:creationId xmlns:a16="http://schemas.microsoft.com/office/drawing/2014/main" id="{2C4F4CB4-6522-47B5-8EC9-E6528FBCAA25}"/>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i,j:integer</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m, n:integer</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y, z:integer</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p:txBody>
      </p:sp>
      <p:cxnSp>
        <p:nvCxnSpPr>
          <p:cNvPr id="178" name="连接符: 肘形 177">
            <a:extLst>
              <a:ext uri="{FF2B5EF4-FFF2-40B4-BE49-F238E27FC236}">
                <a16:creationId xmlns:a16="http://schemas.microsoft.com/office/drawing/2014/main" id="{51EBFBC2-93AF-46D2-9829-839712EB7422}"/>
              </a:ext>
            </a:extLst>
          </p:cNvPr>
          <p:cNvCxnSpPr>
            <a:cxnSpLocks/>
          </p:cNvCxnSpPr>
          <p:nvPr/>
        </p:nvCxnSpPr>
        <p:spPr>
          <a:xfrm flipV="1">
            <a:off x="7505730" y="2199380"/>
            <a:ext cx="1272976" cy="1020693"/>
          </a:xfrm>
          <a:prstGeom prst="bentConnector3">
            <a:avLst/>
          </a:prstGeom>
          <a:ln w="19050">
            <a:solidFill>
              <a:srgbClr val="FFC000"/>
            </a:solidFill>
            <a:tailEnd type="stealth" w="lg" len="lg"/>
          </a:ln>
        </p:spPr>
        <p:style>
          <a:lnRef idx="1">
            <a:schemeClr val="accent1"/>
          </a:lnRef>
          <a:fillRef idx="0">
            <a:schemeClr val="accent1"/>
          </a:fillRef>
          <a:effectRef idx="0">
            <a:schemeClr val="accent1"/>
          </a:effectRef>
          <a:fontRef idx="minor">
            <a:schemeClr val="tx1"/>
          </a:fontRef>
        </p:style>
      </p:cxnSp>
      <p:sp>
        <p:nvSpPr>
          <p:cNvPr id="179" name="Text Box 11">
            <a:extLst>
              <a:ext uri="{FF2B5EF4-FFF2-40B4-BE49-F238E27FC236}">
                <a16:creationId xmlns:a16="http://schemas.microsoft.com/office/drawing/2014/main" id="{A5C0A33C-70FE-450C-90D2-585C9BCBEB52}"/>
              </a:ext>
            </a:extLst>
          </p:cNvPr>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180" name="Text Box 11">
            <a:extLst>
              <a:ext uri="{FF2B5EF4-FFF2-40B4-BE49-F238E27FC236}">
                <a16:creationId xmlns:a16="http://schemas.microsoft.com/office/drawing/2014/main" id="{173A731C-6AEF-406E-8010-1944A44476DF}"/>
              </a:ext>
            </a:extLst>
          </p:cNvPr>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181" name="矩形 180">
            <a:extLst>
              <a:ext uri="{FF2B5EF4-FFF2-40B4-BE49-F238E27FC236}">
                <a16:creationId xmlns:a16="http://schemas.microsoft.com/office/drawing/2014/main" id="{D185926A-DC7D-43C8-991D-8B9A878179D8}"/>
              </a:ext>
            </a:extLst>
          </p:cNvPr>
          <p:cNvSpPr/>
          <p:nvPr/>
        </p:nvSpPr>
        <p:spPr>
          <a:xfrm>
            <a:off x="51700" y="1370668"/>
            <a:ext cx="4113435" cy="2308324"/>
          </a:xfrm>
          <a:prstGeom prst="rect">
            <a:avLst/>
          </a:prstGeom>
        </p:spPr>
        <p:txBody>
          <a:bodyPr wrap="square">
            <a:spAutoFit/>
          </a:bodyPr>
          <a:lstStyle/>
          <a:p>
            <a:pPr marL="380990" indent="-380990" algn="just" defTabSz="1219170" eaLnBrk="0" fontAlgn="base" hangingPunct="0">
              <a:spcBef>
                <a:spcPct val="0"/>
              </a:spcBef>
              <a:spcAft>
                <a:spcPct val="0"/>
              </a:spcAft>
              <a:buClr>
                <a:srgbClr val="3B3418"/>
              </a:buClr>
              <a:buFont typeface="Wingdings" panose="05000000000000000000" pitchFamily="2" charset="2"/>
              <a:buChar char="Ø"/>
            </a:pPr>
            <a:r>
              <a:rPr lang="en-US" altLang="zh-CN" sz="2400" b="1" dirty="0">
                <a:solidFill>
                  <a:srgbClr val="9900CC"/>
                </a:solidFill>
                <a:latin typeface="华文楷体" panose="02010600040101010101" pitchFamily="2" charset="-122"/>
                <a:ea typeface="华文楷体" panose="02010600040101010101" pitchFamily="2" charset="-122"/>
              </a:rPr>
              <a:t>lastpar</a:t>
            </a:r>
            <a:r>
              <a:rPr lang="zh-CN" altLang="en-US" sz="2400" b="1" dirty="0">
                <a:solidFill>
                  <a:prstClr val="black"/>
                </a:solidFill>
                <a:latin typeface="华文楷体" panose="02010600040101010101" pitchFamily="2" charset="-122"/>
                <a:ea typeface="华文楷体" panose="02010600040101010101" pitchFamily="2" charset="-122"/>
              </a:rPr>
              <a:t>指向本过程体中</a:t>
            </a:r>
            <a:r>
              <a:rPr lang="zh-CN" altLang="en-US" sz="2400" b="1" dirty="0">
                <a:solidFill>
                  <a:srgbClr val="073E87">
                    <a:lumMod val="60000"/>
                    <a:lumOff val="40000"/>
                  </a:srgbClr>
                </a:solidFill>
                <a:latin typeface="华文楷体" panose="02010600040101010101" pitchFamily="2" charset="-122"/>
                <a:ea typeface="华文楷体" panose="02010600040101010101" pitchFamily="2" charset="-122"/>
              </a:rPr>
              <a:t>最后一个形参</a:t>
            </a:r>
            <a:r>
              <a:rPr lang="zh-CN" altLang="en-US" sz="2400" b="1" dirty="0">
                <a:solidFill>
                  <a:prstClr val="black"/>
                </a:solidFill>
                <a:latin typeface="华文楷体" panose="02010600040101010101" pitchFamily="2" charset="-122"/>
                <a:ea typeface="华文楷体" panose="02010600040101010101" pitchFamily="2" charset="-122"/>
              </a:rPr>
              <a:t>在</a:t>
            </a:r>
            <a:r>
              <a:rPr lang="en-US" altLang="zh-CN" sz="2400" b="1" dirty="0" err="1">
                <a:solidFill>
                  <a:prstClr val="black"/>
                </a:solidFill>
                <a:latin typeface="华文楷体" panose="02010600040101010101" pitchFamily="2" charset="-122"/>
                <a:ea typeface="华文楷体" panose="02010600040101010101" pitchFamily="2" charset="-122"/>
              </a:rPr>
              <a:t>nametab</a:t>
            </a:r>
            <a:r>
              <a:rPr lang="zh-CN" altLang="en-US" sz="2400" b="1" dirty="0">
                <a:solidFill>
                  <a:prstClr val="black"/>
                </a:solidFill>
                <a:latin typeface="华文楷体" panose="02010600040101010101" pitchFamily="2" charset="-122"/>
                <a:ea typeface="华文楷体" panose="02010600040101010101" pitchFamily="2" charset="-122"/>
              </a:rPr>
              <a:t>中的位置</a:t>
            </a:r>
          </a:p>
          <a:p>
            <a:pPr marL="380990" indent="-380990" algn="just" defTabSz="1219170" eaLnBrk="0" fontAlgn="base" hangingPunct="0">
              <a:spcBef>
                <a:spcPct val="0"/>
              </a:spcBef>
              <a:spcAft>
                <a:spcPct val="0"/>
              </a:spcAft>
              <a:buClr>
                <a:srgbClr val="3B3418"/>
              </a:buClr>
              <a:buFont typeface="Wingdings" panose="05000000000000000000" pitchFamily="2" charset="2"/>
              <a:buChar char="Ø"/>
            </a:pPr>
            <a:r>
              <a:rPr lang="en-US" altLang="zh-CN" sz="2400" b="1" dirty="0">
                <a:solidFill>
                  <a:srgbClr val="9900CC"/>
                </a:solidFill>
                <a:latin typeface="华文楷体" panose="02010600040101010101" pitchFamily="2" charset="-122"/>
                <a:ea typeface="华文楷体" panose="02010600040101010101" pitchFamily="2" charset="-122"/>
              </a:rPr>
              <a:t>last</a:t>
            </a:r>
            <a:r>
              <a:rPr lang="zh-CN" altLang="en-US" sz="2400" b="1" dirty="0">
                <a:solidFill>
                  <a:prstClr val="black"/>
                </a:solidFill>
                <a:latin typeface="华文楷体" panose="02010600040101010101" pitchFamily="2" charset="-122"/>
                <a:ea typeface="华文楷体" panose="02010600040101010101" pitchFamily="2" charset="-122"/>
              </a:rPr>
              <a:t>指向本过程体中</a:t>
            </a:r>
            <a:r>
              <a:rPr lang="zh-CN" altLang="en-US" sz="2400" b="1" dirty="0">
                <a:solidFill>
                  <a:srgbClr val="073E87">
                    <a:lumMod val="60000"/>
                    <a:lumOff val="40000"/>
                  </a:srgbClr>
                </a:solidFill>
                <a:latin typeface="华文楷体" panose="02010600040101010101" pitchFamily="2" charset="-122"/>
                <a:ea typeface="华文楷体" panose="02010600040101010101" pitchFamily="2" charset="-122"/>
              </a:rPr>
              <a:t>最后一个名字</a:t>
            </a:r>
            <a:r>
              <a:rPr lang="zh-CN" altLang="en-US" sz="2400" b="1" dirty="0">
                <a:solidFill>
                  <a:prstClr val="black"/>
                </a:solidFill>
                <a:latin typeface="华文楷体" panose="02010600040101010101" pitchFamily="2" charset="-122"/>
                <a:ea typeface="华文楷体" panose="02010600040101010101" pitchFamily="2" charset="-122"/>
              </a:rPr>
              <a:t>在</a:t>
            </a:r>
            <a:r>
              <a:rPr lang="en-US" altLang="zh-CN" sz="2400" b="1" dirty="0" err="1">
                <a:solidFill>
                  <a:prstClr val="black"/>
                </a:solidFill>
                <a:latin typeface="华文楷体" panose="02010600040101010101" pitchFamily="2" charset="-122"/>
                <a:ea typeface="华文楷体" panose="02010600040101010101" pitchFamily="2" charset="-122"/>
              </a:rPr>
              <a:t>nametab</a:t>
            </a:r>
            <a:r>
              <a:rPr lang="zh-CN" altLang="en-US" sz="2400" b="1" dirty="0">
                <a:solidFill>
                  <a:prstClr val="black"/>
                </a:solidFill>
                <a:latin typeface="华文楷体" panose="02010600040101010101" pitchFamily="2" charset="-122"/>
                <a:ea typeface="华文楷体" panose="02010600040101010101" pitchFamily="2" charset="-122"/>
              </a:rPr>
              <a:t>中的位置</a:t>
            </a:r>
            <a:endParaRPr lang="en-US" altLang="zh-CN" sz="2400" b="1" dirty="0">
              <a:solidFill>
                <a:prstClr val="black"/>
              </a:solidFill>
              <a:latin typeface="华文楷体" panose="02010600040101010101" pitchFamily="2" charset="-122"/>
              <a:ea typeface="华文楷体" panose="02010600040101010101" pitchFamily="2" charset="-122"/>
            </a:endParaRPr>
          </a:p>
          <a:p>
            <a:pPr marL="380990" indent="-380990" defTabSz="1219170" eaLnBrk="0" fontAlgn="base" hangingPunct="0">
              <a:spcBef>
                <a:spcPct val="0"/>
              </a:spcBef>
              <a:spcAft>
                <a:spcPct val="0"/>
              </a:spcAft>
              <a:buClr>
                <a:srgbClr val="3B3418"/>
              </a:buClr>
              <a:buFont typeface="Wingdings" panose="05000000000000000000" pitchFamily="2" charset="2"/>
              <a:buChar char="Ø"/>
            </a:pPr>
            <a:endParaRPr lang="zh-CN" altLang="en-US" sz="2400" b="1" dirty="0">
              <a:solidFill>
                <a:prstClr val="black"/>
              </a:solidFill>
              <a:latin typeface="华文楷体" panose="02010600040101010101" pitchFamily="2" charset="-122"/>
              <a:ea typeface="华文楷体" panose="02010600040101010101" pitchFamily="2" charset="-122"/>
            </a:endParaRPr>
          </a:p>
        </p:txBody>
      </p:sp>
    </p:spTree>
    <p:extLst>
      <p:ext uri="{BB962C8B-B14F-4D97-AF65-F5344CB8AC3E}">
        <p14:creationId xmlns:p14="http://schemas.microsoft.com/office/powerpoint/2010/main" val="816961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81">
                                            <p:txEl>
                                              <p:pRg st="0" end="0"/>
                                            </p:txEl>
                                          </p:spTgt>
                                        </p:tgtEl>
                                        <p:attrNameLst>
                                          <p:attrName>style.visibility</p:attrName>
                                        </p:attrNameLst>
                                      </p:cBhvr>
                                      <p:to>
                                        <p:strVal val="visible"/>
                                      </p:to>
                                    </p:set>
                                    <p:anim calcmode="lin" valueType="num">
                                      <p:cBhvr>
                                        <p:cTn id="7" dur="500" fill="hold"/>
                                        <p:tgtEl>
                                          <p:spTgt spid="181">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81">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181">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81">
                                            <p:txEl>
                                              <p:pRg st="1" end="1"/>
                                            </p:txEl>
                                          </p:spTgt>
                                        </p:tgtEl>
                                        <p:attrNameLst>
                                          <p:attrName>style.visibility</p:attrName>
                                        </p:attrNameLst>
                                      </p:cBhvr>
                                      <p:to>
                                        <p:strVal val="visible"/>
                                      </p:to>
                                    </p:set>
                                    <p:anim calcmode="lin" valueType="num">
                                      <p:cBhvr>
                                        <p:cTn id="14" dur="500" fill="hold"/>
                                        <p:tgtEl>
                                          <p:spTgt spid="181">
                                            <p:txEl>
                                              <p:pRg st="1" end="1"/>
                                            </p:txEl>
                                          </p:spTgt>
                                        </p:tgtEl>
                                        <p:attrNameLst>
                                          <p:attrName>ppt_w</p:attrName>
                                        </p:attrNameLst>
                                      </p:cBhvr>
                                      <p:tavLst>
                                        <p:tav tm="0">
                                          <p:val>
                                            <p:fltVal val="0"/>
                                          </p:val>
                                        </p:tav>
                                        <p:tav tm="100000">
                                          <p:val>
                                            <p:strVal val="#ppt_w"/>
                                          </p:val>
                                        </p:tav>
                                      </p:tavLst>
                                    </p:anim>
                                    <p:anim calcmode="lin" valueType="num">
                                      <p:cBhvr>
                                        <p:cTn id="15" dur="500" fill="hold"/>
                                        <p:tgtEl>
                                          <p:spTgt spid="181">
                                            <p:txEl>
                                              <p:pRg st="1" end="1"/>
                                            </p:txEl>
                                          </p:spTgt>
                                        </p:tgtEl>
                                        <p:attrNameLst>
                                          <p:attrName>ppt_h</p:attrName>
                                        </p:attrNameLst>
                                      </p:cBhvr>
                                      <p:tavLst>
                                        <p:tav tm="0">
                                          <p:val>
                                            <p:fltVal val="0"/>
                                          </p:val>
                                        </p:tav>
                                        <p:tav tm="100000">
                                          <p:val>
                                            <p:strVal val="#ppt_h"/>
                                          </p:val>
                                        </p:tav>
                                      </p:tavLst>
                                    </p:anim>
                                    <p:animEffect transition="in" filter="fade">
                                      <p:cBhvr>
                                        <p:cTn id="16" dur="500"/>
                                        <p:tgtEl>
                                          <p:spTgt spid="1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176" name="矩形 175"/>
          <p:cNvSpPr/>
          <p:nvPr/>
        </p:nvSpPr>
        <p:spPr>
          <a:xfrm>
            <a:off x="212447" y="1367968"/>
            <a:ext cx="3831492" cy="1938992"/>
          </a:xfrm>
          <a:prstGeom prst="rect">
            <a:avLst/>
          </a:prstGeom>
        </p:spPr>
        <p:txBody>
          <a:bodyPr wrap="square">
            <a:spAutoFit/>
          </a:bodyPr>
          <a:lstStyle/>
          <a:p>
            <a:pPr marL="380990" indent="-380990" algn="just" defTabSz="1219170" eaLnBrk="0" fontAlgn="base" hangingPunct="0">
              <a:spcBef>
                <a:spcPct val="0"/>
              </a:spcBef>
              <a:spcAft>
                <a:spcPct val="0"/>
              </a:spcAft>
              <a:buClr>
                <a:srgbClr val="3B3418"/>
              </a:buClr>
              <a:buFont typeface="Wingdings" panose="05000000000000000000" pitchFamily="2" charset="2"/>
              <a:buChar char="Ø"/>
            </a:pPr>
            <a:r>
              <a:rPr lang="en-US" altLang="zh-CN" sz="2400" b="1" dirty="0">
                <a:solidFill>
                  <a:srgbClr val="FF0000"/>
                </a:solidFill>
                <a:latin typeface="华文楷体" panose="02010600040101010101" pitchFamily="2" charset="-122"/>
                <a:ea typeface="华文楷体" panose="02010600040101010101" pitchFamily="2" charset="-122"/>
              </a:rPr>
              <a:t>link</a:t>
            </a:r>
            <a:r>
              <a:rPr lang="zh-CN" altLang="en-US" sz="2400" b="1" dirty="0">
                <a:solidFill>
                  <a:prstClr val="black"/>
                </a:solidFill>
                <a:latin typeface="华文楷体" panose="02010600040101010101" pitchFamily="2" charset="-122"/>
                <a:ea typeface="华文楷体" panose="02010600040101010101" pitchFamily="2" charset="-122"/>
              </a:rPr>
              <a:t>指向同一过程体中定义的</a:t>
            </a:r>
            <a:r>
              <a:rPr lang="zh-CN" altLang="en-US" sz="2400" b="1" dirty="0">
                <a:solidFill>
                  <a:srgbClr val="073E87">
                    <a:lumMod val="60000"/>
                    <a:lumOff val="40000"/>
                  </a:srgbClr>
                </a:solidFill>
                <a:latin typeface="华文楷体" panose="02010600040101010101" pitchFamily="2" charset="-122"/>
                <a:ea typeface="华文楷体" panose="02010600040101010101" pitchFamily="2" charset="-122"/>
              </a:rPr>
              <a:t>上一个名字</a:t>
            </a:r>
            <a:r>
              <a:rPr lang="zh-CN" altLang="en-US" sz="2400" b="1" dirty="0">
                <a:solidFill>
                  <a:prstClr val="black"/>
                </a:solidFill>
                <a:latin typeface="华文楷体" panose="02010600040101010101" pitchFamily="2" charset="-122"/>
                <a:ea typeface="华文楷体" panose="02010600040101010101" pitchFamily="2" charset="-122"/>
              </a:rPr>
              <a:t>在</a:t>
            </a:r>
            <a:r>
              <a:rPr lang="en-US" altLang="zh-CN" sz="2400" b="1" dirty="0" err="1">
                <a:solidFill>
                  <a:prstClr val="black"/>
                </a:solidFill>
                <a:latin typeface="华文楷体" panose="02010600040101010101" pitchFamily="2" charset="-122"/>
                <a:ea typeface="华文楷体" panose="02010600040101010101" pitchFamily="2" charset="-122"/>
              </a:rPr>
              <a:t>nametab</a:t>
            </a:r>
            <a:r>
              <a:rPr lang="zh-CN" altLang="en-US" sz="2400" b="1" dirty="0">
                <a:solidFill>
                  <a:prstClr val="black"/>
                </a:solidFill>
                <a:latin typeface="华文楷体" panose="02010600040101010101" pitchFamily="2" charset="-122"/>
                <a:ea typeface="华文楷体" panose="02010600040101010101" pitchFamily="2" charset="-122"/>
              </a:rPr>
              <a:t>中的位置，每个过程体在</a:t>
            </a:r>
            <a:r>
              <a:rPr lang="en-US" altLang="zh-CN" sz="2400" b="1" dirty="0" err="1">
                <a:solidFill>
                  <a:prstClr val="black"/>
                </a:solidFill>
                <a:latin typeface="华文楷体" panose="02010600040101010101" pitchFamily="2" charset="-122"/>
                <a:ea typeface="华文楷体" panose="02010600040101010101" pitchFamily="2" charset="-122"/>
              </a:rPr>
              <a:t>nametab</a:t>
            </a:r>
            <a:r>
              <a:rPr lang="zh-CN" altLang="en-US" sz="2400" b="1" dirty="0">
                <a:solidFill>
                  <a:prstClr val="black"/>
                </a:solidFill>
                <a:latin typeface="华文楷体" panose="02010600040101010101" pitchFamily="2" charset="-122"/>
                <a:ea typeface="华文楷体" panose="02010600040101010101" pitchFamily="2" charset="-122"/>
              </a:rPr>
              <a:t>中登记的</a:t>
            </a:r>
            <a:r>
              <a:rPr lang="zh-CN" altLang="en-US" sz="2400" b="1" dirty="0">
                <a:solidFill>
                  <a:srgbClr val="073E87">
                    <a:lumMod val="60000"/>
                    <a:lumOff val="40000"/>
                  </a:srgbClr>
                </a:solidFill>
                <a:latin typeface="华文楷体" panose="02010600040101010101" pitchFamily="2" charset="-122"/>
                <a:ea typeface="华文楷体" panose="02010600040101010101" pitchFamily="2" charset="-122"/>
              </a:rPr>
              <a:t>第一个名字</a:t>
            </a:r>
            <a:r>
              <a:rPr lang="zh-CN" altLang="en-US" sz="2400" b="1" dirty="0">
                <a:solidFill>
                  <a:prstClr val="black"/>
                </a:solidFill>
                <a:latin typeface="华文楷体" panose="02010600040101010101" pitchFamily="2" charset="-122"/>
                <a:ea typeface="华文楷体" panose="02010600040101010101" pitchFamily="2" charset="-122"/>
              </a:rPr>
              <a:t>的</a:t>
            </a:r>
            <a:r>
              <a:rPr lang="en-US" altLang="zh-CN" sz="2400" b="1" dirty="0">
                <a:solidFill>
                  <a:prstClr val="black"/>
                </a:solidFill>
                <a:latin typeface="华文楷体" panose="02010600040101010101" pitchFamily="2" charset="-122"/>
                <a:ea typeface="华文楷体" panose="02010600040101010101" pitchFamily="2" charset="-122"/>
              </a:rPr>
              <a:t>link</a:t>
            </a:r>
            <a:r>
              <a:rPr lang="zh-CN" altLang="en-US" sz="2400" b="1" dirty="0">
                <a:solidFill>
                  <a:prstClr val="black"/>
                </a:solidFill>
                <a:latin typeface="华文楷体" panose="02010600040101010101" pitchFamily="2" charset="-122"/>
                <a:ea typeface="华文楷体" panose="02010600040101010101" pitchFamily="2" charset="-122"/>
              </a:rPr>
              <a:t>为</a:t>
            </a:r>
            <a:r>
              <a:rPr lang="en-US" altLang="zh-CN" sz="2400" b="1" dirty="0">
                <a:solidFill>
                  <a:srgbClr val="073E87">
                    <a:lumMod val="60000"/>
                    <a:lumOff val="40000"/>
                  </a:srgbClr>
                </a:solidFill>
                <a:latin typeface="华文楷体" panose="02010600040101010101" pitchFamily="2" charset="-122"/>
                <a:ea typeface="华文楷体" panose="02010600040101010101" pitchFamily="2" charset="-122"/>
              </a:rPr>
              <a:t>0</a:t>
            </a:r>
          </a:p>
        </p:txBody>
      </p:sp>
      <p:grpSp>
        <p:nvGrpSpPr>
          <p:cNvPr id="381" name="组合 380"/>
          <p:cNvGrpSpPr/>
          <p:nvPr/>
        </p:nvGrpSpPr>
        <p:grpSpPr>
          <a:xfrm>
            <a:off x="4143409" y="-136156"/>
            <a:ext cx="7974036" cy="6935568"/>
            <a:chOff x="3107556" y="-102117"/>
            <a:chExt cx="5980527" cy="5201676"/>
          </a:xfrm>
        </p:grpSpPr>
        <p:grpSp>
          <p:nvGrpSpPr>
            <p:cNvPr id="382" name="Group 12"/>
            <p:cNvGrpSpPr>
              <a:grpSpLocks/>
            </p:cNvGrpSpPr>
            <p:nvPr/>
          </p:nvGrpSpPr>
          <p:grpSpPr bwMode="auto">
            <a:xfrm>
              <a:off x="3107556" y="542577"/>
              <a:ext cx="889000" cy="476250"/>
              <a:chOff x="1504" y="489"/>
              <a:chExt cx="560" cy="300"/>
            </a:xfrm>
          </p:grpSpPr>
          <p:sp>
            <p:nvSpPr>
              <p:cNvPr id="541"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542"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83" name="Text Box 15"/>
            <p:cNvSpPr txBox="1">
              <a:spLocks noChangeArrowheads="1"/>
            </p:cNvSpPr>
            <p:nvPr/>
          </p:nvSpPr>
          <p:spPr bwMode="auto">
            <a:xfrm>
              <a:off x="3236936" y="123478"/>
              <a:ext cx="1095492"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84" name="Freeform 16"/>
            <p:cNvSpPr>
              <a:spLocks/>
            </p:cNvSpPr>
            <p:nvPr/>
          </p:nvSpPr>
          <p:spPr bwMode="auto">
            <a:xfrm>
              <a:off x="3471482" y="583852"/>
              <a:ext cx="525074" cy="2160588"/>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5" name="Freeform 17"/>
            <p:cNvSpPr>
              <a:spLocks/>
            </p:cNvSpPr>
            <p:nvPr/>
          </p:nvSpPr>
          <p:spPr bwMode="auto">
            <a:xfrm>
              <a:off x="5098127" y="602903"/>
              <a:ext cx="533400" cy="4496656"/>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6" name="Freeform 18"/>
            <p:cNvSpPr>
              <a:spLocks/>
            </p:cNvSpPr>
            <p:nvPr/>
          </p:nvSpPr>
          <p:spPr bwMode="auto">
            <a:xfrm>
              <a:off x="6926927" y="287561"/>
              <a:ext cx="2160588" cy="4513114"/>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7" name="Text Box 25"/>
            <p:cNvSpPr txBox="1">
              <a:spLocks noChangeArrowheads="1"/>
            </p:cNvSpPr>
            <p:nvPr/>
          </p:nvSpPr>
          <p:spPr bwMode="auto">
            <a:xfrm>
              <a:off x="4977479" y="146179"/>
              <a:ext cx="736019"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388" name="Text Box 26"/>
            <p:cNvSpPr txBox="1">
              <a:spLocks noChangeArrowheads="1"/>
            </p:cNvSpPr>
            <p:nvPr/>
          </p:nvSpPr>
          <p:spPr bwMode="auto">
            <a:xfrm>
              <a:off x="7314480" y="-102117"/>
              <a:ext cx="133353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389" name="Group 27"/>
            <p:cNvGrpSpPr>
              <a:grpSpLocks/>
            </p:cNvGrpSpPr>
            <p:nvPr/>
          </p:nvGrpSpPr>
          <p:grpSpPr bwMode="auto">
            <a:xfrm>
              <a:off x="6584029" y="282800"/>
              <a:ext cx="2503488" cy="296863"/>
              <a:chOff x="4025" y="529"/>
              <a:chExt cx="1577" cy="187"/>
            </a:xfrm>
          </p:grpSpPr>
          <p:sp>
            <p:nvSpPr>
              <p:cNvPr id="538"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539"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540"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390" name="Group 31"/>
            <p:cNvGrpSpPr>
              <a:grpSpLocks/>
            </p:cNvGrpSpPr>
            <p:nvPr/>
          </p:nvGrpSpPr>
          <p:grpSpPr bwMode="auto">
            <a:xfrm>
              <a:off x="6588794" y="557436"/>
              <a:ext cx="2497139" cy="285750"/>
              <a:chOff x="4029" y="527"/>
              <a:chExt cx="1573" cy="180"/>
            </a:xfrm>
          </p:grpSpPr>
          <p:sp>
            <p:nvSpPr>
              <p:cNvPr id="535"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53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537"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391" name="Line 168"/>
            <p:cNvSpPr>
              <a:spLocks noChangeShapeType="1"/>
            </p:cNvSpPr>
            <p:nvPr/>
          </p:nvSpPr>
          <p:spPr bwMode="auto">
            <a:xfrm>
              <a:off x="3996556" y="818802"/>
              <a:ext cx="1079500"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392" name="Group 31"/>
            <p:cNvGrpSpPr>
              <a:grpSpLocks/>
            </p:cNvGrpSpPr>
            <p:nvPr/>
          </p:nvGrpSpPr>
          <p:grpSpPr bwMode="auto">
            <a:xfrm>
              <a:off x="6584029" y="795562"/>
              <a:ext cx="2497139" cy="285750"/>
              <a:chOff x="4029" y="527"/>
              <a:chExt cx="1573" cy="180"/>
            </a:xfrm>
          </p:grpSpPr>
          <p:sp>
            <p:nvSpPr>
              <p:cNvPr id="532"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53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534"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393" name="Group 147"/>
            <p:cNvGrpSpPr>
              <a:grpSpLocks/>
            </p:cNvGrpSpPr>
            <p:nvPr/>
          </p:nvGrpSpPr>
          <p:grpSpPr bwMode="auto">
            <a:xfrm>
              <a:off x="3107556" y="987077"/>
              <a:ext cx="889000" cy="466725"/>
              <a:chOff x="1504" y="495"/>
              <a:chExt cx="560" cy="294"/>
            </a:xfrm>
          </p:grpSpPr>
          <p:sp>
            <p:nvSpPr>
              <p:cNvPr id="530"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31"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394" name="Group 31"/>
            <p:cNvGrpSpPr>
              <a:grpSpLocks/>
            </p:cNvGrpSpPr>
            <p:nvPr/>
          </p:nvGrpSpPr>
          <p:grpSpPr bwMode="auto">
            <a:xfrm>
              <a:off x="6588224" y="1033114"/>
              <a:ext cx="2497139" cy="285750"/>
              <a:chOff x="4029" y="527"/>
              <a:chExt cx="1573" cy="180"/>
            </a:xfrm>
          </p:grpSpPr>
          <p:sp>
            <p:nvSpPr>
              <p:cNvPr id="527"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52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529"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395" name="Group 31"/>
            <p:cNvGrpSpPr>
              <a:grpSpLocks/>
            </p:cNvGrpSpPr>
            <p:nvPr/>
          </p:nvGrpSpPr>
          <p:grpSpPr bwMode="auto">
            <a:xfrm>
              <a:off x="6584029" y="1270896"/>
              <a:ext cx="2497139" cy="285750"/>
              <a:chOff x="4029" y="527"/>
              <a:chExt cx="1573" cy="180"/>
            </a:xfrm>
          </p:grpSpPr>
          <p:sp>
            <p:nvSpPr>
              <p:cNvPr id="524"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525"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526"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396" name="Group 31"/>
            <p:cNvGrpSpPr>
              <a:grpSpLocks/>
            </p:cNvGrpSpPr>
            <p:nvPr/>
          </p:nvGrpSpPr>
          <p:grpSpPr bwMode="auto">
            <a:xfrm>
              <a:off x="6584029" y="1506660"/>
              <a:ext cx="2497139" cy="285750"/>
              <a:chOff x="4029" y="527"/>
              <a:chExt cx="1573" cy="180"/>
            </a:xfrm>
          </p:grpSpPr>
          <p:sp>
            <p:nvSpPr>
              <p:cNvPr id="521"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52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523"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397" name="Group 31"/>
            <p:cNvGrpSpPr>
              <a:grpSpLocks/>
            </p:cNvGrpSpPr>
            <p:nvPr/>
          </p:nvGrpSpPr>
          <p:grpSpPr bwMode="auto">
            <a:xfrm>
              <a:off x="6588224" y="1739687"/>
              <a:ext cx="2497139" cy="285750"/>
              <a:chOff x="4029" y="527"/>
              <a:chExt cx="1573" cy="180"/>
            </a:xfrm>
          </p:grpSpPr>
          <p:sp>
            <p:nvSpPr>
              <p:cNvPr id="518"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519"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520"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398" name="组合 397"/>
            <p:cNvGrpSpPr/>
            <p:nvPr/>
          </p:nvGrpSpPr>
          <p:grpSpPr>
            <a:xfrm>
              <a:off x="4754584" y="586159"/>
              <a:ext cx="874713" cy="669925"/>
              <a:chOff x="4756817" y="602902"/>
              <a:chExt cx="874713" cy="669925"/>
            </a:xfrm>
          </p:grpSpPr>
          <p:grpSp>
            <p:nvGrpSpPr>
              <p:cNvPr id="512" name="Group 19"/>
              <p:cNvGrpSpPr>
                <a:grpSpLocks/>
              </p:cNvGrpSpPr>
              <p:nvPr/>
            </p:nvGrpSpPr>
            <p:grpSpPr bwMode="auto">
              <a:xfrm>
                <a:off x="4756817" y="602902"/>
                <a:ext cx="874713" cy="669925"/>
                <a:chOff x="2919" y="527"/>
                <a:chExt cx="551" cy="422"/>
              </a:xfrm>
            </p:grpSpPr>
            <p:grpSp>
              <p:nvGrpSpPr>
                <p:cNvPr id="514" name="Group 20"/>
                <p:cNvGrpSpPr>
                  <a:grpSpLocks/>
                </p:cNvGrpSpPr>
                <p:nvPr/>
              </p:nvGrpSpPr>
              <p:grpSpPr bwMode="auto">
                <a:xfrm>
                  <a:off x="3135" y="527"/>
                  <a:ext cx="335" cy="422"/>
                  <a:chOff x="4133" y="890"/>
                  <a:chExt cx="335" cy="422"/>
                </a:xfrm>
              </p:grpSpPr>
              <p:sp>
                <p:nvSpPr>
                  <p:cNvPr id="516"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51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51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513"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399" name="Text Box 156"/>
            <p:cNvSpPr txBox="1">
              <a:spLocks noChangeArrowheads="1"/>
            </p:cNvSpPr>
            <p:nvPr/>
          </p:nvSpPr>
          <p:spPr bwMode="auto">
            <a:xfrm>
              <a:off x="5200674" y="903080"/>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400" name="Text Box 157"/>
            <p:cNvSpPr txBox="1">
              <a:spLocks noChangeArrowheads="1"/>
            </p:cNvSpPr>
            <p:nvPr/>
          </p:nvSpPr>
          <p:spPr bwMode="auto">
            <a:xfrm>
              <a:off x="5223758" y="546204"/>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401" name="组合 400"/>
            <p:cNvGrpSpPr/>
            <p:nvPr/>
          </p:nvGrpSpPr>
          <p:grpSpPr>
            <a:xfrm>
              <a:off x="4752992" y="1259838"/>
              <a:ext cx="874713" cy="669925"/>
              <a:chOff x="4756817" y="602902"/>
              <a:chExt cx="874713" cy="669925"/>
            </a:xfrm>
          </p:grpSpPr>
          <p:grpSp>
            <p:nvGrpSpPr>
              <p:cNvPr id="506" name="Group 19"/>
              <p:cNvGrpSpPr>
                <a:grpSpLocks/>
              </p:cNvGrpSpPr>
              <p:nvPr/>
            </p:nvGrpSpPr>
            <p:grpSpPr bwMode="auto">
              <a:xfrm>
                <a:off x="4756817" y="602902"/>
                <a:ext cx="874713" cy="669925"/>
                <a:chOff x="2919" y="527"/>
                <a:chExt cx="551" cy="422"/>
              </a:xfrm>
            </p:grpSpPr>
            <p:grpSp>
              <p:nvGrpSpPr>
                <p:cNvPr id="508" name="Group 20"/>
                <p:cNvGrpSpPr>
                  <a:grpSpLocks/>
                </p:cNvGrpSpPr>
                <p:nvPr/>
              </p:nvGrpSpPr>
              <p:grpSpPr bwMode="auto">
                <a:xfrm>
                  <a:off x="3135" y="527"/>
                  <a:ext cx="335" cy="422"/>
                  <a:chOff x="4133" y="890"/>
                  <a:chExt cx="335" cy="422"/>
                </a:xfrm>
              </p:grpSpPr>
              <p:sp>
                <p:nvSpPr>
                  <p:cNvPr id="510"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511"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509"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507"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402" name="Text Box 156"/>
            <p:cNvSpPr txBox="1">
              <a:spLocks noChangeArrowheads="1"/>
            </p:cNvSpPr>
            <p:nvPr/>
          </p:nvSpPr>
          <p:spPr bwMode="auto">
            <a:xfrm>
              <a:off x="5199082" y="1576759"/>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403" name="Text Box 157"/>
            <p:cNvSpPr txBox="1">
              <a:spLocks noChangeArrowheads="1"/>
            </p:cNvSpPr>
            <p:nvPr/>
          </p:nvSpPr>
          <p:spPr bwMode="auto">
            <a:xfrm>
              <a:off x="5222165" y="1219883"/>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404" name="Freeform 169"/>
            <p:cNvSpPr>
              <a:spLocks/>
            </p:cNvSpPr>
            <p:nvPr/>
          </p:nvSpPr>
          <p:spPr bwMode="auto">
            <a:xfrm>
              <a:off x="3996556" y="1250602"/>
              <a:ext cx="1079500" cy="168275"/>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05" name="Group 31"/>
            <p:cNvGrpSpPr>
              <a:grpSpLocks/>
            </p:cNvGrpSpPr>
            <p:nvPr/>
          </p:nvGrpSpPr>
          <p:grpSpPr bwMode="auto">
            <a:xfrm>
              <a:off x="6590941" y="1975420"/>
              <a:ext cx="2497139" cy="285750"/>
              <a:chOff x="4029" y="527"/>
              <a:chExt cx="1573" cy="180"/>
            </a:xfrm>
          </p:grpSpPr>
          <p:sp>
            <p:nvSpPr>
              <p:cNvPr id="503"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5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505"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406" name="Text Box 178"/>
            <p:cNvSpPr txBox="1">
              <a:spLocks noChangeArrowheads="1"/>
            </p:cNvSpPr>
            <p:nvPr/>
          </p:nvSpPr>
          <p:spPr bwMode="auto">
            <a:xfrm>
              <a:off x="5617711" y="516503"/>
              <a:ext cx="1008063" cy="795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407" name="组合 406"/>
            <p:cNvGrpSpPr/>
            <p:nvPr/>
          </p:nvGrpSpPr>
          <p:grpSpPr>
            <a:xfrm>
              <a:off x="4752992" y="1929762"/>
              <a:ext cx="874713" cy="669925"/>
              <a:chOff x="4756817" y="602902"/>
              <a:chExt cx="874713" cy="669925"/>
            </a:xfrm>
          </p:grpSpPr>
          <p:sp>
            <p:nvSpPr>
              <p:cNvPr id="497"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498" name="Group 19"/>
              <p:cNvGrpSpPr>
                <a:grpSpLocks/>
              </p:cNvGrpSpPr>
              <p:nvPr/>
            </p:nvGrpSpPr>
            <p:grpSpPr bwMode="auto">
              <a:xfrm>
                <a:off x="4756817" y="602902"/>
                <a:ext cx="874713" cy="669925"/>
                <a:chOff x="2919" y="527"/>
                <a:chExt cx="551" cy="422"/>
              </a:xfrm>
            </p:grpSpPr>
            <p:grpSp>
              <p:nvGrpSpPr>
                <p:cNvPr id="499" name="Group 20"/>
                <p:cNvGrpSpPr>
                  <a:grpSpLocks/>
                </p:cNvGrpSpPr>
                <p:nvPr/>
              </p:nvGrpSpPr>
              <p:grpSpPr bwMode="auto">
                <a:xfrm>
                  <a:off x="3135" y="527"/>
                  <a:ext cx="335" cy="422"/>
                  <a:chOff x="4133" y="890"/>
                  <a:chExt cx="335" cy="422"/>
                </a:xfrm>
              </p:grpSpPr>
              <p:sp>
                <p:nvSpPr>
                  <p:cNvPr id="501"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50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50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408" name="Text Box 156"/>
            <p:cNvSpPr txBox="1">
              <a:spLocks noChangeArrowheads="1"/>
            </p:cNvSpPr>
            <p:nvPr/>
          </p:nvSpPr>
          <p:spPr bwMode="auto">
            <a:xfrm>
              <a:off x="5196895" y="2250437"/>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409" name="Text Box 157"/>
            <p:cNvSpPr txBox="1">
              <a:spLocks noChangeArrowheads="1"/>
            </p:cNvSpPr>
            <p:nvPr/>
          </p:nvSpPr>
          <p:spPr bwMode="auto">
            <a:xfrm>
              <a:off x="5219978" y="1893561"/>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410" name="组合 409"/>
            <p:cNvGrpSpPr/>
            <p:nvPr/>
          </p:nvGrpSpPr>
          <p:grpSpPr>
            <a:xfrm>
              <a:off x="4752992" y="2594013"/>
              <a:ext cx="874713" cy="669925"/>
              <a:chOff x="4756817" y="602902"/>
              <a:chExt cx="874713" cy="669925"/>
            </a:xfrm>
          </p:grpSpPr>
          <p:sp>
            <p:nvSpPr>
              <p:cNvPr id="491"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492" name="Group 19"/>
              <p:cNvGrpSpPr>
                <a:grpSpLocks/>
              </p:cNvGrpSpPr>
              <p:nvPr/>
            </p:nvGrpSpPr>
            <p:grpSpPr bwMode="auto">
              <a:xfrm>
                <a:off x="4756817" y="602902"/>
                <a:ext cx="874713" cy="669925"/>
                <a:chOff x="2919" y="527"/>
                <a:chExt cx="551" cy="422"/>
              </a:xfrm>
            </p:grpSpPr>
            <p:grpSp>
              <p:nvGrpSpPr>
                <p:cNvPr id="493" name="Group 20"/>
                <p:cNvGrpSpPr>
                  <a:grpSpLocks/>
                </p:cNvGrpSpPr>
                <p:nvPr/>
              </p:nvGrpSpPr>
              <p:grpSpPr bwMode="auto">
                <a:xfrm>
                  <a:off x="3135" y="527"/>
                  <a:ext cx="335" cy="422"/>
                  <a:chOff x="4133" y="890"/>
                  <a:chExt cx="335" cy="422"/>
                </a:xfrm>
              </p:grpSpPr>
              <p:sp>
                <p:nvSpPr>
                  <p:cNvPr id="495"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496"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494"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411" name="Text Box 156"/>
            <p:cNvSpPr txBox="1">
              <a:spLocks noChangeArrowheads="1"/>
            </p:cNvSpPr>
            <p:nvPr/>
          </p:nvSpPr>
          <p:spPr bwMode="auto">
            <a:xfrm>
              <a:off x="5196895" y="2914688"/>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412" name="Text Box 157"/>
            <p:cNvSpPr txBox="1">
              <a:spLocks noChangeArrowheads="1"/>
            </p:cNvSpPr>
            <p:nvPr/>
          </p:nvSpPr>
          <p:spPr bwMode="auto">
            <a:xfrm>
              <a:off x="5219978" y="2557812"/>
              <a:ext cx="292388"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413" name="Group 31"/>
            <p:cNvGrpSpPr>
              <a:grpSpLocks/>
            </p:cNvGrpSpPr>
            <p:nvPr/>
          </p:nvGrpSpPr>
          <p:grpSpPr bwMode="auto">
            <a:xfrm>
              <a:off x="6584029" y="2212351"/>
              <a:ext cx="2497139" cy="285750"/>
              <a:chOff x="4029" y="527"/>
              <a:chExt cx="1573" cy="180"/>
            </a:xfrm>
          </p:grpSpPr>
          <p:sp>
            <p:nvSpPr>
              <p:cNvPr id="488"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489"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490"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414" name="Group 31"/>
            <p:cNvGrpSpPr>
              <a:grpSpLocks/>
            </p:cNvGrpSpPr>
            <p:nvPr/>
          </p:nvGrpSpPr>
          <p:grpSpPr bwMode="auto">
            <a:xfrm>
              <a:off x="6584029" y="2443159"/>
              <a:ext cx="2497139" cy="285750"/>
              <a:chOff x="4029" y="527"/>
              <a:chExt cx="1573" cy="180"/>
            </a:xfrm>
          </p:grpSpPr>
          <p:sp>
            <p:nvSpPr>
              <p:cNvPr id="48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48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48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415" name="Group 153"/>
            <p:cNvGrpSpPr>
              <a:grpSpLocks/>
            </p:cNvGrpSpPr>
            <p:nvPr/>
          </p:nvGrpSpPr>
          <p:grpSpPr bwMode="auto">
            <a:xfrm>
              <a:off x="3118669" y="1464060"/>
              <a:ext cx="877888" cy="434975"/>
              <a:chOff x="1511" y="516"/>
              <a:chExt cx="553" cy="274"/>
            </a:xfrm>
          </p:grpSpPr>
          <p:sp>
            <p:nvSpPr>
              <p:cNvPr id="483"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484"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416" name="组合 415"/>
            <p:cNvGrpSpPr/>
            <p:nvPr/>
          </p:nvGrpSpPr>
          <p:grpSpPr>
            <a:xfrm>
              <a:off x="4748719" y="3278127"/>
              <a:ext cx="874713" cy="669925"/>
              <a:chOff x="4756817" y="602902"/>
              <a:chExt cx="874713" cy="669925"/>
            </a:xfrm>
          </p:grpSpPr>
          <p:sp>
            <p:nvSpPr>
              <p:cNvPr id="477"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478" name="Group 19"/>
              <p:cNvGrpSpPr>
                <a:grpSpLocks/>
              </p:cNvGrpSpPr>
              <p:nvPr/>
            </p:nvGrpSpPr>
            <p:grpSpPr bwMode="auto">
              <a:xfrm>
                <a:off x="4756817" y="602902"/>
                <a:ext cx="874713" cy="669925"/>
                <a:chOff x="2919" y="527"/>
                <a:chExt cx="551" cy="422"/>
              </a:xfrm>
            </p:grpSpPr>
            <p:grpSp>
              <p:nvGrpSpPr>
                <p:cNvPr id="479" name="Group 20"/>
                <p:cNvGrpSpPr>
                  <a:grpSpLocks/>
                </p:cNvGrpSpPr>
                <p:nvPr/>
              </p:nvGrpSpPr>
              <p:grpSpPr bwMode="auto">
                <a:xfrm>
                  <a:off x="3135" y="527"/>
                  <a:ext cx="335" cy="422"/>
                  <a:chOff x="4133" y="890"/>
                  <a:chExt cx="335" cy="422"/>
                </a:xfrm>
              </p:grpSpPr>
              <p:sp>
                <p:nvSpPr>
                  <p:cNvPr id="481"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48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48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417" name="Text Box 156"/>
            <p:cNvSpPr txBox="1">
              <a:spLocks noChangeArrowheads="1"/>
            </p:cNvSpPr>
            <p:nvPr/>
          </p:nvSpPr>
          <p:spPr bwMode="auto">
            <a:xfrm>
              <a:off x="5123429" y="3561529"/>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14</a:t>
              </a:r>
            </a:p>
          </p:txBody>
        </p:sp>
        <p:sp>
          <p:nvSpPr>
            <p:cNvPr id="418" name="Text Box 157"/>
            <p:cNvSpPr txBox="1">
              <a:spLocks noChangeArrowheads="1"/>
            </p:cNvSpPr>
            <p:nvPr/>
          </p:nvSpPr>
          <p:spPr bwMode="auto">
            <a:xfrm>
              <a:off x="5126627" y="3229308"/>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419" name="Group 31"/>
            <p:cNvGrpSpPr>
              <a:grpSpLocks/>
            </p:cNvGrpSpPr>
            <p:nvPr/>
          </p:nvGrpSpPr>
          <p:grpSpPr bwMode="auto">
            <a:xfrm>
              <a:off x="6516330" y="2680941"/>
              <a:ext cx="2571752" cy="285750"/>
              <a:chOff x="3982" y="527"/>
              <a:chExt cx="1620" cy="180"/>
            </a:xfrm>
          </p:grpSpPr>
          <p:sp>
            <p:nvSpPr>
              <p:cNvPr id="474"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475"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476"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420" name="Group 31"/>
            <p:cNvGrpSpPr>
              <a:grpSpLocks/>
            </p:cNvGrpSpPr>
            <p:nvPr/>
          </p:nvGrpSpPr>
          <p:grpSpPr bwMode="auto">
            <a:xfrm>
              <a:off x="6509416" y="2894633"/>
              <a:ext cx="2571752" cy="285750"/>
              <a:chOff x="3982" y="527"/>
              <a:chExt cx="1620" cy="180"/>
            </a:xfrm>
          </p:grpSpPr>
          <p:sp>
            <p:nvSpPr>
              <p:cNvPr id="471"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47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47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421" name="Group 31"/>
            <p:cNvGrpSpPr>
              <a:grpSpLocks/>
            </p:cNvGrpSpPr>
            <p:nvPr/>
          </p:nvGrpSpPr>
          <p:grpSpPr bwMode="auto">
            <a:xfrm>
              <a:off x="6516328" y="3120577"/>
              <a:ext cx="2571752" cy="285750"/>
              <a:chOff x="3982" y="527"/>
              <a:chExt cx="1620" cy="180"/>
            </a:xfrm>
          </p:grpSpPr>
          <p:sp>
            <p:nvSpPr>
              <p:cNvPr id="468"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469"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4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422" name="Group 31"/>
            <p:cNvGrpSpPr>
              <a:grpSpLocks/>
            </p:cNvGrpSpPr>
            <p:nvPr/>
          </p:nvGrpSpPr>
          <p:grpSpPr bwMode="auto">
            <a:xfrm>
              <a:off x="6509416" y="3335795"/>
              <a:ext cx="2571752" cy="285750"/>
              <a:chOff x="3982" y="527"/>
              <a:chExt cx="1620" cy="180"/>
            </a:xfrm>
          </p:grpSpPr>
          <p:sp>
            <p:nvSpPr>
              <p:cNvPr id="46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46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46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423" name="Group 31"/>
            <p:cNvGrpSpPr>
              <a:grpSpLocks/>
            </p:cNvGrpSpPr>
            <p:nvPr/>
          </p:nvGrpSpPr>
          <p:grpSpPr bwMode="auto">
            <a:xfrm>
              <a:off x="6516328" y="3560370"/>
              <a:ext cx="2571752" cy="285750"/>
              <a:chOff x="3982" y="527"/>
              <a:chExt cx="1620" cy="180"/>
            </a:xfrm>
          </p:grpSpPr>
          <p:sp>
            <p:nvSpPr>
              <p:cNvPr id="462"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463"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464"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424" name="组合 423"/>
            <p:cNvGrpSpPr/>
            <p:nvPr/>
          </p:nvGrpSpPr>
          <p:grpSpPr>
            <a:xfrm>
              <a:off x="3996557" y="1670908"/>
              <a:ext cx="1109520" cy="1685897"/>
              <a:chOff x="3996557" y="1670908"/>
              <a:chExt cx="1109520" cy="1685897"/>
            </a:xfrm>
          </p:grpSpPr>
          <p:cxnSp>
            <p:nvCxnSpPr>
              <p:cNvPr id="459" name="直接连接符 458"/>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460" name="直接连接符 459"/>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461" name="直接连接符 460"/>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grpSp>
          <p:nvGrpSpPr>
            <p:cNvPr id="425" name="Group 153"/>
            <p:cNvGrpSpPr>
              <a:grpSpLocks/>
            </p:cNvGrpSpPr>
            <p:nvPr/>
          </p:nvGrpSpPr>
          <p:grpSpPr bwMode="auto">
            <a:xfrm>
              <a:off x="3125209" y="1907705"/>
              <a:ext cx="877888" cy="434975"/>
              <a:chOff x="1511" y="516"/>
              <a:chExt cx="553" cy="274"/>
            </a:xfrm>
          </p:grpSpPr>
          <p:sp>
            <p:nvSpPr>
              <p:cNvPr id="457"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458"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sp>
          <p:nvSpPr>
            <p:cNvPr id="426" name="Freeform 171"/>
            <p:cNvSpPr>
              <a:spLocks/>
            </p:cNvSpPr>
            <p:nvPr/>
          </p:nvSpPr>
          <p:spPr bwMode="auto">
            <a:xfrm>
              <a:off x="4009445" y="2179019"/>
              <a:ext cx="1079500" cy="1966558"/>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27" name="组合 426"/>
            <p:cNvGrpSpPr/>
            <p:nvPr/>
          </p:nvGrpSpPr>
          <p:grpSpPr>
            <a:xfrm>
              <a:off x="4756309" y="3945400"/>
              <a:ext cx="874713" cy="669925"/>
              <a:chOff x="4756817" y="602902"/>
              <a:chExt cx="874713" cy="669925"/>
            </a:xfrm>
          </p:grpSpPr>
          <p:sp>
            <p:nvSpPr>
              <p:cNvPr id="451"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452" name="Group 19"/>
              <p:cNvGrpSpPr>
                <a:grpSpLocks/>
              </p:cNvGrpSpPr>
              <p:nvPr/>
            </p:nvGrpSpPr>
            <p:grpSpPr bwMode="auto">
              <a:xfrm>
                <a:off x="4756817" y="602902"/>
                <a:ext cx="874713" cy="669925"/>
                <a:chOff x="2919" y="527"/>
                <a:chExt cx="551" cy="422"/>
              </a:xfrm>
            </p:grpSpPr>
            <p:grpSp>
              <p:nvGrpSpPr>
                <p:cNvPr id="453" name="Group 20"/>
                <p:cNvGrpSpPr>
                  <a:grpSpLocks/>
                </p:cNvGrpSpPr>
                <p:nvPr/>
              </p:nvGrpSpPr>
              <p:grpSpPr bwMode="auto">
                <a:xfrm>
                  <a:off x="3135" y="527"/>
                  <a:ext cx="335" cy="422"/>
                  <a:chOff x="4133" y="890"/>
                  <a:chExt cx="335" cy="422"/>
                </a:xfrm>
              </p:grpSpPr>
              <p:sp>
                <p:nvSpPr>
                  <p:cNvPr id="455"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456"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454"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grpSp>
        </p:grpSp>
        <p:sp>
          <p:nvSpPr>
            <p:cNvPr id="428" name="Text Box 156"/>
            <p:cNvSpPr txBox="1">
              <a:spLocks noChangeArrowheads="1"/>
            </p:cNvSpPr>
            <p:nvPr/>
          </p:nvSpPr>
          <p:spPr bwMode="auto">
            <a:xfrm>
              <a:off x="5123879" y="4242710"/>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18</a:t>
              </a:r>
            </a:p>
          </p:txBody>
        </p:sp>
        <p:sp>
          <p:nvSpPr>
            <p:cNvPr id="429" name="Text Box 157"/>
            <p:cNvSpPr txBox="1">
              <a:spLocks noChangeArrowheads="1"/>
            </p:cNvSpPr>
            <p:nvPr/>
          </p:nvSpPr>
          <p:spPr bwMode="auto">
            <a:xfrm>
              <a:off x="5118827" y="3903206"/>
              <a:ext cx="446276" cy="4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16</a:t>
              </a:r>
            </a:p>
          </p:txBody>
        </p:sp>
        <p:grpSp>
          <p:nvGrpSpPr>
            <p:cNvPr id="430" name="Group 31"/>
            <p:cNvGrpSpPr>
              <a:grpSpLocks/>
            </p:cNvGrpSpPr>
            <p:nvPr/>
          </p:nvGrpSpPr>
          <p:grpSpPr bwMode="auto">
            <a:xfrm>
              <a:off x="6516330" y="4236016"/>
              <a:ext cx="2571753" cy="285750"/>
              <a:chOff x="3982" y="535"/>
              <a:chExt cx="1620" cy="180"/>
            </a:xfrm>
          </p:grpSpPr>
          <p:sp>
            <p:nvSpPr>
              <p:cNvPr id="448"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i</a:t>
                </a:r>
              </a:p>
            </p:txBody>
          </p:sp>
          <p:sp>
            <p:nvSpPr>
              <p:cNvPr id="449"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17</a:t>
                </a:r>
              </a:p>
            </p:txBody>
          </p:sp>
          <p:sp>
            <p:nvSpPr>
              <p:cNvPr id="450"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16</a:t>
                </a:r>
              </a:p>
            </p:txBody>
          </p:sp>
        </p:grpSp>
        <p:grpSp>
          <p:nvGrpSpPr>
            <p:cNvPr id="431" name="Group 31"/>
            <p:cNvGrpSpPr>
              <a:grpSpLocks/>
            </p:cNvGrpSpPr>
            <p:nvPr/>
          </p:nvGrpSpPr>
          <p:grpSpPr bwMode="auto">
            <a:xfrm>
              <a:off x="6516328" y="3785945"/>
              <a:ext cx="2571752" cy="285750"/>
              <a:chOff x="3982" y="527"/>
              <a:chExt cx="1620" cy="180"/>
            </a:xfrm>
          </p:grpSpPr>
          <p:sp>
            <p:nvSpPr>
              <p:cNvPr id="445"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y</a:t>
                </a:r>
              </a:p>
            </p:txBody>
          </p:sp>
          <p:sp>
            <p:nvSpPr>
              <p:cNvPr id="44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15</a:t>
                </a:r>
              </a:p>
            </p:txBody>
          </p:sp>
          <p:sp>
            <p:nvSpPr>
              <p:cNvPr id="447"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432" name="Group 31"/>
            <p:cNvGrpSpPr>
              <a:grpSpLocks/>
            </p:cNvGrpSpPr>
            <p:nvPr/>
          </p:nvGrpSpPr>
          <p:grpSpPr bwMode="auto">
            <a:xfrm>
              <a:off x="6509416" y="4010717"/>
              <a:ext cx="2571752" cy="285750"/>
              <a:chOff x="3982" y="527"/>
              <a:chExt cx="1620" cy="180"/>
            </a:xfrm>
          </p:grpSpPr>
          <p:sp>
            <p:nvSpPr>
              <p:cNvPr id="442"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z</a:t>
                </a:r>
              </a:p>
            </p:txBody>
          </p:sp>
          <p:sp>
            <p:nvSpPr>
              <p:cNvPr id="443"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16</a:t>
                </a:r>
              </a:p>
            </p:txBody>
          </p:sp>
          <p:sp>
            <p:nvSpPr>
              <p:cNvPr id="444"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15</a:t>
                </a:r>
              </a:p>
            </p:txBody>
          </p:sp>
        </p:grpSp>
        <p:grpSp>
          <p:nvGrpSpPr>
            <p:cNvPr id="433" name="Group 31"/>
            <p:cNvGrpSpPr>
              <a:grpSpLocks/>
            </p:cNvGrpSpPr>
            <p:nvPr/>
          </p:nvGrpSpPr>
          <p:grpSpPr bwMode="auto">
            <a:xfrm>
              <a:off x="6509415" y="4460788"/>
              <a:ext cx="2571753" cy="285750"/>
              <a:chOff x="3982" y="535"/>
              <a:chExt cx="1620" cy="180"/>
            </a:xfrm>
          </p:grpSpPr>
          <p:sp>
            <p:nvSpPr>
              <p:cNvPr id="439"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j</a:t>
                </a:r>
              </a:p>
            </p:txBody>
          </p:sp>
          <p:sp>
            <p:nvSpPr>
              <p:cNvPr id="440"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18</a:t>
                </a:r>
              </a:p>
            </p:txBody>
          </p:sp>
          <p:sp>
            <p:nvSpPr>
              <p:cNvPr id="441"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17</a:t>
                </a:r>
              </a:p>
            </p:txBody>
          </p:sp>
        </p:grpSp>
        <p:sp>
          <p:nvSpPr>
            <p:cNvPr id="434" name="Freeform 172"/>
            <p:cNvSpPr>
              <a:spLocks/>
            </p:cNvSpPr>
            <p:nvPr/>
          </p:nvSpPr>
          <p:spPr bwMode="auto">
            <a:xfrm flipV="1">
              <a:off x="5651355" y="3738439"/>
              <a:ext cx="935038" cy="45719"/>
            </a:xfrm>
            <a:custGeom>
              <a:avLst/>
              <a:gdLst>
                <a:gd name="T0" fmla="*/ 0 w 725"/>
                <a:gd name="T1" fmla="*/ 0 h 1360"/>
                <a:gd name="T2" fmla="*/ 42 w 725"/>
                <a:gd name="T3" fmla="*/ 0 h 1360"/>
                <a:gd name="T4" fmla="*/ 42 w 725"/>
                <a:gd name="T5" fmla="*/ 79 h 1360"/>
                <a:gd name="T6" fmla="*/ 170 w 725"/>
                <a:gd name="T7" fmla="*/ 79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rgbClr val="FF0000"/>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435" name="Freeform 176"/>
            <p:cNvSpPr>
              <a:spLocks/>
            </p:cNvSpPr>
            <p:nvPr/>
          </p:nvSpPr>
          <p:spPr bwMode="auto">
            <a:xfrm flipV="1">
              <a:off x="5642191" y="719410"/>
              <a:ext cx="1008063" cy="309701"/>
            </a:xfrm>
            <a:custGeom>
              <a:avLst/>
              <a:gdLst>
                <a:gd name="T0" fmla="*/ 0 w 635"/>
                <a:gd name="T1" fmla="*/ 0 h 454"/>
                <a:gd name="T2" fmla="*/ 499 w 635"/>
                <a:gd name="T3" fmla="*/ 0 h 454"/>
                <a:gd name="T4" fmla="*/ 499 w 635"/>
                <a:gd name="T5" fmla="*/ 454 h 454"/>
                <a:gd name="T6" fmla="*/ 635 w 635"/>
                <a:gd name="T7" fmla="*/ 454 h 454"/>
                <a:gd name="T8" fmla="*/ 0 60000 65536"/>
                <a:gd name="T9" fmla="*/ 0 60000 65536"/>
                <a:gd name="T10" fmla="*/ 0 60000 65536"/>
                <a:gd name="T11" fmla="*/ 0 60000 65536"/>
                <a:gd name="T12" fmla="*/ 0 w 635"/>
                <a:gd name="T13" fmla="*/ 0 h 454"/>
                <a:gd name="T14" fmla="*/ 635 w 635"/>
                <a:gd name="T15" fmla="*/ 454 h 454"/>
              </a:gdLst>
              <a:ahLst/>
              <a:cxnLst>
                <a:cxn ang="T8">
                  <a:pos x="T0" y="T1"/>
                </a:cxn>
                <a:cxn ang="T9">
                  <a:pos x="T2" y="T3"/>
                </a:cxn>
                <a:cxn ang="T10">
                  <a:pos x="T4" y="T5"/>
                </a:cxn>
                <a:cxn ang="T11">
                  <a:pos x="T6" y="T7"/>
                </a:cxn>
              </a:cxnLst>
              <a:rect l="T12" t="T13" r="T14" b="T15"/>
              <a:pathLst>
                <a:path w="635" h="454">
                  <a:moveTo>
                    <a:pt x="0" y="0"/>
                  </a:moveTo>
                  <a:lnTo>
                    <a:pt x="499" y="0"/>
                  </a:lnTo>
                  <a:lnTo>
                    <a:pt x="499" y="454"/>
                  </a:lnTo>
                  <a:lnTo>
                    <a:pt x="635" y="454"/>
                  </a:lnTo>
                </a:path>
              </a:pathLst>
            </a:custGeom>
            <a:noFill/>
            <a:ln w="19050" cap="flat" cmpd="sng">
              <a:solidFill>
                <a:schemeClr val="accent2">
                  <a:lumMod val="75000"/>
                </a:schemeClr>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436" name="Freeform 174"/>
            <p:cNvSpPr>
              <a:spLocks/>
            </p:cNvSpPr>
            <p:nvPr/>
          </p:nvSpPr>
          <p:spPr bwMode="auto">
            <a:xfrm>
              <a:off x="5651361" y="1784115"/>
              <a:ext cx="1008063" cy="837413"/>
            </a:xfrm>
            <a:custGeom>
              <a:avLst/>
              <a:gdLst>
                <a:gd name="T0" fmla="*/ 0 w 680"/>
                <a:gd name="T1" fmla="*/ 0 h 227"/>
                <a:gd name="T2" fmla="*/ 281 w 680"/>
                <a:gd name="T3" fmla="*/ 0 h 227"/>
                <a:gd name="T4" fmla="*/ 281 w 680"/>
                <a:gd name="T5" fmla="*/ 38944729 h 227"/>
                <a:gd name="T6" fmla="*/ 421 w 680"/>
                <a:gd name="T7" fmla="*/ 38944729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437" name="Freeform 173"/>
            <p:cNvSpPr>
              <a:spLocks/>
            </p:cNvSpPr>
            <p:nvPr/>
          </p:nvSpPr>
          <p:spPr bwMode="auto">
            <a:xfrm flipV="1">
              <a:off x="5653186" y="2415055"/>
              <a:ext cx="935038" cy="699525"/>
            </a:xfrm>
            <a:custGeom>
              <a:avLst/>
              <a:gdLst>
                <a:gd name="T0" fmla="*/ 0 w 680"/>
                <a:gd name="T1" fmla="*/ 0 h 1044"/>
                <a:gd name="T2" fmla="*/ 149 w 680"/>
                <a:gd name="T3" fmla="*/ 0 h 1044"/>
                <a:gd name="T4" fmla="*/ 149 w 680"/>
                <a:gd name="T5" fmla="*/ 187 h 1044"/>
                <a:gd name="T6" fmla="*/ 249 w 680"/>
                <a:gd name="T7" fmla="*/ 187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rgbClr val="9900CC"/>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sp>
          <p:nvSpPr>
            <p:cNvPr id="438" name="Freeform 175"/>
            <p:cNvSpPr>
              <a:spLocks/>
            </p:cNvSpPr>
            <p:nvPr/>
          </p:nvSpPr>
          <p:spPr bwMode="auto">
            <a:xfrm>
              <a:off x="5688012" y="4514574"/>
              <a:ext cx="935038" cy="171513"/>
            </a:xfrm>
            <a:custGeom>
              <a:avLst/>
              <a:gdLst>
                <a:gd name="T0" fmla="*/ 0 w 589"/>
                <a:gd name="T1" fmla="*/ 0 h 1089"/>
                <a:gd name="T2" fmla="*/ 226 w 589"/>
                <a:gd name="T3" fmla="*/ 0 h 1089"/>
                <a:gd name="T4" fmla="*/ 226 w 589"/>
                <a:gd name="T5" fmla="*/ 1089 h 1089"/>
                <a:gd name="T6" fmla="*/ 589 w 589"/>
                <a:gd name="T7" fmla="*/ 1089 h 1089"/>
                <a:gd name="T8" fmla="*/ 0 60000 65536"/>
                <a:gd name="T9" fmla="*/ 0 60000 65536"/>
                <a:gd name="T10" fmla="*/ 0 60000 65536"/>
                <a:gd name="T11" fmla="*/ 0 60000 65536"/>
                <a:gd name="T12" fmla="*/ 0 w 589"/>
                <a:gd name="T13" fmla="*/ 0 h 1089"/>
                <a:gd name="T14" fmla="*/ 589 w 589"/>
                <a:gd name="T15" fmla="*/ 1089 h 1089"/>
              </a:gdLst>
              <a:ahLst/>
              <a:cxnLst>
                <a:cxn ang="T8">
                  <a:pos x="T0" y="T1"/>
                </a:cxn>
                <a:cxn ang="T9">
                  <a:pos x="T2" y="T3"/>
                </a:cxn>
                <a:cxn ang="T10">
                  <a:pos x="T4" y="T5"/>
                </a:cxn>
                <a:cxn ang="T11">
                  <a:pos x="T6" y="T7"/>
                </a:cxn>
              </a:cxnLst>
              <a:rect l="T12" t="T13" r="T14" b="T15"/>
              <a:pathLst>
                <a:path w="589" h="1089">
                  <a:moveTo>
                    <a:pt x="0" y="0"/>
                  </a:moveTo>
                  <a:lnTo>
                    <a:pt x="226" y="0"/>
                  </a:lnTo>
                  <a:lnTo>
                    <a:pt x="226" y="1089"/>
                  </a:lnTo>
                  <a:lnTo>
                    <a:pt x="589" y="1089"/>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a:solidFill>
                  <a:prstClr val="black"/>
                </a:solidFill>
                <a:latin typeface="Arial" panose="020B0604020202020204"/>
                <a:ea typeface="黑体" panose="02010609060101010101" pitchFamily="49" charset="-122"/>
              </a:endParaRPr>
            </a:p>
          </p:txBody>
        </p:sp>
      </p:grpSp>
      <p:grpSp>
        <p:nvGrpSpPr>
          <p:cNvPr id="169" name="组合 168">
            <a:extLst>
              <a:ext uri="{FF2B5EF4-FFF2-40B4-BE49-F238E27FC236}">
                <a16:creationId xmlns:a16="http://schemas.microsoft.com/office/drawing/2014/main" id="{58E73ED3-79C3-423A-946C-0C8D536A4AA4}"/>
              </a:ext>
            </a:extLst>
          </p:cNvPr>
          <p:cNvGrpSpPr/>
          <p:nvPr/>
        </p:nvGrpSpPr>
        <p:grpSpPr>
          <a:xfrm>
            <a:off x="5832235" y="2231767"/>
            <a:ext cx="997196" cy="3948086"/>
            <a:chOff x="4374177" y="1673825"/>
            <a:chExt cx="747897" cy="2961064"/>
          </a:xfrm>
        </p:grpSpPr>
        <p:sp>
          <p:nvSpPr>
            <p:cNvPr id="170" name="矩形 169">
              <a:extLst>
                <a:ext uri="{FF2B5EF4-FFF2-40B4-BE49-F238E27FC236}">
                  <a16:creationId xmlns:a16="http://schemas.microsoft.com/office/drawing/2014/main" id="{9642EDD7-C3E4-42D6-9EE3-4206A022FA4F}"/>
                </a:ext>
              </a:extLst>
            </p:cNvPr>
            <p:cNvSpPr/>
            <p:nvPr/>
          </p:nvSpPr>
          <p:spPr>
            <a:xfrm>
              <a:off x="4708436" y="1673825"/>
              <a:ext cx="374141"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1" name="矩形 170">
              <a:extLst>
                <a:ext uri="{FF2B5EF4-FFF2-40B4-BE49-F238E27FC236}">
                  <a16:creationId xmlns:a16="http://schemas.microsoft.com/office/drawing/2014/main" id="{B0985D79-F348-41EB-B40F-CC62BC942480}"/>
                </a:ext>
              </a:extLst>
            </p:cNvPr>
            <p:cNvSpPr/>
            <p:nvPr/>
          </p:nvSpPr>
          <p:spPr>
            <a:xfrm>
              <a:off x="4374177" y="2356682"/>
              <a:ext cx="747897"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72" name="矩形 171">
              <a:extLst>
                <a:ext uri="{FF2B5EF4-FFF2-40B4-BE49-F238E27FC236}">
                  <a16:creationId xmlns:a16="http://schemas.microsoft.com/office/drawing/2014/main" id="{70F578F3-461A-46C1-B40F-A92C281BC8AA}"/>
                </a:ext>
              </a:extLst>
            </p:cNvPr>
            <p:cNvSpPr/>
            <p:nvPr/>
          </p:nvSpPr>
          <p:spPr>
            <a:xfrm>
              <a:off x="4390582" y="3029750"/>
              <a:ext cx="695142"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73" name="矩形 172">
              <a:extLst>
                <a:ext uri="{FF2B5EF4-FFF2-40B4-BE49-F238E27FC236}">
                  <a16:creationId xmlns:a16="http://schemas.microsoft.com/office/drawing/2014/main" id="{03998728-3020-402D-B835-6015F15D24C8}"/>
                </a:ext>
              </a:extLst>
            </p:cNvPr>
            <p:cNvSpPr/>
            <p:nvPr/>
          </p:nvSpPr>
          <p:spPr>
            <a:xfrm>
              <a:off x="4394214" y="3681217"/>
              <a:ext cx="710771"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4" name="矩形 173">
              <a:extLst>
                <a:ext uri="{FF2B5EF4-FFF2-40B4-BE49-F238E27FC236}">
                  <a16:creationId xmlns:a16="http://schemas.microsoft.com/office/drawing/2014/main" id="{682906FC-C1AC-4F58-9DEE-0274935FE826}"/>
                </a:ext>
              </a:extLst>
            </p:cNvPr>
            <p:cNvSpPr/>
            <p:nvPr/>
          </p:nvSpPr>
          <p:spPr>
            <a:xfrm>
              <a:off x="4403406" y="4396314"/>
              <a:ext cx="672299" cy="238575"/>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partition</a:t>
              </a:r>
              <a:endParaRPr lang="zh-CN" altLang="en-US" sz="1467" b="1" dirty="0">
                <a:solidFill>
                  <a:prstClr val="black"/>
                </a:solidFill>
                <a:latin typeface="Times New Roman" panose="02020603050405020304" pitchFamily="18" charset="0"/>
                <a:ea typeface="楷体_GB2312" pitchFamily="49" charset="-122"/>
              </a:endParaRPr>
            </a:p>
          </p:txBody>
        </p:sp>
      </p:grpSp>
      <p:sp>
        <p:nvSpPr>
          <p:cNvPr id="177" name="Rectangle 3">
            <a:extLst>
              <a:ext uri="{FF2B5EF4-FFF2-40B4-BE49-F238E27FC236}">
                <a16:creationId xmlns:a16="http://schemas.microsoft.com/office/drawing/2014/main" id="{2C4F4CB4-6522-47B5-8EC9-E6528FBCAA25}"/>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cxnSp>
        <p:nvCxnSpPr>
          <p:cNvPr id="178" name="连接符: 肘形 177">
            <a:extLst>
              <a:ext uri="{FF2B5EF4-FFF2-40B4-BE49-F238E27FC236}">
                <a16:creationId xmlns:a16="http://schemas.microsoft.com/office/drawing/2014/main" id="{51EBFBC2-93AF-46D2-9829-839712EB7422}"/>
              </a:ext>
            </a:extLst>
          </p:cNvPr>
          <p:cNvCxnSpPr>
            <a:cxnSpLocks/>
          </p:cNvCxnSpPr>
          <p:nvPr/>
        </p:nvCxnSpPr>
        <p:spPr>
          <a:xfrm flipV="1">
            <a:off x="7505730" y="2199380"/>
            <a:ext cx="1272976" cy="1020693"/>
          </a:xfrm>
          <a:prstGeom prst="bentConnector3">
            <a:avLst/>
          </a:prstGeom>
          <a:ln w="19050">
            <a:solidFill>
              <a:srgbClr val="FFC000"/>
            </a:solidFill>
            <a:tailEnd type="stealth"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8181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76"/>
                                        </p:tgtEl>
                                        <p:attrNameLst>
                                          <p:attrName>style.visibility</p:attrName>
                                        </p:attrNameLst>
                                      </p:cBhvr>
                                      <p:to>
                                        <p:strVal val="visible"/>
                                      </p:to>
                                    </p:set>
                                    <p:anim calcmode="lin" valueType="num">
                                      <p:cBhvr>
                                        <p:cTn id="7" dur="500" fill="hold"/>
                                        <p:tgtEl>
                                          <p:spTgt spid="176"/>
                                        </p:tgtEl>
                                        <p:attrNameLst>
                                          <p:attrName>ppt_w</p:attrName>
                                        </p:attrNameLst>
                                      </p:cBhvr>
                                      <p:tavLst>
                                        <p:tav tm="0">
                                          <p:val>
                                            <p:fltVal val="0"/>
                                          </p:val>
                                        </p:tav>
                                        <p:tav tm="100000">
                                          <p:val>
                                            <p:strVal val="#ppt_w"/>
                                          </p:val>
                                        </p:tav>
                                      </p:tavLst>
                                    </p:anim>
                                    <p:anim calcmode="lin" valueType="num">
                                      <p:cBhvr>
                                        <p:cTn id="8" dur="500" fill="hold"/>
                                        <p:tgtEl>
                                          <p:spTgt spid="176"/>
                                        </p:tgtEl>
                                        <p:attrNameLst>
                                          <p:attrName>ppt_h</p:attrName>
                                        </p:attrNameLst>
                                      </p:cBhvr>
                                      <p:tavLst>
                                        <p:tav tm="0">
                                          <p:val>
                                            <p:fltVal val="0"/>
                                          </p:val>
                                        </p:tav>
                                        <p:tav tm="100000">
                                          <p:val>
                                            <p:strVal val="#ppt_h"/>
                                          </p:val>
                                        </p:tav>
                                      </p:tavLst>
                                    </p:anim>
                                    <p:animEffect transition="in" filter="fade">
                                      <p:cBhvr>
                                        <p:cTn id="9"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76" name="组合 75"/>
          <p:cNvGrpSpPr/>
          <p:nvPr/>
        </p:nvGrpSpPr>
        <p:grpSpPr>
          <a:xfrm>
            <a:off x="6339446" y="781546"/>
            <a:ext cx="1166284" cy="893234"/>
            <a:chOff x="4756817" y="602902"/>
            <a:chExt cx="874713" cy="669925"/>
          </a:xfrm>
        </p:grpSpPr>
        <p:grpSp>
          <p:nvGrpSpPr>
            <p:cNvPr id="77" name="Group 19"/>
            <p:cNvGrpSpPr>
              <a:grpSpLocks/>
            </p:cNvGrpSpPr>
            <p:nvPr/>
          </p:nvGrpSpPr>
          <p:grpSpPr bwMode="auto">
            <a:xfrm>
              <a:off x="4756817" y="602902"/>
              <a:ext cx="874713" cy="669925"/>
              <a:chOff x="2919" y="527"/>
              <a:chExt cx="551" cy="422"/>
            </a:xfrm>
          </p:grpSpPr>
          <p:grpSp>
            <p:nvGrpSpPr>
              <p:cNvPr id="79" name="Group 20"/>
              <p:cNvGrpSpPr>
                <a:grpSpLocks/>
              </p:cNvGrpSpPr>
              <p:nvPr/>
            </p:nvGrpSpPr>
            <p:grpSpPr bwMode="auto">
              <a:xfrm>
                <a:off x="3135" y="527"/>
                <a:ext cx="335" cy="422"/>
                <a:chOff x="4133" y="890"/>
                <a:chExt cx="335" cy="422"/>
              </a:xfrm>
            </p:grpSpPr>
            <p:sp>
              <p:nvSpPr>
                <p:cNvPr id="81"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8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78"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1"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92"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51"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sp>
        <p:nvSpPr>
          <p:cNvPr id="39" name="Rectangle 3">
            <a:extLst>
              <a:ext uri="{FF2B5EF4-FFF2-40B4-BE49-F238E27FC236}">
                <a16:creationId xmlns:a16="http://schemas.microsoft.com/office/drawing/2014/main" id="{542A5935-3E30-4E3B-95BC-17E33242A0E8}"/>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44" name="Line 20">
            <a:extLst>
              <a:ext uri="{FF2B5EF4-FFF2-40B4-BE49-F238E27FC236}">
                <a16:creationId xmlns:a16="http://schemas.microsoft.com/office/drawing/2014/main" id="{9FF07DD2-9C13-4347-9189-BF1C3BC06E61}"/>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90393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Effect transition="in" filter="fade">
                                      <p:cBhvr>
                                        <p:cTn id="9" dur="500"/>
                                        <p:tgtEl>
                                          <p:spTgt spid="3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5"/>
                                        </p:tgtEl>
                                        <p:attrNameLst>
                                          <p:attrName>style.visibility</p:attrName>
                                        </p:attrNameLst>
                                      </p:cBhvr>
                                      <p:to>
                                        <p:strVal val="visible"/>
                                      </p:to>
                                    </p:set>
                                    <p:anim calcmode="lin" valueType="num">
                                      <p:cBhvr>
                                        <p:cTn id="12" dur="500" fill="hold"/>
                                        <p:tgtEl>
                                          <p:spTgt spid="35"/>
                                        </p:tgtEl>
                                        <p:attrNameLst>
                                          <p:attrName>ppt_w</p:attrName>
                                        </p:attrNameLst>
                                      </p:cBhvr>
                                      <p:tavLst>
                                        <p:tav tm="0">
                                          <p:val>
                                            <p:fltVal val="0"/>
                                          </p:val>
                                        </p:tav>
                                        <p:tav tm="100000">
                                          <p:val>
                                            <p:strVal val="#ppt_w"/>
                                          </p:val>
                                        </p:tav>
                                      </p:tavLst>
                                    </p:anim>
                                    <p:anim calcmode="lin" valueType="num">
                                      <p:cBhvr>
                                        <p:cTn id="13" dur="500" fill="hold"/>
                                        <p:tgtEl>
                                          <p:spTgt spid="35"/>
                                        </p:tgtEl>
                                        <p:attrNameLst>
                                          <p:attrName>ppt_h</p:attrName>
                                        </p:attrNameLst>
                                      </p:cBhvr>
                                      <p:tavLst>
                                        <p:tav tm="0">
                                          <p:val>
                                            <p:fltVal val="0"/>
                                          </p:val>
                                        </p:tav>
                                        <p:tav tm="100000">
                                          <p:val>
                                            <p:strVal val="#ppt_h"/>
                                          </p:val>
                                        </p:tav>
                                      </p:tavLst>
                                    </p:anim>
                                    <p:animEffect transition="in" filter="fade">
                                      <p:cBhvr>
                                        <p:cTn id="14" dur="500"/>
                                        <p:tgtEl>
                                          <p:spTgt spid="35"/>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0"/>
                                        </p:tgtEl>
                                        <p:attrNameLst>
                                          <p:attrName>style.visibility</p:attrName>
                                        </p:attrNameLst>
                                      </p:cBhvr>
                                      <p:to>
                                        <p:strVal val="visible"/>
                                      </p:to>
                                    </p:set>
                                    <p:anim calcmode="lin" valueType="num">
                                      <p:cBhvr>
                                        <p:cTn id="17" dur="500" fill="hold"/>
                                        <p:tgtEl>
                                          <p:spTgt spid="40"/>
                                        </p:tgtEl>
                                        <p:attrNameLst>
                                          <p:attrName>ppt_w</p:attrName>
                                        </p:attrNameLst>
                                      </p:cBhvr>
                                      <p:tavLst>
                                        <p:tav tm="0">
                                          <p:val>
                                            <p:fltVal val="0"/>
                                          </p:val>
                                        </p:tav>
                                        <p:tav tm="100000">
                                          <p:val>
                                            <p:strVal val="#ppt_w"/>
                                          </p:val>
                                        </p:tav>
                                      </p:tavLst>
                                    </p:anim>
                                    <p:anim calcmode="lin" valueType="num">
                                      <p:cBhvr>
                                        <p:cTn id="18" dur="500" fill="hold"/>
                                        <p:tgtEl>
                                          <p:spTgt spid="40"/>
                                        </p:tgtEl>
                                        <p:attrNameLst>
                                          <p:attrName>ppt_h</p:attrName>
                                        </p:attrNameLst>
                                      </p:cBhvr>
                                      <p:tavLst>
                                        <p:tav tm="0">
                                          <p:val>
                                            <p:fltVal val="0"/>
                                          </p:val>
                                        </p:tav>
                                        <p:tav tm="100000">
                                          <p:val>
                                            <p:strVal val="#ppt_h"/>
                                          </p:val>
                                        </p:tav>
                                      </p:tavLst>
                                    </p:anim>
                                    <p:animEffect transition="in" filter="fade">
                                      <p:cBhvr>
                                        <p:cTn id="19" dur="500"/>
                                        <p:tgtEl>
                                          <p:spTgt spid="40"/>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p:cTn id="22" dur="500" fill="hold"/>
                                        <p:tgtEl>
                                          <p:spTgt spid="37"/>
                                        </p:tgtEl>
                                        <p:attrNameLst>
                                          <p:attrName>ppt_w</p:attrName>
                                        </p:attrNameLst>
                                      </p:cBhvr>
                                      <p:tavLst>
                                        <p:tav tm="0">
                                          <p:val>
                                            <p:fltVal val="0"/>
                                          </p:val>
                                        </p:tav>
                                        <p:tav tm="100000">
                                          <p:val>
                                            <p:strVal val="#ppt_w"/>
                                          </p:val>
                                        </p:tav>
                                      </p:tavLst>
                                    </p:anim>
                                    <p:anim calcmode="lin" valueType="num">
                                      <p:cBhvr>
                                        <p:cTn id="23" dur="500" fill="hold"/>
                                        <p:tgtEl>
                                          <p:spTgt spid="37"/>
                                        </p:tgtEl>
                                        <p:attrNameLst>
                                          <p:attrName>ppt_h</p:attrName>
                                        </p:attrNameLst>
                                      </p:cBhvr>
                                      <p:tavLst>
                                        <p:tav tm="0">
                                          <p:val>
                                            <p:fltVal val="0"/>
                                          </p:val>
                                        </p:tav>
                                        <p:tav tm="100000">
                                          <p:val>
                                            <p:strVal val="#ppt_h"/>
                                          </p:val>
                                        </p:tav>
                                      </p:tavLst>
                                    </p:anim>
                                    <p:animEffect transition="in" filter="fade">
                                      <p:cBhvr>
                                        <p:cTn id="24" dur="500"/>
                                        <p:tgtEl>
                                          <p:spTgt spid="37"/>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38"/>
                                        </p:tgtEl>
                                        <p:attrNameLst>
                                          <p:attrName>style.visibility</p:attrName>
                                        </p:attrNameLst>
                                      </p:cBhvr>
                                      <p:to>
                                        <p:strVal val="visible"/>
                                      </p:to>
                                    </p:set>
                                    <p:anim calcmode="lin" valueType="num">
                                      <p:cBhvr>
                                        <p:cTn id="27" dur="500" fill="hold"/>
                                        <p:tgtEl>
                                          <p:spTgt spid="38"/>
                                        </p:tgtEl>
                                        <p:attrNameLst>
                                          <p:attrName>ppt_w</p:attrName>
                                        </p:attrNameLst>
                                      </p:cBhvr>
                                      <p:tavLst>
                                        <p:tav tm="0">
                                          <p:val>
                                            <p:fltVal val="0"/>
                                          </p:val>
                                        </p:tav>
                                        <p:tav tm="100000">
                                          <p:val>
                                            <p:strVal val="#ppt_w"/>
                                          </p:val>
                                        </p:tav>
                                      </p:tavLst>
                                    </p:anim>
                                    <p:anim calcmode="lin" valueType="num">
                                      <p:cBhvr>
                                        <p:cTn id="28" dur="500" fill="hold"/>
                                        <p:tgtEl>
                                          <p:spTgt spid="38"/>
                                        </p:tgtEl>
                                        <p:attrNameLst>
                                          <p:attrName>ppt_h</p:attrName>
                                        </p:attrNameLst>
                                      </p:cBhvr>
                                      <p:tavLst>
                                        <p:tav tm="0">
                                          <p:val>
                                            <p:fltVal val="0"/>
                                          </p:val>
                                        </p:tav>
                                        <p:tav tm="100000">
                                          <p:val>
                                            <p:strVal val="#ppt_h"/>
                                          </p:val>
                                        </p:tav>
                                      </p:tavLst>
                                    </p:anim>
                                    <p:animEffect transition="in" filter="fade">
                                      <p:cBhvr>
                                        <p:cTn id="29" dur="500"/>
                                        <p:tgtEl>
                                          <p:spTgt spid="38"/>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41"/>
                                        </p:tgtEl>
                                        <p:attrNameLst>
                                          <p:attrName>style.visibility</p:attrName>
                                        </p:attrNameLst>
                                      </p:cBhvr>
                                      <p:to>
                                        <p:strVal val="visible"/>
                                      </p:to>
                                    </p:set>
                                    <p:anim calcmode="lin" valueType="num">
                                      <p:cBhvr>
                                        <p:cTn id="32" dur="500" fill="hold"/>
                                        <p:tgtEl>
                                          <p:spTgt spid="41"/>
                                        </p:tgtEl>
                                        <p:attrNameLst>
                                          <p:attrName>ppt_w</p:attrName>
                                        </p:attrNameLst>
                                      </p:cBhvr>
                                      <p:tavLst>
                                        <p:tav tm="0">
                                          <p:val>
                                            <p:fltVal val="0"/>
                                          </p:val>
                                        </p:tav>
                                        <p:tav tm="100000">
                                          <p:val>
                                            <p:strVal val="#ppt_w"/>
                                          </p:val>
                                        </p:tav>
                                      </p:tavLst>
                                    </p:anim>
                                    <p:anim calcmode="lin" valueType="num">
                                      <p:cBhvr>
                                        <p:cTn id="33" dur="500" fill="hold"/>
                                        <p:tgtEl>
                                          <p:spTgt spid="41"/>
                                        </p:tgtEl>
                                        <p:attrNameLst>
                                          <p:attrName>ppt_h</p:attrName>
                                        </p:attrNameLst>
                                      </p:cBhvr>
                                      <p:tavLst>
                                        <p:tav tm="0">
                                          <p:val>
                                            <p:fltVal val="0"/>
                                          </p:val>
                                        </p:tav>
                                        <p:tav tm="100000">
                                          <p:val>
                                            <p:strVal val="#ppt_h"/>
                                          </p:val>
                                        </p:tav>
                                      </p:tavLst>
                                    </p:anim>
                                    <p:animEffect transition="in" filter="fade">
                                      <p:cBhvr>
                                        <p:cTn id="34" dur="500"/>
                                        <p:tgtEl>
                                          <p:spTgt spid="41"/>
                                        </p:tgtEl>
                                      </p:cBhvr>
                                    </p:animEffect>
                                  </p:childTnLst>
                                </p:cTn>
                              </p:par>
                              <p:par>
                                <p:cTn id="35" presetID="53" presetClass="entr" presetSubtype="16" fill="hold" nodeType="with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500" fill="hold"/>
                                        <p:tgtEl>
                                          <p:spTgt spid="42"/>
                                        </p:tgtEl>
                                        <p:attrNameLst>
                                          <p:attrName>ppt_w</p:attrName>
                                        </p:attrNameLst>
                                      </p:cBhvr>
                                      <p:tavLst>
                                        <p:tav tm="0">
                                          <p:val>
                                            <p:fltVal val="0"/>
                                          </p:val>
                                        </p:tav>
                                        <p:tav tm="100000">
                                          <p:val>
                                            <p:strVal val="#ppt_w"/>
                                          </p:val>
                                        </p:tav>
                                      </p:tavLst>
                                    </p:anim>
                                    <p:anim calcmode="lin" valueType="num">
                                      <p:cBhvr>
                                        <p:cTn id="38" dur="500" fill="hold"/>
                                        <p:tgtEl>
                                          <p:spTgt spid="42"/>
                                        </p:tgtEl>
                                        <p:attrNameLst>
                                          <p:attrName>ppt_h</p:attrName>
                                        </p:attrNameLst>
                                      </p:cBhvr>
                                      <p:tavLst>
                                        <p:tav tm="0">
                                          <p:val>
                                            <p:fltVal val="0"/>
                                          </p:val>
                                        </p:tav>
                                        <p:tav tm="100000">
                                          <p:val>
                                            <p:strVal val="#ppt_h"/>
                                          </p:val>
                                        </p:tav>
                                      </p:tavLst>
                                    </p:anim>
                                    <p:animEffect transition="in" filter="fade">
                                      <p:cBhvr>
                                        <p:cTn id="39" dur="500"/>
                                        <p:tgtEl>
                                          <p:spTgt spid="42"/>
                                        </p:tgtEl>
                                      </p:cBhvr>
                                    </p:animEffec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nodeType="clickEffect">
                                  <p:stCondLst>
                                    <p:cond delay="0"/>
                                  </p:stCondLst>
                                  <p:childTnLst>
                                    <p:set>
                                      <p:cBhvr>
                                        <p:cTn id="43" dur="1" fill="hold">
                                          <p:stCondLst>
                                            <p:cond delay="0"/>
                                          </p:stCondLst>
                                        </p:cTn>
                                        <p:tgtEl>
                                          <p:spTgt spid="34"/>
                                        </p:tgtEl>
                                        <p:attrNameLst>
                                          <p:attrName>style.visibility</p:attrName>
                                        </p:attrNameLst>
                                      </p:cBhvr>
                                      <p:to>
                                        <p:strVal val="visible"/>
                                      </p:to>
                                    </p:set>
                                    <p:anim calcmode="lin" valueType="num">
                                      <p:cBhvr>
                                        <p:cTn id="44" dur="500" fill="hold"/>
                                        <p:tgtEl>
                                          <p:spTgt spid="34"/>
                                        </p:tgtEl>
                                        <p:attrNameLst>
                                          <p:attrName>ppt_w</p:attrName>
                                        </p:attrNameLst>
                                      </p:cBhvr>
                                      <p:tavLst>
                                        <p:tav tm="0">
                                          <p:val>
                                            <p:fltVal val="0"/>
                                          </p:val>
                                        </p:tav>
                                        <p:tav tm="100000">
                                          <p:val>
                                            <p:strVal val="#ppt_w"/>
                                          </p:val>
                                        </p:tav>
                                      </p:tavLst>
                                    </p:anim>
                                    <p:anim calcmode="lin" valueType="num">
                                      <p:cBhvr>
                                        <p:cTn id="45" dur="500" fill="hold"/>
                                        <p:tgtEl>
                                          <p:spTgt spid="34"/>
                                        </p:tgtEl>
                                        <p:attrNameLst>
                                          <p:attrName>ppt_h</p:attrName>
                                        </p:attrNameLst>
                                      </p:cBhvr>
                                      <p:tavLst>
                                        <p:tav tm="0">
                                          <p:val>
                                            <p:fltVal val="0"/>
                                          </p:val>
                                        </p:tav>
                                        <p:tav tm="100000">
                                          <p:val>
                                            <p:strVal val="#ppt_h"/>
                                          </p:val>
                                        </p:tav>
                                      </p:tavLst>
                                    </p:anim>
                                    <p:animEffect transition="in" filter="fade">
                                      <p:cBhvr>
                                        <p:cTn id="46" dur="500"/>
                                        <p:tgtEl>
                                          <p:spTgt spid="34"/>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87"/>
                                        </p:tgtEl>
                                        <p:attrNameLst>
                                          <p:attrName>style.visibility</p:attrName>
                                        </p:attrNameLst>
                                      </p:cBhvr>
                                      <p:to>
                                        <p:strVal val="visible"/>
                                      </p:to>
                                    </p:set>
                                    <p:anim calcmode="lin" valueType="num">
                                      <p:cBhvr>
                                        <p:cTn id="49" dur="500" fill="hold"/>
                                        <p:tgtEl>
                                          <p:spTgt spid="87"/>
                                        </p:tgtEl>
                                        <p:attrNameLst>
                                          <p:attrName>ppt_w</p:attrName>
                                        </p:attrNameLst>
                                      </p:cBhvr>
                                      <p:tavLst>
                                        <p:tav tm="0">
                                          <p:val>
                                            <p:fltVal val="0"/>
                                          </p:val>
                                        </p:tav>
                                        <p:tav tm="100000">
                                          <p:val>
                                            <p:strVal val="#ppt_w"/>
                                          </p:val>
                                        </p:tav>
                                      </p:tavLst>
                                    </p:anim>
                                    <p:anim calcmode="lin" valueType="num">
                                      <p:cBhvr>
                                        <p:cTn id="50" dur="500" fill="hold"/>
                                        <p:tgtEl>
                                          <p:spTgt spid="87"/>
                                        </p:tgtEl>
                                        <p:attrNameLst>
                                          <p:attrName>ppt_h</p:attrName>
                                        </p:attrNameLst>
                                      </p:cBhvr>
                                      <p:tavLst>
                                        <p:tav tm="0">
                                          <p:val>
                                            <p:fltVal val="0"/>
                                          </p:val>
                                        </p:tav>
                                        <p:tav tm="100000">
                                          <p:val>
                                            <p:strVal val="#ppt_h"/>
                                          </p:val>
                                        </p:tav>
                                      </p:tavLst>
                                    </p:anim>
                                    <p:animEffect transition="in" filter="fade">
                                      <p:cBhvr>
                                        <p:cTn id="51" dur="500"/>
                                        <p:tgtEl>
                                          <p:spTgt spid="87"/>
                                        </p:tgtEl>
                                      </p:cBhvr>
                                    </p:animEffect>
                                  </p:childTnLst>
                                </p:cTn>
                              </p:par>
                              <p:par>
                                <p:cTn id="52" presetID="53" presetClass="entr" presetSubtype="16" fill="hold" nodeType="withEffect">
                                  <p:stCondLst>
                                    <p:cond delay="0"/>
                                  </p:stCondLst>
                                  <p:childTnLst>
                                    <p:set>
                                      <p:cBhvr>
                                        <p:cTn id="53" dur="1" fill="hold">
                                          <p:stCondLst>
                                            <p:cond delay="0"/>
                                          </p:stCondLst>
                                        </p:cTn>
                                        <p:tgtEl>
                                          <p:spTgt spid="76"/>
                                        </p:tgtEl>
                                        <p:attrNameLst>
                                          <p:attrName>style.visibility</p:attrName>
                                        </p:attrNameLst>
                                      </p:cBhvr>
                                      <p:to>
                                        <p:strVal val="visible"/>
                                      </p:to>
                                    </p:set>
                                    <p:anim calcmode="lin" valueType="num">
                                      <p:cBhvr>
                                        <p:cTn id="54" dur="500" fill="hold"/>
                                        <p:tgtEl>
                                          <p:spTgt spid="76"/>
                                        </p:tgtEl>
                                        <p:attrNameLst>
                                          <p:attrName>ppt_w</p:attrName>
                                        </p:attrNameLst>
                                      </p:cBhvr>
                                      <p:tavLst>
                                        <p:tav tm="0">
                                          <p:val>
                                            <p:fltVal val="0"/>
                                          </p:val>
                                        </p:tav>
                                        <p:tav tm="100000">
                                          <p:val>
                                            <p:strVal val="#ppt_w"/>
                                          </p:val>
                                        </p:tav>
                                      </p:tavLst>
                                    </p:anim>
                                    <p:anim calcmode="lin" valueType="num">
                                      <p:cBhvr>
                                        <p:cTn id="55" dur="500" fill="hold"/>
                                        <p:tgtEl>
                                          <p:spTgt spid="76"/>
                                        </p:tgtEl>
                                        <p:attrNameLst>
                                          <p:attrName>ppt_h</p:attrName>
                                        </p:attrNameLst>
                                      </p:cBhvr>
                                      <p:tavLst>
                                        <p:tav tm="0">
                                          <p:val>
                                            <p:fltVal val="0"/>
                                          </p:val>
                                        </p:tav>
                                        <p:tav tm="100000">
                                          <p:val>
                                            <p:strVal val="#ppt_h"/>
                                          </p:val>
                                        </p:tav>
                                      </p:tavLst>
                                    </p:anim>
                                    <p:animEffect transition="in" filter="fade">
                                      <p:cBhvr>
                                        <p:cTn id="56" dur="500"/>
                                        <p:tgtEl>
                                          <p:spTgt spid="76"/>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51"/>
                                        </p:tgtEl>
                                        <p:attrNameLst>
                                          <p:attrName>style.visibility</p:attrName>
                                        </p:attrNameLst>
                                      </p:cBhvr>
                                      <p:to>
                                        <p:strVal val="visible"/>
                                      </p:to>
                                    </p:set>
                                    <p:anim calcmode="lin" valueType="num">
                                      <p:cBhvr>
                                        <p:cTn id="59" dur="500" fill="hold"/>
                                        <p:tgtEl>
                                          <p:spTgt spid="51"/>
                                        </p:tgtEl>
                                        <p:attrNameLst>
                                          <p:attrName>ppt_w</p:attrName>
                                        </p:attrNameLst>
                                      </p:cBhvr>
                                      <p:tavLst>
                                        <p:tav tm="0">
                                          <p:val>
                                            <p:fltVal val="0"/>
                                          </p:val>
                                        </p:tav>
                                        <p:tav tm="100000">
                                          <p:val>
                                            <p:strVal val="#ppt_w"/>
                                          </p:val>
                                        </p:tav>
                                      </p:tavLst>
                                    </p:anim>
                                    <p:anim calcmode="lin" valueType="num">
                                      <p:cBhvr>
                                        <p:cTn id="60" dur="500" fill="hold"/>
                                        <p:tgtEl>
                                          <p:spTgt spid="51"/>
                                        </p:tgtEl>
                                        <p:attrNameLst>
                                          <p:attrName>ppt_h</p:attrName>
                                        </p:attrNameLst>
                                      </p:cBhvr>
                                      <p:tavLst>
                                        <p:tav tm="0">
                                          <p:val>
                                            <p:fltVal val="0"/>
                                          </p:val>
                                        </p:tav>
                                        <p:tav tm="100000">
                                          <p:val>
                                            <p:strVal val="#ppt_h"/>
                                          </p:val>
                                        </p:tav>
                                      </p:tavLst>
                                    </p:anim>
                                    <p:animEffect transition="in" filter="fade">
                                      <p:cBhvr>
                                        <p:cTn id="61" dur="500"/>
                                        <p:tgtEl>
                                          <p:spTgt spid="51"/>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grpId="0" nodeType="clickEffect">
                                  <p:stCondLst>
                                    <p:cond delay="0"/>
                                  </p:stCondLst>
                                  <p:childTnLst>
                                    <p:set>
                                      <p:cBhvr>
                                        <p:cTn id="65" dur="1" fill="hold">
                                          <p:stCondLst>
                                            <p:cond delay="0"/>
                                          </p:stCondLst>
                                        </p:cTn>
                                        <p:tgtEl>
                                          <p:spTgt spid="92"/>
                                        </p:tgtEl>
                                        <p:attrNameLst>
                                          <p:attrName>style.visibility</p:attrName>
                                        </p:attrNameLst>
                                      </p:cBhvr>
                                      <p:to>
                                        <p:strVal val="visible"/>
                                      </p:to>
                                    </p:set>
                                    <p:anim calcmode="lin" valueType="num">
                                      <p:cBhvr>
                                        <p:cTn id="66" dur="500" fill="hold"/>
                                        <p:tgtEl>
                                          <p:spTgt spid="92"/>
                                        </p:tgtEl>
                                        <p:attrNameLst>
                                          <p:attrName>ppt_w</p:attrName>
                                        </p:attrNameLst>
                                      </p:cBhvr>
                                      <p:tavLst>
                                        <p:tav tm="0">
                                          <p:val>
                                            <p:fltVal val="0"/>
                                          </p:val>
                                        </p:tav>
                                        <p:tav tm="100000">
                                          <p:val>
                                            <p:strVal val="#ppt_w"/>
                                          </p:val>
                                        </p:tav>
                                      </p:tavLst>
                                    </p:anim>
                                    <p:anim calcmode="lin" valueType="num">
                                      <p:cBhvr>
                                        <p:cTn id="67" dur="500" fill="hold"/>
                                        <p:tgtEl>
                                          <p:spTgt spid="92"/>
                                        </p:tgtEl>
                                        <p:attrNameLst>
                                          <p:attrName>ppt_h</p:attrName>
                                        </p:attrNameLst>
                                      </p:cBhvr>
                                      <p:tavLst>
                                        <p:tav tm="0">
                                          <p:val>
                                            <p:fltVal val="0"/>
                                          </p:val>
                                        </p:tav>
                                        <p:tav tm="100000">
                                          <p:val>
                                            <p:strVal val="#ppt_h"/>
                                          </p:val>
                                        </p:tav>
                                      </p:tavLst>
                                    </p:anim>
                                    <p:animEffect transition="in" filter="fade">
                                      <p:cBhvr>
                                        <p:cTn id="68" dur="500"/>
                                        <p:tgtEl>
                                          <p:spTgt spid="92"/>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91"/>
                                        </p:tgtEl>
                                        <p:attrNameLst>
                                          <p:attrName>style.visibility</p:attrName>
                                        </p:attrNameLst>
                                      </p:cBhvr>
                                      <p:to>
                                        <p:strVal val="visible"/>
                                      </p:to>
                                    </p:set>
                                    <p:anim calcmode="lin" valueType="num">
                                      <p:cBhvr>
                                        <p:cTn id="71" dur="500" fill="hold"/>
                                        <p:tgtEl>
                                          <p:spTgt spid="91"/>
                                        </p:tgtEl>
                                        <p:attrNameLst>
                                          <p:attrName>ppt_w</p:attrName>
                                        </p:attrNameLst>
                                      </p:cBhvr>
                                      <p:tavLst>
                                        <p:tav tm="0">
                                          <p:val>
                                            <p:fltVal val="0"/>
                                          </p:val>
                                        </p:tav>
                                        <p:tav tm="100000">
                                          <p:val>
                                            <p:strVal val="#ppt_w"/>
                                          </p:val>
                                        </p:tav>
                                      </p:tavLst>
                                    </p:anim>
                                    <p:anim calcmode="lin" valueType="num">
                                      <p:cBhvr>
                                        <p:cTn id="72" dur="500" fill="hold"/>
                                        <p:tgtEl>
                                          <p:spTgt spid="91"/>
                                        </p:tgtEl>
                                        <p:attrNameLst>
                                          <p:attrName>ppt_h</p:attrName>
                                        </p:attrNameLst>
                                      </p:cBhvr>
                                      <p:tavLst>
                                        <p:tav tm="0">
                                          <p:val>
                                            <p:fltVal val="0"/>
                                          </p:val>
                                        </p:tav>
                                        <p:tav tm="100000">
                                          <p:val>
                                            <p:strVal val="#ppt_h"/>
                                          </p:val>
                                        </p:tav>
                                      </p:tavLst>
                                    </p:anim>
                                    <p:animEffect transition="in" filter="fade">
                                      <p:cBhvr>
                                        <p:cTn id="73" dur="500"/>
                                        <p:tgtEl>
                                          <p:spTgt spid="91"/>
                                        </p:tgtEl>
                                      </p:cBhvr>
                                    </p:animEffect>
                                  </p:childTnLst>
                                </p:cTn>
                              </p:par>
                            </p:childTnLst>
                          </p:cTn>
                        </p:par>
                      </p:childTnLst>
                    </p:cTn>
                  </p:par>
                  <p:par>
                    <p:cTn id="74" fill="hold">
                      <p:stCondLst>
                        <p:cond delay="indefinite"/>
                      </p:stCondLst>
                      <p:childTnLst>
                        <p:par>
                          <p:cTn id="75" fill="hold">
                            <p:stCondLst>
                              <p:cond delay="0"/>
                            </p:stCondLst>
                            <p:childTnLst>
                              <p:par>
                                <p:cTn id="76" presetID="53" presetClass="entr" presetSubtype="16" fill="hold" grpId="0" nodeType="clickEffect">
                                  <p:stCondLst>
                                    <p:cond delay="0"/>
                                  </p:stCondLst>
                                  <p:childTnLst>
                                    <p:set>
                                      <p:cBhvr>
                                        <p:cTn id="77" dur="1" fill="hold">
                                          <p:stCondLst>
                                            <p:cond delay="0"/>
                                          </p:stCondLst>
                                        </p:cTn>
                                        <p:tgtEl>
                                          <p:spTgt spid="44"/>
                                        </p:tgtEl>
                                        <p:attrNameLst>
                                          <p:attrName>style.visibility</p:attrName>
                                        </p:attrNameLst>
                                      </p:cBhvr>
                                      <p:to>
                                        <p:strVal val="visible"/>
                                      </p:to>
                                    </p:set>
                                    <p:anim calcmode="lin" valueType="num">
                                      <p:cBhvr>
                                        <p:cTn id="78" dur="500" fill="hold"/>
                                        <p:tgtEl>
                                          <p:spTgt spid="44"/>
                                        </p:tgtEl>
                                        <p:attrNameLst>
                                          <p:attrName>ppt_w</p:attrName>
                                        </p:attrNameLst>
                                      </p:cBhvr>
                                      <p:tavLst>
                                        <p:tav tm="0">
                                          <p:val>
                                            <p:fltVal val="0"/>
                                          </p:val>
                                        </p:tav>
                                        <p:tav tm="100000">
                                          <p:val>
                                            <p:strVal val="#ppt_w"/>
                                          </p:val>
                                        </p:tav>
                                      </p:tavLst>
                                    </p:anim>
                                    <p:anim calcmode="lin" valueType="num">
                                      <p:cBhvr>
                                        <p:cTn id="79" dur="500" fill="hold"/>
                                        <p:tgtEl>
                                          <p:spTgt spid="44"/>
                                        </p:tgtEl>
                                        <p:attrNameLst>
                                          <p:attrName>ppt_h</p:attrName>
                                        </p:attrNameLst>
                                      </p:cBhvr>
                                      <p:tavLst>
                                        <p:tav tm="0">
                                          <p:val>
                                            <p:fltVal val="0"/>
                                          </p:val>
                                        </p:tav>
                                        <p:tav tm="100000">
                                          <p:val>
                                            <p:strVal val="#ppt_h"/>
                                          </p:val>
                                        </p:tav>
                                      </p:tavLst>
                                    </p:anim>
                                    <p:animEffect transition="in" filter="fade">
                                      <p:cBhvr>
                                        <p:cTn id="80" dur="500"/>
                                        <p:tgtEl>
                                          <p:spTgt spid="44"/>
                                        </p:tgtEl>
                                      </p:cBhvr>
                                    </p:animEffect>
                                  </p:childTnLst>
                                </p:cTn>
                              </p:par>
                            </p:childTnLst>
                          </p:cTn>
                        </p:par>
                      </p:childTnLst>
                    </p:cTn>
                  </p:par>
                  <p:par>
                    <p:cTn id="81" fill="hold">
                      <p:stCondLst>
                        <p:cond delay="indefinite"/>
                      </p:stCondLst>
                      <p:childTnLst>
                        <p:par>
                          <p:cTn id="82" fill="hold">
                            <p:stCondLst>
                              <p:cond delay="0"/>
                            </p:stCondLst>
                            <p:childTnLst>
                              <p:par>
                                <p:cTn id="83" presetID="53" presetClass="entr" presetSubtype="16" fill="hold" nodeType="clickEffect">
                                  <p:stCondLst>
                                    <p:cond delay="0"/>
                                  </p:stCondLst>
                                  <p:childTnLst>
                                    <p:set>
                                      <p:cBhvr>
                                        <p:cTn id="84" dur="1" fill="hold">
                                          <p:stCondLst>
                                            <p:cond delay="0"/>
                                          </p:stCondLst>
                                        </p:cTn>
                                        <p:tgtEl>
                                          <p:spTgt spid="43"/>
                                        </p:tgtEl>
                                        <p:attrNameLst>
                                          <p:attrName>style.visibility</p:attrName>
                                        </p:attrNameLst>
                                      </p:cBhvr>
                                      <p:to>
                                        <p:strVal val="visible"/>
                                      </p:to>
                                    </p:set>
                                    <p:anim calcmode="lin" valueType="num">
                                      <p:cBhvr>
                                        <p:cTn id="85" dur="500" fill="hold"/>
                                        <p:tgtEl>
                                          <p:spTgt spid="43"/>
                                        </p:tgtEl>
                                        <p:attrNameLst>
                                          <p:attrName>ppt_w</p:attrName>
                                        </p:attrNameLst>
                                      </p:cBhvr>
                                      <p:tavLst>
                                        <p:tav tm="0">
                                          <p:val>
                                            <p:fltVal val="0"/>
                                          </p:val>
                                        </p:tav>
                                        <p:tav tm="100000">
                                          <p:val>
                                            <p:strVal val="#ppt_w"/>
                                          </p:val>
                                        </p:tav>
                                      </p:tavLst>
                                    </p:anim>
                                    <p:anim calcmode="lin" valueType="num">
                                      <p:cBhvr>
                                        <p:cTn id="86" dur="500" fill="hold"/>
                                        <p:tgtEl>
                                          <p:spTgt spid="43"/>
                                        </p:tgtEl>
                                        <p:attrNameLst>
                                          <p:attrName>ppt_h</p:attrName>
                                        </p:attrNameLst>
                                      </p:cBhvr>
                                      <p:tavLst>
                                        <p:tav tm="0">
                                          <p:val>
                                            <p:fltVal val="0"/>
                                          </p:val>
                                        </p:tav>
                                        <p:tav tm="100000">
                                          <p:val>
                                            <p:strVal val="#ppt_h"/>
                                          </p:val>
                                        </p:tav>
                                      </p:tavLst>
                                    </p:anim>
                                    <p:animEffect transition="in" filter="fade">
                                      <p:cBhvr>
                                        <p:cTn id="8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animBg="1"/>
      <p:bldP spid="37" grpId="0" animBg="1"/>
      <p:bldP spid="38" grpId="0" animBg="1"/>
      <p:bldP spid="40" grpId="0"/>
      <p:bldP spid="41" grpId="0"/>
      <p:bldP spid="87" grpId="0" animBg="1"/>
      <p:bldP spid="91" grpId="0"/>
      <p:bldP spid="92" grpId="0"/>
      <p:bldP spid="51" grpId="0"/>
      <p:bldP spid="44"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57"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76" name="组合 75"/>
          <p:cNvGrpSpPr/>
          <p:nvPr/>
        </p:nvGrpSpPr>
        <p:grpSpPr>
          <a:xfrm>
            <a:off x="6339446" y="781546"/>
            <a:ext cx="1166284" cy="893234"/>
            <a:chOff x="4756817" y="602902"/>
            <a:chExt cx="874713" cy="669925"/>
          </a:xfrm>
        </p:grpSpPr>
        <p:grpSp>
          <p:nvGrpSpPr>
            <p:cNvPr id="77" name="Group 19"/>
            <p:cNvGrpSpPr>
              <a:grpSpLocks/>
            </p:cNvGrpSpPr>
            <p:nvPr/>
          </p:nvGrpSpPr>
          <p:grpSpPr bwMode="auto">
            <a:xfrm>
              <a:off x="4756817" y="602902"/>
              <a:ext cx="874713" cy="669925"/>
              <a:chOff x="2919" y="527"/>
              <a:chExt cx="551" cy="422"/>
            </a:xfrm>
          </p:grpSpPr>
          <p:grpSp>
            <p:nvGrpSpPr>
              <p:cNvPr id="79" name="Group 20"/>
              <p:cNvGrpSpPr>
                <a:grpSpLocks/>
              </p:cNvGrpSpPr>
              <p:nvPr/>
            </p:nvGrpSpPr>
            <p:grpSpPr bwMode="auto">
              <a:xfrm>
                <a:off x="3135" y="527"/>
                <a:ext cx="335" cy="422"/>
                <a:chOff x="4133" y="890"/>
                <a:chExt cx="335" cy="422"/>
              </a:xfrm>
            </p:grpSpPr>
            <p:sp>
              <p:nvSpPr>
                <p:cNvPr id="81"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8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78"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1"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2"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3" name="组合 92"/>
          <p:cNvGrpSpPr/>
          <p:nvPr/>
        </p:nvGrpSpPr>
        <p:grpSpPr>
          <a:xfrm>
            <a:off x="6337323" y="1679784"/>
            <a:ext cx="1166284" cy="893234"/>
            <a:chOff x="4756817" y="602902"/>
            <a:chExt cx="874713" cy="669925"/>
          </a:xfrm>
        </p:grpSpPr>
        <p:grpSp>
          <p:nvGrpSpPr>
            <p:cNvPr id="94" name="Group 19"/>
            <p:cNvGrpSpPr>
              <a:grpSpLocks/>
            </p:cNvGrpSpPr>
            <p:nvPr/>
          </p:nvGrpSpPr>
          <p:grpSpPr bwMode="auto">
            <a:xfrm>
              <a:off x="4756817" y="602902"/>
              <a:ext cx="874713" cy="669925"/>
              <a:chOff x="2919" y="527"/>
              <a:chExt cx="551" cy="422"/>
            </a:xfrm>
          </p:grpSpPr>
          <p:grpSp>
            <p:nvGrpSpPr>
              <p:cNvPr id="96" name="Group 20"/>
              <p:cNvGrpSpPr>
                <a:grpSpLocks/>
              </p:cNvGrpSpPr>
              <p:nvPr/>
            </p:nvGrpSpPr>
            <p:grpSpPr bwMode="auto">
              <a:xfrm>
                <a:off x="3135" y="527"/>
                <a:ext cx="335" cy="422"/>
                <a:chOff x="4133" y="890"/>
                <a:chExt cx="335" cy="422"/>
              </a:xfrm>
            </p:grpSpPr>
            <p:sp>
              <p:nvSpPr>
                <p:cNvPr id="98"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9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5"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0"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01"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51"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sp>
        <p:nvSpPr>
          <p:cNvPr id="53" name="矩形 52">
            <a:extLst>
              <a:ext uri="{FF2B5EF4-FFF2-40B4-BE49-F238E27FC236}">
                <a16:creationId xmlns:a16="http://schemas.microsoft.com/office/drawing/2014/main" id="{4C1EB366-EDC0-49DF-AA91-621E8B9BC820}"/>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58" name="Rectangle 3">
            <a:extLst>
              <a:ext uri="{FF2B5EF4-FFF2-40B4-BE49-F238E27FC236}">
                <a16:creationId xmlns:a16="http://schemas.microsoft.com/office/drawing/2014/main" id="{3236A294-3CCC-4008-935D-4D3BA0882C62}"/>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52" name="Line 20">
            <a:extLst>
              <a:ext uri="{FF2B5EF4-FFF2-40B4-BE49-F238E27FC236}">
                <a16:creationId xmlns:a16="http://schemas.microsoft.com/office/drawing/2014/main" id="{865BD2FE-5D12-431A-A725-939C0C87BA29}"/>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59" name="Line 20">
            <a:extLst>
              <a:ext uri="{FF2B5EF4-FFF2-40B4-BE49-F238E27FC236}">
                <a16:creationId xmlns:a16="http://schemas.microsoft.com/office/drawing/2014/main" id="{F666A57F-BB48-4CE8-88C8-F3AA85DCEC3A}"/>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1137669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p:cTn id="7" dur="500" fill="hold"/>
                                        <p:tgtEl>
                                          <p:spTgt spid="91"/>
                                        </p:tgtEl>
                                        <p:attrNameLst>
                                          <p:attrName>ppt_w</p:attrName>
                                        </p:attrNameLst>
                                      </p:cBhvr>
                                      <p:tavLst>
                                        <p:tav tm="0">
                                          <p:val>
                                            <p:fltVal val="0"/>
                                          </p:val>
                                        </p:tav>
                                        <p:tav tm="100000">
                                          <p:val>
                                            <p:strVal val="#ppt_w"/>
                                          </p:val>
                                        </p:tav>
                                      </p:tavLst>
                                    </p:anim>
                                    <p:anim calcmode="lin" valueType="num">
                                      <p:cBhvr>
                                        <p:cTn id="8" dur="500" fill="hold"/>
                                        <p:tgtEl>
                                          <p:spTgt spid="91"/>
                                        </p:tgtEl>
                                        <p:attrNameLst>
                                          <p:attrName>ppt_h</p:attrName>
                                        </p:attrNameLst>
                                      </p:cBhvr>
                                      <p:tavLst>
                                        <p:tav tm="0">
                                          <p:val>
                                            <p:fltVal val="0"/>
                                          </p:val>
                                        </p:tav>
                                        <p:tav tm="100000">
                                          <p:val>
                                            <p:strVal val="#ppt_h"/>
                                          </p:val>
                                        </p:tav>
                                      </p:tavLst>
                                    </p:anim>
                                    <p:animEffect transition="in" filter="fade">
                                      <p:cBhvr>
                                        <p:cTn id="9" dur="500"/>
                                        <p:tgtEl>
                                          <p:spTgt spid="91"/>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93"/>
                                        </p:tgtEl>
                                        <p:attrNameLst>
                                          <p:attrName>style.visibility</p:attrName>
                                        </p:attrNameLst>
                                      </p:cBhvr>
                                      <p:to>
                                        <p:strVal val="visible"/>
                                      </p:to>
                                    </p:set>
                                    <p:anim calcmode="lin" valueType="num">
                                      <p:cBhvr>
                                        <p:cTn id="14" dur="500" fill="hold"/>
                                        <p:tgtEl>
                                          <p:spTgt spid="93"/>
                                        </p:tgtEl>
                                        <p:attrNameLst>
                                          <p:attrName>ppt_w</p:attrName>
                                        </p:attrNameLst>
                                      </p:cBhvr>
                                      <p:tavLst>
                                        <p:tav tm="0">
                                          <p:val>
                                            <p:fltVal val="0"/>
                                          </p:val>
                                        </p:tav>
                                        <p:tav tm="100000">
                                          <p:val>
                                            <p:strVal val="#ppt_w"/>
                                          </p:val>
                                        </p:tav>
                                      </p:tavLst>
                                    </p:anim>
                                    <p:anim calcmode="lin" valueType="num">
                                      <p:cBhvr>
                                        <p:cTn id="15" dur="500" fill="hold"/>
                                        <p:tgtEl>
                                          <p:spTgt spid="93"/>
                                        </p:tgtEl>
                                        <p:attrNameLst>
                                          <p:attrName>ppt_h</p:attrName>
                                        </p:attrNameLst>
                                      </p:cBhvr>
                                      <p:tavLst>
                                        <p:tav tm="0">
                                          <p:val>
                                            <p:fltVal val="0"/>
                                          </p:val>
                                        </p:tav>
                                        <p:tav tm="100000">
                                          <p:val>
                                            <p:strVal val="#ppt_h"/>
                                          </p:val>
                                        </p:tav>
                                      </p:tavLst>
                                    </p:anim>
                                    <p:animEffect transition="in" filter="fade">
                                      <p:cBhvr>
                                        <p:cTn id="16" dur="500"/>
                                        <p:tgtEl>
                                          <p:spTgt spid="93"/>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p:cTn id="19" dur="500" fill="hold"/>
                                        <p:tgtEl>
                                          <p:spTgt spid="100"/>
                                        </p:tgtEl>
                                        <p:attrNameLst>
                                          <p:attrName>ppt_w</p:attrName>
                                        </p:attrNameLst>
                                      </p:cBhvr>
                                      <p:tavLst>
                                        <p:tav tm="0">
                                          <p:val>
                                            <p:fltVal val="0"/>
                                          </p:val>
                                        </p:tav>
                                        <p:tav tm="100000">
                                          <p:val>
                                            <p:strVal val="#ppt_w"/>
                                          </p:val>
                                        </p:tav>
                                      </p:tavLst>
                                    </p:anim>
                                    <p:anim calcmode="lin" valueType="num">
                                      <p:cBhvr>
                                        <p:cTn id="20" dur="500" fill="hold"/>
                                        <p:tgtEl>
                                          <p:spTgt spid="100"/>
                                        </p:tgtEl>
                                        <p:attrNameLst>
                                          <p:attrName>ppt_h</p:attrName>
                                        </p:attrNameLst>
                                      </p:cBhvr>
                                      <p:tavLst>
                                        <p:tav tm="0">
                                          <p:val>
                                            <p:fltVal val="0"/>
                                          </p:val>
                                        </p:tav>
                                        <p:tav tm="100000">
                                          <p:val>
                                            <p:strVal val="#ppt_h"/>
                                          </p:val>
                                        </p:tav>
                                      </p:tavLst>
                                    </p:anim>
                                    <p:animEffect transition="in" filter="fade">
                                      <p:cBhvr>
                                        <p:cTn id="21" dur="500"/>
                                        <p:tgtEl>
                                          <p:spTgt spid="100"/>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01"/>
                                        </p:tgtEl>
                                        <p:attrNameLst>
                                          <p:attrName>style.visibility</p:attrName>
                                        </p:attrNameLst>
                                      </p:cBhvr>
                                      <p:to>
                                        <p:strVal val="visible"/>
                                      </p:to>
                                    </p:set>
                                    <p:anim calcmode="lin" valueType="num">
                                      <p:cBhvr>
                                        <p:cTn id="24" dur="500" fill="hold"/>
                                        <p:tgtEl>
                                          <p:spTgt spid="101"/>
                                        </p:tgtEl>
                                        <p:attrNameLst>
                                          <p:attrName>ppt_w</p:attrName>
                                        </p:attrNameLst>
                                      </p:cBhvr>
                                      <p:tavLst>
                                        <p:tav tm="0">
                                          <p:val>
                                            <p:fltVal val="0"/>
                                          </p:val>
                                        </p:tav>
                                        <p:tav tm="100000">
                                          <p:val>
                                            <p:strVal val="#ppt_w"/>
                                          </p:val>
                                        </p:tav>
                                      </p:tavLst>
                                    </p:anim>
                                    <p:anim calcmode="lin" valueType="num">
                                      <p:cBhvr>
                                        <p:cTn id="25" dur="500" fill="hold"/>
                                        <p:tgtEl>
                                          <p:spTgt spid="101"/>
                                        </p:tgtEl>
                                        <p:attrNameLst>
                                          <p:attrName>ppt_h</p:attrName>
                                        </p:attrNameLst>
                                      </p:cBhvr>
                                      <p:tavLst>
                                        <p:tav tm="0">
                                          <p:val>
                                            <p:fltVal val="0"/>
                                          </p:val>
                                        </p:tav>
                                        <p:tav tm="100000">
                                          <p:val>
                                            <p:strVal val="#ppt_h"/>
                                          </p:val>
                                        </p:tav>
                                      </p:tavLst>
                                    </p:anim>
                                    <p:animEffect transition="in" filter="fade">
                                      <p:cBhvr>
                                        <p:cTn id="26" dur="500"/>
                                        <p:tgtEl>
                                          <p:spTgt spid="101"/>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53"/>
                                        </p:tgtEl>
                                        <p:attrNameLst>
                                          <p:attrName>style.visibility</p:attrName>
                                        </p:attrNameLst>
                                      </p:cBhvr>
                                      <p:to>
                                        <p:strVal val="visible"/>
                                      </p:to>
                                    </p:set>
                                    <p:anim calcmode="lin" valueType="num">
                                      <p:cBhvr>
                                        <p:cTn id="29" dur="500" fill="hold"/>
                                        <p:tgtEl>
                                          <p:spTgt spid="53"/>
                                        </p:tgtEl>
                                        <p:attrNameLst>
                                          <p:attrName>ppt_w</p:attrName>
                                        </p:attrNameLst>
                                      </p:cBhvr>
                                      <p:tavLst>
                                        <p:tav tm="0">
                                          <p:val>
                                            <p:fltVal val="0"/>
                                          </p:val>
                                        </p:tav>
                                        <p:tav tm="100000">
                                          <p:val>
                                            <p:strVal val="#ppt_w"/>
                                          </p:val>
                                        </p:tav>
                                      </p:tavLst>
                                    </p:anim>
                                    <p:anim calcmode="lin" valueType="num">
                                      <p:cBhvr>
                                        <p:cTn id="30" dur="500" fill="hold"/>
                                        <p:tgtEl>
                                          <p:spTgt spid="53"/>
                                        </p:tgtEl>
                                        <p:attrNameLst>
                                          <p:attrName>ppt_h</p:attrName>
                                        </p:attrNameLst>
                                      </p:cBhvr>
                                      <p:tavLst>
                                        <p:tav tm="0">
                                          <p:val>
                                            <p:fltVal val="0"/>
                                          </p:val>
                                        </p:tav>
                                        <p:tav tm="100000">
                                          <p:val>
                                            <p:strVal val="#ppt_h"/>
                                          </p:val>
                                        </p:tav>
                                      </p:tavLst>
                                    </p:anim>
                                    <p:animEffect transition="in" filter="fade">
                                      <p:cBhvr>
                                        <p:cTn id="31" dur="500"/>
                                        <p:tgtEl>
                                          <p:spTgt spid="53"/>
                                        </p:tgtEl>
                                      </p:cBhvr>
                                    </p:animEffect>
                                  </p:childTnLst>
                                </p:cTn>
                              </p:par>
                              <p:par>
                                <p:cTn id="32" presetID="53" presetClass="entr" presetSubtype="16" fill="hold" nodeType="withEffect">
                                  <p:stCondLst>
                                    <p:cond delay="0"/>
                                  </p:stCondLst>
                                  <p:childTnLst>
                                    <p:set>
                                      <p:cBhvr>
                                        <p:cTn id="33" dur="1" fill="hold">
                                          <p:stCondLst>
                                            <p:cond delay="0"/>
                                          </p:stCondLst>
                                        </p:cTn>
                                        <p:tgtEl>
                                          <p:spTgt spid="54"/>
                                        </p:tgtEl>
                                        <p:attrNameLst>
                                          <p:attrName>style.visibility</p:attrName>
                                        </p:attrNameLst>
                                      </p:cBhvr>
                                      <p:to>
                                        <p:strVal val="visible"/>
                                      </p:to>
                                    </p:set>
                                    <p:anim calcmode="lin" valueType="num">
                                      <p:cBhvr>
                                        <p:cTn id="34" dur="500" fill="hold"/>
                                        <p:tgtEl>
                                          <p:spTgt spid="54"/>
                                        </p:tgtEl>
                                        <p:attrNameLst>
                                          <p:attrName>ppt_w</p:attrName>
                                        </p:attrNameLst>
                                      </p:cBhvr>
                                      <p:tavLst>
                                        <p:tav tm="0">
                                          <p:val>
                                            <p:fltVal val="0"/>
                                          </p:val>
                                        </p:tav>
                                        <p:tav tm="100000">
                                          <p:val>
                                            <p:strVal val="#ppt_w"/>
                                          </p:val>
                                        </p:tav>
                                      </p:tavLst>
                                    </p:anim>
                                    <p:anim calcmode="lin" valueType="num">
                                      <p:cBhvr>
                                        <p:cTn id="35" dur="500" fill="hold"/>
                                        <p:tgtEl>
                                          <p:spTgt spid="54"/>
                                        </p:tgtEl>
                                        <p:attrNameLst>
                                          <p:attrName>ppt_h</p:attrName>
                                        </p:attrNameLst>
                                      </p:cBhvr>
                                      <p:tavLst>
                                        <p:tav tm="0">
                                          <p:val>
                                            <p:fltVal val="0"/>
                                          </p:val>
                                        </p:tav>
                                        <p:tav tm="100000">
                                          <p:val>
                                            <p:strVal val="#ppt_h"/>
                                          </p:val>
                                        </p:tav>
                                      </p:tavLst>
                                    </p:anim>
                                    <p:animEffect transition="in" filter="fade">
                                      <p:cBhvr>
                                        <p:cTn id="36" dur="500"/>
                                        <p:tgtEl>
                                          <p:spTgt spid="54"/>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 calcmode="lin" valueType="num">
                                      <p:cBhvr>
                                        <p:cTn id="39" dur="500" fill="hold"/>
                                        <p:tgtEl>
                                          <p:spTgt spid="57"/>
                                        </p:tgtEl>
                                        <p:attrNameLst>
                                          <p:attrName>ppt_w</p:attrName>
                                        </p:attrNameLst>
                                      </p:cBhvr>
                                      <p:tavLst>
                                        <p:tav tm="0">
                                          <p:val>
                                            <p:fltVal val="0"/>
                                          </p:val>
                                        </p:tav>
                                        <p:tav tm="100000">
                                          <p:val>
                                            <p:strVal val="#ppt_w"/>
                                          </p:val>
                                        </p:tav>
                                      </p:tavLst>
                                    </p:anim>
                                    <p:anim calcmode="lin" valueType="num">
                                      <p:cBhvr>
                                        <p:cTn id="40" dur="500" fill="hold"/>
                                        <p:tgtEl>
                                          <p:spTgt spid="57"/>
                                        </p:tgtEl>
                                        <p:attrNameLst>
                                          <p:attrName>ppt_h</p:attrName>
                                        </p:attrNameLst>
                                      </p:cBhvr>
                                      <p:tavLst>
                                        <p:tav tm="0">
                                          <p:val>
                                            <p:fltVal val="0"/>
                                          </p:val>
                                        </p:tav>
                                        <p:tav tm="100000">
                                          <p:val>
                                            <p:strVal val="#ppt_h"/>
                                          </p:val>
                                        </p:tav>
                                      </p:tavLst>
                                    </p:anim>
                                    <p:animEffect transition="in" filter="fade">
                                      <p:cBhvr>
                                        <p:cTn id="41" dur="500"/>
                                        <p:tgtEl>
                                          <p:spTgt spid="57"/>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59"/>
                                        </p:tgtEl>
                                        <p:attrNameLst>
                                          <p:attrName>style.visibility</p:attrName>
                                        </p:attrNameLst>
                                      </p:cBhvr>
                                      <p:to>
                                        <p:strVal val="visible"/>
                                      </p:to>
                                    </p:set>
                                    <p:anim calcmode="lin" valueType="num">
                                      <p:cBhvr>
                                        <p:cTn id="46" dur="500" fill="hold"/>
                                        <p:tgtEl>
                                          <p:spTgt spid="59"/>
                                        </p:tgtEl>
                                        <p:attrNameLst>
                                          <p:attrName>ppt_w</p:attrName>
                                        </p:attrNameLst>
                                      </p:cBhvr>
                                      <p:tavLst>
                                        <p:tav tm="0">
                                          <p:val>
                                            <p:fltVal val="0"/>
                                          </p:val>
                                        </p:tav>
                                        <p:tav tm="100000">
                                          <p:val>
                                            <p:strVal val="#ppt_w"/>
                                          </p:val>
                                        </p:tav>
                                      </p:tavLst>
                                    </p:anim>
                                    <p:anim calcmode="lin" valueType="num">
                                      <p:cBhvr>
                                        <p:cTn id="47" dur="500" fill="hold"/>
                                        <p:tgtEl>
                                          <p:spTgt spid="59"/>
                                        </p:tgtEl>
                                        <p:attrNameLst>
                                          <p:attrName>ppt_h</p:attrName>
                                        </p:attrNameLst>
                                      </p:cBhvr>
                                      <p:tavLst>
                                        <p:tav tm="0">
                                          <p:val>
                                            <p:fltVal val="0"/>
                                          </p:val>
                                        </p:tav>
                                        <p:tav tm="100000">
                                          <p:val>
                                            <p:strVal val="#ppt_h"/>
                                          </p:val>
                                        </p:tav>
                                      </p:tavLst>
                                    </p:anim>
                                    <p:animEffect transition="in" filter="fade">
                                      <p:cBhvr>
                                        <p:cTn id="48" dur="500"/>
                                        <p:tgtEl>
                                          <p:spTgt spid="59"/>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nodeType="clickEffect">
                                  <p:stCondLst>
                                    <p:cond delay="0"/>
                                  </p:stCondLst>
                                  <p:childTnLst>
                                    <p:set>
                                      <p:cBhvr>
                                        <p:cTn id="52" dur="1" fill="hold">
                                          <p:stCondLst>
                                            <p:cond delay="0"/>
                                          </p:stCondLst>
                                        </p:cTn>
                                        <p:tgtEl>
                                          <p:spTgt spid="44"/>
                                        </p:tgtEl>
                                        <p:attrNameLst>
                                          <p:attrName>style.visibility</p:attrName>
                                        </p:attrNameLst>
                                      </p:cBhvr>
                                      <p:to>
                                        <p:strVal val="visible"/>
                                      </p:to>
                                    </p:set>
                                    <p:anim calcmode="lin" valueType="num">
                                      <p:cBhvr>
                                        <p:cTn id="53" dur="500" fill="hold"/>
                                        <p:tgtEl>
                                          <p:spTgt spid="44"/>
                                        </p:tgtEl>
                                        <p:attrNameLst>
                                          <p:attrName>ppt_w</p:attrName>
                                        </p:attrNameLst>
                                      </p:cBhvr>
                                      <p:tavLst>
                                        <p:tav tm="0">
                                          <p:val>
                                            <p:fltVal val="0"/>
                                          </p:val>
                                        </p:tav>
                                        <p:tav tm="100000">
                                          <p:val>
                                            <p:strVal val="#ppt_w"/>
                                          </p:val>
                                        </p:tav>
                                      </p:tavLst>
                                    </p:anim>
                                    <p:anim calcmode="lin" valueType="num">
                                      <p:cBhvr>
                                        <p:cTn id="54" dur="500" fill="hold"/>
                                        <p:tgtEl>
                                          <p:spTgt spid="44"/>
                                        </p:tgtEl>
                                        <p:attrNameLst>
                                          <p:attrName>ppt_h</p:attrName>
                                        </p:attrNameLst>
                                      </p:cBhvr>
                                      <p:tavLst>
                                        <p:tav tm="0">
                                          <p:val>
                                            <p:fltVal val="0"/>
                                          </p:val>
                                        </p:tav>
                                        <p:tav tm="100000">
                                          <p:val>
                                            <p:strVal val="#ppt_h"/>
                                          </p:val>
                                        </p:tav>
                                      </p:tavLst>
                                    </p:anim>
                                    <p:animEffect transition="in" filter="fade">
                                      <p:cBhvr>
                                        <p:cTn id="55"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91" grpId="0"/>
      <p:bldP spid="100" grpId="0"/>
      <p:bldP spid="101" grpId="0"/>
      <p:bldP spid="53" grpId="0"/>
      <p:bldP spid="59"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6" name="组合 65"/>
          <p:cNvGrpSpPr/>
          <p:nvPr/>
        </p:nvGrpSpPr>
        <p:grpSpPr>
          <a:xfrm>
            <a:off x="6339446" y="781546"/>
            <a:ext cx="1166284" cy="893234"/>
            <a:chOff x="4756817" y="602902"/>
            <a:chExt cx="874713" cy="669925"/>
          </a:xfrm>
        </p:grpSpPr>
        <p:grpSp>
          <p:nvGrpSpPr>
            <p:cNvPr id="67" name="Group 19"/>
            <p:cNvGrpSpPr>
              <a:grpSpLocks/>
            </p:cNvGrpSpPr>
            <p:nvPr/>
          </p:nvGrpSpPr>
          <p:grpSpPr bwMode="auto">
            <a:xfrm>
              <a:off x="4756817" y="602902"/>
              <a:ext cx="874713" cy="669925"/>
              <a:chOff x="2919" y="527"/>
              <a:chExt cx="551" cy="422"/>
            </a:xfrm>
          </p:grpSpPr>
          <p:grpSp>
            <p:nvGrpSpPr>
              <p:cNvPr id="69" name="Group 20"/>
              <p:cNvGrpSpPr>
                <a:grpSpLocks/>
              </p:cNvGrpSpPr>
              <p:nvPr/>
            </p:nvGrpSpPr>
            <p:grpSpPr bwMode="auto">
              <a:xfrm>
                <a:off x="3135" y="527"/>
                <a:ext cx="335" cy="422"/>
                <a:chOff x="4133" y="890"/>
                <a:chExt cx="335" cy="422"/>
              </a:xfrm>
            </p:grpSpPr>
            <p:sp>
              <p:nvSpPr>
                <p:cNvPr id="71"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7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7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68"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73"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74"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76" name="组合 75"/>
          <p:cNvGrpSpPr/>
          <p:nvPr/>
        </p:nvGrpSpPr>
        <p:grpSpPr>
          <a:xfrm>
            <a:off x="6337323" y="1679784"/>
            <a:ext cx="1166284" cy="893234"/>
            <a:chOff x="4756817" y="602902"/>
            <a:chExt cx="874713" cy="669925"/>
          </a:xfrm>
        </p:grpSpPr>
        <p:grpSp>
          <p:nvGrpSpPr>
            <p:cNvPr id="77" name="Group 19"/>
            <p:cNvGrpSpPr>
              <a:grpSpLocks/>
            </p:cNvGrpSpPr>
            <p:nvPr/>
          </p:nvGrpSpPr>
          <p:grpSpPr bwMode="auto">
            <a:xfrm>
              <a:off x="4756817" y="602902"/>
              <a:ext cx="874713" cy="669925"/>
              <a:chOff x="2919" y="527"/>
              <a:chExt cx="551" cy="422"/>
            </a:xfrm>
          </p:grpSpPr>
          <p:grpSp>
            <p:nvGrpSpPr>
              <p:cNvPr id="79" name="Group 20"/>
              <p:cNvGrpSpPr>
                <a:grpSpLocks/>
              </p:cNvGrpSpPr>
              <p:nvPr/>
            </p:nvGrpSpPr>
            <p:grpSpPr bwMode="auto">
              <a:xfrm>
                <a:off x="3135" y="527"/>
                <a:ext cx="335" cy="422"/>
                <a:chOff x="4133" y="890"/>
                <a:chExt cx="335" cy="422"/>
              </a:xfrm>
            </p:grpSpPr>
            <p:sp>
              <p:nvSpPr>
                <p:cNvPr id="81"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8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78"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83"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sp>
        <p:nvSpPr>
          <p:cNvPr id="84"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8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86"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sp>
        <p:nvSpPr>
          <p:cNvPr id="57" name="矩形 56">
            <a:extLst>
              <a:ext uri="{FF2B5EF4-FFF2-40B4-BE49-F238E27FC236}">
                <a16:creationId xmlns:a16="http://schemas.microsoft.com/office/drawing/2014/main" id="{3646E7BD-AF51-491F-B024-481101ACC69C}"/>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58" name="Rectangle 3">
            <a:extLst>
              <a:ext uri="{FF2B5EF4-FFF2-40B4-BE49-F238E27FC236}">
                <a16:creationId xmlns:a16="http://schemas.microsoft.com/office/drawing/2014/main" id="{E5515BE3-E0F6-403E-B54E-9F533CBC54DA}"/>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59" name="Line 20">
            <a:extLst>
              <a:ext uri="{FF2B5EF4-FFF2-40B4-BE49-F238E27FC236}">
                <a16:creationId xmlns:a16="http://schemas.microsoft.com/office/drawing/2014/main" id="{4AE15232-5EAE-4CFC-8CD1-D3F1014367F2}"/>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4" name="Line 20">
            <a:extLst>
              <a:ext uri="{FF2B5EF4-FFF2-40B4-BE49-F238E27FC236}">
                <a16:creationId xmlns:a16="http://schemas.microsoft.com/office/drawing/2014/main" id="{D4CBB0D3-0F34-49EC-838A-B7A01DCF020F}"/>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65" name="Line 20">
            <a:extLst>
              <a:ext uri="{FF2B5EF4-FFF2-40B4-BE49-F238E27FC236}">
                <a16:creationId xmlns:a16="http://schemas.microsoft.com/office/drawing/2014/main" id="{B56561A8-236F-4A91-A719-4DDB7A343BA1}"/>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111278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p:cTn id="7" dur="500" fill="hold"/>
                                        <p:tgtEl>
                                          <p:spTgt spid="83"/>
                                        </p:tgtEl>
                                        <p:attrNameLst>
                                          <p:attrName>ppt_w</p:attrName>
                                        </p:attrNameLst>
                                      </p:cBhvr>
                                      <p:tavLst>
                                        <p:tav tm="0">
                                          <p:val>
                                            <p:fltVal val="0"/>
                                          </p:val>
                                        </p:tav>
                                        <p:tav tm="100000">
                                          <p:val>
                                            <p:strVal val="#ppt_w"/>
                                          </p:val>
                                        </p:tav>
                                      </p:tavLst>
                                    </p:anim>
                                    <p:anim calcmode="lin" valueType="num">
                                      <p:cBhvr>
                                        <p:cTn id="8" dur="500" fill="hold"/>
                                        <p:tgtEl>
                                          <p:spTgt spid="83"/>
                                        </p:tgtEl>
                                        <p:attrNameLst>
                                          <p:attrName>ppt_h</p:attrName>
                                        </p:attrNameLst>
                                      </p:cBhvr>
                                      <p:tavLst>
                                        <p:tav tm="0">
                                          <p:val>
                                            <p:fltVal val="0"/>
                                          </p:val>
                                        </p:tav>
                                        <p:tav tm="100000">
                                          <p:val>
                                            <p:strVal val="#ppt_h"/>
                                          </p:val>
                                        </p:tav>
                                      </p:tavLst>
                                    </p:anim>
                                    <p:animEffect transition="in" filter="fade">
                                      <p:cBhvr>
                                        <p:cTn id="9" dur="500"/>
                                        <p:tgtEl>
                                          <p:spTgt spid="8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5"/>
                                        </p:tgtEl>
                                        <p:attrNameLst>
                                          <p:attrName>style.visibility</p:attrName>
                                        </p:attrNameLst>
                                      </p:cBhvr>
                                      <p:to>
                                        <p:strVal val="visible"/>
                                      </p:to>
                                    </p:set>
                                    <p:anim calcmode="lin" valueType="num">
                                      <p:cBhvr>
                                        <p:cTn id="14" dur="500" fill="hold"/>
                                        <p:tgtEl>
                                          <p:spTgt spid="65"/>
                                        </p:tgtEl>
                                        <p:attrNameLst>
                                          <p:attrName>ppt_w</p:attrName>
                                        </p:attrNameLst>
                                      </p:cBhvr>
                                      <p:tavLst>
                                        <p:tav tm="0">
                                          <p:val>
                                            <p:fltVal val="0"/>
                                          </p:val>
                                        </p:tav>
                                        <p:tav tm="100000">
                                          <p:val>
                                            <p:strVal val="#ppt_w"/>
                                          </p:val>
                                        </p:tav>
                                      </p:tavLst>
                                    </p:anim>
                                    <p:anim calcmode="lin" valueType="num">
                                      <p:cBhvr>
                                        <p:cTn id="15" dur="500" fill="hold"/>
                                        <p:tgtEl>
                                          <p:spTgt spid="65"/>
                                        </p:tgtEl>
                                        <p:attrNameLst>
                                          <p:attrName>ppt_h</p:attrName>
                                        </p:attrNameLst>
                                      </p:cBhvr>
                                      <p:tavLst>
                                        <p:tav tm="0">
                                          <p:val>
                                            <p:fltVal val="0"/>
                                          </p:val>
                                        </p:tav>
                                        <p:tav tm="100000">
                                          <p:val>
                                            <p:strVal val="#ppt_h"/>
                                          </p:val>
                                        </p:tav>
                                      </p:tavLst>
                                    </p:anim>
                                    <p:animEffect transition="in" filter="fade">
                                      <p:cBhvr>
                                        <p:cTn id="16" dur="500"/>
                                        <p:tgtEl>
                                          <p:spTgt spid="6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60"/>
                                        </p:tgtEl>
                                        <p:attrNameLst>
                                          <p:attrName>style.visibility</p:attrName>
                                        </p:attrNameLst>
                                      </p:cBhvr>
                                      <p:to>
                                        <p:strVal val="visible"/>
                                      </p:to>
                                    </p:set>
                                    <p:anim calcmode="lin" valueType="num">
                                      <p:cBhvr>
                                        <p:cTn id="21" dur="500" fill="hold"/>
                                        <p:tgtEl>
                                          <p:spTgt spid="60"/>
                                        </p:tgtEl>
                                        <p:attrNameLst>
                                          <p:attrName>ppt_w</p:attrName>
                                        </p:attrNameLst>
                                      </p:cBhvr>
                                      <p:tavLst>
                                        <p:tav tm="0">
                                          <p:val>
                                            <p:fltVal val="0"/>
                                          </p:val>
                                        </p:tav>
                                        <p:tav tm="100000">
                                          <p:val>
                                            <p:strVal val="#ppt_w"/>
                                          </p:val>
                                        </p:tav>
                                      </p:tavLst>
                                    </p:anim>
                                    <p:anim calcmode="lin" valueType="num">
                                      <p:cBhvr>
                                        <p:cTn id="22" dur="500" fill="hold"/>
                                        <p:tgtEl>
                                          <p:spTgt spid="60"/>
                                        </p:tgtEl>
                                        <p:attrNameLst>
                                          <p:attrName>ppt_h</p:attrName>
                                        </p:attrNameLst>
                                      </p:cBhvr>
                                      <p:tavLst>
                                        <p:tav tm="0">
                                          <p:val>
                                            <p:fltVal val="0"/>
                                          </p:val>
                                        </p:tav>
                                        <p:tav tm="100000">
                                          <p:val>
                                            <p:strVal val="#ppt_h"/>
                                          </p:val>
                                        </p:tav>
                                      </p:tavLst>
                                    </p:anim>
                                    <p:animEffect transition="in" filter="fade">
                                      <p:cBhvr>
                                        <p:cTn id="23"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65"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70" name="组合 69"/>
          <p:cNvGrpSpPr/>
          <p:nvPr/>
        </p:nvGrpSpPr>
        <p:grpSpPr>
          <a:xfrm>
            <a:off x="6339446" y="781546"/>
            <a:ext cx="1166284" cy="893234"/>
            <a:chOff x="4756817" y="602902"/>
            <a:chExt cx="874713" cy="669925"/>
          </a:xfrm>
        </p:grpSpPr>
        <p:grpSp>
          <p:nvGrpSpPr>
            <p:cNvPr id="71" name="Group 19"/>
            <p:cNvGrpSpPr>
              <a:grpSpLocks/>
            </p:cNvGrpSpPr>
            <p:nvPr/>
          </p:nvGrpSpPr>
          <p:grpSpPr bwMode="auto">
            <a:xfrm>
              <a:off x="4756817" y="602902"/>
              <a:ext cx="874713" cy="669925"/>
              <a:chOff x="2919" y="527"/>
              <a:chExt cx="551" cy="422"/>
            </a:xfrm>
          </p:grpSpPr>
          <p:grpSp>
            <p:nvGrpSpPr>
              <p:cNvPr id="73" name="Group 20"/>
              <p:cNvGrpSpPr>
                <a:grpSpLocks/>
              </p:cNvGrpSpPr>
              <p:nvPr/>
            </p:nvGrpSpPr>
            <p:grpSpPr bwMode="auto">
              <a:xfrm>
                <a:off x="3135" y="527"/>
                <a:ext cx="335" cy="422"/>
                <a:chOff x="4133" y="890"/>
                <a:chExt cx="335" cy="422"/>
              </a:xfrm>
            </p:grpSpPr>
            <p:sp>
              <p:nvSpPr>
                <p:cNvPr id="76"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7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74"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72"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78"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79"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80" name="组合 79"/>
          <p:cNvGrpSpPr/>
          <p:nvPr/>
        </p:nvGrpSpPr>
        <p:grpSpPr>
          <a:xfrm>
            <a:off x="6337323" y="1679784"/>
            <a:ext cx="1166284" cy="893234"/>
            <a:chOff x="4756817" y="602902"/>
            <a:chExt cx="874713" cy="669925"/>
          </a:xfrm>
        </p:grpSpPr>
        <p:grpSp>
          <p:nvGrpSpPr>
            <p:cNvPr id="81" name="Group 19"/>
            <p:cNvGrpSpPr>
              <a:grpSpLocks/>
            </p:cNvGrpSpPr>
            <p:nvPr/>
          </p:nvGrpSpPr>
          <p:grpSpPr bwMode="auto">
            <a:xfrm>
              <a:off x="4756817" y="602902"/>
              <a:ext cx="874713" cy="669925"/>
              <a:chOff x="2919" y="527"/>
              <a:chExt cx="551" cy="422"/>
            </a:xfrm>
          </p:grpSpPr>
          <p:grpSp>
            <p:nvGrpSpPr>
              <p:cNvPr id="83" name="Group 20"/>
              <p:cNvGrpSpPr>
                <a:grpSpLocks/>
              </p:cNvGrpSpPr>
              <p:nvPr/>
            </p:nvGrpSpPr>
            <p:grpSpPr bwMode="auto">
              <a:xfrm>
                <a:off x="3135" y="527"/>
                <a:ext cx="335" cy="422"/>
                <a:chOff x="4133" y="890"/>
                <a:chExt cx="335" cy="422"/>
              </a:xfrm>
            </p:grpSpPr>
            <p:sp>
              <p:nvSpPr>
                <p:cNvPr id="85"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86"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4"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82"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88"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sp>
        <p:nvSpPr>
          <p:cNvPr id="89"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90"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91"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sp>
        <p:nvSpPr>
          <p:cNvPr id="59" name="矩形 58">
            <a:extLst>
              <a:ext uri="{FF2B5EF4-FFF2-40B4-BE49-F238E27FC236}">
                <a16:creationId xmlns:a16="http://schemas.microsoft.com/office/drawing/2014/main" id="{F6F26A05-672B-4B53-8738-EEBBADCB9991}"/>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68" name="Rectangle 3">
            <a:extLst>
              <a:ext uri="{FF2B5EF4-FFF2-40B4-BE49-F238E27FC236}">
                <a16:creationId xmlns:a16="http://schemas.microsoft.com/office/drawing/2014/main" id="{8004B2E0-EC03-4744-8924-ED4FAFD74AF4}"/>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69" name="Line 20">
            <a:extLst>
              <a:ext uri="{FF2B5EF4-FFF2-40B4-BE49-F238E27FC236}">
                <a16:creationId xmlns:a16="http://schemas.microsoft.com/office/drawing/2014/main" id="{8DAF722A-E79F-4F15-A5FB-B8159C89D17D}"/>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75" name="Line 20">
            <a:extLst>
              <a:ext uri="{FF2B5EF4-FFF2-40B4-BE49-F238E27FC236}">
                <a16:creationId xmlns:a16="http://schemas.microsoft.com/office/drawing/2014/main" id="{E1048A05-BE1E-4ED3-AF53-A6293B0014A8}"/>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92" name="Line 20">
            <a:extLst>
              <a:ext uri="{FF2B5EF4-FFF2-40B4-BE49-F238E27FC236}">
                <a16:creationId xmlns:a16="http://schemas.microsoft.com/office/drawing/2014/main" id="{C0CE7B04-3AA6-4712-B199-6DCD6B5A1384}"/>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93" name="Line 20">
            <a:extLst>
              <a:ext uri="{FF2B5EF4-FFF2-40B4-BE49-F238E27FC236}">
                <a16:creationId xmlns:a16="http://schemas.microsoft.com/office/drawing/2014/main" id="{F6B709B4-E202-4C4E-A243-B2BA5A35D152}"/>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701398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8"/>
                                        </p:tgtEl>
                                        <p:attrNameLst>
                                          <p:attrName>style.visibility</p:attrName>
                                        </p:attrNameLst>
                                      </p:cBhvr>
                                      <p:to>
                                        <p:strVal val="visible"/>
                                      </p:to>
                                    </p:set>
                                    <p:anim calcmode="lin" valueType="num">
                                      <p:cBhvr>
                                        <p:cTn id="7" dur="500" fill="hold"/>
                                        <p:tgtEl>
                                          <p:spTgt spid="88"/>
                                        </p:tgtEl>
                                        <p:attrNameLst>
                                          <p:attrName>ppt_w</p:attrName>
                                        </p:attrNameLst>
                                      </p:cBhvr>
                                      <p:tavLst>
                                        <p:tav tm="0">
                                          <p:val>
                                            <p:fltVal val="0"/>
                                          </p:val>
                                        </p:tav>
                                        <p:tav tm="100000">
                                          <p:val>
                                            <p:strVal val="#ppt_w"/>
                                          </p:val>
                                        </p:tav>
                                      </p:tavLst>
                                    </p:anim>
                                    <p:anim calcmode="lin" valueType="num">
                                      <p:cBhvr>
                                        <p:cTn id="8" dur="500" fill="hold"/>
                                        <p:tgtEl>
                                          <p:spTgt spid="88"/>
                                        </p:tgtEl>
                                        <p:attrNameLst>
                                          <p:attrName>ppt_h</p:attrName>
                                        </p:attrNameLst>
                                      </p:cBhvr>
                                      <p:tavLst>
                                        <p:tav tm="0">
                                          <p:val>
                                            <p:fltVal val="0"/>
                                          </p:val>
                                        </p:tav>
                                        <p:tav tm="100000">
                                          <p:val>
                                            <p:strVal val="#ppt_h"/>
                                          </p:val>
                                        </p:tav>
                                      </p:tavLst>
                                    </p:anim>
                                    <p:animEffect transition="in" filter="fade">
                                      <p:cBhvr>
                                        <p:cTn id="9" dur="500"/>
                                        <p:tgtEl>
                                          <p:spTgt spid="88"/>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93"/>
                                        </p:tgtEl>
                                        <p:attrNameLst>
                                          <p:attrName>style.visibility</p:attrName>
                                        </p:attrNameLst>
                                      </p:cBhvr>
                                      <p:to>
                                        <p:strVal val="visible"/>
                                      </p:to>
                                    </p:set>
                                    <p:anim calcmode="lin" valueType="num">
                                      <p:cBhvr>
                                        <p:cTn id="14" dur="500" fill="hold"/>
                                        <p:tgtEl>
                                          <p:spTgt spid="93"/>
                                        </p:tgtEl>
                                        <p:attrNameLst>
                                          <p:attrName>ppt_w</p:attrName>
                                        </p:attrNameLst>
                                      </p:cBhvr>
                                      <p:tavLst>
                                        <p:tav tm="0">
                                          <p:val>
                                            <p:fltVal val="0"/>
                                          </p:val>
                                        </p:tav>
                                        <p:tav tm="100000">
                                          <p:val>
                                            <p:strVal val="#ppt_w"/>
                                          </p:val>
                                        </p:tav>
                                      </p:tavLst>
                                    </p:anim>
                                    <p:anim calcmode="lin" valueType="num">
                                      <p:cBhvr>
                                        <p:cTn id="15" dur="500" fill="hold"/>
                                        <p:tgtEl>
                                          <p:spTgt spid="93"/>
                                        </p:tgtEl>
                                        <p:attrNameLst>
                                          <p:attrName>ppt_h</p:attrName>
                                        </p:attrNameLst>
                                      </p:cBhvr>
                                      <p:tavLst>
                                        <p:tav tm="0">
                                          <p:val>
                                            <p:fltVal val="0"/>
                                          </p:val>
                                        </p:tav>
                                        <p:tav tm="100000">
                                          <p:val>
                                            <p:strVal val="#ppt_h"/>
                                          </p:val>
                                        </p:tav>
                                      </p:tavLst>
                                    </p:anim>
                                    <p:animEffect transition="in" filter="fade">
                                      <p:cBhvr>
                                        <p:cTn id="16" dur="500"/>
                                        <p:tgtEl>
                                          <p:spTgt spid="93"/>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64"/>
                                        </p:tgtEl>
                                        <p:attrNameLst>
                                          <p:attrName>style.visibility</p:attrName>
                                        </p:attrNameLst>
                                      </p:cBhvr>
                                      <p:to>
                                        <p:strVal val="visible"/>
                                      </p:to>
                                    </p:set>
                                    <p:anim calcmode="lin" valueType="num">
                                      <p:cBhvr>
                                        <p:cTn id="21" dur="500" fill="hold"/>
                                        <p:tgtEl>
                                          <p:spTgt spid="64"/>
                                        </p:tgtEl>
                                        <p:attrNameLst>
                                          <p:attrName>ppt_w</p:attrName>
                                        </p:attrNameLst>
                                      </p:cBhvr>
                                      <p:tavLst>
                                        <p:tav tm="0">
                                          <p:val>
                                            <p:fltVal val="0"/>
                                          </p:val>
                                        </p:tav>
                                        <p:tav tm="100000">
                                          <p:val>
                                            <p:strVal val="#ppt_w"/>
                                          </p:val>
                                        </p:tav>
                                      </p:tavLst>
                                    </p:anim>
                                    <p:anim calcmode="lin" valueType="num">
                                      <p:cBhvr>
                                        <p:cTn id="22" dur="500" fill="hold"/>
                                        <p:tgtEl>
                                          <p:spTgt spid="64"/>
                                        </p:tgtEl>
                                        <p:attrNameLst>
                                          <p:attrName>ppt_h</p:attrName>
                                        </p:attrNameLst>
                                      </p:cBhvr>
                                      <p:tavLst>
                                        <p:tav tm="0">
                                          <p:val>
                                            <p:fltVal val="0"/>
                                          </p:val>
                                        </p:tav>
                                        <p:tav tm="100000">
                                          <p:val>
                                            <p:strVal val="#ppt_h"/>
                                          </p:val>
                                        </p:tav>
                                      </p:tavLst>
                                    </p:anim>
                                    <p:animEffect transition="in" filter="fade">
                                      <p:cBhvr>
                                        <p:cTn id="23"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9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74" name="Group 150"/>
          <p:cNvGrpSpPr>
            <a:grpSpLocks/>
          </p:cNvGrpSpPr>
          <p:nvPr/>
        </p:nvGrpSpPr>
        <p:grpSpPr bwMode="auto">
          <a:xfrm>
            <a:off x="4160342" y="1904537"/>
            <a:ext cx="1159933" cy="605367"/>
            <a:chOff x="1512" y="503"/>
            <a:chExt cx="548" cy="286"/>
          </a:xfrm>
        </p:grpSpPr>
        <p:sp>
          <p:nvSpPr>
            <p:cNvPr id="76" name="Rectangle 151"/>
            <p:cNvSpPr>
              <a:spLocks noChangeArrowheads="1"/>
            </p:cNvSpPr>
            <p:nvPr/>
          </p:nvSpPr>
          <p:spPr bwMode="auto">
            <a:xfrm>
              <a:off x="1733" y="516"/>
              <a:ext cx="327" cy="273"/>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sp>
          <p:nvSpPr>
            <p:cNvPr id="77" name="Text Box 152"/>
            <p:cNvSpPr txBox="1">
              <a:spLocks noChangeArrowheads="1"/>
            </p:cNvSpPr>
            <p:nvPr/>
          </p:nvSpPr>
          <p:spPr bwMode="auto">
            <a:xfrm>
              <a:off x="1512" y="503"/>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sp>
        <p:nvSpPr>
          <p:cNvPr id="78" name="Freeform 170"/>
          <p:cNvSpPr>
            <a:spLocks/>
          </p:cNvSpPr>
          <p:nvPr/>
        </p:nvSpPr>
        <p:spPr bwMode="auto">
          <a:xfrm>
            <a:off x="5328742" y="2243203"/>
            <a:ext cx="1439333" cy="590552"/>
          </a:xfrm>
          <a:custGeom>
            <a:avLst/>
            <a:gdLst>
              <a:gd name="T0" fmla="*/ 0 w 680"/>
              <a:gd name="T1" fmla="*/ 0 h 1044"/>
              <a:gd name="T2" fmla="*/ 408 w 680"/>
              <a:gd name="T3" fmla="*/ 0 h 1044"/>
              <a:gd name="T4" fmla="*/ 408 w 680"/>
              <a:gd name="T5" fmla="*/ 1044 h 1044"/>
              <a:gd name="T6" fmla="*/ 680 w 680"/>
              <a:gd name="T7" fmla="*/ 1044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chemeClr val="accent5">
                <a:lumMod val="75000"/>
              </a:schemeClr>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88" name="组合 87"/>
          <p:cNvGrpSpPr/>
          <p:nvPr/>
        </p:nvGrpSpPr>
        <p:grpSpPr>
          <a:xfrm>
            <a:off x="6339446" y="781546"/>
            <a:ext cx="1166284" cy="893234"/>
            <a:chOff x="4756817" y="602902"/>
            <a:chExt cx="874713" cy="669925"/>
          </a:xfrm>
        </p:grpSpPr>
        <p:grpSp>
          <p:nvGrpSpPr>
            <p:cNvPr id="89" name="Group 19"/>
            <p:cNvGrpSpPr>
              <a:grpSpLocks/>
            </p:cNvGrpSpPr>
            <p:nvPr/>
          </p:nvGrpSpPr>
          <p:grpSpPr bwMode="auto">
            <a:xfrm>
              <a:off x="4756817" y="602902"/>
              <a:ext cx="874713" cy="669925"/>
              <a:chOff x="2919" y="527"/>
              <a:chExt cx="551" cy="422"/>
            </a:xfrm>
          </p:grpSpPr>
          <p:grpSp>
            <p:nvGrpSpPr>
              <p:cNvPr id="91" name="Group 20"/>
              <p:cNvGrpSpPr>
                <a:grpSpLocks/>
              </p:cNvGrpSpPr>
              <p:nvPr/>
            </p:nvGrpSpPr>
            <p:grpSpPr bwMode="auto">
              <a:xfrm>
                <a:off x="3135" y="527"/>
                <a:ext cx="335" cy="422"/>
                <a:chOff x="4133" y="890"/>
                <a:chExt cx="335" cy="422"/>
              </a:xfrm>
            </p:grpSpPr>
            <p:sp>
              <p:nvSpPr>
                <p:cNvPr id="93"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92"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90"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116"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26" name="组合 125"/>
          <p:cNvGrpSpPr/>
          <p:nvPr/>
        </p:nvGrpSpPr>
        <p:grpSpPr>
          <a:xfrm>
            <a:off x="6337323" y="2573016"/>
            <a:ext cx="1166284" cy="893234"/>
            <a:chOff x="4756817" y="602902"/>
            <a:chExt cx="874713" cy="669925"/>
          </a:xfrm>
        </p:grpSpPr>
        <p:sp>
          <p:nvSpPr>
            <p:cNvPr id="128"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7" name="Group 19"/>
            <p:cNvGrpSpPr>
              <a:grpSpLocks/>
            </p:cNvGrpSpPr>
            <p:nvPr/>
          </p:nvGrpSpPr>
          <p:grpSpPr bwMode="auto">
            <a:xfrm>
              <a:off x="4756817" y="602902"/>
              <a:ext cx="874713" cy="669925"/>
              <a:chOff x="2919" y="527"/>
              <a:chExt cx="551" cy="422"/>
            </a:xfrm>
          </p:grpSpPr>
          <p:grpSp>
            <p:nvGrpSpPr>
              <p:cNvPr id="129" name="Group 20"/>
              <p:cNvGrpSpPr>
                <a:grpSpLocks/>
              </p:cNvGrpSpPr>
              <p:nvPr/>
            </p:nvGrpSpPr>
            <p:grpSpPr bwMode="auto">
              <a:xfrm>
                <a:off x="3135" y="527"/>
                <a:ext cx="335" cy="422"/>
                <a:chOff x="4133" y="890"/>
                <a:chExt cx="335" cy="422"/>
              </a:xfrm>
            </p:grpSpPr>
            <p:sp>
              <p:nvSpPr>
                <p:cNvPr id="131"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32"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30"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33"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34"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79" name="矩形 78">
            <a:extLst>
              <a:ext uri="{FF2B5EF4-FFF2-40B4-BE49-F238E27FC236}">
                <a16:creationId xmlns:a16="http://schemas.microsoft.com/office/drawing/2014/main" id="{363648BC-D45C-4D39-8C07-1E757666EB35}"/>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80" name="矩形 79">
            <a:extLst>
              <a:ext uri="{FF2B5EF4-FFF2-40B4-BE49-F238E27FC236}">
                <a16:creationId xmlns:a16="http://schemas.microsoft.com/office/drawing/2014/main" id="{5EB12BB1-0E87-4831-B041-F9DD2264CCC5}"/>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85" name="Rectangle 3">
            <a:extLst>
              <a:ext uri="{FF2B5EF4-FFF2-40B4-BE49-F238E27FC236}">
                <a16:creationId xmlns:a16="http://schemas.microsoft.com/office/drawing/2014/main" id="{EFC3F794-6C60-4C9B-AF4C-4A2756F6FF43}"/>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86" name="Line 20">
            <a:extLst>
              <a:ext uri="{FF2B5EF4-FFF2-40B4-BE49-F238E27FC236}">
                <a16:creationId xmlns:a16="http://schemas.microsoft.com/office/drawing/2014/main" id="{C83FAD2D-2E87-4AC9-9188-359CABE04420}"/>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6" name="Line 20">
            <a:extLst>
              <a:ext uri="{FF2B5EF4-FFF2-40B4-BE49-F238E27FC236}">
                <a16:creationId xmlns:a16="http://schemas.microsoft.com/office/drawing/2014/main" id="{F86F4F80-8B31-440F-9C01-BCE9F4722254}"/>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7" name="Line 20">
            <a:extLst>
              <a:ext uri="{FF2B5EF4-FFF2-40B4-BE49-F238E27FC236}">
                <a16:creationId xmlns:a16="http://schemas.microsoft.com/office/drawing/2014/main" id="{2691A14E-183A-474B-B6F0-5927D586C183}"/>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8" name="Line 20">
            <a:extLst>
              <a:ext uri="{FF2B5EF4-FFF2-40B4-BE49-F238E27FC236}">
                <a16:creationId xmlns:a16="http://schemas.microsoft.com/office/drawing/2014/main" id="{6259C086-26F0-4B58-A3A7-59B945E83EF2}"/>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9" name="Line 20">
            <a:extLst>
              <a:ext uri="{FF2B5EF4-FFF2-40B4-BE49-F238E27FC236}">
                <a16:creationId xmlns:a16="http://schemas.microsoft.com/office/drawing/2014/main" id="{E5ABAE74-3454-421B-A16C-0D187B80971B}"/>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4276843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p:cTn id="7" dur="500" fill="hold"/>
                                        <p:tgtEl>
                                          <p:spTgt spid="104"/>
                                        </p:tgtEl>
                                        <p:attrNameLst>
                                          <p:attrName>ppt_w</p:attrName>
                                        </p:attrNameLst>
                                      </p:cBhvr>
                                      <p:tavLst>
                                        <p:tav tm="0">
                                          <p:val>
                                            <p:fltVal val="0"/>
                                          </p:val>
                                        </p:tav>
                                        <p:tav tm="100000">
                                          <p:val>
                                            <p:strVal val="#ppt_w"/>
                                          </p:val>
                                        </p:tav>
                                      </p:tavLst>
                                    </p:anim>
                                    <p:anim calcmode="lin" valueType="num">
                                      <p:cBhvr>
                                        <p:cTn id="8" dur="500" fill="hold"/>
                                        <p:tgtEl>
                                          <p:spTgt spid="104"/>
                                        </p:tgtEl>
                                        <p:attrNameLst>
                                          <p:attrName>ppt_h</p:attrName>
                                        </p:attrNameLst>
                                      </p:cBhvr>
                                      <p:tavLst>
                                        <p:tav tm="0">
                                          <p:val>
                                            <p:fltVal val="0"/>
                                          </p:val>
                                        </p:tav>
                                        <p:tav tm="100000">
                                          <p:val>
                                            <p:strVal val="#ppt_h"/>
                                          </p:val>
                                        </p:tav>
                                      </p:tavLst>
                                    </p:anim>
                                    <p:animEffect transition="in" filter="fade">
                                      <p:cBhvr>
                                        <p:cTn id="9" dur="500"/>
                                        <p:tgtEl>
                                          <p:spTgt spid="10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74"/>
                                        </p:tgtEl>
                                        <p:attrNameLst>
                                          <p:attrName>style.visibility</p:attrName>
                                        </p:attrNameLst>
                                      </p:cBhvr>
                                      <p:to>
                                        <p:strVal val="visible"/>
                                      </p:to>
                                    </p:set>
                                    <p:anim calcmode="lin" valueType="num">
                                      <p:cBhvr>
                                        <p:cTn id="14" dur="500" fill="hold"/>
                                        <p:tgtEl>
                                          <p:spTgt spid="74"/>
                                        </p:tgtEl>
                                        <p:attrNameLst>
                                          <p:attrName>ppt_w</p:attrName>
                                        </p:attrNameLst>
                                      </p:cBhvr>
                                      <p:tavLst>
                                        <p:tav tm="0">
                                          <p:val>
                                            <p:fltVal val="0"/>
                                          </p:val>
                                        </p:tav>
                                        <p:tav tm="100000">
                                          <p:val>
                                            <p:strVal val="#ppt_w"/>
                                          </p:val>
                                        </p:tav>
                                      </p:tavLst>
                                    </p:anim>
                                    <p:anim calcmode="lin" valueType="num">
                                      <p:cBhvr>
                                        <p:cTn id="15" dur="500" fill="hold"/>
                                        <p:tgtEl>
                                          <p:spTgt spid="74"/>
                                        </p:tgtEl>
                                        <p:attrNameLst>
                                          <p:attrName>ppt_h</p:attrName>
                                        </p:attrNameLst>
                                      </p:cBhvr>
                                      <p:tavLst>
                                        <p:tav tm="0">
                                          <p:val>
                                            <p:fltVal val="0"/>
                                          </p:val>
                                        </p:tav>
                                        <p:tav tm="100000">
                                          <p:val>
                                            <p:strVal val="#ppt_h"/>
                                          </p:val>
                                        </p:tav>
                                      </p:tavLst>
                                    </p:anim>
                                    <p:animEffect transition="in" filter="fade">
                                      <p:cBhvr>
                                        <p:cTn id="16" dur="500"/>
                                        <p:tgtEl>
                                          <p:spTgt spid="74"/>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78"/>
                                        </p:tgtEl>
                                        <p:attrNameLst>
                                          <p:attrName>style.visibility</p:attrName>
                                        </p:attrNameLst>
                                      </p:cBhvr>
                                      <p:to>
                                        <p:strVal val="visible"/>
                                      </p:to>
                                    </p:set>
                                    <p:anim calcmode="lin" valueType="num">
                                      <p:cBhvr>
                                        <p:cTn id="19" dur="500" fill="hold"/>
                                        <p:tgtEl>
                                          <p:spTgt spid="78"/>
                                        </p:tgtEl>
                                        <p:attrNameLst>
                                          <p:attrName>ppt_w</p:attrName>
                                        </p:attrNameLst>
                                      </p:cBhvr>
                                      <p:tavLst>
                                        <p:tav tm="0">
                                          <p:val>
                                            <p:fltVal val="0"/>
                                          </p:val>
                                        </p:tav>
                                        <p:tav tm="100000">
                                          <p:val>
                                            <p:strVal val="#ppt_w"/>
                                          </p:val>
                                        </p:tav>
                                      </p:tavLst>
                                    </p:anim>
                                    <p:anim calcmode="lin" valueType="num">
                                      <p:cBhvr>
                                        <p:cTn id="20" dur="500" fill="hold"/>
                                        <p:tgtEl>
                                          <p:spTgt spid="78"/>
                                        </p:tgtEl>
                                        <p:attrNameLst>
                                          <p:attrName>ppt_h</p:attrName>
                                        </p:attrNameLst>
                                      </p:cBhvr>
                                      <p:tavLst>
                                        <p:tav tm="0">
                                          <p:val>
                                            <p:fltVal val="0"/>
                                          </p:val>
                                        </p:tav>
                                        <p:tav tm="100000">
                                          <p:val>
                                            <p:strVal val="#ppt_h"/>
                                          </p:val>
                                        </p:tav>
                                      </p:tavLst>
                                    </p:anim>
                                    <p:animEffect transition="in" filter="fade">
                                      <p:cBhvr>
                                        <p:cTn id="21" dur="500"/>
                                        <p:tgtEl>
                                          <p:spTgt spid="78"/>
                                        </p:tgtEl>
                                      </p:cBhvr>
                                    </p:animEffect>
                                  </p:childTnLst>
                                </p:cTn>
                              </p:par>
                              <p:par>
                                <p:cTn id="22" presetID="53" presetClass="entr" presetSubtype="16" fill="hold" nodeType="withEffect">
                                  <p:stCondLst>
                                    <p:cond delay="0"/>
                                  </p:stCondLst>
                                  <p:childTnLst>
                                    <p:set>
                                      <p:cBhvr>
                                        <p:cTn id="23" dur="1" fill="hold">
                                          <p:stCondLst>
                                            <p:cond delay="0"/>
                                          </p:stCondLst>
                                        </p:cTn>
                                        <p:tgtEl>
                                          <p:spTgt spid="126"/>
                                        </p:tgtEl>
                                        <p:attrNameLst>
                                          <p:attrName>style.visibility</p:attrName>
                                        </p:attrNameLst>
                                      </p:cBhvr>
                                      <p:to>
                                        <p:strVal val="visible"/>
                                      </p:to>
                                    </p:set>
                                    <p:anim calcmode="lin" valueType="num">
                                      <p:cBhvr>
                                        <p:cTn id="24" dur="500" fill="hold"/>
                                        <p:tgtEl>
                                          <p:spTgt spid="126"/>
                                        </p:tgtEl>
                                        <p:attrNameLst>
                                          <p:attrName>ppt_w</p:attrName>
                                        </p:attrNameLst>
                                      </p:cBhvr>
                                      <p:tavLst>
                                        <p:tav tm="0">
                                          <p:val>
                                            <p:fltVal val="0"/>
                                          </p:val>
                                        </p:tav>
                                        <p:tav tm="100000">
                                          <p:val>
                                            <p:strVal val="#ppt_w"/>
                                          </p:val>
                                        </p:tav>
                                      </p:tavLst>
                                    </p:anim>
                                    <p:anim calcmode="lin" valueType="num">
                                      <p:cBhvr>
                                        <p:cTn id="25" dur="500" fill="hold"/>
                                        <p:tgtEl>
                                          <p:spTgt spid="126"/>
                                        </p:tgtEl>
                                        <p:attrNameLst>
                                          <p:attrName>ppt_h</p:attrName>
                                        </p:attrNameLst>
                                      </p:cBhvr>
                                      <p:tavLst>
                                        <p:tav tm="0">
                                          <p:val>
                                            <p:fltVal val="0"/>
                                          </p:val>
                                        </p:tav>
                                        <p:tav tm="100000">
                                          <p:val>
                                            <p:strVal val="#ppt_h"/>
                                          </p:val>
                                        </p:tav>
                                      </p:tavLst>
                                    </p:anim>
                                    <p:animEffect transition="in" filter="fade">
                                      <p:cBhvr>
                                        <p:cTn id="26" dur="500"/>
                                        <p:tgtEl>
                                          <p:spTgt spid="126"/>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33"/>
                                        </p:tgtEl>
                                        <p:attrNameLst>
                                          <p:attrName>style.visibility</p:attrName>
                                        </p:attrNameLst>
                                      </p:cBhvr>
                                      <p:to>
                                        <p:strVal val="visible"/>
                                      </p:to>
                                    </p:set>
                                    <p:anim calcmode="lin" valueType="num">
                                      <p:cBhvr>
                                        <p:cTn id="29" dur="500" fill="hold"/>
                                        <p:tgtEl>
                                          <p:spTgt spid="133"/>
                                        </p:tgtEl>
                                        <p:attrNameLst>
                                          <p:attrName>ppt_w</p:attrName>
                                        </p:attrNameLst>
                                      </p:cBhvr>
                                      <p:tavLst>
                                        <p:tav tm="0">
                                          <p:val>
                                            <p:fltVal val="0"/>
                                          </p:val>
                                        </p:tav>
                                        <p:tav tm="100000">
                                          <p:val>
                                            <p:strVal val="#ppt_w"/>
                                          </p:val>
                                        </p:tav>
                                      </p:tavLst>
                                    </p:anim>
                                    <p:anim calcmode="lin" valueType="num">
                                      <p:cBhvr>
                                        <p:cTn id="30" dur="500" fill="hold"/>
                                        <p:tgtEl>
                                          <p:spTgt spid="133"/>
                                        </p:tgtEl>
                                        <p:attrNameLst>
                                          <p:attrName>ppt_h</p:attrName>
                                        </p:attrNameLst>
                                      </p:cBhvr>
                                      <p:tavLst>
                                        <p:tav tm="0">
                                          <p:val>
                                            <p:fltVal val="0"/>
                                          </p:val>
                                        </p:tav>
                                        <p:tav tm="100000">
                                          <p:val>
                                            <p:strVal val="#ppt_h"/>
                                          </p:val>
                                        </p:tav>
                                      </p:tavLst>
                                    </p:anim>
                                    <p:animEffect transition="in" filter="fade">
                                      <p:cBhvr>
                                        <p:cTn id="31" dur="500"/>
                                        <p:tgtEl>
                                          <p:spTgt spid="133"/>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34"/>
                                        </p:tgtEl>
                                        <p:attrNameLst>
                                          <p:attrName>style.visibility</p:attrName>
                                        </p:attrNameLst>
                                      </p:cBhvr>
                                      <p:to>
                                        <p:strVal val="visible"/>
                                      </p:to>
                                    </p:set>
                                    <p:anim calcmode="lin" valueType="num">
                                      <p:cBhvr>
                                        <p:cTn id="34" dur="500" fill="hold"/>
                                        <p:tgtEl>
                                          <p:spTgt spid="134"/>
                                        </p:tgtEl>
                                        <p:attrNameLst>
                                          <p:attrName>ppt_w</p:attrName>
                                        </p:attrNameLst>
                                      </p:cBhvr>
                                      <p:tavLst>
                                        <p:tav tm="0">
                                          <p:val>
                                            <p:fltVal val="0"/>
                                          </p:val>
                                        </p:tav>
                                        <p:tav tm="100000">
                                          <p:val>
                                            <p:strVal val="#ppt_w"/>
                                          </p:val>
                                        </p:tav>
                                      </p:tavLst>
                                    </p:anim>
                                    <p:anim calcmode="lin" valueType="num">
                                      <p:cBhvr>
                                        <p:cTn id="35" dur="500" fill="hold"/>
                                        <p:tgtEl>
                                          <p:spTgt spid="134"/>
                                        </p:tgtEl>
                                        <p:attrNameLst>
                                          <p:attrName>ppt_h</p:attrName>
                                        </p:attrNameLst>
                                      </p:cBhvr>
                                      <p:tavLst>
                                        <p:tav tm="0">
                                          <p:val>
                                            <p:fltVal val="0"/>
                                          </p:val>
                                        </p:tav>
                                        <p:tav tm="100000">
                                          <p:val>
                                            <p:strVal val="#ppt_h"/>
                                          </p:val>
                                        </p:tav>
                                      </p:tavLst>
                                    </p:anim>
                                    <p:animEffect transition="in" filter="fade">
                                      <p:cBhvr>
                                        <p:cTn id="36" dur="500"/>
                                        <p:tgtEl>
                                          <p:spTgt spid="134"/>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80"/>
                                        </p:tgtEl>
                                        <p:attrNameLst>
                                          <p:attrName>style.visibility</p:attrName>
                                        </p:attrNameLst>
                                      </p:cBhvr>
                                      <p:to>
                                        <p:strVal val="visible"/>
                                      </p:to>
                                    </p:set>
                                    <p:anim calcmode="lin" valueType="num">
                                      <p:cBhvr>
                                        <p:cTn id="39" dur="500" fill="hold"/>
                                        <p:tgtEl>
                                          <p:spTgt spid="80"/>
                                        </p:tgtEl>
                                        <p:attrNameLst>
                                          <p:attrName>ppt_w</p:attrName>
                                        </p:attrNameLst>
                                      </p:cBhvr>
                                      <p:tavLst>
                                        <p:tav tm="0">
                                          <p:val>
                                            <p:fltVal val="0"/>
                                          </p:val>
                                        </p:tav>
                                        <p:tav tm="100000">
                                          <p:val>
                                            <p:strVal val="#ppt_w"/>
                                          </p:val>
                                        </p:tav>
                                      </p:tavLst>
                                    </p:anim>
                                    <p:anim calcmode="lin" valueType="num">
                                      <p:cBhvr>
                                        <p:cTn id="40" dur="500" fill="hold"/>
                                        <p:tgtEl>
                                          <p:spTgt spid="80"/>
                                        </p:tgtEl>
                                        <p:attrNameLst>
                                          <p:attrName>ppt_h</p:attrName>
                                        </p:attrNameLst>
                                      </p:cBhvr>
                                      <p:tavLst>
                                        <p:tav tm="0">
                                          <p:val>
                                            <p:fltVal val="0"/>
                                          </p:val>
                                        </p:tav>
                                        <p:tav tm="100000">
                                          <p:val>
                                            <p:strVal val="#ppt_h"/>
                                          </p:val>
                                        </p:tav>
                                      </p:tavLst>
                                    </p:anim>
                                    <p:animEffect transition="in" filter="fade">
                                      <p:cBhvr>
                                        <p:cTn id="41" dur="500"/>
                                        <p:tgtEl>
                                          <p:spTgt spid="80"/>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09"/>
                                        </p:tgtEl>
                                        <p:attrNameLst>
                                          <p:attrName>style.visibility</p:attrName>
                                        </p:attrNameLst>
                                      </p:cBhvr>
                                      <p:to>
                                        <p:strVal val="visible"/>
                                      </p:to>
                                    </p:set>
                                    <p:anim calcmode="lin" valueType="num">
                                      <p:cBhvr>
                                        <p:cTn id="46" dur="500" fill="hold"/>
                                        <p:tgtEl>
                                          <p:spTgt spid="109"/>
                                        </p:tgtEl>
                                        <p:attrNameLst>
                                          <p:attrName>ppt_w</p:attrName>
                                        </p:attrNameLst>
                                      </p:cBhvr>
                                      <p:tavLst>
                                        <p:tav tm="0">
                                          <p:val>
                                            <p:fltVal val="0"/>
                                          </p:val>
                                        </p:tav>
                                        <p:tav tm="100000">
                                          <p:val>
                                            <p:strVal val="#ppt_w"/>
                                          </p:val>
                                        </p:tav>
                                      </p:tavLst>
                                    </p:anim>
                                    <p:anim calcmode="lin" valueType="num">
                                      <p:cBhvr>
                                        <p:cTn id="47" dur="500" fill="hold"/>
                                        <p:tgtEl>
                                          <p:spTgt spid="109"/>
                                        </p:tgtEl>
                                        <p:attrNameLst>
                                          <p:attrName>ppt_h</p:attrName>
                                        </p:attrNameLst>
                                      </p:cBhvr>
                                      <p:tavLst>
                                        <p:tav tm="0">
                                          <p:val>
                                            <p:fltVal val="0"/>
                                          </p:val>
                                        </p:tav>
                                        <p:tav tm="100000">
                                          <p:val>
                                            <p:strVal val="#ppt_h"/>
                                          </p:val>
                                        </p:tav>
                                      </p:tavLst>
                                    </p:anim>
                                    <p:animEffect transition="in" filter="fade">
                                      <p:cBhvr>
                                        <p:cTn id="48" dur="500"/>
                                        <p:tgtEl>
                                          <p:spTgt spid="109"/>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nodeType="clickEffect">
                                  <p:stCondLst>
                                    <p:cond delay="0"/>
                                  </p:stCondLst>
                                  <p:childTnLst>
                                    <p:set>
                                      <p:cBhvr>
                                        <p:cTn id="52" dur="1" fill="hold">
                                          <p:stCondLst>
                                            <p:cond delay="0"/>
                                          </p:stCondLst>
                                        </p:cTn>
                                        <p:tgtEl>
                                          <p:spTgt spid="81"/>
                                        </p:tgtEl>
                                        <p:attrNameLst>
                                          <p:attrName>style.visibility</p:attrName>
                                        </p:attrNameLst>
                                      </p:cBhvr>
                                      <p:to>
                                        <p:strVal val="visible"/>
                                      </p:to>
                                    </p:set>
                                    <p:anim calcmode="lin" valueType="num">
                                      <p:cBhvr>
                                        <p:cTn id="53" dur="500" fill="hold"/>
                                        <p:tgtEl>
                                          <p:spTgt spid="81"/>
                                        </p:tgtEl>
                                        <p:attrNameLst>
                                          <p:attrName>ppt_w</p:attrName>
                                        </p:attrNameLst>
                                      </p:cBhvr>
                                      <p:tavLst>
                                        <p:tav tm="0">
                                          <p:val>
                                            <p:fltVal val="0"/>
                                          </p:val>
                                        </p:tav>
                                        <p:tav tm="100000">
                                          <p:val>
                                            <p:strVal val="#ppt_w"/>
                                          </p:val>
                                        </p:tav>
                                      </p:tavLst>
                                    </p:anim>
                                    <p:anim calcmode="lin" valueType="num">
                                      <p:cBhvr>
                                        <p:cTn id="54" dur="500" fill="hold"/>
                                        <p:tgtEl>
                                          <p:spTgt spid="81"/>
                                        </p:tgtEl>
                                        <p:attrNameLst>
                                          <p:attrName>ppt_h</p:attrName>
                                        </p:attrNameLst>
                                      </p:cBhvr>
                                      <p:tavLst>
                                        <p:tav tm="0">
                                          <p:val>
                                            <p:fltVal val="0"/>
                                          </p:val>
                                        </p:tav>
                                        <p:tav tm="100000">
                                          <p:val>
                                            <p:strVal val="#ppt_h"/>
                                          </p:val>
                                        </p:tav>
                                      </p:tavLst>
                                    </p:anim>
                                    <p:animEffect transition="in" filter="fade">
                                      <p:cBhvr>
                                        <p:cTn id="55"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104" grpId="0"/>
      <p:bldP spid="133" grpId="0"/>
      <p:bldP spid="134" grpId="0"/>
      <p:bldP spid="80" grpId="0"/>
      <p:bldP spid="109"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74" name="Group 150"/>
          <p:cNvGrpSpPr>
            <a:grpSpLocks/>
          </p:cNvGrpSpPr>
          <p:nvPr/>
        </p:nvGrpSpPr>
        <p:grpSpPr bwMode="auto">
          <a:xfrm>
            <a:off x="4160342" y="1904537"/>
            <a:ext cx="1159933" cy="605367"/>
            <a:chOff x="1512" y="503"/>
            <a:chExt cx="548" cy="286"/>
          </a:xfrm>
        </p:grpSpPr>
        <p:sp>
          <p:nvSpPr>
            <p:cNvPr id="76" name="Rectangle 151"/>
            <p:cNvSpPr>
              <a:spLocks noChangeArrowheads="1"/>
            </p:cNvSpPr>
            <p:nvPr/>
          </p:nvSpPr>
          <p:spPr bwMode="auto">
            <a:xfrm>
              <a:off x="1733" y="516"/>
              <a:ext cx="327" cy="273"/>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sp>
          <p:nvSpPr>
            <p:cNvPr id="77" name="Text Box 152"/>
            <p:cNvSpPr txBox="1">
              <a:spLocks noChangeArrowheads="1"/>
            </p:cNvSpPr>
            <p:nvPr/>
          </p:nvSpPr>
          <p:spPr bwMode="auto">
            <a:xfrm>
              <a:off x="1512" y="503"/>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88" name="组合 87"/>
          <p:cNvGrpSpPr/>
          <p:nvPr/>
        </p:nvGrpSpPr>
        <p:grpSpPr>
          <a:xfrm>
            <a:off x="6339446" y="781546"/>
            <a:ext cx="1166284" cy="893234"/>
            <a:chOff x="4756817" y="602902"/>
            <a:chExt cx="874713" cy="669925"/>
          </a:xfrm>
        </p:grpSpPr>
        <p:grpSp>
          <p:nvGrpSpPr>
            <p:cNvPr id="89" name="Group 19"/>
            <p:cNvGrpSpPr>
              <a:grpSpLocks/>
            </p:cNvGrpSpPr>
            <p:nvPr/>
          </p:nvGrpSpPr>
          <p:grpSpPr bwMode="auto">
            <a:xfrm>
              <a:off x="4756817" y="602902"/>
              <a:ext cx="874713" cy="669925"/>
              <a:chOff x="2919" y="527"/>
              <a:chExt cx="551" cy="422"/>
            </a:xfrm>
          </p:grpSpPr>
          <p:grpSp>
            <p:nvGrpSpPr>
              <p:cNvPr id="91" name="Group 20"/>
              <p:cNvGrpSpPr>
                <a:grpSpLocks/>
              </p:cNvGrpSpPr>
              <p:nvPr/>
            </p:nvGrpSpPr>
            <p:grpSpPr bwMode="auto">
              <a:xfrm>
                <a:off x="3135" y="527"/>
                <a:ext cx="335" cy="422"/>
                <a:chOff x="4133" y="890"/>
                <a:chExt cx="335" cy="422"/>
              </a:xfrm>
            </p:grpSpPr>
            <p:sp>
              <p:nvSpPr>
                <p:cNvPr id="93"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92"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90"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6" name="Freeform 170"/>
          <p:cNvSpPr>
            <a:spLocks/>
          </p:cNvSpPr>
          <p:nvPr/>
        </p:nvSpPr>
        <p:spPr bwMode="auto">
          <a:xfrm>
            <a:off x="5328742" y="2243203"/>
            <a:ext cx="1439333" cy="590552"/>
          </a:xfrm>
          <a:custGeom>
            <a:avLst/>
            <a:gdLst>
              <a:gd name="T0" fmla="*/ 0 w 680"/>
              <a:gd name="T1" fmla="*/ 0 h 1044"/>
              <a:gd name="T2" fmla="*/ 408 w 680"/>
              <a:gd name="T3" fmla="*/ 0 h 1044"/>
              <a:gd name="T4" fmla="*/ 408 w 680"/>
              <a:gd name="T5" fmla="*/ 1044 h 1044"/>
              <a:gd name="T6" fmla="*/ 680 w 680"/>
              <a:gd name="T7" fmla="*/ 1044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chemeClr val="accent5">
                <a:lumMod val="75000"/>
              </a:schemeClr>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117"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118"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19" name="组合 118"/>
          <p:cNvGrpSpPr/>
          <p:nvPr/>
        </p:nvGrpSpPr>
        <p:grpSpPr>
          <a:xfrm>
            <a:off x="6337323" y="257301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26"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27"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78" name="矩形 77">
            <a:extLst>
              <a:ext uri="{FF2B5EF4-FFF2-40B4-BE49-F238E27FC236}">
                <a16:creationId xmlns:a16="http://schemas.microsoft.com/office/drawing/2014/main" id="{EF20E834-4875-4769-87E7-6C7A3B05AAD3}"/>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79" name="矩形 78">
            <a:extLst>
              <a:ext uri="{FF2B5EF4-FFF2-40B4-BE49-F238E27FC236}">
                <a16:creationId xmlns:a16="http://schemas.microsoft.com/office/drawing/2014/main" id="{BE49210E-EE73-46E8-9CF1-52E245435BCB}"/>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80" name="Rectangle 3">
            <a:extLst>
              <a:ext uri="{FF2B5EF4-FFF2-40B4-BE49-F238E27FC236}">
                <a16:creationId xmlns:a16="http://schemas.microsoft.com/office/drawing/2014/main" id="{CAA0537F-07A5-4B6F-9D96-B5B5958C33CA}"/>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86" name="标注: 线形 85">
            <a:extLst>
              <a:ext uri="{FF2B5EF4-FFF2-40B4-BE49-F238E27FC236}">
                <a16:creationId xmlns:a16="http://schemas.microsoft.com/office/drawing/2014/main" id="{9FBEECA8-0E8C-4778-81B4-7C3A4BE5376C}"/>
              </a:ext>
            </a:extLst>
          </p:cNvPr>
          <p:cNvSpPr/>
          <p:nvPr/>
        </p:nvSpPr>
        <p:spPr>
          <a:xfrm>
            <a:off x="3053787" y="4246580"/>
            <a:ext cx="1262128" cy="361950"/>
          </a:xfrm>
          <a:prstGeom prst="borderCallout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t>
            </a:r>
            <a:r>
              <a:rPr lang="en-US" altLang="zh-CN" sz="1800"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a:t>
            </a:r>
            <a:r>
              <a:rPr lang="en-US" altLang="zh-CN"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(1,0)]</a:t>
            </a:r>
            <a:endParaRPr lang="zh-CN" altLang="en-US"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85" name="Line 20">
            <a:extLst>
              <a:ext uri="{FF2B5EF4-FFF2-40B4-BE49-F238E27FC236}">
                <a16:creationId xmlns:a16="http://schemas.microsoft.com/office/drawing/2014/main" id="{F7D2FB02-9105-455B-8551-B05E3F3BCB5C}"/>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6" name="Line 20">
            <a:extLst>
              <a:ext uri="{FF2B5EF4-FFF2-40B4-BE49-F238E27FC236}">
                <a16:creationId xmlns:a16="http://schemas.microsoft.com/office/drawing/2014/main" id="{90E76018-AF5C-4F27-B467-C21BE4E07D82}"/>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7" name="Line 20">
            <a:extLst>
              <a:ext uri="{FF2B5EF4-FFF2-40B4-BE49-F238E27FC236}">
                <a16:creationId xmlns:a16="http://schemas.microsoft.com/office/drawing/2014/main" id="{EBDFC330-6912-4BD3-9D38-110C57BCA40A}"/>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8" name="Line 20">
            <a:extLst>
              <a:ext uri="{FF2B5EF4-FFF2-40B4-BE49-F238E27FC236}">
                <a16:creationId xmlns:a16="http://schemas.microsoft.com/office/drawing/2014/main" id="{0C30135E-8E44-489B-BB12-0440C60586EE}"/>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9" name="Line 20">
            <a:extLst>
              <a:ext uri="{FF2B5EF4-FFF2-40B4-BE49-F238E27FC236}">
                <a16:creationId xmlns:a16="http://schemas.microsoft.com/office/drawing/2014/main" id="{3E185419-9F70-46E3-ADD0-4C0355981DE8}"/>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0" name="Line 20">
            <a:extLst>
              <a:ext uri="{FF2B5EF4-FFF2-40B4-BE49-F238E27FC236}">
                <a16:creationId xmlns:a16="http://schemas.microsoft.com/office/drawing/2014/main" id="{E78D8AFF-6AFF-4F1C-9E00-86B1FA23A4E5}"/>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806864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p:cTn id="7" dur="500" fill="hold"/>
                                        <p:tgtEl>
                                          <p:spTgt spid="126"/>
                                        </p:tgtEl>
                                        <p:attrNameLst>
                                          <p:attrName>ppt_w</p:attrName>
                                        </p:attrNameLst>
                                      </p:cBhvr>
                                      <p:tavLst>
                                        <p:tav tm="0">
                                          <p:val>
                                            <p:fltVal val="0"/>
                                          </p:val>
                                        </p:tav>
                                        <p:tav tm="100000">
                                          <p:val>
                                            <p:strVal val="#ppt_w"/>
                                          </p:val>
                                        </p:tav>
                                      </p:tavLst>
                                    </p:anim>
                                    <p:anim calcmode="lin" valueType="num">
                                      <p:cBhvr>
                                        <p:cTn id="8" dur="500" fill="hold"/>
                                        <p:tgtEl>
                                          <p:spTgt spid="126"/>
                                        </p:tgtEl>
                                        <p:attrNameLst>
                                          <p:attrName>ppt_h</p:attrName>
                                        </p:attrNameLst>
                                      </p:cBhvr>
                                      <p:tavLst>
                                        <p:tav tm="0">
                                          <p:val>
                                            <p:fltVal val="0"/>
                                          </p:val>
                                        </p:tav>
                                        <p:tav tm="100000">
                                          <p:val>
                                            <p:strVal val="#ppt_h"/>
                                          </p:val>
                                        </p:tav>
                                      </p:tavLst>
                                    </p:anim>
                                    <p:animEffect transition="in" filter="fade">
                                      <p:cBhvr>
                                        <p:cTn id="9" dur="500"/>
                                        <p:tgtEl>
                                          <p:spTgt spid="126"/>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10"/>
                                        </p:tgtEl>
                                        <p:attrNameLst>
                                          <p:attrName>style.visibility</p:attrName>
                                        </p:attrNameLst>
                                      </p:cBhvr>
                                      <p:to>
                                        <p:strVal val="visible"/>
                                      </p:to>
                                    </p:set>
                                    <p:anim calcmode="lin" valueType="num">
                                      <p:cBhvr>
                                        <p:cTn id="14" dur="500" fill="hold"/>
                                        <p:tgtEl>
                                          <p:spTgt spid="110"/>
                                        </p:tgtEl>
                                        <p:attrNameLst>
                                          <p:attrName>ppt_w</p:attrName>
                                        </p:attrNameLst>
                                      </p:cBhvr>
                                      <p:tavLst>
                                        <p:tav tm="0">
                                          <p:val>
                                            <p:fltVal val="0"/>
                                          </p:val>
                                        </p:tav>
                                        <p:tav tm="100000">
                                          <p:val>
                                            <p:strVal val="#ppt_w"/>
                                          </p:val>
                                        </p:tav>
                                      </p:tavLst>
                                    </p:anim>
                                    <p:anim calcmode="lin" valueType="num">
                                      <p:cBhvr>
                                        <p:cTn id="15" dur="500" fill="hold"/>
                                        <p:tgtEl>
                                          <p:spTgt spid="110"/>
                                        </p:tgtEl>
                                        <p:attrNameLst>
                                          <p:attrName>ppt_h</p:attrName>
                                        </p:attrNameLst>
                                      </p:cBhvr>
                                      <p:tavLst>
                                        <p:tav tm="0">
                                          <p:val>
                                            <p:fltVal val="0"/>
                                          </p:val>
                                        </p:tav>
                                        <p:tav tm="100000">
                                          <p:val>
                                            <p:strVal val="#ppt_h"/>
                                          </p:val>
                                        </p:tav>
                                      </p:tavLst>
                                    </p:anim>
                                    <p:animEffect transition="in" filter="fade">
                                      <p:cBhvr>
                                        <p:cTn id="16" dur="500"/>
                                        <p:tgtEl>
                                          <p:spTgt spid="110"/>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86"/>
                                        </p:tgtEl>
                                        <p:attrNameLst>
                                          <p:attrName>style.visibility</p:attrName>
                                        </p:attrNameLst>
                                      </p:cBhvr>
                                      <p:to>
                                        <p:strVal val="visible"/>
                                      </p:to>
                                    </p:set>
                                    <p:anim calcmode="lin" valueType="num">
                                      <p:cBhvr>
                                        <p:cTn id="21" dur="500" fill="hold"/>
                                        <p:tgtEl>
                                          <p:spTgt spid="86"/>
                                        </p:tgtEl>
                                        <p:attrNameLst>
                                          <p:attrName>ppt_w</p:attrName>
                                        </p:attrNameLst>
                                      </p:cBhvr>
                                      <p:tavLst>
                                        <p:tav tm="0">
                                          <p:val>
                                            <p:fltVal val="0"/>
                                          </p:val>
                                        </p:tav>
                                        <p:tav tm="100000">
                                          <p:val>
                                            <p:strVal val="#ppt_w"/>
                                          </p:val>
                                        </p:tav>
                                      </p:tavLst>
                                    </p:anim>
                                    <p:anim calcmode="lin" valueType="num">
                                      <p:cBhvr>
                                        <p:cTn id="22" dur="500" fill="hold"/>
                                        <p:tgtEl>
                                          <p:spTgt spid="86"/>
                                        </p:tgtEl>
                                        <p:attrNameLst>
                                          <p:attrName>ppt_h</p:attrName>
                                        </p:attrNameLst>
                                      </p:cBhvr>
                                      <p:tavLst>
                                        <p:tav tm="0">
                                          <p:val>
                                            <p:fltVal val="0"/>
                                          </p:val>
                                        </p:tav>
                                        <p:tav tm="100000">
                                          <p:val>
                                            <p:strVal val="#ppt_h"/>
                                          </p:val>
                                        </p:tav>
                                      </p:tavLst>
                                    </p:anim>
                                    <p:animEffect transition="in" filter="fade">
                                      <p:cBhvr>
                                        <p:cTn id="23" dur="500"/>
                                        <p:tgtEl>
                                          <p:spTgt spid="86"/>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xit" presetSubtype="32" fill="hold" nodeType="clickEffect">
                                  <p:stCondLst>
                                    <p:cond delay="0"/>
                                  </p:stCondLst>
                                  <p:childTnLst>
                                    <p:anim calcmode="lin" valueType="num">
                                      <p:cBhvr>
                                        <p:cTn id="27" dur="500"/>
                                        <p:tgtEl>
                                          <p:spTgt spid="74"/>
                                        </p:tgtEl>
                                        <p:attrNameLst>
                                          <p:attrName>ppt_w</p:attrName>
                                        </p:attrNameLst>
                                      </p:cBhvr>
                                      <p:tavLst>
                                        <p:tav tm="0">
                                          <p:val>
                                            <p:strVal val="ppt_w"/>
                                          </p:val>
                                        </p:tav>
                                        <p:tav tm="100000">
                                          <p:val>
                                            <p:fltVal val="0"/>
                                          </p:val>
                                        </p:tav>
                                      </p:tavLst>
                                    </p:anim>
                                    <p:anim calcmode="lin" valueType="num">
                                      <p:cBhvr>
                                        <p:cTn id="28" dur="500"/>
                                        <p:tgtEl>
                                          <p:spTgt spid="74"/>
                                        </p:tgtEl>
                                        <p:attrNameLst>
                                          <p:attrName>ppt_h</p:attrName>
                                        </p:attrNameLst>
                                      </p:cBhvr>
                                      <p:tavLst>
                                        <p:tav tm="0">
                                          <p:val>
                                            <p:strVal val="ppt_h"/>
                                          </p:val>
                                        </p:tav>
                                        <p:tav tm="100000">
                                          <p:val>
                                            <p:fltVal val="0"/>
                                          </p:val>
                                        </p:tav>
                                      </p:tavLst>
                                    </p:anim>
                                    <p:animEffect transition="out" filter="fade">
                                      <p:cBhvr>
                                        <p:cTn id="29" dur="500"/>
                                        <p:tgtEl>
                                          <p:spTgt spid="74"/>
                                        </p:tgtEl>
                                      </p:cBhvr>
                                    </p:animEffect>
                                    <p:set>
                                      <p:cBhvr>
                                        <p:cTn id="30" dur="1" fill="hold">
                                          <p:stCondLst>
                                            <p:cond delay="499"/>
                                          </p:stCondLst>
                                        </p:cTn>
                                        <p:tgtEl>
                                          <p:spTgt spid="74"/>
                                        </p:tgtEl>
                                        <p:attrNameLst>
                                          <p:attrName>style.visibility</p:attrName>
                                        </p:attrNameLst>
                                      </p:cBhvr>
                                      <p:to>
                                        <p:strVal val="hidden"/>
                                      </p:to>
                                    </p:set>
                                  </p:childTnLst>
                                </p:cTn>
                              </p:par>
                              <p:par>
                                <p:cTn id="31" presetID="53" presetClass="exit" presetSubtype="32" fill="hold" grpId="0" nodeType="withEffect">
                                  <p:stCondLst>
                                    <p:cond delay="0"/>
                                  </p:stCondLst>
                                  <p:childTnLst>
                                    <p:anim calcmode="lin" valueType="num">
                                      <p:cBhvr>
                                        <p:cTn id="32" dur="500"/>
                                        <p:tgtEl>
                                          <p:spTgt spid="116"/>
                                        </p:tgtEl>
                                        <p:attrNameLst>
                                          <p:attrName>ppt_w</p:attrName>
                                        </p:attrNameLst>
                                      </p:cBhvr>
                                      <p:tavLst>
                                        <p:tav tm="0">
                                          <p:val>
                                            <p:strVal val="ppt_w"/>
                                          </p:val>
                                        </p:tav>
                                        <p:tav tm="100000">
                                          <p:val>
                                            <p:fltVal val="0"/>
                                          </p:val>
                                        </p:tav>
                                      </p:tavLst>
                                    </p:anim>
                                    <p:anim calcmode="lin" valueType="num">
                                      <p:cBhvr>
                                        <p:cTn id="33" dur="500"/>
                                        <p:tgtEl>
                                          <p:spTgt spid="116"/>
                                        </p:tgtEl>
                                        <p:attrNameLst>
                                          <p:attrName>ppt_h</p:attrName>
                                        </p:attrNameLst>
                                      </p:cBhvr>
                                      <p:tavLst>
                                        <p:tav tm="0">
                                          <p:val>
                                            <p:strVal val="ppt_h"/>
                                          </p:val>
                                        </p:tav>
                                        <p:tav tm="100000">
                                          <p:val>
                                            <p:fltVal val="0"/>
                                          </p:val>
                                        </p:tav>
                                      </p:tavLst>
                                    </p:anim>
                                    <p:animEffect transition="out" filter="fade">
                                      <p:cBhvr>
                                        <p:cTn id="34" dur="500"/>
                                        <p:tgtEl>
                                          <p:spTgt spid="116"/>
                                        </p:tgtEl>
                                      </p:cBhvr>
                                    </p:animEffect>
                                    <p:set>
                                      <p:cBhvr>
                                        <p:cTn id="35" dur="1" fill="hold">
                                          <p:stCondLst>
                                            <p:cond delay="499"/>
                                          </p:stCondLst>
                                        </p:cTn>
                                        <p:tgtEl>
                                          <p:spTgt spid="116"/>
                                        </p:tgtEl>
                                        <p:attrNameLst>
                                          <p:attrName>style.visibility</p:attrName>
                                        </p:attrNameLst>
                                      </p:cBhvr>
                                      <p:to>
                                        <p:strVal val="hidden"/>
                                      </p:to>
                                    </p:set>
                                  </p:childTnLst>
                                </p:cTn>
                              </p:par>
                              <p:par>
                                <p:cTn id="36" presetID="53" presetClass="exit" presetSubtype="32" fill="hold" grpId="1" nodeType="withEffect">
                                  <p:stCondLst>
                                    <p:cond delay="0"/>
                                  </p:stCondLst>
                                  <p:childTnLst>
                                    <p:anim calcmode="lin" valueType="num">
                                      <p:cBhvr>
                                        <p:cTn id="37" dur="500"/>
                                        <p:tgtEl>
                                          <p:spTgt spid="86"/>
                                        </p:tgtEl>
                                        <p:attrNameLst>
                                          <p:attrName>ppt_w</p:attrName>
                                        </p:attrNameLst>
                                      </p:cBhvr>
                                      <p:tavLst>
                                        <p:tav tm="0">
                                          <p:val>
                                            <p:strVal val="ppt_w"/>
                                          </p:val>
                                        </p:tav>
                                        <p:tav tm="100000">
                                          <p:val>
                                            <p:fltVal val="0"/>
                                          </p:val>
                                        </p:tav>
                                      </p:tavLst>
                                    </p:anim>
                                    <p:anim calcmode="lin" valueType="num">
                                      <p:cBhvr>
                                        <p:cTn id="38" dur="500"/>
                                        <p:tgtEl>
                                          <p:spTgt spid="86"/>
                                        </p:tgtEl>
                                        <p:attrNameLst>
                                          <p:attrName>ppt_h</p:attrName>
                                        </p:attrNameLst>
                                      </p:cBhvr>
                                      <p:tavLst>
                                        <p:tav tm="0">
                                          <p:val>
                                            <p:strVal val="ppt_h"/>
                                          </p:val>
                                        </p:tav>
                                        <p:tav tm="100000">
                                          <p:val>
                                            <p:fltVal val="0"/>
                                          </p:val>
                                        </p:tav>
                                      </p:tavLst>
                                    </p:anim>
                                    <p:animEffect transition="out" filter="fade">
                                      <p:cBhvr>
                                        <p:cTn id="39" dur="500"/>
                                        <p:tgtEl>
                                          <p:spTgt spid="86"/>
                                        </p:tgtEl>
                                      </p:cBhvr>
                                    </p:animEffect>
                                    <p:set>
                                      <p:cBhvr>
                                        <p:cTn id="40" dur="1" fill="hold">
                                          <p:stCondLst>
                                            <p:cond delay="499"/>
                                          </p:stCondLst>
                                        </p:cTn>
                                        <p:tgtEl>
                                          <p:spTgt spid="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P spid="126" grpId="0"/>
      <p:bldP spid="86" grpId="0" animBg="1"/>
      <p:bldP spid="86" grpId="1" animBg="1"/>
      <p:bldP spid="110"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116"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17" name="组合 116"/>
          <p:cNvGrpSpPr/>
          <p:nvPr/>
        </p:nvGrpSpPr>
        <p:grpSpPr>
          <a:xfrm>
            <a:off x="6337323" y="2573016"/>
            <a:ext cx="1166284" cy="893234"/>
            <a:chOff x="4756817" y="602902"/>
            <a:chExt cx="874713" cy="669925"/>
          </a:xfrm>
        </p:grpSpPr>
        <p:sp>
          <p:nvSpPr>
            <p:cNvPr id="118"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19" name="Group 19"/>
            <p:cNvGrpSpPr>
              <a:grpSpLocks/>
            </p:cNvGrpSpPr>
            <p:nvPr/>
          </p:nvGrpSpPr>
          <p:grpSpPr bwMode="auto">
            <a:xfrm>
              <a:off x="4756817" y="602902"/>
              <a:ext cx="874713" cy="669925"/>
              <a:chOff x="2919" y="527"/>
              <a:chExt cx="551" cy="422"/>
            </a:xfrm>
          </p:grpSpPr>
          <p:grpSp>
            <p:nvGrpSpPr>
              <p:cNvPr id="120" name="Group 20"/>
              <p:cNvGrpSpPr>
                <a:grpSpLocks/>
              </p:cNvGrpSpPr>
              <p:nvPr/>
            </p:nvGrpSpPr>
            <p:grpSpPr bwMode="auto">
              <a:xfrm>
                <a:off x="3135" y="527"/>
                <a:ext cx="335" cy="422"/>
                <a:chOff x="4133" y="890"/>
                <a:chExt cx="335" cy="422"/>
              </a:xfrm>
            </p:grpSpPr>
            <p:sp>
              <p:nvSpPr>
                <p:cNvPr id="122"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24"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25"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76" name="矩形 75">
            <a:extLst>
              <a:ext uri="{FF2B5EF4-FFF2-40B4-BE49-F238E27FC236}">
                <a16:creationId xmlns:a16="http://schemas.microsoft.com/office/drawing/2014/main" id="{85E02F52-1BCF-4D92-88F2-BC7D87E3D1C5}"/>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79" name="矩形 78">
            <a:extLst>
              <a:ext uri="{FF2B5EF4-FFF2-40B4-BE49-F238E27FC236}">
                <a16:creationId xmlns:a16="http://schemas.microsoft.com/office/drawing/2014/main" id="{0D3F267F-7E82-46E8-8A5A-D5103026EF3D}"/>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80" name="Rectangle 3">
            <a:extLst>
              <a:ext uri="{FF2B5EF4-FFF2-40B4-BE49-F238E27FC236}">
                <a16:creationId xmlns:a16="http://schemas.microsoft.com/office/drawing/2014/main" id="{DA88137A-D1E0-43B3-B47B-5152887C0A33}"/>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06" name="Line 20">
            <a:extLst>
              <a:ext uri="{FF2B5EF4-FFF2-40B4-BE49-F238E27FC236}">
                <a16:creationId xmlns:a16="http://schemas.microsoft.com/office/drawing/2014/main" id="{45E4ED1A-3F7A-48C9-BC84-56505D506064}"/>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7" name="Line 20">
            <a:extLst>
              <a:ext uri="{FF2B5EF4-FFF2-40B4-BE49-F238E27FC236}">
                <a16:creationId xmlns:a16="http://schemas.microsoft.com/office/drawing/2014/main" id="{8F74A21D-28BD-4B63-A3FD-71298C7C9B71}"/>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8" name="Line 20">
            <a:extLst>
              <a:ext uri="{FF2B5EF4-FFF2-40B4-BE49-F238E27FC236}">
                <a16:creationId xmlns:a16="http://schemas.microsoft.com/office/drawing/2014/main" id="{AECC2188-4CC1-4918-88EC-5621BD03F504}"/>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09" name="Line 20">
            <a:extLst>
              <a:ext uri="{FF2B5EF4-FFF2-40B4-BE49-F238E27FC236}">
                <a16:creationId xmlns:a16="http://schemas.microsoft.com/office/drawing/2014/main" id="{D695598E-4E93-45B5-B6C4-3864CC01044A}"/>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0" name="Line 20">
            <a:extLst>
              <a:ext uri="{FF2B5EF4-FFF2-40B4-BE49-F238E27FC236}">
                <a16:creationId xmlns:a16="http://schemas.microsoft.com/office/drawing/2014/main" id="{B6C5A856-FD9B-48E1-B22D-2CA09C646C44}"/>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 name="Line 20">
            <a:extLst>
              <a:ext uri="{FF2B5EF4-FFF2-40B4-BE49-F238E27FC236}">
                <a16:creationId xmlns:a16="http://schemas.microsoft.com/office/drawing/2014/main" id="{F948D7C7-35E5-4034-99DB-17EA8611E378}"/>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2" name="Line 20">
            <a:extLst>
              <a:ext uri="{FF2B5EF4-FFF2-40B4-BE49-F238E27FC236}">
                <a16:creationId xmlns:a16="http://schemas.microsoft.com/office/drawing/2014/main" id="{941B9AD5-A052-4EB6-8131-400CCBADD1D7}"/>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1900659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2"/>
                                        </p:tgtEl>
                                        <p:attrNameLst>
                                          <p:attrName>style.visibility</p:attrName>
                                        </p:attrNameLst>
                                      </p:cBhvr>
                                      <p:to>
                                        <p:strVal val="visible"/>
                                      </p:to>
                                    </p:set>
                                    <p:anim calcmode="lin" valueType="num">
                                      <p:cBhvr>
                                        <p:cTn id="7" dur="500" fill="hold"/>
                                        <p:tgtEl>
                                          <p:spTgt spid="112"/>
                                        </p:tgtEl>
                                        <p:attrNameLst>
                                          <p:attrName>ppt_w</p:attrName>
                                        </p:attrNameLst>
                                      </p:cBhvr>
                                      <p:tavLst>
                                        <p:tav tm="0">
                                          <p:val>
                                            <p:fltVal val="0"/>
                                          </p:val>
                                        </p:tav>
                                        <p:tav tm="100000">
                                          <p:val>
                                            <p:strVal val="#ppt_w"/>
                                          </p:val>
                                        </p:tav>
                                      </p:tavLst>
                                    </p:anim>
                                    <p:anim calcmode="lin" valueType="num">
                                      <p:cBhvr>
                                        <p:cTn id="8" dur="500" fill="hold"/>
                                        <p:tgtEl>
                                          <p:spTgt spid="112"/>
                                        </p:tgtEl>
                                        <p:attrNameLst>
                                          <p:attrName>ppt_h</p:attrName>
                                        </p:attrNameLst>
                                      </p:cBhvr>
                                      <p:tavLst>
                                        <p:tav tm="0">
                                          <p:val>
                                            <p:fltVal val="0"/>
                                          </p:val>
                                        </p:tav>
                                        <p:tav tm="100000">
                                          <p:val>
                                            <p:strVal val="#ppt_h"/>
                                          </p:val>
                                        </p:tav>
                                      </p:tavLst>
                                    </p:anim>
                                    <p:animEffect transition="in" filter="fade">
                                      <p:cBhvr>
                                        <p:cTn id="9" dur="500"/>
                                        <p:tgtEl>
                                          <p:spTgt spid="11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90"/>
                                        </p:tgtEl>
                                        <p:attrNameLst>
                                          <p:attrName>style.visibility</p:attrName>
                                        </p:attrNameLst>
                                      </p:cBhvr>
                                      <p:to>
                                        <p:strVal val="visible"/>
                                      </p:to>
                                    </p:set>
                                    <p:anim calcmode="lin" valueType="num">
                                      <p:cBhvr>
                                        <p:cTn id="14" dur="500" fill="hold"/>
                                        <p:tgtEl>
                                          <p:spTgt spid="90"/>
                                        </p:tgtEl>
                                        <p:attrNameLst>
                                          <p:attrName>ppt_w</p:attrName>
                                        </p:attrNameLst>
                                      </p:cBhvr>
                                      <p:tavLst>
                                        <p:tav tm="0">
                                          <p:val>
                                            <p:fltVal val="0"/>
                                          </p:val>
                                        </p:tav>
                                        <p:tav tm="100000">
                                          <p:val>
                                            <p:strVal val="#ppt_w"/>
                                          </p:val>
                                        </p:tav>
                                      </p:tavLst>
                                    </p:anim>
                                    <p:anim calcmode="lin" valueType="num">
                                      <p:cBhvr>
                                        <p:cTn id="15" dur="500" fill="hold"/>
                                        <p:tgtEl>
                                          <p:spTgt spid="90"/>
                                        </p:tgtEl>
                                        <p:attrNameLst>
                                          <p:attrName>ppt_h</p:attrName>
                                        </p:attrNameLst>
                                      </p:cBhvr>
                                      <p:tavLst>
                                        <p:tav tm="0">
                                          <p:val>
                                            <p:fltVal val="0"/>
                                          </p:val>
                                        </p:tav>
                                        <p:tav tm="100000">
                                          <p:val>
                                            <p:strVal val="#ppt_h"/>
                                          </p:val>
                                        </p:tav>
                                      </p:tavLst>
                                    </p:anim>
                                    <p:animEffect transition="in" filter="fade">
                                      <p:cBhvr>
                                        <p:cTn id="16"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6</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4" name="Group 150"/>
          <p:cNvGrpSpPr>
            <a:grpSpLocks/>
          </p:cNvGrpSpPr>
          <p:nvPr/>
        </p:nvGrpSpPr>
        <p:grpSpPr bwMode="auto">
          <a:xfrm>
            <a:off x="4156109" y="1919382"/>
            <a:ext cx="1168400" cy="605367"/>
            <a:chOff x="1512" y="503"/>
            <a:chExt cx="552" cy="286"/>
          </a:xfrm>
        </p:grpSpPr>
        <p:sp>
          <p:nvSpPr>
            <p:cNvPr id="135" name="Rectangle 151"/>
            <p:cNvSpPr>
              <a:spLocks noChangeArrowheads="1"/>
            </p:cNvSpPr>
            <p:nvPr/>
          </p:nvSpPr>
          <p:spPr bwMode="auto">
            <a:xfrm>
              <a:off x="1741" y="516"/>
              <a:ext cx="323" cy="273"/>
            </a:xfrm>
            <a:prstGeom prst="rect">
              <a:avLst/>
            </a:prstGeom>
            <a:solidFill>
              <a:srgbClr val="800080">
                <a:alpha val="3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a:solidFill>
                    <a:prstClr val="black"/>
                  </a:solidFill>
                  <a:latin typeface="Times New Roman" panose="02020603050405020304" pitchFamily="18" charset="0"/>
                  <a:ea typeface="宋体" panose="02010600030101010101" pitchFamily="2" charset="-122"/>
                </a:rPr>
                <a:t>3</a:t>
              </a:r>
            </a:p>
          </p:txBody>
        </p:sp>
        <p:sp>
          <p:nvSpPr>
            <p:cNvPr id="136" name="Text Box 152"/>
            <p:cNvSpPr txBox="1">
              <a:spLocks noChangeArrowheads="1"/>
            </p:cNvSpPr>
            <p:nvPr/>
          </p:nvSpPr>
          <p:spPr bwMode="auto">
            <a:xfrm>
              <a:off x="1512" y="503"/>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sp>
        <p:nvSpPr>
          <p:cNvPr id="137" name="Freeform 170"/>
          <p:cNvSpPr>
            <a:spLocks/>
          </p:cNvSpPr>
          <p:nvPr/>
        </p:nvSpPr>
        <p:spPr bwMode="auto">
          <a:xfrm>
            <a:off x="5328742" y="2243203"/>
            <a:ext cx="1439333" cy="1343875"/>
          </a:xfrm>
          <a:custGeom>
            <a:avLst/>
            <a:gdLst>
              <a:gd name="T0" fmla="*/ 0 w 680"/>
              <a:gd name="T1" fmla="*/ 0 h 1044"/>
              <a:gd name="T2" fmla="*/ 408 w 680"/>
              <a:gd name="T3" fmla="*/ 0 h 1044"/>
              <a:gd name="T4" fmla="*/ 408 w 680"/>
              <a:gd name="T5" fmla="*/ 1044 h 1044"/>
              <a:gd name="T6" fmla="*/ 680 w 680"/>
              <a:gd name="T7" fmla="*/ 1044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rgbClr val="9900CC"/>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06" name="矩形 105">
            <a:extLst>
              <a:ext uri="{FF2B5EF4-FFF2-40B4-BE49-F238E27FC236}">
                <a16:creationId xmlns:a16="http://schemas.microsoft.com/office/drawing/2014/main" id="{0DF9C9A2-D511-474C-B1BB-135B9CEBA96F}"/>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07" name="矩形 106">
            <a:extLst>
              <a:ext uri="{FF2B5EF4-FFF2-40B4-BE49-F238E27FC236}">
                <a16:creationId xmlns:a16="http://schemas.microsoft.com/office/drawing/2014/main" id="{3AE521B2-CC65-4D32-825B-5C5EE852DC47}"/>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08" name="矩形 107">
            <a:extLst>
              <a:ext uri="{FF2B5EF4-FFF2-40B4-BE49-F238E27FC236}">
                <a16:creationId xmlns:a16="http://schemas.microsoft.com/office/drawing/2014/main" id="{9074A4E5-E1AD-4936-A91D-D65C6C144BED}"/>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09" name="Rectangle 3">
            <a:extLst>
              <a:ext uri="{FF2B5EF4-FFF2-40B4-BE49-F238E27FC236}">
                <a16:creationId xmlns:a16="http://schemas.microsoft.com/office/drawing/2014/main" id="{3B558CD4-CAC6-428A-9EB6-A1C7FE94FE62}"/>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10" name="Line 20">
            <a:extLst>
              <a:ext uri="{FF2B5EF4-FFF2-40B4-BE49-F238E27FC236}">
                <a16:creationId xmlns:a16="http://schemas.microsoft.com/office/drawing/2014/main" id="{6BE5DDF4-19FD-4003-9755-594124E661AC}"/>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1" name="Line 20">
            <a:extLst>
              <a:ext uri="{FF2B5EF4-FFF2-40B4-BE49-F238E27FC236}">
                <a16:creationId xmlns:a16="http://schemas.microsoft.com/office/drawing/2014/main" id="{AD25DBC6-4909-4674-84C6-ADB5961A6313}"/>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2" name="Line 20">
            <a:extLst>
              <a:ext uri="{FF2B5EF4-FFF2-40B4-BE49-F238E27FC236}">
                <a16:creationId xmlns:a16="http://schemas.microsoft.com/office/drawing/2014/main" id="{9E0686EF-7B52-4301-B14B-28E576DD1DE5}"/>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3" name="Line 20">
            <a:extLst>
              <a:ext uri="{FF2B5EF4-FFF2-40B4-BE49-F238E27FC236}">
                <a16:creationId xmlns:a16="http://schemas.microsoft.com/office/drawing/2014/main" id="{F7B56685-98AA-459A-B1F9-C76E64EC6721}"/>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4" name="Line 20">
            <a:extLst>
              <a:ext uri="{FF2B5EF4-FFF2-40B4-BE49-F238E27FC236}">
                <a16:creationId xmlns:a16="http://schemas.microsoft.com/office/drawing/2014/main" id="{794F4F45-8D75-4630-BFD6-04BE5C37FE13}"/>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6" name="Line 20">
            <a:extLst>
              <a:ext uri="{FF2B5EF4-FFF2-40B4-BE49-F238E27FC236}">
                <a16:creationId xmlns:a16="http://schemas.microsoft.com/office/drawing/2014/main" id="{80333ADA-3233-4B7C-8E4D-D72254967B95}"/>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7" name="Line 20">
            <a:extLst>
              <a:ext uri="{FF2B5EF4-FFF2-40B4-BE49-F238E27FC236}">
                <a16:creationId xmlns:a16="http://schemas.microsoft.com/office/drawing/2014/main" id="{357425EF-4B8E-42E5-A2B7-89321C12F07E}"/>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8" name="Line 20">
            <a:extLst>
              <a:ext uri="{FF2B5EF4-FFF2-40B4-BE49-F238E27FC236}">
                <a16:creationId xmlns:a16="http://schemas.microsoft.com/office/drawing/2014/main" id="{9B9AFEE9-6EDF-4177-8E42-2975A239CF1F}"/>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3691394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p:cTn id="7" dur="500" fill="hold"/>
                                        <p:tgtEl>
                                          <p:spTgt spid="104"/>
                                        </p:tgtEl>
                                        <p:attrNameLst>
                                          <p:attrName>ppt_w</p:attrName>
                                        </p:attrNameLst>
                                      </p:cBhvr>
                                      <p:tavLst>
                                        <p:tav tm="0">
                                          <p:val>
                                            <p:fltVal val="0"/>
                                          </p:val>
                                        </p:tav>
                                        <p:tav tm="100000">
                                          <p:val>
                                            <p:strVal val="#ppt_w"/>
                                          </p:val>
                                        </p:tav>
                                      </p:tavLst>
                                    </p:anim>
                                    <p:anim calcmode="lin" valueType="num">
                                      <p:cBhvr>
                                        <p:cTn id="8" dur="500" fill="hold"/>
                                        <p:tgtEl>
                                          <p:spTgt spid="104"/>
                                        </p:tgtEl>
                                        <p:attrNameLst>
                                          <p:attrName>ppt_h</p:attrName>
                                        </p:attrNameLst>
                                      </p:cBhvr>
                                      <p:tavLst>
                                        <p:tav tm="0">
                                          <p:val>
                                            <p:fltVal val="0"/>
                                          </p:val>
                                        </p:tav>
                                        <p:tav tm="100000">
                                          <p:val>
                                            <p:strVal val="#ppt_h"/>
                                          </p:val>
                                        </p:tav>
                                      </p:tavLst>
                                    </p:anim>
                                    <p:animEffect transition="in" filter="fade">
                                      <p:cBhvr>
                                        <p:cTn id="9" dur="500"/>
                                        <p:tgtEl>
                                          <p:spTgt spid="10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34"/>
                                        </p:tgtEl>
                                        <p:attrNameLst>
                                          <p:attrName>style.visibility</p:attrName>
                                        </p:attrNameLst>
                                      </p:cBhvr>
                                      <p:to>
                                        <p:strVal val="visible"/>
                                      </p:to>
                                    </p:set>
                                    <p:anim calcmode="lin" valueType="num">
                                      <p:cBhvr>
                                        <p:cTn id="14" dur="500" fill="hold"/>
                                        <p:tgtEl>
                                          <p:spTgt spid="134"/>
                                        </p:tgtEl>
                                        <p:attrNameLst>
                                          <p:attrName>ppt_w</p:attrName>
                                        </p:attrNameLst>
                                      </p:cBhvr>
                                      <p:tavLst>
                                        <p:tav tm="0">
                                          <p:val>
                                            <p:fltVal val="0"/>
                                          </p:val>
                                        </p:tav>
                                        <p:tav tm="100000">
                                          <p:val>
                                            <p:strVal val="#ppt_w"/>
                                          </p:val>
                                        </p:tav>
                                      </p:tavLst>
                                    </p:anim>
                                    <p:anim calcmode="lin" valueType="num">
                                      <p:cBhvr>
                                        <p:cTn id="15" dur="500" fill="hold"/>
                                        <p:tgtEl>
                                          <p:spTgt spid="134"/>
                                        </p:tgtEl>
                                        <p:attrNameLst>
                                          <p:attrName>ppt_h</p:attrName>
                                        </p:attrNameLst>
                                      </p:cBhvr>
                                      <p:tavLst>
                                        <p:tav tm="0">
                                          <p:val>
                                            <p:fltVal val="0"/>
                                          </p:val>
                                        </p:tav>
                                        <p:tav tm="100000">
                                          <p:val>
                                            <p:strVal val="#ppt_h"/>
                                          </p:val>
                                        </p:tav>
                                      </p:tavLst>
                                    </p:anim>
                                    <p:animEffect transition="in" filter="fade">
                                      <p:cBhvr>
                                        <p:cTn id="16" dur="500"/>
                                        <p:tgtEl>
                                          <p:spTgt spid="134"/>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37"/>
                                        </p:tgtEl>
                                        <p:attrNameLst>
                                          <p:attrName>style.visibility</p:attrName>
                                        </p:attrNameLst>
                                      </p:cBhvr>
                                      <p:to>
                                        <p:strVal val="visible"/>
                                      </p:to>
                                    </p:set>
                                    <p:anim calcmode="lin" valueType="num">
                                      <p:cBhvr>
                                        <p:cTn id="19" dur="500" fill="hold"/>
                                        <p:tgtEl>
                                          <p:spTgt spid="137"/>
                                        </p:tgtEl>
                                        <p:attrNameLst>
                                          <p:attrName>ppt_w</p:attrName>
                                        </p:attrNameLst>
                                      </p:cBhvr>
                                      <p:tavLst>
                                        <p:tav tm="0">
                                          <p:val>
                                            <p:fltVal val="0"/>
                                          </p:val>
                                        </p:tav>
                                        <p:tav tm="100000">
                                          <p:val>
                                            <p:strVal val="#ppt_w"/>
                                          </p:val>
                                        </p:tav>
                                      </p:tavLst>
                                    </p:anim>
                                    <p:anim calcmode="lin" valueType="num">
                                      <p:cBhvr>
                                        <p:cTn id="20" dur="500" fill="hold"/>
                                        <p:tgtEl>
                                          <p:spTgt spid="137"/>
                                        </p:tgtEl>
                                        <p:attrNameLst>
                                          <p:attrName>ppt_h</p:attrName>
                                        </p:attrNameLst>
                                      </p:cBhvr>
                                      <p:tavLst>
                                        <p:tav tm="0">
                                          <p:val>
                                            <p:fltVal val="0"/>
                                          </p:val>
                                        </p:tav>
                                        <p:tav tm="100000">
                                          <p:val>
                                            <p:strVal val="#ppt_h"/>
                                          </p:val>
                                        </p:tav>
                                      </p:tavLst>
                                    </p:anim>
                                    <p:animEffect transition="in" filter="fade">
                                      <p:cBhvr>
                                        <p:cTn id="21" dur="500"/>
                                        <p:tgtEl>
                                          <p:spTgt spid="137"/>
                                        </p:tgtEl>
                                      </p:cBhvr>
                                    </p:animEffect>
                                  </p:childTnLst>
                                </p:cTn>
                              </p:par>
                              <p:par>
                                <p:cTn id="22" presetID="53" presetClass="entr" presetSubtype="16" fill="hold" nodeType="withEffect">
                                  <p:stCondLst>
                                    <p:cond delay="0"/>
                                  </p:stCondLst>
                                  <p:childTnLst>
                                    <p:set>
                                      <p:cBhvr>
                                        <p:cTn id="23" dur="1" fill="hold">
                                          <p:stCondLst>
                                            <p:cond delay="0"/>
                                          </p:stCondLst>
                                        </p:cTn>
                                        <p:tgtEl>
                                          <p:spTgt spid="161"/>
                                        </p:tgtEl>
                                        <p:attrNameLst>
                                          <p:attrName>style.visibility</p:attrName>
                                        </p:attrNameLst>
                                      </p:cBhvr>
                                      <p:to>
                                        <p:strVal val="visible"/>
                                      </p:to>
                                    </p:set>
                                    <p:anim calcmode="lin" valueType="num">
                                      <p:cBhvr>
                                        <p:cTn id="24" dur="500" fill="hold"/>
                                        <p:tgtEl>
                                          <p:spTgt spid="161"/>
                                        </p:tgtEl>
                                        <p:attrNameLst>
                                          <p:attrName>ppt_w</p:attrName>
                                        </p:attrNameLst>
                                      </p:cBhvr>
                                      <p:tavLst>
                                        <p:tav tm="0">
                                          <p:val>
                                            <p:fltVal val="0"/>
                                          </p:val>
                                        </p:tav>
                                        <p:tav tm="100000">
                                          <p:val>
                                            <p:strVal val="#ppt_w"/>
                                          </p:val>
                                        </p:tav>
                                      </p:tavLst>
                                    </p:anim>
                                    <p:anim calcmode="lin" valueType="num">
                                      <p:cBhvr>
                                        <p:cTn id="25" dur="500" fill="hold"/>
                                        <p:tgtEl>
                                          <p:spTgt spid="161"/>
                                        </p:tgtEl>
                                        <p:attrNameLst>
                                          <p:attrName>ppt_h</p:attrName>
                                        </p:attrNameLst>
                                      </p:cBhvr>
                                      <p:tavLst>
                                        <p:tav tm="0">
                                          <p:val>
                                            <p:fltVal val="0"/>
                                          </p:val>
                                        </p:tav>
                                        <p:tav tm="100000">
                                          <p:val>
                                            <p:strVal val="#ppt_h"/>
                                          </p:val>
                                        </p:tav>
                                      </p:tavLst>
                                    </p:anim>
                                    <p:animEffect transition="in" filter="fade">
                                      <p:cBhvr>
                                        <p:cTn id="26" dur="500"/>
                                        <p:tgtEl>
                                          <p:spTgt spid="161"/>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68"/>
                                        </p:tgtEl>
                                        <p:attrNameLst>
                                          <p:attrName>style.visibility</p:attrName>
                                        </p:attrNameLst>
                                      </p:cBhvr>
                                      <p:to>
                                        <p:strVal val="visible"/>
                                      </p:to>
                                    </p:set>
                                    <p:anim calcmode="lin" valueType="num">
                                      <p:cBhvr>
                                        <p:cTn id="29" dur="500" fill="hold"/>
                                        <p:tgtEl>
                                          <p:spTgt spid="168"/>
                                        </p:tgtEl>
                                        <p:attrNameLst>
                                          <p:attrName>ppt_w</p:attrName>
                                        </p:attrNameLst>
                                      </p:cBhvr>
                                      <p:tavLst>
                                        <p:tav tm="0">
                                          <p:val>
                                            <p:fltVal val="0"/>
                                          </p:val>
                                        </p:tav>
                                        <p:tav tm="100000">
                                          <p:val>
                                            <p:strVal val="#ppt_w"/>
                                          </p:val>
                                        </p:tav>
                                      </p:tavLst>
                                    </p:anim>
                                    <p:anim calcmode="lin" valueType="num">
                                      <p:cBhvr>
                                        <p:cTn id="30" dur="500" fill="hold"/>
                                        <p:tgtEl>
                                          <p:spTgt spid="168"/>
                                        </p:tgtEl>
                                        <p:attrNameLst>
                                          <p:attrName>ppt_h</p:attrName>
                                        </p:attrNameLst>
                                      </p:cBhvr>
                                      <p:tavLst>
                                        <p:tav tm="0">
                                          <p:val>
                                            <p:fltVal val="0"/>
                                          </p:val>
                                        </p:tav>
                                        <p:tav tm="100000">
                                          <p:val>
                                            <p:strVal val="#ppt_h"/>
                                          </p:val>
                                        </p:tav>
                                      </p:tavLst>
                                    </p:anim>
                                    <p:animEffect transition="in" filter="fade">
                                      <p:cBhvr>
                                        <p:cTn id="31" dur="500"/>
                                        <p:tgtEl>
                                          <p:spTgt spid="168"/>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69"/>
                                        </p:tgtEl>
                                        <p:attrNameLst>
                                          <p:attrName>style.visibility</p:attrName>
                                        </p:attrNameLst>
                                      </p:cBhvr>
                                      <p:to>
                                        <p:strVal val="visible"/>
                                      </p:to>
                                    </p:set>
                                    <p:anim calcmode="lin" valueType="num">
                                      <p:cBhvr>
                                        <p:cTn id="34" dur="500" fill="hold"/>
                                        <p:tgtEl>
                                          <p:spTgt spid="169"/>
                                        </p:tgtEl>
                                        <p:attrNameLst>
                                          <p:attrName>ppt_w</p:attrName>
                                        </p:attrNameLst>
                                      </p:cBhvr>
                                      <p:tavLst>
                                        <p:tav tm="0">
                                          <p:val>
                                            <p:fltVal val="0"/>
                                          </p:val>
                                        </p:tav>
                                        <p:tav tm="100000">
                                          <p:val>
                                            <p:strVal val="#ppt_w"/>
                                          </p:val>
                                        </p:tav>
                                      </p:tavLst>
                                    </p:anim>
                                    <p:anim calcmode="lin" valueType="num">
                                      <p:cBhvr>
                                        <p:cTn id="35" dur="500" fill="hold"/>
                                        <p:tgtEl>
                                          <p:spTgt spid="169"/>
                                        </p:tgtEl>
                                        <p:attrNameLst>
                                          <p:attrName>ppt_h</p:attrName>
                                        </p:attrNameLst>
                                      </p:cBhvr>
                                      <p:tavLst>
                                        <p:tav tm="0">
                                          <p:val>
                                            <p:fltVal val="0"/>
                                          </p:val>
                                        </p:tav>
                                        <p:tav tm="100000">
                                          <p:val>
                                            <p:strVal val="#ppt_h"/>
                                          </p:val>
                                        </p:tav>
                                      </p:tavLst>
                                    </p:anim>
                                    <p:animEffect transition="in" filter="fade">
                                      <p:cBhvr>
                                        <p:cTn id="36" dur="500"/>
                                        <p:tgtEl>
                                          <p:spTgt spid="169"/>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08"/>
                                        </p:tgtEl>
                                        <p:attrNameLst>
                                          <p:attrName>style.visibility</p:attrName>
                                        </p:attrNameLst>
                                      </p:cBhvr>
                                      <p:to>
                                        <p:strVal val="visible"/>
                                      </p:to>
                                    </p:set>
                                    <p:anim calcmode="lin" valueType="num">
                                      <p:cBhvr>
                                        <p:cTn id="39" dur="500" fill="hold"/>
                                        <p:tgtEl>
                                          <p:spTgt spid="108"/>
                                        </p:tgtEl>
                                        <p:attrNameLst>
                                          <p:attrName>ppt_w</p:attrName>
                                        </p:attrNameLst>
                                      </p:cBhvr>
                                      <p:tavLst>
                                        <p:tav tm="0">
                                          <p:val>
                                            <p:fltVal val="0"/>
                                          </p:val>
                                        </p:tav>
                                        <p:tav tm="100000">
                                          <p:val>
                                            <p:strVal val="#ppt_w"/>
                                          </p:val>
                                        </p:tav>
                                      </p:tavLst>
                                    </p:anim>
                                    <p:anim calcmode="lin" valueType="num">
                                      <p:cBhvr>
                                        <p:cTn id="40" dur="500" fill="hold"/>
                                        <p:tgtEl>
                                          <p:spTgt spid="108"/>
                                        </p:tgtEl>
                                        <p:attrNameLst>
                                          <p:attrName>ppt_h</p:attrName>
                                        </p:attrNameLst>
                                      </p:cBhvr>
                                      <p:tavLst>
                                        <p:tav tm="0">
                                          <p:val>
                                            <p:fltVal val="0"/>
                                          </p:val>
                                        </p:tav>
                                        <p:tav tm="100000">
                                          <p:val>
                                            <p:strVal val="#ppt_h"/>
                                          </p:val>
                                        </p:tav>
                                      </p:tavLst>
                                    </p:anim>
                                    <p:animEffect transition="in" filter="fade">
                                      <p:cBhvr>
                                        <p:cTn id="41" dur="500"/>
                                        <p:tgtEl>
                                          <p:spTgt spid="108"/>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18"/>
                                        </p:tgtEl>
                                        <p:attrNameLst>
                                          <p:attrName>style.visibility</p:attrName>
                                        </p:attrNameLst>
                                      </p:cBhvr>
                                      <p:to>
                                        <p:strVal val="visible"/>
                                      </p:to>
                                    </p:set>
                                    <p:anim calcmode="lin" valueType="num">
                                      <p:cBhvr>
                                        <p:cTn id="46" dur="500" fill="hold"/>
                                        <p:tgtEl>
                                          <p:spTgt spid="118"/>
                                        </p:tgtEl>
                                        <p:attrNameLst>
                                          <p:attrName>ppt_w</p:attrName>
                                        </p:attrNameLst>
                                      </p:cBhvr>
                                      <p:tavLst>
                                        <p:tav tm="0">
                                          <p:val>
                                            <p:fltVal val="0"/>
                                          </p:val>
                                        </p:tav>
                                        <p:tav tm="100000">
                                          <p:val>
                                            <p:strVal val="#ppt_w"/>
                                          </p:val>
                                        </p:tav>
                                      </p:tavLst>
                                    </p:anim>
                                    <p:anim calcmode="lin" valueType="num">
                                      <p:cBhvr>
                                        <p:cTn id="47" dur="500" fill="hold"/>
                                        <p:tgtEl>
                                          <p:spTgt spid="118"/>
                                        </p:tgtEl>
                                        <p:attrNameLst>
                                          <p:attrName>ppt_h</p:attrName>
                                        </p:attrNameLst>
                                      </p:cBhvr>
                                      <p:tavLst>
                                        <p:tav tm="0">
                                          <p:val>
                                            <p:fltVal val="0"/>
                                          </p:val>
                                        </p:tav>
                                        <p:tav tm="100000">
                                          <p:val>
                                            <p:strVal val="#ppt_h"/>
                                          </p:val>
                                        </p:tav>
                                      </p:tavLst>
                                    </p:anim>
                                    <p:animEffect transition="in" filter="fade">
                                      <p:cBhvr>
                                        <p:cTn id="48" dur="500"/>
                                        <p:tgtEl>
                                          <p:spTgt spid="118"/>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nodeType="clickEffect">
                                  <p:stCondLst>
                                    <p:cond delay="0"/>
                                  </p:stCondLst>
                                  <p:childTnLst>
                                    <p:set>
                                      <p:cBhvr>
                                        <p:cTn id="52" dur="1" fill="hold">
                                          <p:stCondLst>
                                            <p:cond delay="0"/>
                                          </p:stCondLst>
                                        </p:cTn>
                                        <p:tgtEl>
                                          <p:spTgt spid="138"/>
                                        </p:tgtEl>
                                        <p:attrNameLst>
                                          <p:attrName>style.visibility</p:attrName>
                                        </p:attrNameLst>
                                      </p:cBhvr>
                                      <p:to>
                                        <p:strVal val="visible"/>
                                      </p:to>
                                    </p:set>
                                    <p:anim calcmode="lin" valueType="num">
                                      <p:cBhvr>
                                        <p:cTn id="53" dur="500" fill="hold"/>
                                        <p:tgtEl>
                                          <p:spTgt spid="138"/>
                                        </p:tgtEl>
                                        <p:attrNameLst>
                                          <p:attrName>ppt_w</p:attrName>
                                        </p:attrNameLst>
                                      </p:cBhvr>
                                      <p:tavLst>
                                        <p:tav tm="0">
                                          <p:val>
                                            <p:fltVal val="0"/>
                                          </p:val>
                                        </p:tav>
                                        <p:tav tm="100000">
                                          <p:val>
                                            <p:strVal val="#ppt_w"/>
                                          </p:val>
                                        </p:tav>
                                      </p:tavLst>
                                    </p:anim>
                                    <p:anim calcmode="lin" valueType="num">
                                      <p:cBhvr>
                                        <p:cTn id="54" dur="500" fill="hold"/>
                                        <p:tgtEl>
                                          <p:spTgt spid="138"/>
                                        </p:tgtEl>
                                        <p:attrNameLst>
                                          <p:attrName>ppt_h</p:attrName>
                                        </p:attrNameLst>
                                      </p:cBhvr>
                                      <p:tavLst>
                                        <p:tav tm="0">
                                          <p:val>
                                            <p:fltVal val="0"/>
                                          </p:val>
                                        </p:tav>
                                        <p:tav tm="100000">
                                          <p:val>
                                            <p:strVal val="#ppt_h"/>
                                          </p:val>
                                        </p:tav>
                                      </p:tavLst>
                                    </p:anim>
                                    <p:animEffect transition="in" filter="fade">
                                      <p:cBhvr>
                                        <p:cTn id="55"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P spid="137" grpId="0" animBg="1"/>
      <p:bldP spid="168" grpId="0"/>
      <p:bldP spid="169" grpId="0"/>
      <p:bldP spid="108" grpId="0"/>
      <p:bldP spid="118"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6</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4" name="Group 150"/>
          <p:cNvGrpSpPr>
            <a:grpSpLocks/>
          </p:cNvGrpSpPr>
          <p:nvPr/>
        </p:nvGrpSpPr>
        <p:grpSpPr bwMode="auto">
          <a:xfrm>
            <a:off x="4156109" y="1919382"/>
            <a:ext cx="1168400" cy="605367"/>
            <a:chOff x="1512" y="503"/>
            <a:chExt cx="552" cy="286"/>
          </a:xfrm>
        </p:grpSpPr>
        <p:sp>
          <p:nvSpPr>
            <p:cNvPr id="135" name="Rectangle 151"/>
            <p:cNvSpPr>
              <a:spLocks noChangeArrowheads="1"/>
            </p:cNvSpPr>
            <p:nvPr/>
          </p:nvSpPr>
          <p:spPr bwMode="auto">
            <a:xfrm>
              <a:off x="1741" y="516"/>
              <a:ext cx="323" cy="273"/>
            </a:xfrm>
            <a:prstGeom prst="rect">
              <a:avLst/>
            </a:prstGeom>
            <a:solidFill>
              <a:srgbClr val="800080">
                <a:alpha val="3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a:solidFill>
                    <a:prstClr val="black"/>
                  </a:solidFill>
                  <a:latin typeface="Times New Roman" panose="02020603050405020304" pitchFamily="18" charset="0"/>
                  <a:ea typeface="宋体" panose="02010600030101010101" pitchFamily="2" charset="-122"/>
                </a:rPr>
                <a:t>3</a:t>
              </a:r>
            </a:p>
          </p:txBody>
        </p:sp>
        <p:sp>
          <p:nvSpPr>
            <p:cNvPr id="136" name="Text Box 152"/>
            <p:cNvSpPr txBox="1">
              <a:spLocks noChangeArrowheads="1"/>
            </p:cNvSpPr>
            <p:nvPr/>
          </p:nvSpPr>
          <p:spPr bwMode="auto">
            <a:xfrm>
              <a:off x="1512" y="503"/>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sp>
        <p:nvSpPr>
          <p:cNvPr id="137" name="Freeform 170"/>
          <p:cNvSpPr>
            <a:spLocks/>
          </p:cNvSpPr>
          <p:nvPr/>
        </p:nvSpPr>
        <p:spPr bwMode="auto">
          <a:xfrm>
            <a:off x="5328742" y="2243203"/>
            <a:ext cx="1439333" cy="1343875"/>
          </a:xfrm>
          <a:custGeom>
            <a:avLst/>
            <a:gdLst>
              <a:gd name="T0" fmla="*/ 0 w 680"/>
              <a:gd name="T1" fmla="*/ 0 h 1044"/>
              <a:gd name="T2" fmla="*/ 408 w 680"/>
              <a:gd name="T3" fmla="*/ 0 h 1044"/>
              <a:gd name="T4" fmla="*/ 408 w 680"/>
              <a:gd name="T5" fmla="*/ 1044 h 1044"/>
              <a:gd name="T6" fmla="*/ 680 w 680"/>
              <a:gd name="T7" fmla="*/ 1044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rgbClr val="9900CC"/>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7</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7</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sp>
        <p:nvSpPr>
          <p:cNvPr id="111" name="矩形 110">
            <a:extLst>
              <a:ext uri="{FF2B5EF4-FFF2-40B4-BE49-F238E27FC236}">
                <a16:creationId xmlns:a16="http://schemas.microsoft.com/office/drawing/2014/main" id="{8670810F-7FCA-4396-9C3A-525F2AD6CB6B}"/>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12" name="矩形 111">
            <a:extLst>
              <a:ext uri="{FF2B5EF4-FFF2-40B4-BE49-F238E27FC236}">
                <a16:creationId xmlns:a16="http://schemas.microsoft.com/office/drawing/2014/main" id="{A59B3E52-AE61-42F5-81FC-1FAD7454833F}"/>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13" name="矩形 112">
            <a:extLst>
              <a:ext uri="{FF2B5EF4-FFF2-40B4-BE49-F238E27FC236}">
                <a16:creationId xmlns:a16="http://schemas.microsoft.com/office/drawing/2014/main" id="{A99DBAB2-DB9B-4C3F-942D-134145E7FEDF}"/>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14" name="Rectangle 3">
            <a:extLst>
              <a:ext uri="{FF2B5EF4-FFF2-40B4-BE49-F238E27FC236}">
                <a16:creationId xmlns:a16="http://schemas.microsoft.com/office/drawing/2014/main" id="{7E431ED4-7AE5-4369-BE53-EF421C04021E}"/>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10" name="Line 20">
            <a:extLst>
              <a:ext uri="{FF2B5EF4-FFF2-40B4-BE49-F238E27FC236}">
                <a16:creationId xmlns:a16="http://schemas.microsoft.com/office/drawing/2014/main" id="{813B315F-579C-4A63-924B-FB559BEA28FC}"/>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6" name="Line 20">
            <a:extLst>
              <a:ext uri="{FF2B5EF4-FFF2-40B4-BE49-F238E27FC236}">
                <a16:creationId xmlns:a16="http://schemas.microsoft.com/office/drawing/2014/main" id="{FCE3C214-C424-4D14-A343-47A43BDCBE95}"/>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7" name="Line 20">
            <a:extLst>
              <a:ext uri="{FF2B5EF4-FFF2-40B4-BE49-F238E27FC236}">
                <a16:creationId xmlns:a16="http://schemas.microsoft.com/office/drawing/2014/main" id="{45B3AE3F-5AC9-4311-AB71-34AF40271A37}"/>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8" name="Line 20">
            <a:extLst>
              <a:ext uri="{FF2B5EF4-FFF2-40B4-BE49-F238E27FC236}">
                <a16:creationId xmlns:a16="http://schemas.microsoft.com/office/drawing/2014/main" id="{E4DDE13B-1411-4D15-A7FB-F94EECC6200D}"/>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9" name="Line 20">
            <a:extLst>
              <a:ext uri="{FF2B5EF4-FFF2-40B4-BE49-F238E27FC236}">
                <a16:creationId xmlns:a16="http://schemas.microsoft.com/office/drawing/2014/main" id="{333FEC24-3817-4287-AE25-2D4C8F656B07}"/>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0" name="Line 20">
            <a:extLst>
              <a:ext uri="{FF2B5EF4-FFF2-40B4-BE49-F238E27FC236}">
                <a16:creationId xmlns:a16="http://schemas.microsoft.com/office/drawing/2014/main" id="{7EA79E4E-A3B6-4BB5-96C1-B8CEE854B513}"/>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1" name="Line 20">
            <a:extLst>
              <a:ext uri="{FF2B5EF4-FFF2-40B4-BE49-F238E27FC236}">
                <a16:creationId xmlns:a16="http://schemas.microsoft.com/office/drawing/2014/main" id="{B0DF18F6-3273-4CC0-A50A-E03F494D7CC5}"/>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4" name="Line 20">
            <a:extLst>
              <a:ext uri="{FF2B5EF4-FFF2-40B4-BE49-F238E27FC236}">
                <a16:creationId xmlns:a16="http://schemas.microsoft.com/office/drawing/2014/main" id="{D81A800F-A23F-48E9-9365-1E411B569BFA}"/>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989998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68"/>
                                        </p:tgtEl>
                                        <p:attrNameLst>
                                          <p:attrName>style.visibility</p:attrName>
                                        </p:attrNameLst>
                                      </p:cBhvr>
                                      <p:to>
                                        <p:strVal val="visible"/>
                                      </p:to>
                                    </p:set>
                                    <p:anim calcmode="lin" valueType="num">
                                      <p:cBhvr>
                                        <p:cTn id="7" dur="500" fill="hold"/>
                                        <p:tgtEl>
                                          <p:spTgt spid="168"/>
                                        </p:tgtEl>
                                        <p:attrNameLst>
                                          <p:attrName>ppt_w</p:attrName>
                                        </p:attrNameLst>
                                      </p:cBhvr>
                                      <p:tavLst>
                                        <p:tav tm="0">
                                          <p:val>
                                            <p:fltVal val="0"/>
                                          </p:val>
                                        </p:tav>
                                        <p:tav tm="100000">
                                          <p:val>
                                            <p:strVal val="#ppt_w"/>
                                          </p:val>
                                        </p:tav>
                                      </p:tavLst>
                                    </p:anim>
                                    <p:anim calcmode="lin" valueType="num">
                                      <p:cBhvr>
                                        <p:cTn id="8" dur="500" fill="hold"/>
                                        <p:tgtEl>
                                          <p:spTgt spid="168"/>
                                        </p:tgtEl>
                                        <p:attrNameLst>
                                          <p:attrName>ppt_h</p:attrName>
                                        </p:attrNameLst>
                                      </p:cBhvr>
                                      <p:tavLst>
                                        <p:tav tm="0">
                                          <p:val>
                                            <p:fltVal val="0"/>
                                          </p:val>
                                        </p:tav>
                                        <p:tav tm="100000">
                                          <p:val>
                                            <p:strVal val="#ppt_h"/>
                                          </p:val>
                                        </p:tav>
                                      </p:tavLst>
                                    </p:anim>
                                    <p:animEffect transition="in" filter="fade">
                                      <p:cBhvr>
                                        <p:cTn id="9" dur="500"/>
                                        <p:tgtEl>
                                          <p:spTgt spid="168"/>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69"/>
                                        </p:tgtEl>
                                        <p:attrNameLst>
                                          <p:attrName>style.visibility</p:attrName>
                                        </p:attrNameLst>
                                      </p:cBhvr>
                                      <p:to>
                                        <p:strVal val="visible"/>
                                      </p:to>
                                    </p:set>
                                    <p:anim calcmode="lin" valueType="num">
                                      <p:cBhvr>
                                        <p:cTn id="12" dur="500" fill="hold"/>
                                        <p:tgtEl>
                                          <p:spTgt spid="169"/>
                                        </p:tgtEl>
                                        <p:attrNameLst>
                                          <p:attrName>ppt_w</p:attrName>
                                        </p:attrNameLst>
                                      </p:cBhvr>
                                      <p:tavLst>
                                        <p:tav tm="0">
                                          <p:val>
                                            <p:fltVal val="0"/>
                                          </p:val>
                                        </p:tav>
                                        <p:tav tm="100000">
                                          <p:val>
                                            <p:strVal val="#ppt_w"/>
                                          </p:val>
                                        </p:tav>
                                      </p:tavLst>
                                    </p:anim>
                                    <p:anim calcmode="lin" valueType="num">
                                      <p:cBhvr>
                                        <p:cTn id="13" dur="500" fill="hold"/>
                                        <p:tgtEl>
                                          <p:spTgt spid="169"/>
                                        </p:tgtEl>
                                        <p:attrNameLst>
                                          <p:attrName>ppt_h</p:attrName>
                                        </p:attrNameLst>
                                      </p:cBhvr>
                                      <p:tavLst>
                                        <p:tav tm="0">
                                          <p:val>
                                            <p:fltVal val="0"/>
                                          </p:val>
                                        </p:tav>
                                        <p:tav tm="100000">
                                          <p:val>
                                            <p:strVal val="#ppt_h"/>
                                          </p:val>
                                        </p:tav>
                                      </p:tavLst>
                                    </p:anim>
                                    <p:animEffect transition="in" filter="fade">
                                      <p:cBhvr>
                                        <p:cTn id="14" dur="500"/>
                                        <p:tgtEl>
                                          <p:spTgt spid="169"/>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106"/>
                                        </p:tgtEl>
                                        <p:attrNameLst>
                                          <p:attrName>style.visibility</p:attrName>
                                        </p:attrNameLst>
                                      </p:cBhvr>
                                      <p:to>
                                        <p:strVal val="visible"/>
                                      </p:to>
                                    </p:set>
                                    <p:anim calcmode="lin" valueType="num">
                                      <p:cBhvr>
                                        <p:cTn id="19" dur="500" fill="hold"/>
                                        <p:tgtEl>
                                          <p:spTgt spid="106"/>
                                        </p:tgtEl>
                                        <p:attrNameLst>
                                          <p:attrName>ppt_w</p:attrName>
                                        </p:attrNameLst>
                                      </p:cBhvr>
                                      <p:tavLst>
                                        <p:tav tm="0">
                                          <p:val>
                                            <p:fltVal val="0"/>
                                          </p:val>
                                        </p:tav>
                                        <p:tav tm="100000">
                                          <p:val>
                                            <p:strVal val="#ppt_w"/>
                                          </p:val>
                                        </p:tav>
                                      </p:tavLst>
                                    </p:anim>
                                    <p:anim calcmode="lin" valueType="num">
                                      <p:cBhvr>
                                        <p:cTn id="20" dur="500" fill="hold"/>
                                        <p:tgtEl>
                                          <p:spTgt spid="106"/>
                                        </p:tgtEl>
                                        <p:attrNameLst>
                                          <p:attrName>ppt_h</p:attrName>
                                        </p:attrNameLst>
                                      </p:cBhvr>
                                      <p:tavLst>
                                        <p:tav tm="0">
                                          <p:val>
                                            <p:fltVal val="0"/>
                                          </p:val>
                                        </p:tav>
                                        <p:tav tm="100000">
                                          <p:val>
                                            <p:strVal val="#ppt_h"/>
                                          </p:val>
                                        </p:tav>
                                      </p:tavLst>
                                    </p:anim>
                                    <p:animEffect transition="in" filter="fade">
                                      <p:cBhvr>
                                        <p:cTn id="21"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P spid="16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6</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4" name="Group 150"/>
          <p:cNvGrpSpPr>
            <a:grpSpLocks/>
          </p:cNvGrpSpPr>
          <p:nvPr/>
        </p:nvGrpSpPr>
        <p:grpSpPr bwMode="auto">
          <a:xfrm>
            <a:off x="4156109" y="1919382"/>
            <a:ext cx="1168400" cy="605367"/>
            <a:chOff x="1512" y="503"/>
            <a:chExt cx="552" cy="286"/>
          </a:xfrm>
        </p:grpSpPr>
        <p:sp>
          <p:nvSpPr>
            <p:cNvPr id="135" name="Rectangle 151"/>
            <p:cNvSpPr>
              <a:spLocks noChangeArrowheads="1"/>
            </p:cNvSpPr>
            <p:nvPr/>
          </p:nvSpPr>
          <p:spPr bwMode="auto">
            <a:xfrm>
              <a:off x="1741" y="516"/>
              <a:ext cx="323" cy="273"/>
            </a:xfrm>
            <a:prstGeom prst="rect">
              <a:avLst/>
            </a:prstGeom>
            <a:solidFill>
              <a:srgbClr val="800080">
                <a:alpha val="3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a:solidFill>
                    <a:prstClr val="black"/>
                  </a:solidFill>
                  <a:latin typeface="Times New Roman" panose="02020603050405020304" pitchFamily="18" charset="0"/>
                  <a:ea typeface="宋体" panose="02010600030101010101" pitchFamily="2" charset="-122"/>
                </a:rPr>
                <a:t>3</a:t>
              </a:r>
            </a:p>
          </p:txBody>
        </p:sp>
        <p:sp>
          <p:nvSpPr>
            <p:cNvPr id="136" name="Text Box 152"/>
            <p:cNvSpPr txBox="1">
              <a:spLocks noChangeArrowheads="1"/>
            </p:cNvSpPr>
            <p:nvPr/>
          </p:nvSpPr>
          <p:spPr bwMode="auto">
            <a:xfrm>
              <a:off x="1512" y="503"/>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sp>
        <p:nvSpPr>
          <p:cNvPr id="137" name="Freeform 170"/>
          <p:cNvSpPr>
            <a:spLocks/>
          </p:cNvSpPr>
          <p:nvPr/>
        </p:nvSpPr>
        <p:spPr bwMode="auto">
          <a:xfrm>
            <a:off x="5328742" y="2243203"/>
            <a:ext cx="1439333" cy="1343875"/>
          </a:xfrm>
          <a:custGeom>
            <a:avLst/>
            <a:gdLst>
              <a:gd name="T0" fmla="*/ 0 w 680"/>
              <a:gd name="T1" fmla="*/ 0 h 1044"/>
              <a:gd name="T2" fmla="*/ 408 w 680"/>
              <a:gd name="T3" fmla="*/ 0 h 1044"/>
              <a:gd name="T4" fmla="*/ 408 w 680"/>
              <a:gd name="T5" fmla="*/ 1044 h 1044"/>
              <a:gd name="T6" fmla="*/ 680 w 680"/>
              <a:gd name="T7" fmla="*/ 1044 h 1044"/>
              <a:gd name="T8" fmla="*/ 0 60000 65536"/>
              <a:gd name="T9" fmla="*/ 0 60000 65536"/>
              <a:gd name="T10" fmla="*/ 0 60000 65536"/>
              <a:gd name="T11" fmla="*/ 0 60000 65536"/>
              <a:gd name="T12" fmla="*/ 0 w 680"/>
              <a:gd name="T13" fmla="*/ 0 h 1044"/>
              <a:gd name="T14" fmla="*/ 680 w 680"/>
              <a:gd name="T15" fmla="*/ 1044 h 1044"/>
            </a:gdLst>
            <a:ahLst/>
            <a:cxnLst>
              <a:cxn ang="T8">
                <a:pos x="T0" y="T1"/>
              </a:cxn>
              <a:cxn ang="T9">
                <a:pos x="T2" y="T3"/>
              </a:cxn>
              <a:cxn ang="T10">
                <a:pos x="T4" y="T5"/>
              </a:cxn>
              <a:cxn ang="T11">
                <a:pos x="T6" y="T7"/>
              </a:cxn>
            </a:cxnLst>
            <a:rect l="T12" t="T13" r="T14" b="T15"/>
            <a:pathLst>
              <a:path w="680" h="1044">
                <a:moveTo>
                  <a:pt x="0" y="0"/>
                </a:moveTo>
                <a:lnTo>
                  <a:pt x="408" y="0"/>
                </a:lnTo>
                <a:lnTo>
                  <a:pt x="408" y="1044"/>
                </a:lnTo>
                <a:lnTo>
                  <a:pt x="680" y="1044"/>
                </a:lnTo>
              </a:path>
            </a:pathLst>
          </a:custGeom>
          <a:noFill/>
          <a:ln w="19050" cap="flat" cmpd="sng">
            <a:solidFill>
              <a:srgbClr val="9900CC"/>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sp>
        <p:nvSpPr>
          <p:cNvPr id="111" name="矩形 110">
            <a:extLst>
              <a:ext uri="{FF2B5EF4-FFF2-40B4-BE49-F238E27FC236}">
                <a16:creationId xmlns:a16="http://schemas.microsoft.com/office/drawing/2014/main" id="{3C41988C-517D-4546-AC45-835D56E8DA83}"/>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12" name="矩形 111">
            <a:extLst>
              <a:ext uri="{FF2B5EF4-FFF2-40B4-BE49-F238E27FC236}">
                <a16:creationId xmlns:a16="http://schemas.microsoft.com/office/drawing/2014/main" id="{C345A0A6-FBD9-4E25-88ED-59DC0537F028}"/>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13" name="矩形 112">
            <a:extLst>
              <a:ext uri="{FF2B5EF4-FFF2-40B4-BE49-F238E27FC236}">
                <a16:creationId xmlns:a16="http://schemas.microsoft.com/office/drawing/2014/main" id="{6D2CA914-7FC7-477C-A2B7-42CC664C9D65}"/>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14" name="Rectangle 3">
            <a:extLst>
              <a:ext uri="{FF2B5EF4-FFF2-40B4-BE49-F238E27FC236}">
                <a16:creationId xmlns:a16="http://schemas.microsoft.com/office/drawing/2014/main" id="{4FAF874A-B016-4435-84BA-335470391081}"/>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10" name="Line 20">
            <a:extLst>
              <a:ext uri="{FF2B5EF4-FFF2-40B4-BE49-F238E27FC236}">
                <a16:creationId xmlns:a16="http://schemas.microsoft.com/office/drawing/2014/main" id="{66580C49-1A48-4D9A-8F32-495D97FDA4D1}"/>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6" name="Line 20">
            <a:extLst>
              <a:ext uri="{FF2B5EF4-FFF2-40B4-BE49-F238E27FC236}">
                <a16:creationId xmlns:a16="http://schemas.microsoft.com/office/drawing/2014/main" id="{4B4364B9-640B-4977-AAA3-58C83F14AC8A}"/>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7" name="Line 20">
            <a:extLst>
              <a:ext uri="{FF2B5EF4-FFF2-40B4-BE49-F238E27FC236}">
                <a16:creationId xmlns:a16="http://schemas.microsoft.com/office/drawing/2014/main" id="{D715EF07-0393-4949-A615-7F6F82626CD3}"/>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8" name="Line 20">
            <a:extLst>
              <a:ext uri="{FF2B5EF4-FFF2-40B4-BE49-F238E27FC236}">
                <a16:creationId xmlns:a16="http://schemas.microsoft.com/office/drawing/2014/main" id="{6AF2A661-EF97-4CD5-8374-CE0CE6D093BF}"/>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9" name="Line 20">
            <a:extLst>
              <a:ext uri="{FF2B5EF4-FFF2-40B4-BE49-F238E27FC236}">
                <a16:creationId xmlns:a16="http://schemas.microsoft.com/office/drawing/2014/main" id="{0C9EFA8A-BFFF-4B24-9684-9C28636D6CF3}"/>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0" name="Line 20">
            <a:extLst>
              <a:ext uri="{FF2B5EF4-FFF2-40B4-BE49-F238E27FC236}">
                <a16:creationId xmlns:a16="http://schemas.microsoft.com/office/drawing/2014/main" id="{6B1C5ADD-BEFA-4234-815B-5D79D2695914}"/>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1" name="Line 20">
            <a:extLst>
              <a:ext uri="{FF2B5EF4-FFF2-40B4-BE49-F238E27FC236}">
                <a16:creationId xmlns:a16="http://schemas.microsoft.com/office/drawing/2014/main" id="{7430EBB7-ACBD-449A-A7F4-3AB595D108EF}"/>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 name="Line 20">
            <a:extLst>
              <a:ext uri="{FF2B5EF4-FFF2-40B4-BE49-F238E27FC236}">
                <a16:creationId xmlns:a16="http://schemas.microsoft.com/office/drawing/2014/main" id="{7D5E2070-17E2-4C00-A9A0-E34E8526A8CE}"/>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3" name="Line 20">
            <a:extLst>
              <a:ext uri="{FF2B5EF4-FFF2-40B4-BE49-F238E27FC236}">
                <a16:creationId xmlns:a16="http://schemas.microsoft.com/office/drawing/2014/main" id="{FD0C3399-5F5D-49D4-97D5-98690AB546DB}"/>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838309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68"/>
                                        </p:tgtEl>
                                        <p:attrNameLst>
                                          <p:attrName>style.visibility</p:attrName>
                                        </p:attrNameLst>
                                      </p:cBhvr>
                                      <p:to>
                                        <p:strVal val="visible"/>
                                      </p:to>
                                    </p:set>
                                    <p:anim calcmode="lin" valueType="num">
                                      <p:cBhvr>
                                        <p:cTn id="7" dur="500" fill="hold"/>
                                        <p:tgtEl>
                                          <p:spTgt spid="168"/>
                                        </p:tgtEl>
                                        <p:attrNameLst>
                                          <p:attrName>ppt_w</p:attrName>
                                        </p:attrNameLst>
                                      </p:cBhvr>
                                      <p:tavLst>
                                        <p:tav tm="0">
                                          <p:val>
                                            <p:fltVal val="0"/>
                                          </p:val>
                                        </p:tav>
                                        <p:tav tm="100000">
                                          <p:val>
                                            <p:strVal val="#ppt_w"/>
                                          </p:val>
                                        </p:tav>
                                      </p:tavLst>
                                    </p:anim>
                                    <p:anim calcmode="lin" valueType="num">
                                      <p:cBhvr>
                                        <p:cTn id="8" dur="500" fill="hold"/>
                                        <p:tgtEl>
                                          <p:spTgt spid="168"/>
                                        </p:tgtEl>
                                        <p:attrNameLst>
                                          <p:attrName>ppt_h</p:attrName>
                                        </p:attrNameLst>
                                      </p:cBhvr>
                                      <p:tavLst>
                                        <p:tav tm="0">
                                          <p:val>
                                            <p:fltVal val="0"/>
                                          </p:val>
                                        </p:tav>
                                        <p:tav tm="100000">
                                          <p:val>
                                            <p:strVal val="#ppt_h"/>
                                          </p:val>
                                        </p:tav>
                                      </p:tavLst>
                                    </p:anim>
                                    <p:animEffect transition="in" filter="fade">
                                      <p:cBhvr>
                                        <p:cTn id="9" dur="500"/>
                                        <p:tgtEl>
                                          <p:spTgt spid="168"/>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69"/>
                                        </p:tgtEl>
                                        <p:attrNameLst>
                                          <p:attrName>style.visibility</p:attrName>
                                        </p:attrNameLst>
                                      </p:cBhvr>
                                      <p:to>
                                        <p:strVal val="visible"/>
                                      </p:to>
                                    </p:set>
                                    <p:anim calcmode="lin" valueType="num">
                                      <p:cBhvr>
                                        <p:cTn id="12" dur="500" fill="hold"/>
                                        <p:tgtEl>
                                          <p:spTgt spid="169"/>
                                        </p:tgtEl>
                                        <p:attrNameLst>
                                          <p:attrName>ppt_w</p:attrName>
                                        </p:attrNameLst>
                                      </p:cBhvr>
                                      <p:tavLst>
                                        <p:tav tm="0">
                                          <p:val>
                                            <p:fltVal val="0"/>
                                          </p:val>
                                        </p:tav>
                                        <p:tav tm="100000">
                                          <p:val>
                                            <p:strVal val="#ppt_w"/>
                                          </p:val>
                                        </p:tav>
                                      </p:tavLst>
                                    </p:anim>
                                    <p:anim calcmode="lin" valueType="num">
                                      <p:cBhvr>
                                        <p:cTn id="13" dur="500" fill="hold"/>
                                        <p:tgtEl>
                                          <p:spTgt spid="169"/>
                                        </p:tgtEl>
                                        <p:attrNameLst>
                                          <p:attrName>ppt_h</p:attrName>
                                        </p:attrNameLst>
                                      </p:cBhvr>
                                      <p:tavLst>
                                        <p:tav tm="0">
                                          <p:val>
                                            <p:fltVal val="0"/>
                                          </p:val>
                                        </p:tav>
                                        <p:tav tm="100000">
                                          <p:val>
                                            <p:strVal val="#ppt_h"/>
                                          </p:val>
                                        </p:tav>
                                      </p:tavLst>
                                    </p:anim>
                                    <p:animEffect transition="in" filter="fade">
                                      <p:cBhvr>
                                        <p:cTn id="14" dur="500"/>
                                        <p:tgtEl>
                                          <p:spTgt spid="169"/>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23"/>
                                        </p:tgtEl>
                                        <p:attrNameLst>
                                          <p:attrName>style.visibility</p:attrName>
                                        </p:attrNameLst>
                                      </p:cBhvr>
                                      <p:to>
                                        <p:strVal val="visible"/>
                                      </p:to>
                                    </p:set>
                                    <p:anim calcmode="lin" valueType="num">
                                      <p:cBhvr>
                                        <p:cTn id="19" dur="500" fill="hold"/>
                                        <p:tgtEl>
                                          <p:spTgt spid="123"/>
                                        </p:tgtEl>
                                        <p:attrNameLst>
                                          <p:attrName>ppt_w</p:attrName>
                                        </p:attrNameLst>
                                      </p:cBhvr>
                                      <p:tavLst>
                                        <p:tav tm="0">
                                          <p:val>
                                            <p:fltVal val="0"/>
                                          </p:val>
                                        </p:tav>
                                        <p:tav tm="100000">
                                          <p:val>
                                            <p:strVal val="#ppt_w"/>
                                          </p:val>
                                        </p:tav>
                                      </p:tavLst>
                                    </p:anim>
                                    <p:anim calcmode="lin" valueType="num">
                                      <p:cBhvr>
                                        <p:cTn id="20" dur="500" fill="hold"/>
                                        <p:tgtEl>
                                          <p:spTgt spid="123"/>
                                        </p:tgtEl>
                                        <p:attrNameLst>
                                          <p:attrName>ppt_h</p:attrName>
                                        </p:attrNameLst>
                                      </p:cBhvr>
                                      <p:tavLst>
                                        <p:tav tm="0">
                                          <p:val>
                                            <p:fltVal val="0"/>
                                          </p:val>
                                        </p:tav>
                                        <p:tav tm="100000">
                                          <p:val>
                                            <p:strVal val="#ppt_h"/>
                                          </p:val>
                                        </p:tav>
                                      </p:tavLst>
                                    </p:anim>
                                    <p:animEffect transition="in" filter="fade">
                                      <p:cBhvr>
                                        <p:cTn id="21" dur="500"/>
                                        <p:tgtEl>
                                          <p:spTgt spid="123"/>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xit" presetSubtype="32" fill="hold" nodeType="clickEffect">
                                  <p:stCondLst>
                                    <p:cond delay="0"/>
                                  </p:stCondLst>
                                  <p:childTnLst>
                                    <p:anim calcmode="lin" valueType="num">
                                      <p:cBhvr>
                                        <p:cTn id="25" dur="500"/>
                                        <p:tgtEl>
                                          <p:spTgt spid="134"/>
                                        </p:tgtEl>
                                        <p:attrNameLst>
                                          <p:attrName>ppt_w</p:attrName>
                                        </p:attrNameLst>
                                      </p:cBhvr>
                                      <p:tavLst>
                                        <p:tav tm="0">
                                          <p:val>
                                            <p:strVal val="ppt_w"/>
                                          </p:val>
                                        </p:tav>
                                        <p:tav tm="100000">
                                          <p:val>
                                            <p:fltVal val="0"/>
                                          </p:val>
                                        </p:tav>
                                      </p:tavLst>
                                    </p:anim>
                                    <p:anim calcmode="lin" valueType="num">
                                      <p:cBhvr>
                                        <p:cTn id="26" dur="500"/>
                                        <p:tgtEl>
                                          <p:spTgt spid="134"/>
                                        </p:tgtEl>
                                        <p:attrNameLst>
                                          <p:attrName>ppt_h</p:attrName>
                                        </p:attrNameLst>
                                      </p:cBhvr>
                                      <p:tavLst>
                                        <p:tav tm="0">
                                          <p:val>
                                            <p:strVal val="ppt_h"/>
                                          </p:val>
                                        </p:tav>
                                        <p:tav tm="100000">
                                          <p:val>
                                            <p:fltVal val="0"/>
                                          </p:val>
                                        </p:tav>
                                      </p:tavLst>
                                    </p:anim>
                                    <p:animEffect transition="out" filter="fade">
                                      <p:cBhvr>
                                        <p:cTn id="27" dur="500"/>
                                        <p:tgtEl>
                                          <p:spTgt spid="134"/>
                                        </p:tgtEl>
                                      </p:cBhvr>
                                    </p:animEffect>
                                    <p:set>
                                      <p:cBhvr>
                                        <p:cTn id="28" dur="1" fill="hold">
                                          <p:stCondLst>
                                            <p:cond delay="499"/>
                                          </p:stCondLst>
                                        </p:cTn>
                                        <p:tgtEl>
                                          <p:spTgt spid="134"/>
                                        </p:tgtEl>
                                        <p:attrNameLst>
                                          <p:attrName>style.visibility</p:attrName>
                                        </p:attrNameLst>
                                      </p:cBhvr>
                                      <p:to>
                                        <p:strVal val="hidden"/>
                                      </p:to>
                                    </p:set>
                                  </p:childTnLst>
                                </p:cTn>
                              </p:par>
                              <p:par>
                                <p:cTn id="29" presetID="53" presetClass="exit" presetSubtype="32" fill="hold" grpId="0" nodeType="withEffect">
                                  <p:stCondLst>
                                    <p:cond delay="0"/>
                                  </p:stCondLst>
                                  <p:childTnLst>
                                    <p:anim calcmode="lin" valueType="num">
                                      <p:cBhvr>
                                        <p:cTn id="30" dur="500"/>
                                        <p:tgtEl>
                                          <p:spTgt spid="137"/>
                                        </p:tgtEl>
                                        <p:attrNameLst>
                                          <p:attrName>ppt_w</p:attrName>
                                        </p:attrNameLst>
                                      </p:cBhvr>
                                      <p:tavLst>
                                        <p:tav tm="0">
                                          <p:val>
                                            <p:strVal val="ppt_w"/>
                                          </p:val>
                                        </p:tav>
                                        <p:tav tm="100000">
                                          <p:val>
                                            <p:fltVal val="0"/>
                                          </p:val>
                                        </p:tav>
                                      </p:tavLst>
                                    </p:anim>
                                    <p:anim calcmode="lin" valueType="num">
                                      <p:cBhvr>
                                        <p:cTn id="31" dur="500"/>
                                        <p:tgtEl>
                                          <p:spTgt spid="137"/>
                                        </p:tgtEl>
                                        <p:attrNameLst>
                                          <p:attrName>ppt_h</p:attrName>
                                        </p:attrNameLst>
                                      </p:cBhvr>
                                      <p:tavLst>
                                        <p:tav tm="0">
                                          <p:val>
                                            <p:strVal val="ppt_h"/>
                                          </p:val>
                                        </p:tav>
                                        <p:tav tm="100000">
                                          <p:val>
                                            <p:fltVal val="0"/>
                                          </p:val>
                                        </p:tav>
                                      </p:tavLst>
                                    </p:anim>
                                    <p:animEffect transition="out" filter="fade">
                                      <p:cBhvr>
                                        <p:cTn id="32" dur="500"/>
                                        <p:tgtEl>
                                          <p:spTgt spid="137"/>
                                        </p:tgtEl>
                                      </p:cBhvr>
                                    </p:animEffect>
                                    <p:set>
                                      <p:cBhvr>
                                        <p:cTn id="33" dur="1" fill="hold">
                                          <p:stCondLst>
                                            <p:cond delay="499"/>
                                          </p:stCondLst>
                                        </p:cTn>
                                        <p:tgtEl>
                                          <p:spTgt spid="1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P spid="168" grpId="0"/>
      <p:bldP spid="169" grpId="0"/>
      <p:bldP spid="123"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6</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sp>
        <p:nvSpPr>
          <p:cNvPr id="116" name="矩形 115">
            <a:extLst>
              <a:ext uri="{FF2B5EF4-FFF2-40B4-BE49-F238E27FC236}">
                <a16:creationId xmlns:a16="http://schemas.microsoft.com/office/drawing/2014/main" id="{F6435722-CC36-4417-A600-632A3826FE12}"/>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17" name="矩形 116">
            <a:extLst>
              <a:ext uri="{FF2B5EF4-FFF2-40B4-BE49-F238E27FC236}">
                <a16:creationId xmlns:a16="http://schemas.microsoft.com/office/drawing/2014/main" id="{5924F293-BD66-4449-8939-698CFB06086F}"/>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18" name="矩形 117">
            <a:extLst>
              <a:ext uri="{FF2B5EF4-FFF2-40B4-BE49-F238E27FC236}">
                <a16:creationId xmlns:a16="http://schemas.microsoft.com/office/drawing/2014/main" id="{BE6FDC9D-4931-4D12-8C36-6382E03BC35E}"/>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19" name="Rectangle 3">
            <a:extLst>
              <a:ext uri="{FF2B5EF4-FFF2-40B4-BE49-F238E27FC236}">
                <a16:creationId xmlns:a16="http://schemas.microsoft.com/office/drawing/2014/main" id="{352AA672-B02C-4528-908A-24A1E3CB6245}"/>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14" name="Line 20">
            <a:extLst>
              <a:ext uri="{FF2B5EF4-FFF2-40B4-BE49-F238E27FC236}">
                <a16:creationId xmlns:a16="http://schemas.microsoft.com/office/drawing/2014/main" id="{76CCB283-3A63-418F-A922-99424FBC6FC7}"/>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0" name="Line 20">
            <a:extLst>
              <a:ext uri="{FF2B5EF4-FFF2-40B4-BE49-F238E27FC236}">
                <a16:creationId xmlns:a16="http://schemas.microsoft.com/office/drawing/2014/main" id="{67B5B4A9-3344-4F68-9658-89651AFC656F}"/>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1" name="Line 20">
            <a:extLst>
              <a:ext uri="{FF2B5EF4-FFF2-40B4-BE49-F238E27FC236}">
                <a16:creationId xmlns:a16="http://schemas.microsoft.com/office/drawing/2014/main" id="{59B096FC-C2AB-4682-8506-3AC699BEB5CE}"/>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2" name="Line 20">
            <a:extLst>
              <a:ext uri="{FF2B5EF4-FFF2-40B4-BE49-F238E27FC236}">
                <a16:creationId xmlns:a16="http://schemas.microsoft.com/office/drawing/2014/main" id="{B76D57C7-4A06-4451-9A2B-212567A2EBF9}"/>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3" name="Line 20">
            <a:extLst>
              <a:ext uri="{FF2B5EF4-FFF2-40B4-BE49-F238E27FC236}">
                <a16:creationId xmlns:a16="http://schemas.microsoft.com/office/drawing/2014/main" id="{4793A1AA-3206-4701-9383-3F7C1839732D}"/>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4" name="Line 20">
            <a:extLst>
              <a:ext uri="{FF2B5EF4-FFF2-40B4-BE49-F238E27FC236}">
                <a16:creationId xmlns:a16="http://schemas.microsoft.com/office/drawing/2014/main" id="{541C6704-6749-4FDF-A8AE-E22729E82B00}"/>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5" name="Line 20">
            <a:extLst>
              <a:ext uri="{FF2B5EF4-FFF2-40B4-BE49-F238E27FC236}">
                <a16:creationId xmlns:a16="http://schemas.microsoft.com/office/drawing/2014/main" id="{A8113360-CB2E-491D-B1B6-C49FF41431DA}"/>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6" name="Line 20">
            <a:extLst>
              <a:ext uri="{FF2B5EF4-FFF2-40B4-BE49-F238E27FC236}">
                <a16:creationId xmlns:a16="http://schemas.microsoft.com/office/drawing/2014/main" id="{AD2F1C1E-AAF2-456F-BFB7-C183E00E55E8}"/>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29" name="Line 20">
            <a:extLst>
              <a:ext uri="{FF2B5EF4-FFF2-40B4-BE49-F238E27FC236}">
                <a16:creationId xmlns:a16="http://schemas.microsoft.com/office/drawing/2014/main" id="{FDE03750-8380-4940-9A48-D53F5DDFBECF}"/>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30" name="Line 20">
            <a:extLst>
              <a:ext uri="{FF2B5EF4-FFF2-40B4-BE49-F238E27FC236}">
                <a16:creationId xmlns:a16="http://schemas.microsoft.com/office/drawing/2014/main" id="{C97CB558-9621-4655-956E-A2CD835B52E6}"/>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475213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p:cTn id="7" dur="500" fill="hold"/>
                                        <p:tgtEl>
                                          <p:spTgt spid="129"/>
                                        </p:tgtEl>
                                        <p:attrNameLst>
                                          <p:attrName>ppt_w</p:attrName>
                                        </p:attrNameLst>
                                      </p:cBhvr>
                                      <p:tavLst>
                                        <p:tav tm="0">
                                          <p:val>
                                            <p:fltVal val="0"/>
                                          </p:val>
                                        </p:tav>
                                        <p:tav tm="100000">
                                          <p:val>
                                            <p:strVal val="#ppt_w"/>
                                          </p:val>
                                        </p:tav>
                                      </p:tavLst>
                                    </p:anim>
                                    <p:anim calcmode="lin" valueType="num">
                                      <p:cBhvr>
                                        <p:cTn id="8" dur="500" fill="hold"/>
                                        <p:tgtEl>
                                          <p:spTgt spid="129"/>
                                        </p:tgtEl>
                                        <p:attrNameLst>
                                          <p:attrName>ppt_h</p:attrName>
                                        </p:attrNameLst>
                                      </p:cBhvr>
                                      <p:tavLst>
                                        <p:tav tm="0">
                                          <p:val>
                                            <p:fltVal val="0"/>
                                          </p:val>
                                        </p:tav>
                                        <p:tav tm="100000">
                                          <p:val>
                                            <p:strVal val="#ppt_h"/>
                                          </p:val>
                                        </p:tav>
                                      </p:tavLst>
                                    </p:anim>
                                    <p:animEffect transition="in" filter="fade">
                                      <p:cBhvr>
                                        <p:cTn id="9" dur="500"/>
                                        <p:tgtEl>
                                          <p:spTgt spid="129"/>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10"/>
                                        </p:tgtEl>
                                        <p:attrNameLst>
                                          <p:attrName>style.visibility</p:attrName>
                                        </p:attrNameLst>
                                      </p:cBhvr>
                                      <p:to>
                                        <p:strVal val="visible"/>
                                      </p:to>
                                    </p:set>
                                    <p:anim calcmode="lin" valueType="num">
                                      <p:cBhvr>
                                        <p:cTn id="14" dur="500" fill="hold"/>
                                        <p:tgtEl>
                                          <p:spTgt spid="110"/>
                                        </p:tgtEl>
                                        <p:attrNameLst>
                                          <p:attrName>ppt_w</p:attrName>
                                        </p:attrNameLst>
                                      </p:cBhvr>
                                      <p:tavLst>
                                        <p:tav tm="0">
                                          <p:val>
                                            <p:fltVal val="0"/>
                                          </p:val>
                                        </p:tav>
                                        <p:tav tm="100000">
                                          <p:val>
                                            <p:strVal val="#ppt_w"/>
                                          </p:val>
                                        </p:tav>
                                      </p:tavLst>
                                    </p:anim>
                                    <p:anim calcmode="lin" valueType="num">
                                      <p:cBhvr>
                                        <p:cTn id="15" dur="500" fill="hold"/>
                                        <p:tgtEl>
                                          <p:spTgt spid="110"/>
                                        </p:tgtEl>
                                        <p:attrNameLst>
                                          <p:attrName>ppt_h</p:attrName>
                                        </p:attrNameLst>
                                      </p:cBhvr>
                                      <p:tavLst>
                                        <p:tav tm="0">
                                          <p:val>
                                            <p:fltVal val="0"/>
                                          </p:val>
                                        </p:tav>
                                        <p:tav tm="100000">
                                          <p:val>
                                            <p:strVal val="#ppt_h"/>
                                          </p:val>
                                        </p:tav>
                                      </p:tavLst>
                                    </p:anim>
                                    <p:animEffect transition="in" filter="fade">
                                      <p:cBhvr>
                                        <p:cTn id="16"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923496" y="479840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27" name="Text Box 157"/>
          <p:cNvSpPr txBox="1">
            <a:spLocks noChangeArrowheads="1"/>
          </p:cNvSpPr>
          <p:nvPr/>
        </p:nvSpPr>
        <p:spPr bwMode="auto">
          <a:xfrm>
            <a:off x="6954275" y="432256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33" name="Group 31"/>
          <p:cNvGrpSpPr>
            <a:grpSpLocks/>
          </p:cNvGrpSpPr>
          <p:nvPr/>
        </p:nvGrpSpPr>
        <p:grpSpPr bwMode="auto">
          <a:xfrm>
            <a:off x="8688440" y="3574588"/>
            <a:ext cx="3429003" cy="381000"/>
            <a:chOff x="3982" y="527"/>
            <a:chExt cx="1620" cy="180"/>
          </a:xfrm>
        </p:grpSpPr>
        <p:sp>
          <p:nvSpPr>
            <p:cNvPr id="134"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5"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6"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7" name="组合 136"/>
          <p:cNvGrpSpPr/>
          <p:nvPr/>
        </p:nvGrpSpPr>
        <p:grpSpPr>
          <a:xfrm>
            <a:off x="5328743" y="2227878"/>
            <a:ext cx="1479360" cy="2247863"/>
            <a:chOff x="3996557" y="1670908"/>
            <a:chExt cx="1109520" cy="1685897"/>
          </a:xfrm>
        </p:grpSpPr>
        <p:cxnSp>
          <p:nvCxnSpPr>
            <p:cNvPr id="152" name="直接连接符 151"/>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53" name="直接连接符 152"/>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54" name="直接连接符 153"/>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18" name="矩形 117">
            <a:extLst>
              <a:ext uri="{FF2B5EF4-FFF2-40B4-BE49-F238E27FC236}">
                <a16:creationId xmlns:a16="http://schemas.microsoft.com/office/drawing/2014/main" id="{169C2E0F-C17C-4C71-A17B-36B530ABFA6D}"/>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28" name="矩形 127">
            <a:extLst>
              <a:ext uri="{FF2B5EF4-FFF2-40B4-BE49-F238E27FC236}">
                <a16:creationId xmlns:a16="http://schemas.microsoft.com/office/drawing/2014/main" id="{41AADD1F-5E38-4C12-98F7-275255DB105B}"/>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29" name="矩形 128">
            <a:extLst>
              <a:ext uri="{FF2B5EF4-FFF2-40B4-BE49-F238E27FC236}">
                <a16:creationId xmlns:a16="http://schemas.microsoft.com/office/drawing/2014/main" id="{0B1FE85A-DF5A-49CB-B762-7BEBB98230A1}"/>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30" name="矩形 129">
            <a:extLst>
              <a:ext uri="{FF2B5EF4-FFF2-40B4-BE49-F238E27FC236}">
                <a16:creationId xmlns:a16="http://schemas.microsoft.com/office/drawing/2014/main" id="{4306B577-45BE-4A9D-A145-987270F722F9}"/>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31" name="Rectangle 3">
            <a:extLst>
              <a:ext uri="{FF2B5EF4-FFF2-40B4-BE49-F238E27FC236}">
                <a16:creationId xmlns:a16="http://schemas.microsoft.com/office/drawing/2014/main" id="{02F836BF-D599-4770-A808-60DA44E3FB60}"/>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32" name="Line 20">
            <a:extLst>
              <a:ext uri="{FF2B5EF4-FFF2-40B4-BE49-F238E27FC236}">
                <a16:creationId xmlns:a16="http://schemas.microsoft.com/office/drawing/2014/main" id="{EAE67604-DB23-43D9-9FDB-F7AD8627734C}"/>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55" name="Line 20">
            <a:extLst>
              <a:ext uri="{FF2B5EF4-FFF2-40B4-BE49-F238E27FC236}">
                <a16:creationId xmlns:a16="http://schemas.microsoft.com/office/drawing/2014/main" id="{C8409577-6951-4447-B784-B0B99A58E30A}"/>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56" name="Line 20">
            <a:extLst>
              <a:ext uri="{FF2B5EF4-FFF2-40B4-BE49-F238E27FC236}">
                <a16:creationId xmlns:a16="http://schemas.microsoft.com/office/drawing/2014/main" id="{549CB794-1FE5-4F9A-834A-4023ED32A6B5}"/>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57" name="Line 20">
            <a:extLst>
              <a:ext uri="{FF2B5EF4-FFF2-40B4-BE49-F238E27FC236}">
                <a16:creationId xmlns:a16="http://schemas.microsoft.com/office/drawing/2014/main" id="{41C2B673-1C52-4178-936E-A94C0FBCE149}"/>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58" name="Line 20">
            <a:extLst>
              <a:ext uri="{FF2B5EF4-FFF2-40B4-BE49-F238E27FC236}">
                <a16:creationId xmlns:a16="http://schemas.microsoft.com/office/drawing/2014/main" id="{6D2AAC70-EB2B-4899-9A7D-55DCD51B94B1}"/>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59" name="Line 20">
            <a:extLst>
              <a:ext uri="{FF2B5EF4-FFF2-40B4-BE49-F238E27FC236}">
                <a16:creationId xmlns:a16="http://schemas.microsoft.com/office/drawing/2014/main" id="{A414895A-556D-4475-B1A5-16246B4FB5B8}"/>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60" name="Line 20">
            <a:extLst>
              <a:ext uri="{FF2B5EF4-FFF2-40B4-BE49-F238E27FC236}">
                <a16:creationId xmlns:a16="http://schemas.microsoft.com/office/drawing/2014/main" id="{85557554-CFD4-4E8C-8211-1FC43553EBA8}"/>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0" name="Line 20">
            <a:extLst>
              <a:ext uri="{FF2B5EF4-FFF2-40B4-BE49-F238E27FC236}">
                <a16:creationId xmlns:a16="http://schemas.microsoft.com/office/drawing/2014/main" id="{380AE622-3658-4367-992B-CEEC40BB45AC}"/>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3" name="Line 20">
            <a:extLst>
              <a:ext uri="{FF2B5EF4-FFF2-40B4-BE49-F238E27FC236}">
                <a16:creationId xmlns:a16="http://schemas.microsoft.com/office/drawing/2014/main" id="{9E998B35-E6E7-4DF2-B25A-C27F9E405C93}"/>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4" name="Line 20">
            <a:extLst>
              <a:ext uri="{FF2B5EF4-FFF2-40B4-BE49-F238E27FC236}">
                <a16:creationId xmlns:a16="http://schemas.microsoft.com/office/drawing/2014/main" id="{DB790DD2-6921-4FBB-903D-E6464B756FBB}"/>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75" name="Line 20">
            <a:extLst>
              <a:ext uri="{FF2B5EF4-FFF2-40B4-BE49-F238E27FC236}">
                <a16:creationId xmlns:a16="http://schemas.microsoft.com/office/drawing/2014/main" id="{C504E030-70C2-4949-B7FE-CA6E3F0DC6AD}"/>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1611855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p:cTn id="7" dur="500" fill="hold"/>
                                        <p:tgtEl>
                                          <p:spTgt spid="104"/>
                                        </p:tgtEl>
                                        <p:attrNameLst>
                                          <p:attrName>ppt_w</p:attrName>
                                        </p:attrNameLst>
                                      </p:cBhvr>
                                      <p:tavLst>
                                        <p:tav tm="0">
                                          <p:val>
                                            <p:fltVal val="0"/>
                                          </p:val>
                                        </p:tav>
                                        <p:tav tm="100000">
                                          <p:val>
                                            <p:strVal val="#ppt_w"/>
                                          </p:val>
                                        </p:tav>
                                      </p:tavLst>
                                    </p:anim>
                                    <p:anim calcmode="lin" valueType="num">
                                      <p:cBhvr>
                                        <p:cTn id="8" dur="500" fill="hold"/>
                                        <p:tgtEl>
                                          <p:spTgt spid="104"/>
                                        </p:tgtEl>
                                        <p:attrNameLst>
                                          <p:attrName>ppt_h</p:attrName>
                                        </p:attrNameLst>
                                      </p:cBhvr>
                                      <p:tavLst>
                                        <p:tav tm="0">
                                          <p:val>
                                            <p:fltVal val="0"/>
                                          </p:val>
                                        </p:tav>
                                        <p:tav tm="100000">
                                          <p:val>
                                            <p:strVal val="#ppt_h"/>
                                          </p:val>
                                        </p:tav>
                                      </p:tavLst>
                                    </p:anim>
                                    <p:animEffect transition="in" filter="fade">
                                      <p:cBhvr>
                                        <p:cTn id="9" dur="500"/>
                                        <p:tgtEl>
                                          <p:spTgt spid="10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19"/>
                                        </p:tgtEl>
                                        <p:attrNameLst>
                                          <p:attrName>style.visibility</p:attrName>
                                        </p:attrNameLst>
                                      </p:cBhvr>
                                      <p:to>
                                        <p:strVal val="visible"/>
                                      </p:to>
                                    </p:set>
                                    <p:anim calcmode="lin" valueType="num">
                                      <p:cBhvr>
                                        <p:cTn id="14" dur="500" fill="hold"/>
                                        <p:tgtEl>
                                          <p:spTgt spid="119"/>
                                        </p:tgtEl>
                                        <p:attrNameLst>
                                          <p:attrName>ppt_w</p:attrName>
                                        </p:attrNameLst>
                                      </p:cBhvr>
                                      <p:tavLst>
                                        <p:tav tm="0">
                                          <p:val>
                                            <p:fltVal val="0"/>
                                          </p:val>
                                        </p:tav>
                                        <p:tav tm="100000">
                                          <p:val>
                                            <p:strVal val="#ppt_w"/>
                                          </p:val>
                                        </p:tav>
                                      </p:tavLst>
                                    </p:anim>
                                    <p:anim calcmode="lin" valueType="num">
                                      <p:cBhvr>
                                        <p:cTn id="15" dur="500" fill="hold"/>
                                        <p:tgtEl>
                                          <p:spTgt spid="119"/>
                                        </p:tgtEl>
                                        <p:attrNameLst>
                                          <p:attrName>ppt_h</p:attrName>
                                        </p:attrNameLst>
                                      </p:cBhvr>
                                      <p:tavLst>
                                        <p:tav tm="0">
                                          <p:val>
                                            <p:fltVal val="0"/>
                                          </p:val>
                                        </p:tav>
                                        <p:tav tm="100000">
                                          <p:val>
                                            <p:strVal val="#ppt_h"/>
                                          </p:val>
                                        </p:tav>
                                      </p:tavLst>
                                    </p:anim>
                                    <p:animEffect transition="in" filter="fade">
                                      <p:cBhvr>
                                        <p:cTn id="16" dur="500"/>
                                        <p:tgtEl>
                                          <p:spTgt spid="119"/>
                                        </p:tgtEl>
                                      </p:cBhvr>
                                    </p:animEffect>
                                  </p:childTnLst>
                                </p:cTn>
                              </p:par>
                              <p:par>
                                <p:cTn id="17" presetID="53" presetClass="entr" presetSubtype="16" fill="hold" nodeType="withEffect">
                                  <p:stCondLst>
                                    <p:cond delay="0"/>
                                  </p:stCondLst>
                                  <p:childTnLst>
                                    <p:set>
                                      <p:cBhvr>
                                        <p:cTn id="18" dur="1" fill="hold">
                                          <p:stCondLst>
                                            <p:cond delay="0"/>
                                          </p:stCondLst>
                                        </p:cTn>
                                        <p:tgtEl>
                                          <p:spTgt spid="114"/>
                                        </p:tgtEl>
                                        <p:attrNameLst>
                                          <p:attrName>style.visibility</p:attrName>
                                        </p:attrNameLst>
                                      </p:cBhvr>
                                      <p:to>
                                        <p:strVal val="visible"/>
                                      </p:to>
                                    </p:set>
                                    <p:anim calcmode="lin" valueType="num">
                                      <p:cBhvr>
                                        <p:cTn id="19" dur="500" fill="hold"/>
                                        <p:tgtEl>
                                          <p:spTgt spid="114"/>
                                        </p:tgtEl>
                                        <p:attrNameLst>
                                          <p:attrName>ppt_w</p:attrName>
                                        </p:attrNameLst>
                                      </p:cBhvr>
                                      <p:tavLst>
                                        <p:tav tm="0">
                                          <p:val>
                                            <p:fltVal val="0"/>
                                          </p:val>
                                        </p:tav>
                                        <p:tav tm="100000">
                                          <p:val>
                                            <p:strVal val="#ppt_w"/>
                                          </p:val>
                                        </p:tav>
                                      </p:tavLst>
                                    </p:anim>
                                    <p:anim calcmode="lin" valueType="num">
                                      <p:cBhvr>
                                        <p:cTn id="20" dur="500" fill="hold"/>
                                        <p:tgtEl>
                                          <p:spTgt spid="114"/>
                                        </p:tgtEl>
                                        <p:attrNameLst>
                                          <p:attrName>ppt_h</p:attrName>
                                        </p:attrNameLst>
                                      </p:cBhvr>
                                      <p:tavLst>
                                        <p:tav tm="0">
                                          <p:val>
                                            <p:fltVal val="0"/>
                                          </p:val>
                                        </p:tav>
                                        <p:tav tm="100000">
                                          <p:val>
                                            <p:strVal val="#ppt_h"/>
                                          </p:val>
                                        </p:tav>
                                      </p:tavLst>
                                    </p:anim>
                                    <p:animEffect transition="in" filter="fade">
                                      <p:cBhvr>
                                        <p:cTn id="21" dur="500"/>
                                        <p:tgtEl>
                                          <p:spTgt spid="114"/>
                                        </p:tgtEl>
                                      </p:cBhvr>
                                    </p:animEffect>
                                  </p:childTnLst>
                                </p:cTn>
                              </p:par>
                              <p:par>
                                <p:cTn id="22" presetID="53" presetClass="entr" presetSubtype="16" fill="hold" nodeType="withEffect">
                                  <p:stCondLst>
                                    <p:cond delay="0"/>
                                  </p:stCondLst>
                                  <p:childTnLst>
                                    <p:set>
                                      <p:cBhvr>
                                        <p:cTn id="23" dur="1" fill="hold">
                                          <p:stCondLst>
                                            <p:cond delay="0"/>
                                          </p:stCondLst>
                                        </p:cTn>
                                        <p:tgtEl>
                                          <p:spTgt spid="137"/>
                                        </p:tgtEl>
                                        <p:attrNameLst>
                                          <p:attrName>style.visibility</p:attrName>
                                        </p:attrNameLst>
                                      </p:cBhvr>
                                      <p:to>
                                        <p:strVal val="visible"/>
                                      </p:to>
                                    </p:set>
                                    <p:anim calcmode="lin" valueType="num">
                                      <p:cBhvr>
                                        <p:cTn id="24" dur="500" fill="hold"/>
                                        <p:tgtEl>
                                          <p:spTgt spid="137"/>
                                        </p:tgtEl>
                                        <p:attrNameLst>
                                          <p:attrName>ppt_w</p:attrName>
                                        </p:attrNameLst>
                                      </p:cBhvr>
                                      <p:tavLst>
                                        <p:tav tm="0">
                                          <p:val>
                                            <p:fltVal val="0"/>
                                          </p:val>
                                        </p:tav>
                                        <p:tav tm="100000">
                                          <p:val>
                                            <p:strVal val="#ppt_w"/>
                                          </p:val>
                                        </p:tav>
                                      </p:tavLst>
                                    </p:anim>
                                    <p:anim calcmode="lin" valueType="num">
                                      <p:cBhvr>
                                        <p:cTn id="25" dur="500" fill="hold"/>
                                        <p:tgtEl>
                                          <p:spTgt spid="137"/>
                                        </p:tgtEl>
                                        <p:attrNameLst>
                                          <p:attrName>ppt_h</p:attrName>
                                        </p:attrNameLst>
                                      </p:cBhvr>
                                      <p:tavLst>
                                        <p:tav tm="0">
                                          <p:val>
                                            <p:fltVal val="0"/>
                                          </p:val>
                                        </p:tav>
                                        <p:tav tm="100000">
                                          <p:val>
                                            <p:strVal val="#ppt_h"/>
                                          </p:val>
                                        </p:tav>
                                      </p:tavLst>
                                    </p:anim>
                                    <p:animEffect transition="in" filter="fade">
                                      <p:cBhvr>
                                        <p:cTn id="26" dur="500"/>
                                        <p:tgtEl>
                                          <p:spTgt spid="137"/>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26"/>
                                        </p:tgtEl>
                                        <p:attrNameLst>
                                          <p:attrName>style.visibility</p:attrName>
                                        </p:attrNameLst>
                                      </p:cBhvr>
                                      <p:to>
                                        <p:strVal val="visible"/>
                                      </p:to>
                                    </p:set>
                                    <p:anim calcmode="lin" valueType="num">
                                      <p:cBhvr>
                                        <p:cTn id="29" dur="500" fill="hold"/>
                                        <p:tgtEl>
                                          <p:spTgt spid="126"/>
                                        </p:tgtEl>
                                        <p:attrNameLst>
                                          <p:attrName>ppt_w</p:attrName>
                                        </p:attrNameLst>
                                      </p:cBhvr>
                                      <p:tavLst>
                                        <p:tav tm="0">
                                          <p:val>
                                            <p:fltVal val="0"/>
                                          </p:val>
                                        </p:tav>
                                        <p:tav tm="100000">
                                          <p:val>
                                            <p:strVal val="#ppt_w"/>
                                          </p:val>
                                        </p:tav>
                                      </p:tavLst>
                                    </p:anim>
                                    <p:anim calcmode="lin" valueType="num">
                                      <p:cBhvr>
                                        <p:cTn id="30" dur="500" fill="hold"/>
                                        <p:tgtEl>
                                          <p:spTgt spid="126"/>
                                        </p:tgtEl>
                                        <p:attrNameLst>
                                          <p:attrName>ppt_h</p:attrName>
                                        </p:attrNameLst>
                                      </p:cBhvr>
                                      <p:tavLst>
                                        <p:tav tm="0">
                                          <p:val>
                                            <p:fltVal val="0"/>
                                          </p:val>
                                        </p:tav>
                                        <p:tav tm="100000">
                                          <p:val>
                                            <p:strVal val="#ppt_h"/>
                                          </p:val>
                                        </p:tav>
                                      </p:tavLst>
                                    </p:anim>
                                    <p:animEffect transition="in" filter="fade">
                                      <p:cBhvr>
                                        <p:cTn id="31" dur="500"/>
                                        <p:tgtEl>
                                          <p:spTgt spid="126"/>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27"/>
                                        </p:tgtEl>
                                        <p:attrNameLst>
                                          <p:attrName>style.visibility</p:attrName>
                                        </p:attrNameLst>
                                      </p:cBhvr>
                                      <p:to>
                                        <p:strVal val="visible"/>
                                      </p:to>
                                    </p:set>
                                    <p:anim calcmode="lin" valueType="num">
                                      <p:cBhvr>
                                        <p:cTn id="34" dur="500" fill="hold"/>
                                        <p:tgtEl>
                                          <p:spTgt spid="127"/>
                                        </p:tgtEl>
                                        <p:attrNameLst>
                                          <p:attrName>ppt_w</p:attrName>
                                        </p:attrNameLst>
                                      </p:cBhvr>
                                      <p:tavLst>
                                        <p:tav tm="0">
                                          <p:val>
                                            <p:fltVal val="0"/>
                                          </p:val>
                                        </p:tav>
                                        <p:tav tm="100000">
                                          <p:val>
                                            <p:strVal val="#ppt_w"/>
                                          </p:val>
                                        </p:tav>
                                      </p:tavLst>
                                    </p:anim>
                                    <p:anim calcmode="lin" valueType="num">
                                      <p:cBhvr>
                                        <p:cTn id="35" dur="500" fill="hold"/>
                                        <p:tgtEl>
                                          <p:spTgt spid="127"/>
                                        </p:tgtEl>
                                        <p:attrNameLst>
                                          <p:attrName>ppt_h</p:attrName>
                                        </p:attrNameLst>
                                      </p:cBhvr>
                                      <p:tavLst>
                                        <p:tav tm="0">
                                          <p:val>
                                            <p:fltVal val="0"/>
                                          </p:val>
                                        </p:tav>
                                        <p:tav tm="100000">
                                          <p:val>
                                            <p:strVal val="#ppt_h"/>
                                          </p:val>
                                        </p:tav>
                                      </p:tavLst>
                                    </p:anim>
                                    <p:animEffect transition="in" filter="fade">
                                      <p:cBhvr>
                                        <p:cTn id="36" dur="500"/>
                                        <p:tgtEl>
                                          <p:spTgt spid="127"/>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30"/>
                                        </p:tgtEl>
                                        <p:attrNameLst>
                                          <p:attrName>style.visibility</p:attrName>
                                        </p:attrNameLst>
                                      </p:cBhvr>
                                      <p:to>
                                        <p:strVal val="visible"/>
                                      </p:to>
                                    </p:set>
                                    <p:anim calcmode="lin" valueType="num">
                                      <p:cBhvr>
                                        <p:cTn id="39" dur="500" fill="hold"/>
                                        <p:tgtEl>
                                          <p:spTgt spid="130"/>
                                        </p:tgtEl>
                                        <p:attrNameLst>
                                          <p:attrName>ppt_w</p:attrName>
                                        </p:attrNameLst>
                                      </p:cBhvr>
                                      <p:tavLst>
                                        <p:tav tm="0">
                                          <p:val>
                                            <p:fltVal val="0"/>
                                          </p:val>
                                        </p:tav>
                                        <p:tav tm="100000">
                                          <p:val>
                                            <p:strVal val="#ppt_w"/>
                                          </p:val>
                                        </p:tav>
                                      </p:tavLst>
                                    </p:anim>
                                    <p:anim calcmode="lin" valueType="num">
                                      <p:cBhvr>
                                        <p:cTn id="40" dur="500" fill="hold"/>
                                        <p:tgtEl>
                                          <p:spTgt spid="130"/>
                                        </p:tgtEl>
                                        <p:attrNameLst>
                                          <p:attrName>ppt_h</p:attrName>
                                        </p:attrNameLst>
                                      </p:cBhvr>
                                      <p:tavLst>
                                        <p:tav tm="0">
                                          <p:val>
                                            <p:fltVal val="0"/>
                                          </p:val>
                                        </p:tav>
                                        <p:tav tm="100000">
                                          <p:val>
                                            <p:strVal val="#ppt_h"/>
                                          </p:val>
                                        </p:tav>
                                      </p:tavLst>
                                    </p:anim>
                                    <p:animEffect transition="in" filter="fade">
                                      <p:cBhvr>
                                        <p:cTn id="41" dur="500"/>
                                        <p:tgtEl>
                                          <p:spTgt spid="130"/>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73"/>
                                        </p:tgtEl>
                                        <p:attrNameLst>
                                          <p:attrName>style.visibility</p:attrName>
                                        </p:attrNameLst>
                                      </p:cBhvr>
                                      <p:to>
                                        <p:strVal val="visible"/>
                                      </p:to>
                                    </p:set>
                                    <p:anim calcmode="lin" valueType="num">
                                      <p:cBhvr>
                                        <p:cTn id="46" dur="500" fill="hold"/>
                                        <p:tgtEl>
                                          <p:spTgt spid="173"/>
                                        </p:tgtEl>
                                        <p:attrNameLst>
                                          <p:attrName>ppt_w</p:attrName>
                                        </p:attrNameLst>
                                      </p:cBhvr>
                                      <p:tavLst>
                                        <p:tav tm="0">
                                          <p:val>
                                            <p:fltVal val="0"/>
                                          </p:val>
                                        </p:tav>
                                        <p:tav tm="100000">
                                          <p:val>
                                            <p:strVal val="#ppt_w"/>
                                          </p:val>
                                        </p:tav>
                                      </p:tavLst>
                                    </p:anim>
                                    <p:anim calcmode="lin" valueType="num">
                                      <p:cBhvr>
                                        <p:cTn id="47" dur="500" fill="hold"/>
                                        <p:tgtEl>
                                          <p:spTgt spid="173"/>
                                        </p:tgtEl>
                                        <p:attrNameLst>
                                          <p:attrName>ppt_h</p:attrName>
                                        </p:attrNameLst>
                                      </p:cBhvr>
                                      <p:tavLst>
                                        <p:tav tm="0">
                                          <p:val>
                                            <p:fltVal val="0"/>
                                          </p:val>
                                        </p:tav>
                                        <p:tav tm="100000">
                                          <p:val>
                                            <p:strVal val="#ppt_h"/>
                                          </p:val>
                                        </p:tav>
                                      </p:tavLst>
                                    </p:anim>
                                    <p:animEffect transition="in" filter="fade">
                                      <p:cBhvr>
                                        <p:cTn id="48" dur="500"/>
                                        <p:tgtEl>
                                          <p:spTgt spid="173"/>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nodeType="clickEffect">
                                  <p:stCondLst>
                                    <p:cond delay="0"/>
                                  </p:stCondLst>
                                  <p:childTnLst>
                                    <p:set>
                                      <p:cBhvr>
                                        <p:cTn id="52" dur="1" fill="hold">
                                          <p:stCondLst>
                                            <p:cond delay="0"/>
                                          </p:stCondLst>
                                        </p:cTn>
                                        <p:tgtEl>
                                          <p:spTgt spid="133"/>
                                        </p:tgtEl>
                                        <p:attrNameLst>
                                          <p:attrName>style.visibility</p:attrName>
                                        </p:attrNameLst>
                                      </p:cBhvr>
                                      <p:to>
                                        <p:strVal val="visible"/>
                                      </p:to>
                                    </p:set>
                                    <p:anim calcmode="lin" valueType="num">
                                      <p:cBhvr>
                                        <p:cTn id="53" dur="500" fill="hold"/>
                                        <p:tgtEl>
                                          <p:spTgt spid="133"/>
                                        </p:tgtEl>
                                        <p:attrNameLst>
                                          <p:attrName>ppt_w</p:attrName>
                                        </p:attrNameLst>
                                      </p:cBhvr>
                                      <p:tavLst>
                                        <p:tav tm="0">
                                          <p:val>
                                            <p:fltVal val="0"/>
                                          </p:val>
                                        </p:tav>
                                        <p:tav tm="100000">
                                          <p:val>
                                            <p:strVal val="#ppt_w"/>
                                          </p:val>
                                        </p:tav>
                                      </p:tavLst>
                                    </p:anim>
                                    <p:anim calcmode="lin" valueType="num">
                                      <p:cBhvr>
                                        <p:cTn id="54" dur="500" fill="hold"/>
                                        <p:tgtEl>
                                          <p:spTgt spid="133"/>
                                        </p:tgtEl>
                                        <p:attrNameLst>
                                          <p:attrName>ppt_h</p:attrName>
                                        </p:attrNameLst>
                                      </p:cBhvr>
                                      <p:tavLst>
                                        <p:tav tm="0">
                                          <p:val>
                                            <p:fltVal val="0"/>
                                          </p:val>
                                        </p:tav>
                                        <p:tav tm="100000">
                                          <p:val>
                                            <p:strVal val="#ppt_h"/>
                                          </p:val>
                                        </p:tav>
                                      </p:tavLst>
                                    </p:anim>
                                    <p:animEffect transition="in" filter="fade">
                                      <p:cBhvr>
                                        <p:cTn id="55"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P spid="126" grpId="0"/>
      <p:bldP spid="127" grpId="0"/>
      <p:bldP spid="130" grpId="0"/>
      <p:bldP spid="173"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10</a:t>
            </a:r>
          </a:p>
        </p:txBody>
      </p:sp>
      <p:sp>
        <p:nvSpPr>
          <p:cNvPr id="127" name="Text Box 157"/>
          <p:cNvSpPr txBox="1">
            <a:spLocks noChangeArrowheads="1"/>
          </p:cNvSpPr>
          <p:nvPr/>
        </p:nvSpPr>
        <p:spPr bwMode="auto">
          <a:xfrm>
            <a:off x="6831239" y="4320742"/>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10</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9" name="组合 8"/>
          <p:cNvGrpSpPr/>
          <p:nvPr/>
        </p:nvGrpSpPr>
        <p:grpSpPr>
          <a:xfrm>
            <a:off x="5328743" y="2227878"/>
            <a:ext cx="1479360" cy="2247863"/>
            <a:chOff x="3996557" y="1670908"/>
            <a:chExt cx="1109520" cy="1685897"/>
          </a:xfrm>
        </p:grpSpPr>
        <p:cxnSp>
          <p:nvCxnSpPr>
            <p:cNvPr id="3" name="直接连接符 2"/>
            <p:cNvCxnSpPr>
              <a:stCxn id="116" idx="3"/>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52" name="直接连接符 151"/>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53" name="矩形 152">
            <a:extLst>
              <a:ext uri="{FF2B5EF4-FFF2-40B4-BE49-F238E27FC236}">
                <a16:creationId xmlns:a16="http://schemas.microsoft.com/office/drawing/2014/main" id="{AA35C95A-F0FB-4A15-B659-61FDE67FA91B}"/>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54" name="矩形 153">
            <a:extLst>
              <a:ext uri="{FF2B5EF4-FFF2-40B4-BE49-F238E27FC236}">
                <a16:creationId xmlns:a16="http://schemas.microsoft.com/office/drawing/2014/main" id="{D98A2544-817C-4991-A611-E73959D476A4}"/>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55" name="矩形 154">
            <a:extLst>
              <a:ext uri="{FF2B5EF4-FFF2-40B4-BE49-F238E27FC236}">
                <a16:creationId xmlns:a16="http://schemas.microsoft.com/office/drawing/2014/main" id="{F7032282-0AE5-40F3-8998-DE7CB131A547}"/>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56" name="矩形 155">
            <a:extLst>
              <a:ext uri="{FF2B5EF4-FFF2-40B4-BE49-F238E27FC236}">
                <a16:creationId xmlns:a16="http://schemas.microsoft.com/office/drawing/2014/main" id="{E09FFECB-6696-4B2A-93F7-22BBAF07CF08}"/>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57" name="Rectangle 3">
            <a:extLst>
              <a:ext uri="{FF2B5EF4-FFF2-40B4-BE49-F238E27FC236}">
                <a16:creationId xmlns:a16="http://schemas.microsoft.com/office/drawing/2014/main" id="{5F0D0443-62BC-4C5F-8544-BDDD12FFAA5F}"/>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36" name="Line 20">
            <a:extLst>
              <a:ext uri="{FF2B5EF4-FFF2-40B4-BE49-F238E27FC236}">
                <a16:creationId xmlns:a16="http://schemas.microsoft.com/office/drawing/2014/main" id="{09A62EDC-F01C-42C3-B44A-0027C7CDD20C}"/>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58" name="Line 20">
            <a:extLst>
              <a:ext uri="{FF2B5EF4-FFF2-40B4-BE49-F238E27FC236}">
                <a16:creationId xmlns:a16="http://schemas.microsoft.com/office/drawing/2014/main" id="{DE6877AC-A848-41E5-96AC-8B07DE7C4DC7}"/>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59" name="Line 20">
            <a:extLst>
              <a:ext uri="{FF2B5EF4-FFF2-40B4-BE49-F238E27FC236}">
                <a16:creationId xmlns:a16="http://schemas.microsoft.com/office/drawing/2014/main" id="{29AB9568-FAE1-4829-AFF2-7471F8CD4B6D}"/>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60" name="Line 20">
            <a:extLst>
              <a:ext uri="{FF2B5EF4-FFF2-40B4-BE49-F238E27FC236}">
                <a16:creationId xmlns:a16="http://schemas.microsoft.com/office/drawing/2014/main" id="{BAA02CCA-0B9B-4040-ACF2-E3F4390450D0}"/>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0" name="Line 20">
            <a:extLst>
              <a:ext uri="{FF2B5EF4-FFF2-40B4-BE49-F238E27FC236}">
                <a16:creationId xmlns:a16="http://schemas.microsoft.com/office/drawing/2014/main" id="{3CC79DDC-D00A-46C0-8F23-28F18A0E1E49}"/>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1" name="Line 20">
            <a:extLst>
              <a:ext uri="{FF2B5EF4-FFF2-40B4-BE49-F238E27FC236}">
                <a16:creationId xmlns:a16="http://schemas.microsoft.com/office/drawing/2014/main" id="{174468BE-BA21-43AD-99AA-1AE9D5DE27F4}"/>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2" name="Line 20">
            <a:extLst>
              <a:ext uri="{FF2B5EF4-FFF2-40B4-BE49-F238E27FC236}">
                <a16:creationId xmlns:a16="http://schemas.microsoft.com/office/drawing/2014/main" id="{6511C890-EC18-4941-96D0-4097E7DF91CE}"/>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3" name="Line 20">
            <a:extLst>
              <a:ext uri="{FF2B5EF4-FFF2-40B4-BE49-F238E27FC236}">
                <a16:creationId xmlns:a16="http://schemas.microsoft.com/office/drawing/2014/main" id="{F622CDAE-5267-41A5-9FDE-08C5B0F5B4D4}"/>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7" name="Line 20">
            <a:extLst>
              <a:ext uri="{FF2B5EF4-FFF2-40B4-BE49-F238E27FC236}">
                <a16:creationId xmlns:a16="http://schemas.microsoft.com/office/drawing/2014/main" id="{1DFE2418-209B-4999-B306-C874824B7607}"/>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78" name="Line 20">
            <a:extLst>
              <a:ext uri="{FF2B5EF4-FFF2-40B4-BE49-F238E27FC236}">
                <a16:creationId xmlns:a16="http://schemas.microsoft.com/office/drawing/2014/main" id="{D8C7CB8F-5758-4D77-9CAA-ECFB176BFB53}"/>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9" name="Line 20">
            <a:extLst>
              <a:ext uri="{FF2B5EF4-FFF2-40B4-BE49-F238E27FC236}">
                <a16:creationId xmlns:a16="http://schemas.microsoft.com/office/drawing/2014/main" id="{36236D33-3C0D-48AA-8618-79AF81F177D1}"/>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0" name="Line 20">
            <a:extLst>
              <a:ext uri="{FF2B5EF4-FFF2-40B4-BE49-F238E27FC236}">
                <a16:creationId xmlns:a16="http://schemas.microsoft.com/office/drawing/2014/main" id="{F1C808C1-5DF4-4215-B820-644E91DC117F}"/>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970153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p:cTn id="7" dur="500" fill="hold"/>
                                        <p:tgtEl>
                                          <p:spTgt spid="126"/>
                                        </p:tgtEl>
                                        <p:attrNameLst>
                                          <p:attrName>ppt_w</p:attrName>
                                        </p:attrNameLst>
                                      </p:cBhvr>
                                      <p:tavLst>
                                        <p:tav tm="0">
                                          <p:val>
                                            <p:fltVal val="0"/>
                                          </p:val>
                                        </p:tav>
                                        <p:tav tm="100000">
                                          <p:val>
                                            <p:strVal val="#ppt_w"/>
                                          </p:val>
                                        </p:tav>
                                      </p:tavLst>
                                    </p:anim>
                                    <p:anim calcmode="lin" valueType="num">
                                      <p:cBhvr>
                                        <p:cTn id="8" dur="500" fill="hold"/>
                                        <p:tgtEl>
                                          <p:spTgt spid="126"/>
                                        </p:tgtEl>
                                        <p:attrNameLst>
                                          <p:attrName>ppt_h</p:attrName>
                                        </p:attrNameLst>
                                      </p:cBhvr>
                                      <p:tavLst>
                                        <p:tav tm="0">
                                          <p:val>
                                            <p:fltVal val="0"/>
                                          </p:val>
                                        </p:tav>
                                        <p:tav tm="100000">
                                          <p:val>
                                            <p:strVal val="#ppt_h"/>
                                          </p:val>
                                        </p:tav>
                                      </p:tavLst>
                                    </p:anim>
                                    <p:animEffect transition="in" filter="fade">
                                      <p:cBhvr>
                                        <p:cTn id="9" dur="500"/>
                                        <p:tgtEl>
                                          <p:spTgt spid="12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27"/>
                                        </p:tgtEl>
                                        <p:attrNameLst>
                                          <p:attrName>style.visibility</p:attrName>
                                        </p:attrNameLst>
                                      </p:cBhvr>
                                      <p:to>
                                        <p:strVal val="visible"/>
                                      </p:to>
                                    </p:set>
                                    <p:anim calcmode="lin" valueType="num">
                                      <p:cBhvr>
                                        <p:cTn id="12" dur="500" fill="hold"/>
                                        <p:tgtEl>
                                          <p:spTgt spid="127"/>
                                        </p:tgtEl>
                                        <p:attrNameLst>
                                          <p:attrName>ppt_w</p:attrName>
                                        </p:attrNameLst>
                                      </p:cBhvr>
                                      <p:tavLst>
                                        <p:tav tm="0">
                                          <p:val>
                                            <p:fltVal val="0"/>
                                          </p:val>
                                        </p:tav>
                                        <p:tav tm="100000">
                                          <p:val>
                                            <p:strVal val="#ppt_w"/>
                                          </p:val>
                                        </p:tav>
                                      </p:tavLst>
                                    </p:anim>
                                    <p:anim calcmode="lin" valueType="num">
                                      <p:cBhvr>
                                        <p:cTn id="13" dur="500" fill="hold"/>
                                        <p:tgtEl>
                                          <p:spTgt spid="127"/>
                                        </p:tgtEl>
                                        <p:attrNameLst>
                                          <p:attrName>ppt_h</p:attrName>
                                        </p:attrNameLst>
                                      </p:cBhvr>
                                      <p:tavLst>
                                        <p:tav tm="0">
                                          <p:val>
                                            <p:fltVal val="0"/>
                                          </p:val>
                                        </p:tav>
                                        <p:tav tm="100000">
                                          <p:val>
                                            <p:strVal val="#ppt_h"/>
                                          </p:val>
                                        </p:tav>
                                      </p:tavLst>
                                    </p:anim>
                                    <p:animEffect transition="in" filter="fade">
                                      <p:cBhvr>
                                        <p:cTn id="14" dur="500"/>
                                        <p:tgtEl>
                                          <p:spTgt spid="127"/>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80"/>
                                        </p:tgtEl>
                                        <p:attrNameLst>
                                          <p:attrName>style.visibility</p:attrName>
                                        </p:attrNameLst>
                                      </p:cBhvr>
                                      <p:to>
                                        <p:strVal val="visible"/>
                                      </p:to>
                                    </p:set>
                                    <p:anim calcmode="lin" valueType="num">
                                      <p:cBhvr>
                                        <p:cTn id="19" dur="500" fill="hold"/>
                                        <p:tgtEl>
                                          <p:spTgt spid="180"/>
                                        </p:tgtEl>
                                        <p:attrNameLst>
                                          <p:attrName>ppt_w</p:attrName>
                                        </p:attrNameLst>
                                      </p:cBhvr>
                                      <p:tavLst>
                                        <p:tav tm="0">
                                          <p:val>
                                            <p:fltVal val="0"/>
                                          </p:val>
                                        </p:tav>
                                        <p:tav tm="100000">
                                          <p:val>
                                            <p:strVal val="#ppt_w"/>
                                          </p:val>
                                        </p:tav>
                                      </p:tavLst>
                                    </p:anim>
                                    <p:anim calcmode="lin" valueType="num">
                                      <p:cBhvr>
                                        <p:cTn id="20" dur="500" fill="hold"/>
                                        <p:tgtEl>
                                          <p:spTgt spid="180"/>
                                        </p:tgtEl>
                                        <p:attrNameLst>
                                          <p:attrName>ppt_h</p:attrName>
                                        </p:attrNameLst>
                                      </p:cBhvr>
                                      <p:tavLst>
                                        <p:tav tm="0">
                                          <p:val>
                                            <p:fltVal val="0"/>
                                          </p:val>
                                        </p:tav>
                                        <p:tav tm="100000">
                                          <p:val>
                                            <p:strVal val="#ppt_h"/>
                                          </p:val>
                                        </p:tav>
                                      </p:tavLst>
                                    </p:anim>
                                    <p:animEffect transition="in" filter="fade">
                                      <p:cBhvr>
                                        <p:cTn id="21" dur="500"/>
                                        <p:tgtEl>
                                          <p:spTgt spid="180"/>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32"/>
                                        </p:tgtEl>
                                        <p:attrNameLst>
                                          <p:attrName>style.visibility</p:attrName>
                                        </p:attrNameLst>
                                      </p:cBhvr>
                                      <p:to>
                                        <p:strVal val="visible"/>
                                      </p:to>
                                    </p:set>
                                    <p:anim calcmode="lin" valueType="num">
                                      <p:cBhvr>
                                        <p:cTn id="26" dur="500" fill="hold"/>
                                        <p:tgtEl>
                                          <p:spTgt spid="132"/>
                                        </p:tgtEl>
                                        <p:attrNameLst>
                                          <p:attrName>ppt_w</p:attrName>
                                        </p:attrNameLst>
                                      </p:cBhvr>
                                      <p:tavLst>
                                        <p:tav tm="0">
                                          <p:val>
                                            <p:fltVal val="0"/>
                                          </p:val>
                                        </p:tav>
                                        <p:tav tm="100000">
                                          <p:val>
                                            <p:strVal val="#ppt_w"/>
                                          </p:val>
                                        </p:tav>
                                      </p:tavLst>
                                    </p:anim>
                                    <p:anim calcmode="lin" valueType="num">
                                      <p:cBhvr>
                                        <p:cTn id="27" dur="500" fill="hold"/>
                                        <p:tgtEl>
                                          <p:spTgt spid="132"/>
                                        </p:tgtEl>
                                        <p:attrNameLst>
                                          <p:attrName>ppt_h</p:attrName>
                                        </p:attrNameLst>
                                      </p:cBhvr>
                                      <p:tavLst>
                                        <p:tav tm="0">
                                          <p:val>
                                            <p:fltVal val="0"/>
                                          </p:val>
                                        </p:tav>
                                        <p:tav tm="100000">
                                          <p:val>
                                            <p:strVal val="#ppt_h"/>
                                          </p:val>
                                        </p:tav>
                                      </p:tavLst>
                                    </p:anim>
                                    <p:animEffect transition="in" filter="fade">
                                      <p:cBhvr>
                                        <p:cTn id="28"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80"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5" name="组合 154"/>
          <p:cNvGrpSpPr/>
          <p:nvPr/>
        </p:nvGrpSpPr>
        <p:grpSpPr>
          <a:xfrm>
            <a:off x="5328743" y="2227878"/>
            <a:ext cx="1479360" cy="2247863"/>
            <a:chOff x="3996557" y="1670908"/>
            <a:chExt cx="1109520" cy="1685897"/>
          </a:xfrm>
        </p:grpSpPr>
        <p:cxnSp>
          <p:nvCxnSpPr>
            <p:cNvPr id="156" name="直接连接符 155"/>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57" name="直接连接符 156"/>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58" name="直接连接符 157"/>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59" name="矩形 158">
            <a:extLst>
              <a:ext uri="{FF2B5EF4-FFF2-40B4-BE49-F238E27FC236}">
                <a16:creationId xmlns:a16="http://schemas.microsoft.com/office/drawing/2014/main" id="{176A3C89-60F0-4C5E-BD99-075E7D9C9491}"/>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60" name="矩形 159">
            <a:extLst>
              <a:ext uri="{FF2B5EF4-FFF2-40B4-BE49-F238E27FC236}">
                <a16:creationId xmlns:a16="http://schemas.microsoft.com/office/drawing/2014/main" id="{265107F5-2EB8-47B6-B741-1DC2142A595F}"/>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70" name="矩形 169">
            <a:extLst>
              <a:ext uri="{FF2B5EF4-FFF2-40B4-BE49-F238E27FC236}">
                <a16:creationId xmlns:a16="http://schemas.microsoft.com/office/drawing/2014/main" id="{BCC3C435-71B7-4DFD-8FA3-3EBE04E19043}"/>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71" name="矩形 170">
            <a:extLst>
              <a:ext uri="{FF2B5EF4-FFF2-40B4-BE49-F238E27FC236}">
                <a16:creationId xmlns:a16="http://schemas.microsoft.com/office/drawing/2014/main" id="{22FC9B10-95AD-44C7-87E9-3E1A8D7F5A9E}"/>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2" name="Rectangle 3">
            <a:extLst>
              <a:ext uri="{FF2B5EF4-FFF2-40B4-BE49-F238E27FC236}">
                <a16:creationId xmlns:a16="http://schemas.microsoft.com/office/drawing/2014/main" id="{2E818D49-A092-4B4F-B978-01DC5C423894}"/>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54" name="Line 20">
            <a:extLst>
              <a:ext uri="{FF2B5EF4-FFF2-40B4-BE49-F238E27FC236}">
                <a16:creationId xmlns:a16="http://schemas.microsoft.com/office/drawing/2014/main" id="{E075A203-F9F2-4202-B6E0-8EB4539EE553}"/>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3" name="Line 20">
            <a:extLst>
              <a:ext uri="{FF2B5EF4-FFF2-40B4-BE49-F238E27FC236}">
                <a16:creationId xmlns:a16="http://schemas.microsoft.com/office/drawing/2014/main" id="{44C7F2DC-9928-412B-9EF0-6B3DD77A64E3}"/>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4" name="Line 20">
            <a:extLst>
              <a:ext uri="{FF2B5EF4-FFF2-40B4-BE49-F238E27FC236}">
                <a16:creationId xmlns:a16="http://schemas.microsoft.com/office/drawing/2014/main" id="{7143BE5E-188D-4CE0-8A82-1348ACD76122}"/>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5" name="Line 20">
            <a:extLst>
              <a:ext uri="{FF2B5EF4-FFF2-40B4-BE49-F238E27FC236}">
                <a16:creationId xmlns:a16="http://schemas.microsoft.com/office/drawing/2014/main" id="{133C7FE2-6A70-4EC5-BD36-B77A48BD9235}"/>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6" name="Line 20">
            <a:extLst>
              <a:ext uri="{FF2B5EF4-FFF2-40B4-BE49-F238E27FC236}">
                <a16:creationId xmlns:a16="http://schemas.microsoft.com/office/drawing/2014/main" id="{0D8D2A64-6017-455F-8C3A-639E67F7AA01}"/>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7" name="Line 20">
            <a:extLst>
              <a:ext uri="{FF2B5EF4-FFF2-40B4-BE49-F238E27FC236}">
                <a16:creationId xmlns:a16="http://schemas.microsoft.com/office/drawing/2014/main" id="{2565B9AA-20A8-4327-AFAB-1FCA38096E1C}"/>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Line 20">
            <a:extLst>
              <a:ext uri="{FF2B5EF4-FFF2-40B4-BE49-F238E27FC236}">
                <a16:creationId xmlns:a16="http://schemas.microsoft.com/office/drawing/2014/main" id="{6994A7E2-5D92-4A18-8200-88E8A735C55E}"/>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9" name="Line 20">
            <a:extLst>
              <a:ext uri="{FF2B5EF4-FFF2-40B4-BE49-F238E27FC236}">
                <a16:creationId xmlns:a16="http://schemas.microsoft.com/office/drawing/2014/main" id="{40B95560-85CD-47E3-932A-E6650CFDD9E1}"/>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20">
            <a:extLst>
              <a:ext uri="{FF2B5EF4-FFF2-40B4-BE49-F238E27FC236}">
                <a16:creationId xmlns:a16="http://schemas.microsoft.com/office/drawing/2014/main" id="{D06D2FB4-B2FD-45A3-87C6-2D839D178278}"/>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83" name="Line 20">
            <a:extLst>
              <a:ext uri="{FF2B5EF4-FFF2-40B4-BE49-F238E27FC236}">
                <a16:creationId xmlns:a16="http://schemas.microsoft.com/office/drawing/2014/main" id="{ECCC9F63-F38E-4DEC-AF35-04D925F5DD7A}"/>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4" name="Line 20">
            <a:extLst>
              <a:ext uri="{FF2B5EF4-FFF2-40B4-BE49-F238E27FC236}">
                <a16:creationId xmlns:a16="http://schemas.microsoft.com/office/drawing/2014/main" id="{D0211D2E-66B9-4BC8-9306-9FECEDA9EEAD}"/>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5" name="Line 20">
            <a:extLst>
              <a:ext uri="{FF2B5EF4-FFF2-40B4-BE49-F238E27FC236}">
                <a16:creationId xmlns:a16="http://schemas.microsoft.com/office/drawing/2014/main" id="{C5060E43-6BAB-4BED-ADB0-5D210D741EF6}"/>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6" name="Line 20">
            <a:extLst>
              <a:ext uri="{FF2B5EF4-FFF2-40B4-BE49-F238E27FC236}">
                <a16:creationId xmlns:a16="http://schemas.microsoft.com/office/drawing/2014/main" id="{9957F796-82D8-4B86-A006-04B0273B7AFB}"/>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38451552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p:cTn id="7" dur="500" fill="hold"/>
                                        <p:tgtEl>
                                          <p:spTgt spid="126"/>
                                        </p:tgtEl>
                                        <p:attrNameLst>
                                          <p:attrName>ppt_w</p:attrName>
                                        </p:attrNameLst>
                                      </p:cBhvr>
                                      <p:tavLst>
                                        <p:tav tm="0">
                                          <p:val>
                                            <p:fltVal val="0"/>
                                          </p:val>
                                        </p:tav>
                                        <p:tav tm="100000">
                                          <p:val>
                                            <p:strVal val="#ppt_w"/>
                                          </p:val>
                                        </p:tav>
                                      </p:tavLst>
                                    </p:anim>
                                    <p:anim calcmode="lin" valueType="num">
                                      <p:cBhvr>
                                        <p:cTn id="8" dur="500" fill="hold"/>
                                        <p:tgtEl>
                                          <p:spTgt spid="126"/>
                                        </p:tgtEl>
                                        <p:attrNameLst>
                                          <p:attrName>ppt_h</p:attrName>
                                        </p:attrNameLst>
                                      </p:cBhvr>
                                      <p:tavLst>
                                        <p:tav tm="0">
                                          <p:val>
                                            <p:fltVal val="0"/>
                                          </p:val>
                                        </p:tav>
                                        <p:tav tm="100000">
                                          <p:val>
                                            <p:strVal val="#ppt_h"/>
                                          </p:val>
                                        </p:tav>
                                      </p:tavLst>
                                    </p:anim>
                                    <p:animEffect transition="in" filter="fade">
                                      <p:cBhvr>
                                        <p:cTn id="9" dur="500"/>
                                        <p:tgtEl>
                                          <p:spTgt spid="12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27"/>
                                        </p:tgtEl>
                                        <p:attrNameLst>
                                          <p:attrName>style.visibility</p:attrName>
                                        </p:attrNameLst>
                                      </p:cBhvr>
                                      <p:to>
                                        <p:strVal val="visible"/>
                                      </p:to>
                                    </p:set>
                                    <p:anim calcmode="lin" valueType="num">
                                      <p:cBhvr>
                                        <p:cTn id="12" dur="500" fill="hold"/>
                                        <p:tgtEl>
                                          <p:spTgt spid="127"/>
                                        </p:tgtEl>
                                        <p:attrNameLst>
                                          <p:attrName>ppt_w</p:attrName>
                                        </p:attrNameLst>
                                      </p:cBhvr>
                                      <p:tavLst>
                                        <p:tav tm="0">
                                          <p:val>
                                            <p:fltVal val="0"/>
                                          </p:val>
                                        </p:tav>
                                        <p:tav tm="100000">
                                          <p:val>
                                            <p:strVal val="#ppt_w"/>
                                          </p:val>
                                        </p:tav>
                                      </p:tavLst>
                                    </p:anim>
                                    <p:anim calcmode="lin" valueType="num">
                                      <p:cBhvr>
                                        <p:cTn id="13" dur="500" fill="hold"/>
                                        <p:tgtEl>
                                          <p:spTgt spid="127"/>
                                        </p:tgtEl>
                                        <p:attrNameLst>
                                          <p:attrName>ppt_h</p:attrName>
                                        </p:attrNameLst>
                                      </p:cBhvr>
                                      <p:tavLst>
                                        <p:tav tm="0">
                                          <p:val>
                                            <p:fltVal val="0"/>
                                          </p:val>
                                        </p:tav>
                                        <p:tav tm="100000">
                                          <p:val>
                                            <p:strVal val="#ppt_h"/>
                                          </p:val>
                                        </p:tav>
                                      </p:tavLst>
                                    </p:anim>
                                    <p:animEffect transition="in" filter="fade">
                                      <p:cBhvr>
                                        <p:cTn id="14" dur="500"/>
                                        <p:tgtEl>
                                          <p:spTgt spid="127"/>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86"/>
                                        </p:tgtEl>
                                        <p:attrNameLst>
                                          <p:attrName>style.visibility</p:attrName>
                                        </p:attrNameLst>
                                      </p:cBhvr>
                                      <p:to>
                                        <p:strVal val="visible"/>
                                      </p:to>
                                    </p:set>
                                    <p:anim calcmode="lin" valueType="num">
                                      <p:cBhvr>
                                        <p:cTn id="19" dur="500" fill="hold"/>
                                        <p:tgtEl>
                                          <p:spTgt spid="186"/>
                                        </p:tgtEl>
                                        <p:attrNameLst>
                                          <p:attrName>ppt_w</p:attrName>
                                        </p:attrNameLst>
                                      </p:cBhvr>
                                      <p:tavLst>
                                        <p:tav tm="0">
                                          <p:val>
                                            <p:fltVal val="0"/>
                                          </p:val>
                                        </p:tav>
                                        <p:tav tm="100000">
                                          <p:val>
                                            <p:strVal val="#ppt_w"/>
                                          </p:val>
                                        </p:tav>
                                      </p:tavLst>
                                    </p:anim>
                                    <p:anim calcmode="lin" valueType="num">
                                      <p:cBhvr>
                                        <p:cTn id="20" dur="500" fill="hold"/>
                                        <p:tgtEl>
                                          <p:spTgt spid="186"/>
                                        </p:tgtEl>
                                        <p:attrNameLst>
                                          <p:attrName>ppt_h</p:attrName>
                                        </p:attrNameLst>
                                      </p:cBhvr>
                                      <p:tavLst>
                                        <p:tav tm="0">
                                          <p:val>
                                            <p:fltVal val="0"/>
                                          </p:val>
                                        </p:tav>
                                        <p:tav tm="100000">
                                          <p:val>
                                            <p:strVal val="#ppt_h"/>
                                          </p:val>
                                        </p:tav>
                                      </p:tavLst>
                                    </p:anim>
                                    <p:animEffect transition="in" filter="fade">
                                      <p:cBhvr>
                                        <p:cTn id="21" dur="500"/>
                                        <p:tgtEl>
                                          <p:spTgt spid="186"/>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36"/>
                                        </p:tgtEl>
                                        <p:attrNameLst>
                                          <p:attrName>style.visibility</p:attrName>
                                        </p:attrNameLst>
                                      </p:cBhvr>
                                      <p:to>
                                        <p:strVal val="visible"/>
                                      </p:to>
                                    </p:set>
                                    <p:anim calcmode="lin" valueType="num">
                                      <p:cBhvr>
                                        <p:cTn id="26" dur="500" fill="hold"/>
                                        <p:tgtEl>
                                          <p:spTgt spid="136"/>
                                        </p:tgtEl>
                                        <p:attrNameLst>
                                          <p:attrName>ppt_w</p:attrName>
                                        </p:attrNameLst>
                                      </p:cBhvr>
                                      <p:tavLst>
                                        <p:tav tm="0">
                                          <p:val>
                                            <p:fltVal val="0"/>
                                          </p:val>
                                        </p:tav>
                                        <p:tav tm="100000">
                                          <p:val>
                                            <p:strVal val="#ppt_w"/>
                                          </p:val>
                                        </p:tav>
                                      </p:tavLst>
                                    </p:anim>
                                    <p:anim calcmode="lin" valueType="num">
                                      <p:cBhvr>
                                        <p:cTn id="27" dur="500" fill="hold"/>
                                        <p:tgtEl>
                                          <p:spTgt spid="136"/>
                                        </p:tgtEl>
                                        <p:attrNameLst>
                                          <p:attrName>ppt_h</p:attrName>
                                        </p:attrNameLst>
                                      </p:cBhvr>
                                      <p:tavLst>
                                        <p:tav tm="0">
                                          <p:val>
                                            <p:fltVal val="0"/>
                                          </p:val>
                                        </p:tav>
                                        <p:tav tm="100000">
                                          <p:val>
                                            <p:strVal val="#ppt_h"/>
                                          </p:val>
                                        </p:tav>
                                      </p:tavLst>
                                    </p:anim>
                                    <p:animEffect transition="in" filter="fade">
                                      <p:cBhvr>
                                        <p:cTn id="28" dur="5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86"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12</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8679221" y="4447727"/>
            <a:ext cx="3429003" cy="38100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9" name="组合 158"/>
          <p:cNvGrpSpPr/>
          <p:nvPr/>
        </p:nvGrpSpPr>
        <p:grpSpPr>
          <a:xfrm>
            <a:off x="5328743" y="2227878"/>
            <a:ext cx="1479360" cy="2247863"/>
            <a:chOff x="3996557" y="1670908"/>
            <a:chExt cx="1109520" cy="1685897"/>
          </a:xfrm>
        </p:grpSpPr>
        <p:cxnSp>
          <p:nvCxnSpPr>
            <p:cNvPr id="160" name="直接连接符 159"/>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70" name="直接连接符 169"/>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71" name="直接连接符 170"/>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72" name="矩形 171">
            <a:extLst>
              <a:ext uri="{FF2B5EF4-FFF2-40B4-BE49-F238E27FC236}">
                <a16:creationId xmlns:a16="http://schemas.microsoft.com/office/drawing/2014/main" id="{AE7EF21B-719F-46F5-8325-2EE33606397C}"/>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3" name="矩形 172">
            <a:extLst>
              <a:ext uri="{FF2B5EF4-FFF2-40B4-BE49-F238E27FC236}">
                <a16:creationId xmlns:a16="http://schemas.microsoft.com/office/drawing/2014/main" id="{5A6313CB-C687-47D9-8CD0-A0B7CA8D450B}"/>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74" name="矩形 173">
            <a:extLst>
              <a:ext uri="{FF2B5EF4-FFF2-40B4-BE49-F238E27FC236}">
                <a16:creationId xmlns:a16="http://schemas.microsoft.com/office/drawing/2014/main" id="{85CB41DA-5540-45DA-80DA-7DCFF3E5671F}"/>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75" name="矩形 174">
            <a:extLst>
              <a:ext uri="{FF2B5EF4-FFF2-40B4-BE49-F238E27FC236}">
                <a16:creationId xmlns:a16="http://schemas.microsoft.com/office/drawing/2014/main" id="{CD5F30A6-0DDE-4C3C-83D7-5CBD48D54616}"/>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6" name="Rectangle 3">
            <a:extLst>
              <a:ext uri="{FF2B5EF4-FFF2-40B4-BE49-F238E27FC236}">
                <a16:creationId xmlns:a16="http://schemas.microsoft.com/office/drawing/2014/main" id="{4D12A537-F5A8-4DF0-B913-6038FC0517AA}"/>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58" name="Line 20">
            <a:extLst>
              <a:ext uri="{FF2B5EF4-FFF2-40B4-BE49-F238E27FC236}">
                <a16:creationId xmlns:a16="http://schemas.microsoft.com/office/drawing/2014/main" id="{B2872302-9D8C-4DEB-912D-47915367EFA0}"/>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7" name="Line 20">
            <a:extLst>
              <a:ext uri="{FF2B5EF4-FFF2-40B4-BE49-F238E27FC236}">
                <a16:creationId xmlns:a16="http://schemas.microsoft.com/office/drawing/2014/main" id="{7E8FE70E-43F4-43A3-A04A-5C9816F8225E}"/>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Line 20">
            <a:extLst>
              <a:ext uri="{FF2B5EF4-FFF2-40B4-BE49-F238E27FC236}">
                <a16:creationId xmlns:a16="http://schemas.microsoft.com/office/drawing/2014/main" id="{56444122-64F4-4CF8-BA0E-52B04DA3BDF4}"/>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9" name="Line 20">
            <a:extLst>
              <a:ext uri="{FF2B5EF4-FFF2-40B4-BE49-F238E27FC236}">
                <a16:creationId xmlns:a16="http://schemas.microsoft.com/office/drawing/2014/main" id="{FE784F32-7616-44DD-837E-3043FFF42B8C}"/>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0" name="Line 20">
            <a:extLst>
              <a:ext uri="{FF2B5EF4-FFF2-40B4-BE49-F238E27FC236}">
                <a16:creationId xmlns:a16="http://schemas.microsoft.com/office/drawing/2014/main" id="{26D1A899-6E17-4493-A9D6-C121FA4EB057}"/>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1" name="Line 20">
            <a:extLst>
              <a:ext uri="{FF2B5EF4-FFF2-40B4-BE49-F238E27FC236}">
                <a16:creationId xmlns:a16="http://schemas.microsoft.com/office/drawing/2014/main" id="{FECBDC5D-2B50-423E-BB00-913C7A144C3F}"/>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20">
            <a:extLst>
              <a:ext uri="{FF2B5EF4-FFF2-40B4-BE49-F238E27FC236}">
                <a16:creationId xmlns:a16="http://schemas.microsoft.com/office/drawing/2014/main" id="{978956E4-4DD9-4AF8-AD02-6CEAABFCEC5F}"/>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3" name="Line 20">
            <a:extLst>
              <a:ext uri="{FF2B5EF4-FFF2-40B4-BE49-F238E27FC236}">
                <a16:creationId xmlns:a16="http://schemas.microsoft.com/office/drawing/2014/main" id="{EE464A90-5473-4B23-A41E-8C38904B4AB8}"/>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6" name="Line 20">
            <a:extLst>
              <a:ext uri="{FF2B5EF4-FFF2-40B4-BE49-F238E27FC236}">
                <a16:creationId xmlns:a16="http://schemas.microsoft.com/office/drawing/2014/main" id="{D51F2D75-7E92-42A1-841E-FCAC17EF9C19}"/>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87" name="Line 20">
            <a:extLst>
              <a:ext uri="{FF2B5EF4-FFF2-40B4-BE49-F238E27FC236}">
                <a16:creationId xmlns:a16="http://schemas.microsoft.com/office/drawing/2014/main" id="{5939B6BE-12E8-455B-AAA4-74A945AA9172}"/>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8" name="Line 20">
            <a:extLst>
              <a:ext uri="{FF2B5EF4-FFF2-40B4-BE49-F238E27FC236}">
                <a16:creationId xmlns:a16="http://schemas.microsoft.com/office/drawing/2014/main" id="{909963EE-364D-4FFB-8520-F3B6099FEEDB}"/>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9" name="Line 20">
            <a:extLst>
              <a:ext uri="{FF2B5EF4-FFF2-40B4-BE49-F238E27FC236}">
                <a16:creationId xmlns:a16="http://schemas.microsoft.com/office/drawing/2014/main" id="{A17FC243-1AFE-4178-84A7-1604643A31AA}"/>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0" name="Line 20">
            <a:extLst>
              <a:ext uri="{FF2B5EF4-FFF2-40B4-BE49-F238E27FC236}">
                <a16:creationId xmlns:a16="http://schemas.microsoft.com/office/drawing/2014/main" id="{B178F216-4A0E-490F-B8F1-5397D6E1E3B8}"/>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1" name="Line 20">
            <a:extLst>
              <a:ext uri="{FF2B5EF4-FFF2-40B4-BE49-F238E27FC236}">
                <a16:creationId xmlns:a16="http://schemas.microsoft.com/office/drawing/2014/main" id="{331EDB63-3D26-4B3C-951A-302FDCDF95FA}"/>
              </a:ext>
            </a:extLst>
          </p:cNvPr>
          <p:cNvSpPr>
            <a:spLocks noChangeShapeType="1"/>
          </p:cNvSpPr>
          <p:nvPr/>
        </p:nvSpPr>
        <p:spPr bwMode="auto">
          <a:xfrm flipV="1">
            <a:off x="1445866" y="5643555"/>
            <a:ext cx="74655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357620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p:cTn id="7" dur="500" fill="hold"/>
                                        <p:tgtEl>
                                          <p:spTgt spid="126"/>
                                        </p:tgtEl>
                                        <p:attrNameLst>
                                          <p:attrName>ppt_w</p:attrName>
                                        </p:attrNameLst>
                                      </p:cBhvr>
                                      <p:tavLst>
                                        <p:tav tm="0">
                                          <p:val>
                                            <p:fltVal val="0"/>
                                          </p:val>
                                        </p:tav>
                                        <p:tav tm="100000">
                                          <p:val>
                                            <p:strVal val="#ppt_w"/>
                                          </p:val>
                                        </p:tav>
                                      </p:tavLst>
                                    </p:anim>
                                    <p:anim calcmode="lin" valueType="num">
                                      <p:cBhvr>
                                        <p:cTn id="8" dur="500" fill="hold"/>
                                        <p:tgtEl>
                                          <p:spTgt spid="126"/>
                                        </p:tgtEl>
                                        <p:attrNameLst>
                                          <p:attrName>ppt_h</p:attrName>
                                        </p:attrNameLst>
                                      </p:cBhvr>
                                      <p:tavLst>
                                        <p:tav tm="0">
                                          <p:val>
                                            <p:fltVal val="0"/>
                                          </p:val>
                                        </p:tav>
                                        <p:tav tm="100000">
                                          <p:val>
                                            <p:strVal val="#ppt_h"/>
                                          </p:val>
                                        </p:tav>
                                      </p:tavLst>
                                    </p:anim>
                                    <p:animEffect transition="in" filter="fade">
                                      <p:cBhvr>
                                        <p:cTn id="9" dur="500"/>
                                        <p:tgtEl>
                                          <p:spTgt spid="126"/>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91"/>
                                        </p:tgtEl>
                                        <p:attrNameLst>
                                          <p:attrName>style.visibility</p:attrName>
                                        </p:attrNameLst>
                                      </p:cBhvr>
                                      <p:to>
                                        <p:strVal val="visible"/>
                                      </p:to>
                                    </p:set>
                                    <p:anim calcmode="lin" valueType="num">
                                      <p:cBhvr>
                                        <p:cTn id="14" dur="500" fill="hold"/>
                                        <p:tgtEl>
                                          <p:spTgt spid="191"/>
                                        </p:tgtEl>
                                        <p:attrNameLst>
                                          <p:attrName>ppt_w</p:attrName>
                                        </p:attrNameLst>
                                      </p:cBhvr>
                                      <p:tavLst>
                                        <p:tav tm="0">
                                          <p:val>
                                            <p:fltVal val="0"/>
                                          </p:val>
                                        </p:tav>
                                        <p:tav tm="100000">
                                          <p:val>
                                            <p:strVal val="#ppt_w"/>
                                          </p:val>
                                        </p:tav>
                                      </p:tavLst>
                                    </p:anim>
                                    <p:anim calcmode="lin" valueType="num">
                                      <p:cBhvr>
                                        <p:cTn id="15" dur="500" fill="hold"/>
                                        <p:tgtEl>
                                          <p:spTgt spid="191"/>
                                        </p:tgtEl>
                                        <p:attrNameLst>
                                          <p:attrName>ppt_h</p:attrName>
                                        </p:attrNameLst>
                                      </p:cBhvr>
                                      <p:tavLst>
                                        <p:tav tm="0">
                                          <p:val>
                                            <p:fltVal val="0"/>
                                          </p:val>
                                        </p:tav>
                                        <p:tav tm="100000">
                                          <p:val>
                                            <p:strVal val="#ppt_h"/>
                                          </p:val>
                                        </p:tav>
                                      </p:tavLst>
                                    </p:anim>
                                    <p:animEffect transition="in" filter="fade">
                                      <p:cBhvr>
                                        <p:cTn id="16" dur="500"/>
                                        <p:tgtEl>
                                          <p:spTgt spid="191"/>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154"/>
                                        </p:tgtEl>
                                        <p:attrNameLst>
                                          <p:attrName>style.visibility</p:attrName>
                                        </p:attrNameLst>
                                      </p:cBhvr>
                                      <p:to>
                                        <p:strVal val="visible"/>
                                      </p:to>
                                    </p:set>
                                    <p:anim calcmode="lin" valueType="num">
                                      <p:cBhvr>
                                        <p:cTn id="21" dur="500" fill="hold"/>
                                        <p:tgtEl>
                                          <p:spTgt spid="154"/>
                                        </p:tgtEl>
                                        <p:attrNameLst>
                                          <p:attrName>ppt_w</p:attrName>
                                        </p:attrNameLst>
                                      </p:cBhvr>
                                      <p:tavLst>
                                        <p:tav tm="0">
                                          <p:val>
                                            <p:fltVal val="0"/>
                                          </p:val>
                                        </p:tav>
                                        <p:tav tm="100000">
                                          <p:val>
                                            <p:strVal val="#ppt_w"/>
                                          </p:val>
                                        </p:tav>
                                      </p:tavLst>
                                    </p:anim>
                                    <p:anim calcmode="lin" valueType="num">
                                      <p:cBhvr>
                                        <p:cTn id="22" dur="500" fill="hold"/>
                                        <p:tgtEl>
                                          <p:spTgt spid="154"/>
                                        </p:tgtEl>
                                        <p:attrNameLst>
                                          <p:attrName>ppt_h</p:attrName>
                                        </p:attrNameLst>
                                      </p:cBhvr>
                                      <p:tavLst>
                                        <p:tav tm="0">
                                          <p:val>
                                            <p:fltVal val="0"/>
                                          </p:val>
                                        </p:tav>
                                        <p:tav tm="100000">
                                          <p:val>
                                            <p:strVal val="#ppt_h"/>
                                          </p:val>
                                        </p:tav>
                                      </p:tavLst>
                                    </p:anim>
                                    <p:animEffect transition="in" filter="fade">
                                      <p:cBhvr>
                                        <p:cTn id="23" dur="500"/>
                                        <p:tgtEl>
                                          <p:spTgt spid="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91"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13</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8679221" y="4447727"/>
            <a:ext cx="3429003" cy="38100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8" name="Group 31"/>
          <p:cNvGrpSpPr>
            <a:grpSpLocks/>
          </p:cNvGrpSpPr>
          <p:nvPr/>
        </p:nvGrpSpPr>
        <p:grpSpPr bwMode="auto">
          <a:xfrm>
            <a:off x="8688437" y="4747160"/>
            <a:ext cx="3429003" cy="381000"/>
            <a:chOff x="3982" y="527"/>
            <a:chExt cx="1620" cy="180"/>
          </a:xfrm>
        </p:grpSpPr>
        <p:sp>
          <p:nvSpPr>
            <p:cNvPr id="15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16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1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172" name="组合 171"/>
          <p:cNvGrpSpPr/>
          <p:nvPr/>
        </p:nvGrpSpPr>
        <p:grpSpPr>
          <a:xfrm>
            <a:off x="5328743" y="2227878"/>
            <a:ext cx="1479360" cy="2247863"/>
            <a:chOff x="3996557" y="1670908"/>
            <a:chExt cx="1109520" cy="1685897"/>
          </a:xfrm>
        </p:grpSpPr>
        <p:cxnSp>
          <p:nvCxnSpPr>
            <p:cNvPr id="173" name="直接连接符 172"/>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74" name="直接连接符 173"/>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75" name="直接连接符 174"/>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76" name="矩形 175">
            <a:extLst>
              <a:ext uri="{FF2B5EF4-FFF2-40B4-BE49-F238E27FC236}">
                <a16:creationId xmlns:a16="http://schemas.microsoft.com/office/drawing/2014/main" id="{16736B55-CD07-49CB-A0A0-2A091C93DBF5}"/>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7" name="矩形 176">
            <a:extLst>
              <a:ext uri="{FF2B5EF4-FFF2-40B4-BE49-F238E27FC236}">
                <a16:creationId xmlns:a16="http://schemas.microsoft.com/office/drawing/2014/main" id="{3319A25E-8E66-43D8-87AF-8B371D65AFB5}"/>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78" name="矩形 177">
            <a:extLst>
              <a:ext uri="{FF2B5EF4-FFF2-40B4-BE49-F238E27FC236}">
                <a16:creationId xmlns:a16="http://schemas.microsoft.com/office/drawing/2014/main" id="{0BC67669-75A9-45E1-AC4B-B202847F1D92}"/>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79" name="矩形 178">
            <a:extLst>
              <a:ext uri="{FF2B5EF4-FFF2-40B4-BE49-F238E27FC236}">
                <a16:creationId xmlns:a16="http://schemas.microsoft.com/office/drawing/2014/main" id="{DCF59787-6D96-45D6-8284-78A2DAB6E414}"/>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80" name="Rectangle 3">
            <a:extLst>
              <a:ext uri="{FF2B5EF4-FFF2-40B4-BE49-F238E27FC236}">
                <a16:creationId xmlns:a16="http://schemas.microsoft.com/office/drawing/2014/main" id="{4476BC15-7A9B-4CFE-8D1C-1EEFC6BFE223}"/>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71" name="Line 20">
            <a:extLst>
              <a:ext uri="{FF2B5EF4-FFF2-40B4-BE49-F238E27FC236}">
                <a16:creationId xmlns:a16="http://schemas.microsoft.com/office/drawing/2014/main" id="{C6517E12-FD63-4210-BC5D-672ABF7998EB}"/>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1" name="Line 20">
            <a:extLst>
              <a:ext uri="{FF2B5EF4-FFF2-40B4-BE49-F238E27FC236}">
                <a16:creationId xmlns:a16="http://schemas.microsoft.com/office/drawing/2014/main" id="{2CB8B067-28B0-472D-BF4B-A9CA56518551}"/>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20">
            <a:extLst>
              <a:ext uri="{FF2B5EF4-FFF2-40B4-BE49-F238E27FC236}">
                <a16:creationId xmlns:a16="http://schemas.microsoft.com/office/drawing/2014/main" id="{DF915218-B2AE-4C47-A271-B83D32858D8A}"/>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3" name="Line 20">
            <a:extLst>
              <a:ext uri="{FF2B5EF4-FFF2-40B4-BE49-F238E27FC236}">
                <a16:creationId xmlns:a16="http://schemas.microsoft.com/office/drawing/2014/main" id="{21405B84-1FBF-4090-8D6C-42A54EE4F785}"/>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4" name="Line 20">
            <a:extLst>
              <a:ext uri="{FF2B5EF4-FFF2-40B4-BE49-F238E27FC236}">
                <a16:creationId xmlns:a16="http://schemas.microsoft.com/office/drawing/2014/main" id="{EFA06E30-1F41-4B27-BA3D-92750BBD76A9}"/>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5" name="Line 20">
            <a:extLst>
              <a:ext uri="{FF2B5EF4-FFF2-40B4-BE49-F238E27FC236}">
                <a16:creationId xmlns:a16="http://schemas.microsoft.com/office/drawing/2014/main" id="{91BBDF7C-8064-4E6F-B1D2-A66DCDF917E7}"/>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6" name="Line 20">
            <a:extLst>
              <a:ext uri="{FF2B5EF4-FFF2-40B4-BE49-F238E27FC236}">
                <a16:creationId xmlns:a16="http://schemas.microsoft.com/office/drawing/2014/main" id="{049A1AAC-7FDA-4EFF-B1EC-4955F3D5726C}"/>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7" name="Line 20">
            <a:extLst>
              <a:ext uri="{FF2B5EF4-FFF2-40B4-BE49-F238E27FC236}">
                <a16:creationId xmlns:a16="http://schemas.microsoft.com/office/drawing/2014/main" id="{E52EB061-5419-4C4D-9D58-69CBFBCA48DE}"/>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0" name="Line 20">
            <a:extLst>
              <a:ext uri="{FF2B5EF4-FFF2-40B4-BE49-F238E27FC236}">
                <a16:creationId xmlns:a16="http://schemas.microsoft.com/office/drawing/2014/main" id="{D2D44F2E-9EF6-4699-8644-17D07A267B46}"/>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91" name="Line 20">
            <a:extLst>
              <a:ext uri="{FF2B5EF4-FFF2-40B4-BE49-F238E27FC236}">
                <a16:creationId xmlns:a16="http://schemas.microsoft.com/office/drawing/2014/main" id="{07582897-6DA7-495A-9AB1-6B459350CAB5}"/>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2" name="Line 20">
            <a:extLst>
              <a:ext uri="{FF2B5EF4-FFF2-40B4-BE49-F238E27FC236}">
                <a16:creationId xmlns:a16="http://schemas.microsoft.com/office/drawing/2014/main" id="{5A8B51F2-204E-4178-A43C-80B2D33CB1D2}"/>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3" name="Line 20">
            <a:extLst>
              <a:ext uri="{FF2B5EF4-FFF2-40B4-BE49-F238E27FC236}">
                <a16:creationId xmlns:a16="http://schemas.microsoft.com/office/drawing/2014/main" id="{29BB03BA-15C2-475D-8486-F4A186C5BDFB}"/>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4" name="Line 20">
            <a:extLst>
              <a:ext uri="{FF2B5EF4-FFF2-40B4-BE49-F238E27FC236}">
                <a16:creationId xmlns:a16="http://schemas.microsoft.com/office/drawing/2014/main" id="{E96387EE-5AFB-414F-9B42-CB2AFCFE1020}"/>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5" name="Line 20">
            <a:extLst>
              <a:ext uri="{FF2B5EF4-FFF2-40B4-BE49-F238E27FC236}">
                <a16:creationId xmlns:a16="http://schemas.microsoft.com/office/drawing/2014/main" id="{0B5B161E-ABE1-49C9-A9C4-81F870A2C2CB}"/>
              </a:ext>
            </a:extLst>
          </p:cNvPr>
          <p:cNvSpPr>
            <a:spLocks noChangeShapeType="1"/>
          </p:cNvSpPr>
          <p:nvPr/>
        </p:nvSpPr>
        <p:spPr bwMode="auto">
          <a:xfrm flipV="1">
            <a:off x="1445866" y="5643555"/>
            <a:ext cx="74655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6" name="Line 20">
            <a:extLst>
              <a:ext uri="{FF2B5EF4-FFF2-40B4-BE49-F238E27FC236}">
                <a16:creationId xmlns:a16="http://schemas.microsoft.com/office/drawing/2014/main" id="{24C2BFA4-986C-4169-939C-BE02E6A0486F}"/>
              </a:ext>
            </a:extLst>
          </p:cNvPr>
          <p:cNvSpPr>
            <a:spLocks noChangeShapeType="1"/>
          </p:cNvSpPr>
          <p:nvPr/>
        </p:nvSpPr>
        <p:spPr bwMode="auto">
          <a:xfrm flipV="1">
            <a:off x="561628" y="5910260"/>
            <a:ext cx="17094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794655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p:cTn id="7" dur="500" fill="hold"/>
                                        <p:tgtEl>
                                          <p:spTgt spid="126"/>
                                        </p:tgtEl>
                                        <p:attrNameLst>
                                          <p:attrName>ppt_w</p:attrName>
                                        </p:attrNameLst>
                                      </p:cBhvr>
                                      <p:tavLst>
                                        <p:tav tm="0">
                                          <p:val>
                                            <p:fltVal val="0"/>
                                          </p:val>
                                        </p:tav>
                                        <p:tav tm="100000">
                                          <p:val>
                                            <p:strVal val="#ppt_w"/>
                                          </p:val>
                                        </p:tav>
                                      </p:tavLst>
                                    </p:anim>
                                    <p:anim calcmode="lin" valueType="num">
                                      <p:cBhvr>
                                        <p:cTn id="8" dur="500" fill="hold"/>
                                        <p:tgtEl>
                                          <p:spTgt spid="126"/>
                                        </p:tgtEl>
                                        <p:attrNameLst>
                                          <p:attrName>ppt_h</p:attrName>
                                        </p:attrNameLst>
                                      </p:cBhvr>
                                      <p:tavLst>
                                        <p:tav tm="0">
                                          <p:val>
                                            <p:fltVal val="0"/>
                                          </p:val>
                                        </p:tav>
                                        <p:tav tm="100000">
                                          <p:val>
                                            <p:strVal val="#ppt_h"/>
                                          </p:val>
                                        </p:tav>
                                      </p:tavLst>
                                    </p:anim>
                                    <p:animEffect transition="in" filter="fade">
                                      <p:cBhvr>
                                        <p:cTn id="9" dur="500"/>
                                        <p:tgtEl>
                                          <p:spTgt spid="126"/>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96"/>
                                        </p:tgtEl>
                                        <p:attrNameLst>
                                          <p:attrName>style.visibility</p:attrName>
                                        </p:attrNameLst>
                                      </p:cBhvr>
                                      <p:to>
                                        <p:strVal val="visible"/>
                                      </p:to>
                                    </p:set>
                                    <p:anim calcmode="lin" valueType="num">
                                      <p:cBhvr>
                                        <p:cTn id="14" dur="500" fill="hold"/>
                                        <p:tgtEl>
                                          <p:spTgt spid="196"/>
                                        </p:tgtEl>
                                        <p:attrNameLst>
                                          <p:attrName>ppt_w</p:attrName>
                                        </p:attrNameLst>
                                      </p:cBhvr>
                                      <p:tavLst>
                                        <p:tav tm="0">
                                          <p:val>
                                            <p:fltVal val="0"/>
                                          </p:val>
                                        </p:tav>
                                        <p:tav tm="100000">
                                          <p:val>
                                            <p:strVal val="#ppt_w"/>
                                          </p:val>
                                        </p:tav>
                                      </p:tavLst>
                                    </p:anim>
                                    <p:anim calcmode="lin" valueType="num">
                                      <p:cBhvr>
                                        <p:cTn id="15" dur="500" fill="hold"/>
                                        <p:tgtEl>
                                          <p:spTgt spid="196"/>
                                        </p:tgtEl>
                                        <p:attrNameLst>
                                          <p:attrName>ppt_h</p:attrName>
                                        </p:attrNameLst>
                                      </p:cBhvr>
                                      <p:tavLst>
                                        <p:tav tm="0">
                                          <p:val>
                                            <p:fltVal val="0"/>
                                          </p:val>
                                        </p:tav>
                                        <p:tav tm="100000">
                                          <p:val>
                                            <p:strVal val="#ppt_h"/>
                                          </p:val>
                                        </p:tav>
                                      </p:tavLst>
                                    </p:anim>
                                    <p:animEffect transition="in" filter="fade">
                                      <p:cBhvr>
                                        <p:cTn id="16" dur="500"/>
                                        <p:tgtEl>
                                          <p:spTgt spid="196"/>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158"/>
                                        </p:tgtEl>
                                        <p:attrNameLst>
                                          <p:attrName>style.visibility</p:attrName>
                                        </p:attrNameLst>
                                      </p:cBhvr>
                                      <p:to>
                                        <p:strVal val="visible"/>
                                      </p:to>
                                    </p:set>
                                    <p:anim calcmode="lin" valueType="num">
                                      <p:cBhvr>
                                        <p:cTn id="21" dur="500" fill="hold"/>
                                        <p:tgtEl>
                                          <p:spTgt spid="158"/>
                                        </p:tgtEl>
                                        <p:attrNameLst>
                                          <p:attrName>ppt_w</p:attrName>
                                        </p:attrNameLst>
                                      </p:cBhvr>
                                      <p:tavLst>
                                        <p:tav tm="0">
                                          <p:val>
                                            <p:fltVal val="0"/>
                                          </p:val>
                                        </p:tav>
                                        <p:tav tm="100000">
                                          <p:val>
                                            <p:strVal val="#ppt_w"/>
                                          </p:val>
                                        </p:tav>
                                      </p:tavLst>
                                    </p:anim>
                                    <p:anim calcmode="lin" valueType="num">
                                      <p:cBhvr>
                                        <p:cTn id="22" dur="500" fill="hold"/>
                                        <p:tgtEl>
                                          <p:spTgt spid="158"/>
                                        </p:tgtEl>
                                        <p:attrNameLst>
                                          <p:attrName>ppt_h</p:attrName>
                                        </p:attrNameLst>
                                      </p:cBhvr>
                                      <p:tavLst>
                                        <p:tav tm="0">
                                          <p:val>
                                            <p:fltVal val="0"/>
                                          </p:val>
                                        </p:tav>
                                        <p:tav tm="100000">
                                          <p:val>
                                            <p:strVal val="#ppt_h"/>
                                          </p:val>
                                        </p:tav>
                                      </p:tavLst>
                                    </p:anim>
                                    <p:animEffect transition="in" filter="fade">
                                      <p:cBhvr>
                                        <p:cTn id="23" dur="50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9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14</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8679221" y="4447727"/>
            <a:ext cx="3429003" cy="38100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8" name="Group 31"/>
          <p:cNvGrpSpPr>
            <a:grpSpLocks/>
          </p:cNvGrpSpPr>
          <p:nvPr/>
        </p:nvGrpSpPr>
        <p:grpSpPr bwMode="auto">
          <a:xfrm>
            <a:off x="8688437" y="4747160"/>
            <a:ext cx="3429003" cy="381000"/>
            <a:chOff x="3982" y="527"/>
            <a:chExt cx="1620" cy="180"/>
          </a:xfrm>
        </p:grpSpPr>
        <p:sp>
          <p:nvSpPr>
            <p:cNvPr id="15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16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1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171" name="Group 153"/>
          <p:cNvGrpSpPr>
            <a:grpSpLocks/>
          </p:cNvGrpSpPr>
          <p:nvPr/>
        </p:nvGrpSpPr>
        <p:grpSpPr bwMode="auto">
          <a:xfrm>
            <a:off x="4166946" y="2543607"/>
            <a:ext cx="1170517" cy="579967"/>
            <a:chOff x="1511" y="516"/>
            <a:chExt cx="553" cy="274"/>
          </a:xfrm>
        </p:grpSpPr>
        <p:sp>
          <p:nvSpPr>
            <p:cNvPr id="172"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73"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nvGrpSpPr>
          <p:cNvPr id="174" name="组合 173"/>
          <p:cNvGrpSpPr/>
          <p:nvPr/>
        </p:nvGrpSpPr>
        <p:grpSpPr>
          <a:xfrm>
            <a:off x="6341746" y="5260534"/>
            <a:ext cx="1166284" cy="893234"/>
            <a:chOff x="4756817" y="602902"/>
            <a:chExt cx="874713" cy="669925"/>
          </a:xfrm>
        </p:grpSpPr>
        <p:sp>
          <p:nvSpPr>
            <p:cNvPr id="175"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76" name="Group 19"/>
            <p:cNvGrpSpPr>
              <a:grpSpLocks/>
            </p:cNvGrpSpPr>
            <p:nvPr/>
          </p:nvGrpSpPr>
          <p:grpSpPr bwMode="auto">
            <a:xfrm>
              <a:off x="4756817" y="602902"/>
              <a:ext cx="874713" cy="669925"/>
              <a:chOff x="2919" y="527"/>
              <a:chExt cx="551" cy="422"/>
            </a:xfrm>
          </p:grpSpPr>
          <p:grpSp>
            <p:nvGrpSpPr>
              <p:cNvPr id="177" name="Group 20"/>
              <p:cNvGrpSpPr>
                <a:grpSpLocks/>
              </p:cNvGrpSpPr>
              <p:nvPr/>
            </p:nvGrpSpPr>
            <p:grpSpPr bwMode="auto">
              <a:xfrm>
                <a:off x="3135" y="527"/>
                <a:ext cx="335" cy="422"/>
                <a:chOff x="4133" y="890"/>
                <a:chExt cx="335" cy="422"/>
              </a:xfrm>
            </p:grpSpPr>
            <p:sp>
              <p:nvSpPr>
                <p:cNvPr id="179"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80"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7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grpSp>
      </p:grpSp>
      <p:sp>
        <p:nvSpPr>
          <p:cNvPr id="181" name="Text Box 156"/>
          <p:cNvSpPr txBox="1">
            <a:spLocks noChangeArrowheads="1"/>
          </p:cNvSpPr>
          <p:nvPr/>
        </p:nvSpPr>
        <p:spPr bwMode="auto">
          <a:xfrm>
            <a:off x="6974155" y="56415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82" name="Text Box 157"/>
          <p:cNvSpPr txBox="1">
            <a:spLocks noChangeArrowheads="1"/>
          </p:cNvSpPr>
          <p:nvPr/>
        </p:nvSpPr>
        <p:spPr bwMode="auto">
          <a:xfrm>
            <a:off x="6960476" y="51718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83" name="Group 31"/>
          <p:cNvGrpSpPr>
            <a:grpSpLocks/>
          </p:cNvGrpSpPr>
          <p:nvPr/>
        </p:nvGrpSpPr>
        <p:grpSpPr bwMode="auto">
          <a:xfrm>
            <a:off x="8688437" y="5047927"/>
            <a:ext cx="3429003" cy="381000"/>
            <a:chOff x="3982" y="527"/>
            <a:chExt cx="1620" cy="180"/>
          </a:xfrm>
        </p:grpSpPr>
        <p:sp>
          <p:nvSpPr>
            <p:cNvPr id="184"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y</a:t>
              </a:r>
            </a:p>
          </p:txBody>
        </p:sp>
        <p:sp>
          <p:nvSpPr>
            <p:cNvPr id="185"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15</a:t>
              </a:r>
            </a:p>
          </p:txBody>
        </p:sp>
        <p:sp>
          <p:nvSpPr>
            <p:cNvPr id="186"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88" name="组合 187"/>
          <p:cNvGrpSpPr/>
          <p:nvPr/>
        </p:nvGrpSpPr>
        <p:grpSpPr>
          <a:xfrm>
            <a:off x="5328743" y="2227878"/>
            <a:ext cx="1479360" cy="2247863"/>
            <a:chOff x="3996557" y="1670908"/>
            <a:chExt cx="1109520" cy="1685897"/>
          </a:xfrm>
        </p:grpSpPr>
        <p:cxnSp>
          <p:nvCxnSpPr>
            <p:cNvPr id="189" name="直接连接符 188"/>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90" name="直接连接符 189"/>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91" name="直接连接符 190"/>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92" name="Freeform 171"/>
          <p:cNvSpPr>
            <a:spLocks/>
          </p:cNvSpPr>
          <p:nvPr/>
        </p:nvSpPr>
        <p:spPr bwMode="auto">
          <a:xfrm>
            <a:off x="5345927" y="2905359"/>
            <a:ext cx="1439333" cy="2622077"/>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193" name="矩形 192">
            <a:extLst>
              <a:ext uri="{FF2B5EF4-FFF2-40B4-BE49-F238E27FC236}">
                <a16:creationId xmlns:a16="http://schemas.microsoft.com/office/drawing/2014/main" id="{13B2DECB-3A1E-4718-B6F3-F6D71CB1CECA}"/>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94" name="矩形 193">
            <a:extLst>
              <a:ext uri="{FF2B5EF4-FFF2-40B4-BE49-F238E27FC236}">
                <a16:creationId xmlns:a16="http://schemas.microsoft.com/office/drawing/2014/main" id="{F5CEE86D-9D03-49D2-B541-AA3BC3F66DE9}"/>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95" name="矩形 194">
            <a:extLst>
              <a:ext uri="{FF2B5EF4-FFF2-40B4-BE49-F238E27FC236}">
                <a16:creationId xmlns:a16="http://schemas.microsoft.com/office/drawing/2014/main" id="{702C43D6-A293-4D54-AC7C-3878FC3B96AA}"/>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96" name="矩形 195">
            <a:extLst>
              <a:ext uri="{FF2B5EF4-FFF2-40B4-BE49-F238E27FC236}">
                <a16:creationId xmlns:a16="http://schemas.microsoft.com/office/drawing/2014/main" id="{54C7D5AC-3206-4C27-B41B-A8C0031DE39B}"/>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97" name="矩形 196">
            <a:extLst>
              <a:ext uri="{FF2B5EF4-FFF2-40B4-BE49-F238E27FC236}">
                <a16:creationId xmlns:a16="http://schemas.microsoft.com/office/drawing/2014/main" id="{99AF9998-FB7E-42D0-A00F-D7EAF8E17F36}"/>
              </a:ext>
            </a:extLst>
          </p:cNvPr>
          <p:cNvSpPr/>
          <p:nvPr/>
        </p:nvSpPr>
        <p:spPr>
          <a:xfrm>
            <a:off x="5871209" y="5861752"/>
            <a:ext cx="896399"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partition</a:t>
            </a:r>
            <a:endParaRPr lang="zh-CN" altLang="en-US" sz="1467" b="1" dirty="0">
              <a:solidFill>
                <a:prstClr val="black"/>
              </a:solidFill>
              <a:latin typeface="Times New Roman" panose="02020603050405020304" pitchFamily="18" charset="0"/>
              <a:ea typeface="楷体_GB2312" pitchFamily="49" charset="-122"/>
            </a:endParaRPr>
          </a:p>
        </p:txBody>
      </p:sp>
      <p:sp>
        <p:nvSpPr>
          <p:cNvPr id="198" name="Rectangle 3">
            <a:extLst>
              <a:ext uri="{FF2B5EF4-FFF2-40B4-BE49-F238E27FC236}">
                <a16:creationId xmlns:a16="http://schemas.microsoft.com/office/drawing/2014/main" id="{8DD4F8DF-C500-4617-BF5C-26D8B44B54F0}"/>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87" name="Line 20">
            <a:extLst>
              <a:ext uri="{FF2B5EF4-FFF2-40B4-BE49-F238E27FC236}">
                <a16:creationId xmlns:a16="http://schemas.microsoft.com/office/drawing/2014/main" id="{5E8CBE9D-4395-47EE-8CAC-94EE8F874A90}"/>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9" name="Line 20">
            <a:extLst>
              <a:ext uri="{FF2B5EF4-FFF2-40B4-BE49-F238E27FC236}">
                <a16:creationId xmlns:a16="http://schemas.microsoft.com/office/drawing/2014/main" id="{0F97A978-D526-4C53-AA02-132A340B9DDD}"/>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0" name="Line 20">
            <a:extLst>
              <a:ext uri="{FF2B5EF4-FFF2-40B4-BE49-F238E27FC236}">
                <a16:creationId xmlns:a16="http://schemas.microsoft.com/office/drawing/2014/main" id="{87E32675-A8CC-444F-B3AE-6DEDF14A89B3}"/>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1" name="Line 20">
            <a:extLst>
              <a:ext uri="{FF2B5EF4-FFF2-40B4-BE49-F238E27FC236}">
                <a16:creationId xmlns:a16="http://schemas.microsoft.com/office/drawing/2014/main" id="{E4EA7923-3270-4272-A1F8-6962BA8D2F49}"/>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2" name="Line 20">
            <a:extLst>
              <a:ext uri="{FF2B5EF4-FFF2-40B4-BE49-F238E27FC236}">
                <a16:creationId xmlns:a16="http://schemas.microsoft.com/office/drawing/2014/main" id="{1597E03A-D06E-4E64-8B33-F43F34FEFECE}"/>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9" name="Line 20">
            <a:extLst>
              <a:ext uri="{FF2B5EF4-FFF2-40B4-BE49-F238E27FC236}">
                <a16:creationId xmlns:a16="http://schemas.microsoft.com/office/drawing/2014/main" id="{6F97A6C4-7748-49AC-837C-5A7D30A8F0F6}"/>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0" name="Line 20">
            <a:extLst>
              <a:ext uri="{FF2B5EF4-FFF2-40B4-BE49-F238E27FC236}">
                <a16:creationId xmlns:a16="http://schemas.microsoft.com/office/drawing/2014/main" id="{A86A451C-67F4-4924-854A-C7B2AE48AA95}"/>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1" name="Line 20">
            <a:extLst>
              <a:ext uri="{FF2B5EF4-FFF2-40B4-BE49-F238E27FC236}">
                <a16:creationId xmlns:a16="http://schemas.microsoft.com/office/drawing/2014/main" id="{6AB0BCD4-3945-4A15-B76E-E676731A72F5}"/>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6" name="Line 20">
            <a:extLst>
              <a:ext uri="{FF2B5EF4-FFF2-40B4-BE49-F238E27FC236}">
                <a16:creationId xmlns:a16="http://schemas.microsoft.com/office/drawing/2014/main" id="{BCE1ADDB-F3CF-4916-BC3B-54E8CA8337F7}"/>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217" name="Line 20">
            <a:extLst>
              <a:ext uri="{FF2B5EF4-FFF2-40B4-BE49-F238E27FC236}">
                <a16:creationId xmlns:a16="http://schemas.microsoft.com/office/drawing/2014/main" id="{A7A41AD8-7CC7-4E19-B69F-6049CE6A797D}"/>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8" name="Line 20">
            <a:extLst>
              <a:ext uri="{FF2B5EF4-FFF2-40B4-BE49-F238E27FC236}">
                <a16:creationId xmlns:a16="http://schemas.microsoft.com/office/drawing/2014/main" id="{BACF9E66-4E47-4E0C-8B79-AAAB5E7760A2}"/>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9" name="Line 20">
            <a:extLst>
              <a:ext uri="{FF2B5EF4-FFF2-40B4-BE49-F238E27FC236}">
                <a16:creationId xmlns:a16="http://schemas.microsoft.com/office/drawing/2014/main" id="{856E4274-D5CA-4EA5-ADA9-CD32AB0943FB}"/>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0" name="Line 20">
            <a:extLst>
              <a:ext uri="{FF2B5EF4-FFF2-40B4-BE49-F238E27FC236}">
                <a16:creationId xmlns:a16="http://schemas.microsoft.com/office/drawing/2014/main" id="{CDC514B5-0D56-4BB3-BFF3-CC2E9AA7E1B8}"/>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1" name="Line 20">
            <a:extLst>
              <a:ext uri="{FF2B5EF4-FFF2-40B4-BE49-F238E27FC236}">
                <a16:creationId xmlns:a16="http://schemas.microsoft.com/office/drawing/2014/main" id="{91B166E8-3649-4717-92DF-3619F4A32ECB}"/>
              </a:ext>
            </a:extLst>
          </p:cNvPr>
          <p:cNvSpPr>
            <a:spLocks noChangeShapeType="1"/>
          </p:cNvSpPr>
          <p:nvPr/>
        </p:nvSpPr>
        <p:spPr bwMode="auto">
          <a:xfrm flipV="1">
            <a:off x="1445866" y="5643555"/>
            <a:ext cx="74655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2" name="Line 20">
            <a:extLst>
              <a:ext uri="{FF2B5EF4-FFF2-40B4-BE49-F238E27FC236}">
                <a16:creationId xmlns:a16="http://schemas.microsoft.com/office/drawing/2014/main" id="{5DD1D224-34A1-43BD-9698-8703AB4A4B91}"/>
              </a:ext>
            </a:extLst>
          </p:cNvPr>
          <p:cNvSpPr>
            <a:spLocks noChangeShapeType="1"/>
          </p:cNvSpPr>
          <p:nvPr/>
        </p:nvSpPr>
        <p:spPr bwMode="auto">
          <a:xfrm flipV="1">
            <a:off x="561628" y="5910260"/>
            <a:ext cx="17094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3" name="Line 20">
            <a:extLst>
              <a:ext uri="{FF2B5EF4-FFF2-40B4-BE49-F238E27FC236}">
                <a16:creationId xmlns:a16="http://schemas.microsoft.com/office/drawing/2014/main" id="{B37F64C5-C32C-49EA-997E-26788F16E75F}"/>
              </a:ext>
            </a:extLst>
          </p:cNvPr>
          <p:cNvSpPr>
            <a:spLocks noChangeShapeType="1"/>
          </p:cNvSpPr>
          <p:nvPr/>
        </p:nvSpPr>
        <p:spPr bwMode="auto">
          <a:xfrm flipV="1">
            <a:off x="2389843" y="5988769"/>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369413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p:cTn id="7" dur="500" fill="hold"/>
                                        <p:tgtEl>
                                          <p:spTgt spid="126"/>
                                        </p:tgtEl>
                                        <p:attrNameLst>
                                          <p:attrName>ppt_w</p:attrName>
                                        </p:attrNameLst>
                                      </p:cBhvr>
                                      <p:tavLst>
                                        <p:tav tm="0">
                                          <p:val>
                                            <p:fltVal val="0"/>
                                          </p:val>
                                        </p:tav>
                                        <p:tav tm="100000">
                                          <p:val>
                                            <p:strVal val="#ppt_w"/>
                                          </p:val>
                                        </p:tav>
                                      </p:tavLst>
                                    </p:anim>
                                    <p:anim calcmode="lin" valueType="num">
                                      <p:cBhvr>
                                        <p:cTn id="8" dur="500" fill="hold"/>
                                        <p:tgtEl>
                                          <p:spTgt spid="126"/>
                                        </p:tgtEl>
                                        <p:attrNameLst>
                                          <p:attrName>ppt_h</p:attrName>
                                        </p:attrNameLst>
                                      </p:cBhvr>
                                      <p:tavLst>
                                        <p:tav tm="0">
                                          <p:val>
                                            <p:fltVal val="0"/>
                                          </p:val>
                                        </p:tav>
                                        <p:tav tm="100000">
                                          <p:val>
                                            <p:strVal val="#ppt_h"/>
                                          </p:val>
                                        </p:tav>
                                      </p:tavLst>
                                    </p:anim>
                                    <p:animEffect transition="in" filter="fade">
                                      <p:cBhvr>
                                        <p:cTn id="9" dur="500"/>
                                        <p:tgtEl>
                                          <p:spTgt spid="126"/>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71"/>
                                        </p:tgtEl>
                                        <p:attrNameLst>
                                          <p:attrName>style.visibility</p:attrName>
                                        </p:attrNameLst>
                                      </p:cBhvr>
                                      <p:to>
                                        <p:strVal val="visible"/>
                                      </p:to>
                                    </p:set>
                                    <p:anim calcmode="lin" valueType="num">
                                      <p:cBhvr>
                                        <p:cTn id="14" dur="500" fill="hold"/>
                                        <p:tgtEl>
                                          <p:spTgt spid="171"/>
                                        </p:tgtEl>
                                        <p:attrNameLst>
                                          <p:attrName>ppt_w</p:attrName>
                                        </p:attrNameLst>
                                      </p:cBhvr>
                                      <p:tavLst>
                                        <p:tav tm="0">
                                          <p:val>
                                            <p:fltVal val="0"/>
                                          </p:val>
                                        </p:tav>
                                        <p:tav tm="100000">
                                          <p:val>
                                            <p:strVal val="#ppt_w"/>
                                          </p:val>
                                        </p:tav>
                                      </p:tavLst>
                                    </p:anim>
                                    <p:anim calcmode="lin" valueType="num">
                                      <p:cBhvr>
                                        <p:cTn id="15" dur="500" fill="hold"/>
                                        <p:tgtEl>
                                          <p:spTgt spid="171"/>
                                        </p:tgtEl>
                                        <p:attrNameLst>
                                          <p:attrName>ppt_h</p:attrName>
                                        </p:attrNameLst>
                                      </p:cBhvr>
                                      <p:tavLst>
                                        <p:tav tm="0">
                                          <p:val>
                                            <p:fltVal val="0"/>
                                          </p:val>
                                        </p:tav>
                                        <p:tav tm="100000">
                                          <p:val>
                                            <p:strVal val="#ppt_h"/>
                                          </p:val>
                                        </p:tav>
                                      </p:tavLst>
                                    </p:anim>
                                    <p:animEffect transition="in" filter="fade">
                                      <p:cBhvr>
                                        <p:cTn id="16" dur="500"/>
                                        <p:tgtEl>
                                          <p:spTgt spid="171"/>
                                        </p:tgtEl>
                                      </p:cBhvr>
                                    </p:animEffect>
                                  </p:childTnLst>
                                </p:cTn>
                              </p:par>
                              <p:par>
                                <p:cTn id="17" presetID="53" presetClass="entr" presetSubtype="16" fill="hold" nodeType="withEffect">
                                  <p:stCondLst>
                                    <p:cond delay="0"/>
                                  </p:stCondLst>
                                  <p:childTnLst>
                                    <p:set>
                                      <p:cBhvr>
                                        <p:cTn id="18" dur="1" fill="hold">
                                          <p:stCondLst>
                                            <p:cond delay="0"/>
                                          </p:stCondLst>
                                        </p:cTn>
                                        <p:tgtEl>
                                          <p:spTgt spid="174"/>
                                        </p:tgtEl>
                                        <p:attrNameLst>
                                          <p:attrName>style.visibility</p:attrName>
                                        </p:attrNameLst>
                                      </p:cBhvr>
                                      <p:to>
                                        <p:strVal val="visible"/>
                                      </p:to>
                                    </p:set>
                                    <p:anim calcmode="lin" valueType="num">
                                      <p:cBhvr>
                                        <p:cTn id="19" dur="500" fill="hold"/>
                                        <p:tgtEl>
                                          <p:spTgt spid="174"/>
                                        </p:tgtEl>
                                        <p:attrNameLst>
                                          <p:attrName>ppt_w</p:attrName>
                                        </p:attrNameLst>
                                      </p:cBhvr>
                                      <p:tavLst>
                                        <p:tav tm="0">
                                          <p:val>
                                            <p:fltVal val="0"/>
                                          </p:val>
                                        </p:tav>
                                        <p:tav tm="100000">
                                          <p:val>
                                            <p:strVal val="#ppt_w"/>
                                          </p:val>
                                        </p:tav>
                                      </p:tavLst>
                                    </p:anim>
                                    <p:anim calcmode="lin" valueType="num">
                                      <p:cBhvr>
                                        <p:cTn id="20" dur="500" fill="hold"/>
                                        <p:tgtEl>
                                          <p:spTgt spid="174"/>
                                        </p:tgtEl>
                                        <p:attrNameLst>
                                          <p:attrName>ppt_h</p:attrName>
                                        </p:attrNameLst>
                                      </p:cBhvr>
                                      <p:tavLst>
                                        <p:tav tm="0">
                                          <p:val>
                                            <p:fltVal val="0"/>
                                          </p:val>
                                        </p:tav>
                                        <p:tav tm="100000">
                                          <p:val>
                                            <p:strVal val="#ppt_h"/>
                                          </p:val>
                                        </p:tav>
                                      </p:tavLst>
                                    </p:anim>
                                    <p:animEffect transition="in" filter="fade">
                                      <p:cBhvr>
                                        <p:cTn id="21" dur="500"/>
                                        <p:tgtEl>
                                          <p:spTgt spid="174"/>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82"/>
                                        </p:tgtEl>
                                        <p:attrNameLst>
                                          <p:attrName>style.visibility</p:attrName>
                                        </p:attrNameLst>
                                      </p:cBhvr>
                                      <p:to>
                                        <p:strVal val="visible"/>
                                      </p:to>
                                    </p:set>
                                    <p:anim calcmode="lin" valueType="num">
                                      <p:cBhvr>
                                        <p:cTn id="24" dur="500" fill="hold"/>
                                        <p:tgtEl>
                                          <p:spTgt spid="182"/>
                                        </p:tgtEl>
                                        <p:attrNameLst>
                                          <p:attrName>ppt_w</p:attrName>
                                        </p:attrNameLst>
                                      </p:cBhvr>
                                      <p:tavLst>
                                        <p:tav tm="0">
                                          <p:val>
                                            <p:fltVal val="0"/>
                                          </p:val>
                                        </p:tav>
                                        <p:tav tm="100000">
                                          <p:val>
                                            <p:strVal val="#ppt_w"/>
                                          </p:val>
                                        </p:tav>
                                      </p:tavLst>
                                    </p:anim>
                                    <p:anim calcmode="lin" valueType="num">
                                      <p:cBhvr>
                                        <p:cTn id="25" dur="500" fill="hold"/>
                                        <p:tgtEl>
                                          <p:spTgt spid="182"/>
                                        </p:tgtEl>
                                        <p:attrNameLst>
                                          <p:attrName>ppt_h</p:attrName>
                                        </p:attrNameLst>
                                      </p:cBhvr>
                                      <p:tavLst>
                                        <p:tav tm="0">
                                          <p:val>
                                            <p:fltVal val="0"/>
                                          </p:val>
                                        </p:tav>
                                        <p:tav tm="100000">
                                          <p:val>
                                            <p:strVal val="#ppt_h"/>
                                          </p:val>
                                        </p:tav>
                                      </p:tavLst>
                                    </p:anim>
                                    <p:animEffect transition="in" filter="fade">
                                      <p:cBhvr>
                                        <p:cTn id="26" dur="500"/>
                                        <p:tgtEl>
                                          <p:spTgt spid="18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81"/>
                                        </p:tgtEl>
                                        <p:attrNameLst>
                                          <p:attrName>style.visibility</p:attrName>
                                        </p:attrNameLst>
                                      </p:cBhvr>
                                      <p:to>
                                        <p:strVal val="visible"/>
                                      </p:to>
                                    </p:set>
                                    <p:anim calcmode="lin" valueType="num">
                                      <p:cBhvr>
                                        <p:cTn id="29" dur="500" fill="hold"/>
                                        <p:tgtEl>
                                          <p:spTgt spid="181"/>
                                        </p:tgtEl>
                                        <p:attrNameLst>
                                          <p:attrName>ppt_w</p:attrName>
                                        </p:attrNameLst>
                                      </p:cBhvr>
                                      <p:tavLst>
                                        <p:tav tm="0">
                                          <p:val>
                                            <p:fltVal val="0"/>
                                          </p:val>
                                        </p:tav>
                                        <p:tav tm="100000">
                                          <p:val>
                                            <p:strVal val="#ppt_w"/>
                                          </p:val>
                                        </p:tav>
                                      </p:tavLst>
                                    </p:anim>
                                    <p:anim calcmode="lin" valueType="num">
                                      <p:cBhvr>
                                        <p:cTn id="30" dur="500" fill="hold"/>
                                        <p:tgtEl>
                                          <p:spTgt spid="181"/>
                                        </p:tgtEl>
                                        <p:attrNameLst>
                                          <p:attrName>ppt_h</p:attrName>
                                        </p:attrNameLst>
                                      </p:cBhvr>
                                      <p:tavLst>
                                        <p:tav tm="0">
                                          <p:val>
                                            <p:fltVal val="0"/>
                                          </p:val>
                                        </p:tav>
                                        <p:tav tm="100000">
                                          <p:val>
                                            <p:strVal val="#ppt_h"/>
                                          </p:val>
                                        </p:tav>
                                      </p:tavLst>
                                    </p:anim>
                                    <p:animEffect transition="in" filter="fade">
                                      <p:cBhvr>
                                        <p:cTn id="31" dur="500"/>
                                        <p:tgtEl>
                                          <p:spTgt spid="181"/>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92"/>
                                        </p:tgtEl>
                                        <p:attrNameLst>
                                          <p:attrName>style.visibility</p:attrName>
                                        </p:attrNameLst>
                                      </p:cBhvr>
                                      <p:to>
                                        <p:strVal val="visible"/>
                                      </p:to>
                                    </p:set>
                                    <p:anim calcmode="lin" valueType="num">
                                      <p:cBhvr>
                                        <p:cTn id="34" dur="500" fill="hold"/>
                                        <p:tgtEl>
                                          <p:spTgt spid="192"/>
                                        </p:tgtEl>
                                        <p:attrNameLst>
                                          <p:attrName>ppt_w</p:attrName>
                                        </p:attrNameLst>
                                      </p:cBhvr>
                                      <p:tavLst>
                                        <p:tav tm="0">
                                          <p:val>
                                            <p:fltVal val="0"/>
                                          </p:val>
                                        </p:tav>
                                        <p:tav tm="100000">
                                          <p:val>
                                            <p:strVal val="#ppt_w"/>
                                          </p:val>
                                        </p:tav>
                                      </p:tavLst>
                                    </p:anim>
                                    <p:anim calcmode="lin" valueType="num">
                                      <p:cBhvr>
                                        <p:cTn id="35" dur="500" fill="hold"/>
                                        <p:tgtEl>
                                          <p:spTgt spid="192"/>
                                        </p:tgtEl>
                                        <p:attrNameLst>
                                          <p:attrName>ppt_h</p:attrName>
                                        </p:attrNameLst>
                                      </p:cBhvr>
                                      <p:tavLst>
                                        <p:tav tm="0">
                                          <p:val>
                                            <p:fltVal val="0"/>
                                          </p:val>
                                        </p:tav>
                                        <p:tav tm="100000">
                                          <p:val>
                                            <p:strVal val="#ppt_h"/>
                                          </p:val>
                                        </p:tav>
                                      </p:tavLst>
                                    </p:anim>
                                    <p:animEffect transition="in" filter="fade">
                                      <p:cBhvr>
                                        <p:cTn id="36" dur="500"/>
                                        <p:tgtEl>
                                          <p:spTgt spid="192"/>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97"/>
                                        </p:tgtEl>
                                        <p:attrNameLst>
                                          <p:attrName>style.visibility</p:attrName>
                                        </p:attrNameLst>
                                      </p:cBhvr>
                                      <p:to>
                                        <p:strVal val="visible"/>
                                      </p:to>
                                    </p:set>
                                    <p:anim calcmode="lin" valueType="num">
                                      <p:cBhvr>
                                        <p:cTn id="39" dur="500" fill="hold"/>
                                        <p:tgtEl>
                                          <p:spTgt spid="197"/>
                                        </p:tgtEl>
                                        <p:attrNameLst>
                                          <p:attrName>ppt_w</p:attrName>
                                        </p:attrNameLst>
                                      </p:cBhvr>
                                      <p:tavLst>
                                        <p:tav tm="0">
                                          <p:val>
                                            <p:fltVal val="0"/>
                                          </p:val>
                                        </p:tav>
                                        <p:tav tm="100000">
                                          <p:val>
                                            <p:strVal val="#ppt_w"/>
                                          </p:val>
                                        </p:tav>
                                      </p:tavLst>
                                    </p:anim>
                                    <p:anim calcmode="lin" valueType="num">
                                      <p:cBhvr>
                                        <p:cTn id="40" dur="500" fill="hold"/>
                                        <p:tgtEl>
                                          <p:spTgt spid="197"/>
                                        </p:tgtEl>
                                        <p:attrNameLst>
                                          <p:attrName>ppt_h</p:attrName>
                                        </p:attrNameLst>
                                      </p:cBhvr>
                                      <p:tavLst>
                                        <p:tav tm="0">
                                          <p:val>
                                            <p:fltVal val="0"/>
                                          </p:val>
                                        </p:tav>
                                        <p:tav tm="100000">
                                          <p:val>
                                            <p:strVal val="#ppt_h"/>
                                          </p:val>
                                        </p:tav>
                                      </p:tavLst>
                                    </p:anim>
                                    <p:animEffect transition="in" filter="fade">
                                      <p:cBhvr>
                                        <p:cTn id="41" dur="500"/>
                                        <p:tgtEl>
                                          <p:spTgt spid="197"/>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223"/>
                                        </p:tgtEl>
                                        <p:attrNameLst>
                                          <p:attrName>style.visibility</p:attrName>
                                        </p:attrNameLst>
                                      </p:cBhvr>
                                      <p:to>
                                        <p:strVal val="visible"/>
                                      </p:to>
                                    </p:set>
                                    <p:anim calcmode="lin" valueType="num">
                                      <p:cBhvr>
                                        <p:cTn id="46" dur="500" fill="hold"/>
                                        <p:tgtEl>
                                          <p:spTgt spid="223"/>
                                        </p:tgtEl>
                                        <p:attrNameLst>
                                          <p:attrName>ppt_w</p:attrName>
                                        </p:attrNameLst>
                                      </p:cBhvr>
                                      <p:tavLst>
                                        <p:tav tm="0">
                                          <p:val>
                                            <p:fltVal val="0"/>
                                          </p:val>
                                        </p:tav>
                                        <p:tav tm="100000">
                                          <p:val>
                                            <p:strVal val="#ppt_w"/>
                                          </p:val>
                                        </p:tav>
                                      </p:tavLst>
                                    </p:anim>
                                    <p:anim calcmode="lin" valueType="num">
                                      <p:cBhvr>
                                        <p:cTn id="47" dur="500" fill="hold"/>
                                        <p:tgtEl>
                                          <p:spTgt spid="223"/>
                                        </p:tgtEl>
                                        <p:attrNameLst>
                                          <p:attrName>ppt_h</p:attrName>
                                        </p:attrNameLst>
                                      </p:cBhvr>
                                      <p:tavLst>
                                        <p:tav tm="0">
                                          <p:val>
                                            <p:fltVal val="0"/>
                                          </p:val>
                                        </p:tav>
                                        <p:tav tm="100000">
                                          <p:val>
                                            <p:strVal val="#ppt_h"/>
                                          </p:val>
                                        </p:tav>
                                      </p:tavLst>
                                    </p:anim>
                                    <p:animEffect transition="in" filter="fade">
                                      <p:cBhvr>
                                        <p:cTn id="48" dur="500"/>
                                        <p:tgtEl>
                                          <p:spTgt spid="223"/>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nodeType="clickEffect">
                                  <p:stCondLst>
                                    <p:cond delay="0"/>
                                  </p:stCondLst>
                                  <p:childTnLst>
                                    <p:set>
                                      <p:cBhvr>
                                        <p:cTn id="52" dur="1" fill="hold">
                                          <p:stCondLst>
                                            <p:cond delay="0"/>
                                          </p:stCondLst>
                                        </p:cTn>
                                        <p:tgtEl>
                                          <p:spTgt spid="183"/>
                                        </p:tgtEl>
                                        <p:attrNameLst>
                                          <p:attrName>style.visibility</p:attrName>
                                        </p:attrNameLst>
                                      </p:cBhvr>
                                      <p:to>
                                        <p:strVal val="visible"/>
                                      </p:to>
                                    </p:set>
                                    <p:anim calcmode="lin" valueType="num">
                                      <p:cBhvr>
                                        <p:cTn id="53" dur="500" fill="hold"/>
                                        <p:tgtEl>
                                          <p:spTgt spid="183"/>
                                        </p:tgtEl>
                                        <p:attrNameLst>
                                          <p:attrName>ppt_w</p:attrName>
                                        </p:attrNameLst>
                                      </p:cBhvr>
                                      <p:tavLst>
                                        <p:tav tm="0">
                                          <p:val>
                                            <p:fltVal val="0"/>
                                          </p:val>
                                        </p:tav>
                                        <p:tav tm="100000">
                                          <p:val>
                                            <p:strVal val="#ppt_w"/>
                                          </p:val>
                                        </p:tav>
                                      </p:tavLst>
                                    </p:anim>
                                    <p:anim calcmode="lin" valueType="num">
                                      <p:cBhvr>
                                        <p:cTn id="54" dur="500" fill="hold"/>
                                        <p:tgtEl>
                                          <p:spTgt spid="183"/>
                                        </p:tgtEl>
                                        <p:attrNameLst>
                                          <p:attrName>ppt_h</p:attrName>
                                        </p:attrNameLst>
                                      </p:cBhvr>
                                      <p:tavLst>
                                        <p:tav tm="0">
                                          <p:val>
                                            <p:fltVal val="0"/>
                                          </p:val>
                                        </p:tav>
                                        <p:tav tm="100000">
                                          <p:val>
                                            <p:strVal val="#ppt_h"/>
                                          </p:val>
                                        </p:tav>
                                      </p:tavLst>
                                    </p:anim>
                                    <p:animEffect transition="in" filter="fade">
                                      <p:cBhvr>
                                        <p:cTn id="55" dur="500"/>
                                        <p:tgtEl>
                                          <p:spTgt spid="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81" grpId="0"/>
      <p:bldP spid="182" grpId="0"/>
      <p:bldP spid="192" grpId="0" animBg="1"/>
      <p:bldP spid="197" grpId="0"/>
      <p:bldP spid="223"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14</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8679221" y="4447727"/>
            <a:ext cx="3429003" cy="38100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8" name="Group 31"/>
          <p:cNvGrpSpPr>
            <a:grpSpLocks/>
          </p:cNvGrpSpPr>
          <p:nvPr/>
        </p:nvGrpSpPr>
        <p:grpSpPr bwMode="auto">
          <a:xfrm>
            <a:off x="8688437" y="4747160"/>
            <a:ext cx="3429003" cy="381000"/>
            <a:chOff x="3982" y="527"/>
            <a:chExt cx="1620" cy="180"/>
          </a:xfrm>
        </p:grpSpPr>
        <p:sp>
          <p:nvSpPr>
            <p:cNvPr id="15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16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1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171" name="Group 153"/>
          <p:cNvGrpSpPr>
            <a:grpSpLocks/>
          </p:cNvGrpSpPr>
          <p:nvPr/>
        </p:nvGrpSpPr>
        <p:grpSpPr bwMode="auto">
          <a:xfrm>
            <a:off x="4166946" y="2543607"/>
            <a:ext cx="1170517" cy="579967"/>
            <a:chOff x="1511" y="516"/>
            <a:chExt cx="553" cy="274"/>
          </a:xfrm>
        </p:grpSpPr>
        <p:sp>
          <p:nvSpPr>
            <p:cNvPr id="172"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73"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nvGrpSpPr>
          <p:cNvPr id="174" name="组合 173"/>
          <p:cNvGrpSpPr/>
          <p:nvPr/>
        </p:nvGrpSpPr>
        <p:grpSpPr>
          <a:xfrm>
            <a:off x="6341746" y="5260534"/>
            <a:ext cx="1166284" cy="893234"/>
            <a:chOff x="4756817" y="602902"/>
            <a:chExt cx="874713" cy="669925"/>
          </a:xfrm>
        </p:grpSpPr>
        <p:sp>
          <p:nvSpPr>
            <p:cNvPr id="175"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76" name="Group 19"/>
            <p:cNvGrpSpPr>
              <a:grpSpLocks/>
            </p:cNvGrpSpPr>
            <p:nvPr/>
          </p:nvGrpSpPr>
          <p:grpSpPr bwMode="auto">
            <a:xfrm>
              <a:off x="4756817" y="602902"/>
              <a:ext cx="874713" cy="669925"/>
              <a:chOff x="2919" y="527"/>
              <a:chExt cx="551" cy="422"/>
            </a:xfrm>
          </p:grpSpPr>
          <p:grpSp>
            <p:nvGrpSpPr>
              <p:cNvPr id="177" name="Group 20"/>
              <p:cNvGrpSpPr>
                <a:grpSpLocks/>
              </p:cNvGrpSpPr>
              <p:nvPr/>
            </p:nvGrpSpPr>
            <p:grpSpPr bwMode="auto">
              <a:xfrm>
                <a:off x="3135" y="527"/>
                <a:ext cx="335" cy="422"/>
                <a:chOff x="4133" y="890"/>
                <a:chExt cx="335" cy="422"/>
              </a:xfrm>
            </p:grpSpPr>
            <p:sp>
              <p:nvSpPr>
                <p:cNvPr id="179"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80"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7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grpSp>
      </p:grpSp>
      <p:sp>
        <p:nvSpPr>
          <p:cNvPr id="181" name="Text Box 156"/>
          <p:cNvSpPr txBox="1">
            <a:spLocks noChangeArrowheads="1"/>
          </p:cNvSpPr>
          <p:nvPr/>
        </p:nvSpPr>
        <p:spPr bwMode="auto">
          <a:xfrm>
            <a:off x="6831839" y="5656947"/>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15</a:t>
            </a:r>
          </a:p>
        </p:txBody>
      </p:sp>
      <p:sp>
        <p:nvSpPr>
          <p:cNvPr id="182" name="Text Box 157"/>
          <p:cNvSpPr txBox="1">
            <a:spLocks noChangeArrowheads="1"/>
          </p:cNvSpPr>
          <p:nvPr/>
        </p:nvSpPr>
        <p:spPr bwMode="auto">
          <a:xfrm>
            <a:off x="6825103" y="520427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15</a:t>
            </a:r>
          </a:p>
        </p:txBody>
      </p:sp>
      <p:grpSp>
        <p:nvGrpSpPr>
          <p:cNvPr id="183" name="Group 31"/>
          <p:cNvGrpSpPr>
            <a:grpSpLocks/>
          </p:cNvGrpSpPr>
          <p:nvPr/>
        </p:nvGrpSpPr>
        <p:grpSpPr bwMode="auto">
          <a:xfrm>
            <a:off x="8688437" y="5047927"/>
            <a:ext cx="3429003" cy="381000"/>
            <a:chOff x="3982" y="527"/>
            <a:chExt cx="1620" cy="180"/>
          </a:xfrm>
        </p:grpSpPr>
        <p:sp>
          <p:nvSpPr>
            <p:cNvPr id="184"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y</a:t>
              </a:r>
            </a:p>
          </p:txBody>
        </p:sp>
        <p:sp>
          <p:nvSpPr>
            <p:cNvPr id="185"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15</a:t>
              </a:r>
            </a:p>
          </p:txBody>
        </p:sp>
        <p:sp>
          <p:nvSpPr>
            <p:cNvPr id="186"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87" name="Group 31"/>
          <p:cNvGrpSpPr>
            <a:grpSpLocks/>
          </p:cNvGrpSpPr>
          <p:nvPr/>
        </p:nvGrpSpPr>
        <p:grpSpPr bwMode="auto">
          <a:xfrm>
            <a:off x="8679221" y="5347623"/>
            <a:ext cx="3429003" cy="381000"/>
            <a:chOff x="3982" y="527"/>
            <a:chExt cx="1620" cy="180"/>
          </a:xfrm>
        </p:grpSpPr>
        <p:sp>
          <p:nvSpPr>
            <p:cNvPr id="188"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z</a:t>
              </a:r>
            </a:p>
          </p:txBody>
        </p:sp>
        <p:sp>
          <p:nvSpPr>
            <p:cNvPr id="189"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16</a:t>
              </a:r>
            </a:p>
          </p:txBody>
        </p:sp>
        <p:sp>
          <p:nvSpPr>
            <p:cNvPr id="190"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15</a:t>
              </a:r>
            </a:p>
          </p:txBody>
        </p:sp>
      </p:grpSp>
      <p:grpSp>
        <p:nvGrpSpPr>
          <p:cNvPr id="192" name="组合 191"/>
          <p:cNvGrpSpPr/>
          <p:nvPr/>
        </p:nvGrpSpPr>
        <p:grpSpPr>
          <a:xfrm>
            <a:off x="5328743" y="2227878"/>
            <a:ext cx="1479360" cy="2247863"/>
            <a:chOff x="3996557" y="1670908"/>
            <a:chExt cx="1109520" cy="1685897"/>
          </a:xfrm>
        </p:grpSpPr>
        <p:cxnSp>
          <p:nvCxnSpPr>
            <p:cNvPr id="193" name="直接连接符 192"/>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94" name="直接连接符 193"/>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95" name="直接连接符 194"/>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96" name="Freeform 171"/>
          <p:cNvSpPr>
            <a:spLocks/>
          </p:cNvSpPr>
          <p:nvPr/>
        </p:nvSpPr>
        <p:spPr bwMode="auto">
          <a:xfrm>
            <a:off x="5345927" y="2905359"/>
            <a:ext cx="1439333" cy="2622077"/>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197" name="矩形 196">
            <a:extLst>
              <a:ext uri="{FF2B5EF4-FFF2-40B4-BE49-F238E27FC236}">
                <a16:creationId xmlns:a16="http://schemas.microsoft.com/office/drawing/2014/main" id="{CA5201E3-EE3E-4072-9DB8-0B93A4CEBBAB}"/>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98" name="矩形 197">
            <a:extLst>
              <a:ext uri="{FF2B5EF4-FFF2-40B4-BE49-F238E27FC236}">
                <a16:creationId xmlns:a16="http://schemas.microsoft.com/office/drawing/2014/main" id="{0F99FC4C-BBA0-4D0B-BB13-68B0E63E051F}"/>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99" name="矩形 198">
            <a:extLst>
              <a:ext uri="{FF2B5EF4-FFF2-40B4-BE49-F238E27FC236}">
                <a16:creationId xmlns:a16="http://schemas.microsoft.com/office/drawing/2014/main" id="{A8587B40-4EFB-4ED4-A30B-86446F0A4542}"/>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200" name="矩形 199">
            <a:extLst>
              <a:ext uri="{FF2B5EF4-FFF2-40B4-BE49-F238E27FC236}">
                <a16:creationId xmlns:a16="http://schemas.microsoft.com/office/drawing/2014/main" id="{3A2FBC87-D9F2-4402-8F92-A05509E13618}"/>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201" name="矩形 200">
            <a:extLst>
              <a:ext uri="{FF2B5EF4-FFF2-40B4-BE49-F238E27FC236}">
                <a16:creationId xmlns:a16="http://schemas.microsoft.com/office/drawing/2014/main" id="{69128513-08D7-4532-8B36-470183CA2105}"/>
              </a:ext>
            </a:extLst>
          </p:cNvPr>
          <p:cNvSpPr/>
          <p:nvPr/>
        </p:nvSpPr>
        <p:spPr>
          <a:xfrm>
            <a:off x="5871209" y="5861752"/>
            <a:ext cx="896399"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partition</a:t>
            </a:r>
            <a:endParaRPr lang="zh-CN" altLang="en-US" sz="1467" b="1" dirty="0">
              <a:solidFill>
                <a:prstClr val="black"/>
              </a:solidFill>
              <a:latin typeface="Times New Roman" panose="02020603050405020304" pitchFamily="18" charset="0"/>
              <a:ea typeface="楷体_GB2312" pitchFamily="49" charset="-122"/>
            </a:endParaRPr>
          </a:p>
        </p:txBody>
      </p:sp>
      <p:sp>
        <p:nvSpPr>
          <p:cNvPr id="202" name="Rectangle 3">
            <a:extLst>
              <a:ext uri="{FF2B5EF4-FFF2-40B4-BE49-F238E27FC236}">
                <a16:creationId xmlns:a16="http://schemas.microsoft.com/office/drawing/2014/main" id="{5B87F0C0-D1F7-4681-8771-77C8B1937C1C}"/>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91" name="Line 20">
            <a:extLst>
              <a:ext uri="{FF2B5EF4-FFF2-40B4-BE49-F238E27FC236}">
                <a16:creationId xmlns:a16="http://schemas.microsoft.com/office/drawing/2014/main" id="{49134C1A-451B-4587-96CD-4E5B9CA46211}"/>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9" name="Line 20">
            <a:extLst>
              <a:ext uri="{FF2B5EF4-FFF2-40B4-BE49-F238E27FC236}">
                <a16:creationId xmlns:a16="http://schemas.microsoft.com/office/drawing/2014/main" id="{88A52F0E-899E-49A3-B1CF-B14F0BAB8B75}"/>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0" name="Line 20">
            <a:extLst>
              <a:ext uri="{FF2B5EF4-FFF2-40B4-BE49-F238E27FC236}">
                <a16:creationId xmlns:a16="http://schemas.microsoft.com/office/drawing/2014/main" id="{204B9475-8B40-4589-81FC-866FB3A81BF4}"/>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1" name="Line 20">
            <a:extLst>
              <a:ext uri="{FF2B5EF4-FFF2-40B4-BE49-F238E27FC236}">
                <a16:creationId xmlns:a16="http://schemas.microsoft.com/office/drawing/2014/main" id="{FC2A310D-B7E3-4590-9AAC-FD86532AA761}"/>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2" name="Line 20">
            <a:extLst>
              <a:ext uri="{FF2B5EF4-FFF2-40B4-BE49-F238E27FC236}">
                <a16:creationId xmlns:a16="http://schemas.microsoft.com/office/drawing/2014/main" id="{78920650-C39C-428B-A0B7-20891E6F2A9E}"/>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3" name="Line 20">
            <a:extLst>
              <a:ext uri="{FF2B5EF4-FFF2-40B4-BE49-F238E27FC236}">
                <a16:creationId xmlns:a16="http://schemas.microsoft.com/office/drawing/2014/main" id="{D7BC0E6D-1F2B-48C9-B0FC-1DD52C9BCFD0}"/>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6" name="Line 20">
            <a:extLst>
              <a:ext uri="{FF2B5EF4-FFF2-40B4-BE49-F238E27FC236}">
                <a16:creationId xmlns:a16="http://schemas.microsoft.com/office/drawing/2014/main" id="{D670A8C0-5640-402B-8030-48891349F865}"/>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7" name="Line 20">
            <a:extLst>
              <a:ext uri="{FF2B5EF4-FFF2-40B4-BE49-F238E27FC236}">
                <a16:creationId xmlns:a16="http://schemas.microsoft.com/office/drawing/2014/main" id="{557EC32B-93B1-47D3-9E40-43C1751F4759}"/>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0" name="Line 20">
            <a:extLst>
              <a:ext uri="{FF2B5EF4-FFF2-40B4-BE49-F238E27FC236}">
                <a16:creationId xmlns:a16="http://schemas.microsoft.com/office/drawing/2014/main" id="{9EDE834E-CCDD-4450-851A-081EB7151ECF}"/>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221" name="Line 20">
            <a:extLst>
              <a:ext uri="{FF2B5EF4-FFF2-40B4-BE49-F238E27FC236}">
                <a16:creationId xmlns:a16="http://schemas.microsoft.com/office/drawing/2014/main" id="{BE267671-FCF0-4D03-8E7B-624B84C6CED5}"/>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2" name="Line 20">
            <a:extLst>
              <a:ext uri="{FF2B5EF4-FFF2-40B4-BE49-F238E27FC236}">
                <a16:creationId xmlns:a16="http://schemas.microsoft.com/office/drawing/2014/main" id="{0C8E2DEF-AF07-422E-A463-02AD99B12AB6}"/>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3" name="Line 20">
            <a:extLst>
              <a:ext uri="{FF2B5EF4-FFF2-40B4-BE49-F238E27FC236}">
                <a16:creationId xmlns:a16="http://schemas.microsoft.com/office/drawing/2014/main" id="{23E6DB84-E994-4E13-8555-CE1B089E8A80}"/>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4" name="Line 20">
            <a:extLst>
              <a:ext uri="{FF2B5EF4-FFF2-40B4-BE49-F238E27FC236}">
                <a16:creationId xmlns:a16="http://schemas.microsoft.com/office/drawing/2014/main" id="{93B2E975-EC0E-4AE7-B628-C75B3F48485D}"/>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5" name="Line 20">
            <a:extLst>
              <a:ext uri="{FF2B5EF4-FFF2-40B4-BE49-F238E27FC236}">
                <a16:creationId xmlns:a16="http://schemas.microsoft.com/office/drawing/2014/main" id="{37399FBE-40E5-4547-9B41-B081853D6AA2}"/>
              </a:ext>
            </a:extLst>
          </p:cNvPr>
          <p:cNvSpPr>
            <a:spLocks noChangeShapeType="1"/>
          </p:cNvSpPr>
          <p:nvPr/>
        </p:nvSpPr>
        <p:spPr bwMode="auto">
          <a:xfrm flipV="1">
            <a:off x="1445866" y="5643555"/>
            <a:ext cx="74655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6" name="Line 20">
            <a:extLst>
              <a:ext uri="{FF2B5EF4-FFF2-40B4-BE49-F238E27FC236}">
                <a16:creationId xmlns:a16="http://schemas.microsoft.com/office/drawing/2014/main" id="{84763837-A81E-439C-A7A8-B98036D766E0}"/>
              </a:ext>
            </a:extLst>
          </p:cNvPr>
          <p:cNvSpPr>
            <a:spLocks noChangeShapeType="1"/>
          </p:cNvSpPr>
          <p:nvPr/>
        </p:nvSpPr>
        <p:spPr bwMode="auto">
          <a:xfrm flipV="1">
            <a:off x="561628" y="5910260"/>
            <a:ext cx="17094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7" name="Line 20">
            <a:extLst>
              <a:ext uri="{FF2B5EF4-FFF2-40B4-BE49-F238E27FC236}">
                <a16:creationId xmlns:a16="http://schemas.microsoft.com/office/drawing/2014/main" id="{AA2BA740-8936-4907-BBCA-694662CD7DF7}"/>
              </a:ext>
            </a:extLst>
          </p:cNvPr>
          <p:cNvSpPr>
            <a:spLocks noChangeShapeType="1"/>
          </p:cNvSpPr>
          <p:nvPr/>
        </p:nvSpPr>
        <p:spPr bwMode="auto">
          <a:xfrm flipV="1">
            <a:off x="2389843" y="5988769"/>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28" name="Line 20">
            <a:extLst>
              <a:ext uri="{FF2B5EF4-FFF2-40B4-BE49-F238E27FC236}">
                <a16:creationId xmlns:a16="http://schemas.microsoft.com/office/drawing/2014/main" id="{98CBA683-F85C-4CB6-9E40-BF083F7FA61D}"/>
              </a:ext>
            </a:extLst>
          </p:cNvPr>
          <p:cNvSpPr>
            <a:spLocks noChangeShapeType="1"/>
          </p:cNvSpPr>
          <p:nvPr/>
        </p:nvSpPr>
        <p:spPr bwMode="auto">
          <a:xfrm>
            <a:off x="2833015" y="5990669"/>
            <a:ext cx="103794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4202364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82"/>
                                        </p:tgtEl>
                                        <p:attrNameLst>
                                          <p:attrName>style.visibility</p:attrName>
                                        </p:attrNameLst>
                                      </p:cBhvr>
                                      <p:to>
                                        <p:strVal val="visible"/>
                                      </p:to>
                                    </p:set>
                                    <p:anim calcmode="lin" valueType="num">
                                      <p:cBhvr>
                                        <p:cTn id="7" dur="500" fill="hold"/>
                                        <p:tgtEl>
                                          <p:spTgt spid="182"/>
                                        </p:tgtEl>
                                        <p:attrNameLst>
                                          <p:attrName>ppt_w</p:attrName>
                                        </p:attrNameLst>
                                      </p:cBhvr>
                                      <p:tavLst>
                                        <p:tav tm="0">
                                          <p:val>
                                            <p:fltVal val="0"/>
                                          </p:val>
                                        </p:tav>
                                        <p:tav tm="100000">
                                          <p:val>
                                            <p:strVal val="#ppt_w"/>
                                          </p:val>
                                        </p:tav>
                                      </p:tavLst>
                                    </p:anim>
                                    <p:anim calcmode="lin" valueType="num">
                                      <p:cBhvr>
                                        <p:cTn id="8" dur="500" fill="hold"/>
                                        <p:tgtEl>
                                          <p:spTgt spid="182"/>
                                        </p:tgtEl>
                                        <p:attrNameLst>
                                          <p:attrName>ppt_h</p:attrName>
                                        </p:attrNameLst>
                                      </p:cBhvr>
                                      <p:tavLst>
                                        <p:tav tm="0">
                                          <p:val>
                                            <p:fltVal val="0"/>
                                          </p:val>
                                        </p:tav>
                                        <p:tav tm="100000">
                                          <p:val>
                                            <p:strVal val="#ppt_h"/>
                                          </p:val>
                                        </p:tav>
                                      </p:tavLst>
                                    </p:anim>
                                    <p:animEffect transition="in" filter="fade">
                                      <p:cBhvr>
                                        <p:cTn id="9" dur="500"/>
                                        <p:tgtEl>
                                          <p:spTgt spid="18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81"/>
                                        </p:tgtEl>
                                        <p:attrNameLst>
                                          <p:attrName>style.visibility</p:attrName>
                                        </p:attrNameLst>
                                      </p:cBhvr>
                                      <p:to>
                                        <p:strVal val="visible"/>
                                      </p:to>
                                    </p:set>
                                    <p:anim calcmode="lin" valueType="num">
                                      <p:cBhvr>
                                        <p:cTn id="12" dur="500" fill="hold"/>
                                        <p:tgtEl>
                                          <p:spTgt spid="181"/>
                                        </p:tgtEl>
                                        <p:attrNameLst>
                                          <p:attrName>ppt_w</p:attrName>
                                        </p:attrNameLst>
                                      </p:cBhvr>
                                      <p:tavLst>
                                        <p:tav tm="0">
                                          <p:val>
                                            <p:fltVal val="0"/>
                                          </p:val>
                                        </p:tav>
                                        <p:tav tm="100000">
                                          <p:val>
                                            <p:strVal val="#ppt_w"/>
                                          </p:val>
                                        </p:tav>
                                      </p:tavLst>
                                    </p:anim>
                                    <p:anim calcmode="lin" valueType="num">
                                      <p:cBhvr>
                                        <p:cTn id="13" dur="500" fill="hold"/>
                                        <p:tgtEl>
                                          <p:spTgt spid="181"/>
                                        </p:tgtEl>
                                        <p:attrNameLst>
                                          <p:attrName>ppt_h</p:attrName>
                                        </p:attrNameLst>
                                      </p:cBhvr>
                                      <p:tavLst>
                                        <p:tav tm="0">
                                          <p:val>
                                            <p:fltVal val="0"/>
                                          </p:val>
                                        </p:tav>
                                        <p:tav tm="100000">
                                          <p:val>
                                            <p:strVal val="#ppt_h"/>
                                          </p:val>
                                        </p:tav>
                                      </p:tavLst>
                                    </p:anim>
                                    <p:animEffect transition="in" filter="fade">
                                      <p:cBhvr>
                                        <p:cTn id="14" dur="500"/>
                                        <p:tgtEl>
                                          <p:spTgt spid="181"/>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228"/>
                                        </p:tgtEl>
                                        <p:attrNameLst>
                                          <p:attrName>style.visibility</p:attrName>
                                        </p:attrNameLst>
                                      </p:cBhvr>
                                      <p:to>
                                        <p:strVal val="visible"/>
                                      </p:to>
                                    </p:set>
                                    <p:anim calcmode="lin" valueType="num">
                                      <p:cBhvr>
                                        <p:cTn id="19" dur="500" fill="hold"/>
                                        <p:tgtEl>
                                          <p:spTgt spid="228"/>
                                        </p:tgtEl>
                                        <p:attrNameLst>
                                          <p:attrName>ppt_w</p:attrName>
                                        </p:attrNameLst>
                                      </p:cBhvr>
                                      <p:tavLst>
                                        <p:tav tm="0">
                                          <p:val>
                                            <p:fltVal val="0"/>
                                          </p:val>
                                        </p:tav>
                                        <p:tav tm="100000">
                                          <p:val>
                                            <p:strVal val="#ppt_w"/>
                                          </p:val>
                                        </p:tav>
                                      </p:tavLst>
                                    </p:anim>
                                    <p:anim calcmode="lin" valueType="num">
                                      <p:cBhvr>
                                        <p:cTn id="20" dur="500" fill="hold"/>
                                        <p:tgtEl>
                                          <p:spTgt spid="228"/>
                                        </p:tgtEl>
                                        <p:attrNameLst>
                                          <p:attrName>ppt_h</p:attrName>
                                        </p:attrNameLst>
                                      </p:cBhvr>
                                      <p:tavLst>
                                        <p:tav tm="0">
                                          <p:val>
                                            <p:fltVal val="0"/>
                                          </p:val>
                                        </p:tav>
                                        <p:tav tm="100000">
                                          <p:val>
                                            <p:strVal val="#ppt_h"/>
                                          </p:val>
                                        </p:tav>
                                      </p:tavLst>
                                    </p:anim>
                                    <p:animEffect transition="in" filter="fade">
                                      <p:cBhvr>
                                        <p:cTn id="21" dur="500"/>
                                        <p:tgtEl>
                                          <p:spTgt spid="228"/>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87"/>
                                        </p:tgtEl>
                                        <p:attrNameLst>
                                          <p:attrName>style.visibility</p:attrName>
                                        </p:attrNameLst>
                                      </p:cBhvr>
                                      <p:to>
                                        <p:strVal val="visible"/>
                                      </p:to>
                                    </p:set>
                                    <p:anim calcmode="lin" valueType="num">
                                      <p:cBhvr>
                                        <p:cTn id="26" dur="500" fill="hold"/>
                                        <p:tgtEl>
                                          <p:spTgt spid="187"/>
                                        </p:tgtEl>
                                        <p:attrNameLst>
                                          <p:attrName>ppt_w</p:attrName>
                                        </p:attrNameLst>
                                      </p:cBhvr>
                                      <p:tavLst>
                                        <p:tav tm="0">
                                          <p:val>
                                            <p:fltVal val="0"/>
                                          </p:val>
                                        </p:tav>
                                        <p:tav tm="100000">
                                          <p:val>
                                            <p:strVal val="#ppt_w"/>
                                          </p:val>
                                        </p:tav>
                                      </p:tavLst>
                                    </p:anim>
                                    <p:anim calcmode="lin" valueType="num">
                                      <p:cBhvr>
                                        <p:cTn id="27" dur="500" fill="hold"/>
                                        <p:tgtEl>
                                          <p:spTgt spid="187"/>
                                        </p:tgtEl>
                                        <p:attrNameLst>
                                          <p:attrName>ppt_h</p:attrName>
                                        </p:attrNameLst>
                                      </p:cBhvr>
                                      <p:tavLst>
                                        <p:tav tm="0">
                                          <p:val>
                                            <p:fltVal val="0"/>
                                          </p:val>
                                        </p:tav>
                                        <p:tav tm="100000">
                                          <p:val>
                                            <p:strVal val="#ppt_h"/>
                                          </p:val>
                                        </p:tav>
                                      </p:tavLst>
                                    </p:anim>
                                    <p:animEffect transition="in" filter="fade">
                                      <p:cBhvr>
                                        <p:cTn id="28"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 grpId="0"/>
      <p:bldP spid="182" grpId="0"/>
      <p:bldP spid="22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14</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8679221" y="4447727"/>
            <a:ext cx="3429003" cy="38100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8" name="Group 31"/>
          <p:cNvGrpSpPr>
            <a:grpSpLocks/>
          </p:cNvGrpSpPr>
          <p:nvPr/>
        </p:nvGrpSpPr>
        <p:grpSpPr bwMode="auto">
          <a:xfrm>
            <a:off x="8688437" y="4747160"/>
            <a:ext cx="3429003" cy="381000"/>
            <a:chOff x="3982" y="527"/>
            <a:chExt cx="1620" cy="180"/>
          </a:xfrm>
        </p:grpSpPr>
        <p:sp>
          <p:nvSpPr>
            <p:cNvPr id="15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16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1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191" name="Group 31"/>
          <p:cNvGrpSpPr>
            <a:grpSpLocks/>
          </p:cNvGrpSpPr>
          <p:nvPr/>
        </p:nvGrpSpPr>
        <p:grpSpPr bwMode="auto">
          <a:xfrm>
            <a:off x="8688441" y="5648021"/>
            <a:ext cx="3429004" cy="381000"/>
            <a:chOff x="3982" y="535"/>
            <a:chExt cx="1620" cy="180"/>
          </a:xfrm>
        </p:grpSpPr>
        <p:sp>
          <p:nvSpPr>
            <p:cNvPr id="192"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i</a:t>
              </a:r>
            </a:p>
          </p:txBody>
        </p:sp>
        <p:sp>
          <p:nvSpPr>
            <p:cNvPr id="193"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17</a:t>
              </a:r>
            </a:p>
          </p:txBody>
        </p:sp>
        <p:sp>
          <p:nvSpPr>
            <p:cNvPr id="194"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16</a:t>
              </a:r>
            </a:p>
          </p:txBody>
        </p:sp>
      </p:grpSp>
      <p:grpSp>
        <p:nvGrpSpPr>
          <p:cNvPr id="196" name="组合 195"/>
          <p:cNvGrpSpPr/>
          <p:nvPr/>
        </p:nvGrpSpPr>
        <p:grpSpPr>
          <a:xfrm>
            <a:off x="5328743" y="2227878"/>
            <a:ext cx="1479360" cy="2247863"/>
            <a:chOff x="3996557" y="1670908"/>
            <a:chExt cx="1109520" cy="1685897"/>
          </a:xfrm>
        </p:grpSpPr>
        <p:cxnSp>
          <p:nvCxnSpPr>
            <p:cNvPr id="197" name="直接连接符 196"/>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98" name="直接连接符 197"/>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199" name="直接连接符 198"/>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grpSp>
        <p:nvGrpSpPr>
          <p:cNvPr id="201" name="Group 153"/>
          <p:cNvGrpSpPr>
            <a:grpSpLocks/>
          </p:cNvGrpSpPr>
          <p:nvPr/>
        </p:nvGrpSpPr>
        <p:grpSpPr bwMode="auto">
          <a:xfrm>
            <a:off x="4166946" y="2543607"/>
            <a:ext cx="1170517" cy="579967"/>
            <a:chOff x="1511" y="516"/>
            <a:chExt cx="553" cy="274"/>
          </a:xfrm>
        </p:grpSpPr>
        <p:sp>
          <p:nvSpPr>
            <p:cNvPr id="202"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209"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sp>
        <p:nvSpPr>
          <p:cNvPr id="210" name="Freeform 171"/>
          <p:cNvSpPr>
            <a:spLocks/>
          </p:cNvSpPr>
          <p:nvPr/>
        </p:nvSpPr>
        <p:spPr bwMode="auto">
          <a:xfrm>
            <a:off x="5345927" y="2905359"/>
            <a:ext cx="1439333" cy="2622077"/>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211" name="组合 210"/>
          <p:cNvGrpSpPr/>
          <p:nvPr/>
        </p:nvGrpSpPr>
        <p:grpSpPr>
          <a:xfrm>
            <a:off x="6341746" y="5260534"/>
            <a:ext cx="1166284" cy="893234"/>
            <a:chOff x="4756817" y="602902"/>
            <a:chExt cx="874713" cy="669925"/>
          </a:xfrm>
        </p:grpSpPr>
        <p:sp>
          <p:nvSpPr>
            <p:cNvPr id="212"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213" name="Group 19"/>
            <p:cNvGrpSpPr>
              <a:grpSpLocks/>
            </p:cNvGrpSpPr>
            <p:nvPr/>
          </p:nvGrpSpPr>
          <p:grpSpPr bwMode="auto">
            <a:xfrm>
              <a:off x="4756817" y="602902"/>
              <a:ext cx="874713" cy="669925"/>
              <a:chOff x="2919" y="527"/>
              <a:chExt cx="551" cy="422"/>
            </a:xfrm>
          </p:grpSpPr>
          <p:grpSp>
            <p:nvGrpSpPr>
              <p:cNvPr id="216" name="Group 20"/>
              <p:cNvGrpSpPr>
                <a:grpSpLocks/>
              </p:cNvGrpSpPr>
              <p:nvPr/>
            </p:nvGrpSpPr>
            <p:grpSpPr bwMode="auto">
              <a:xfrm>
                <a:off x="3135" y="527"/>
                <a:ext cx="335" cy="422"/>
                <a:chOff x="4133" y="890"/>
                <a:chExt cx="335" cy="422"/>
              </a:xfrm>
            </p:grpSpPr>
            <p:sp>
              <p:nvSpPr>
                <p:cNvPr id="218"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21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21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grpSp>
      </p:grpSp>
      <p:sp>
        <p:nvSpPr>
          <p:cNvPr id="220" name="Text Box 156"/>
          <p:cNvSpPr txBox="1">
            <a:spLocks noChangeArrowheads="1"/>
          </p:cNvSpPr>
          <p:nvPr/>
        </p:nvSpPr>
        <p:spPr bwMode="auto">
          <a:xfrm>
            <a:off x="6831839" y="5656947"/>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16</a:t>
            </a:r>
          </a:p>
        </p:txBody>
      </p:sp>
      <p:sp>
        <p:nvSpPr>
          <p:cNvPr id="221" name="Text Box 157"/>
          <p:cNvSpPr txBox="1">
            <a:spLocks noChangeArrowheads="1"/>
          </p:cNvSpPr>
          <p:nvPr/>
        </p:nvSpPr>
        <p:spPr bwMode="auto">
          <a:xfrm>
            <a:off x="6825103" y="520427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16</a:t>
            </a:r>
          </a:p>
        </p:txBody>
      </p:sp>
      <p:grpSp>
        <p:nvGrpSpPr>
          <p:cNvPr id="222" name="Group 31"/>
          <p:cNvGrpSpPr>
            <a:grpSpLocks/>
          </p:cNvGrpSpPr>
          <p:nvPr/>
        </p:nvGrpSpPr>
        <p:grpSpPr bwMode="auto">
          <a:xfrm>
            <a:off x="8688437" y="5047927"/>
            <a:ext cx="3429003" cy="381000"/>
            <a:chOff x="3982" y="527"/>
            <a:chExt cx="1620" cy="180"/>
          </a:xfrm>
        </p:grpSpPr>
        <p:sp>
          <p:nvSpPr>
            <p:cNvPr id="223"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y</a:t>
              </a:r>
            </a:p>
          </p:txBody>
        </p:sp>
        <p:sp>
          <p:nvSpPr>
            <p:cNvPr id="22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15</a:t>
              </a:r>
            </a:p>
          </p:txBody>
        </p:sp>
        <p:sp>
          <p:nvSpPr>
            <p:cNvPr id="225"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226" name="Group 31"/>
          <p:cNvGrpSpPr>
            <a:grpSpLocks/>
          </p:cNvGrpSpPr>
          <p:nvPr/>
        </p:nvGrpSpPr>
        <p:grpSpPr bwMode="auto">
          <a:xfrm>
            <a:off x="8679221" y="5347623"/>
            <a:ext cx="3429003" cy="381000"/>
            <a:chOff x="3982" y="527"/>
            <a:chExt cx="1620" cy="180"/>
          </a:xfrm>
        </p:grpSpPr>
        <p:sp>
          <p:nvSpPr>
            <p:cNvPr id="227"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z</a:t>
              </a:r>
            </a:p>
          </p:txBody>
        </p:sp>
        <p:sp>
          <p:nvSpPr>
            <p:cNvPr id="228"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16</a:t>
              </a:r>
            </a:p>
          </p:txBody>
        </p:sp>
        <p:sp>
          <p:nvSpPr>
            <p:cNvPr id="229"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15</a:t>
              </a:r>
            </a:p>
          </p:txBody>
        </p:sp>
      </p:grpSp>
      <p:sp>
        <p:nvSpPr>
          <p:cNvPr id="171" name="矩形 170">
            <a:extLst>
              <a:ext uri="{FF2B5EF4-FFF2-40B4-BE49-F238E27FC236}">
                <a16:creationId xmlns:a16="http://schemas.microsoft.com/office/drawing/2014/main" id="{05F4172A-1680-417E-A969-DEF473980331}"/>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2" name="矩形 171">
            <a:extLst>
              <a:ext uri="{FF2B5EF4-FFF2-40B4-BE49-F238E27FC236}">
                <a16:creationId xmlns:a16="http://schemas.microsoft.com/office/drawing/2014/main" id="{98B34D6B-8CA9-4C1C-ACA1-C01BCC3AB67C}"/>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73" name="矩形 172">
            <a:extLst>
              <a:ext uri="{FF2B5EF4-FFF2-40B4-BE49-F238E27FC236}">
                <a16:creationId xmlns:a16="http://schemas.microsoft.com/office/drawing/2014/main" id="{8A99FA41-6CFA-48DA-8F50-9DA42D06D3D9}"/>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74" name="矩形 173">
            <a:extLst>
              <a:ext uri="{FF2B5EF4-FFF2-40B4-BE49-F238E27FC236}">
                <a16:creationId xmlns:a16="http://schemas.microsoft.com/office/drawing/2014/main" id="{3F7D20D5-983C-4995-A0DB-5A1DAC084C1E}"/>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5" name="矩形 174">
            <a:extLst>
              <a:ext uri="{FF2B5EF4-FFF2-40B4-BE49-F238E27FC236}">
                <a16:creationId xmlns:a16="http://schemas.microsoft.com/office/drawing/2014/main" id="{1860C782-0309-44C7-B14C-C431E68ADCC5}"/>
              </a:ext>
            </a:extLst>
          </p:cNvPr>
          <p:cNvSpPr/>
          <p:nvPr/>
        </p:nvSpPr>
        <p:spPr>
          <a:xfrm>
            <a:off x="5871209" y="5861752"/>
            <a:ext cx="896399"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partition</a:t>
            </a:r>
            <a:endParaRPr lang="zh-CN" altLang="en-US" sz="1467" b="1" dirty="0">
              <a:solidFill>
                <a:prstClr val="black"/>
              </a:solidFill>
              <a:latin typeface="Times New Roman" panose="02020603050405020304" pitchFamily="18" charset="0"/>
              <a:ea typeface="楷体_GB2312" pitchFamily="49" charset="-122"/>
            </a:endParaRPr>
          </a:p>
        </p:txBody>
      </p:sp>
      <p:sp>
        <p:nvSpPr>
          <p:cNvPr id="176" name="Rectangle 3">
            <a:extLst>
              <a:ext uri="{FF2B5EF4-FFF2-40B4-BE49-F238E27FC236}">
                <a16:creationId xmlns:a16="http://schemas.microsoft.com/office/drawing/2014/main" id="{7F78BE18-B9FF-4E98-8860-209CD14C39F7}"/>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77" name="Line 20">
            <a:extLst>
              <a:ext uri="{FF2B5EF4-FFF2-40B4-BE49-F238E27FC236}">
                <a16:creationId xmlns:a16="http://schemas.microsoft.com/office/drawing/2014/main" id="{4FF9B355-E7A9-44DF-96B0-A4C4222EE141}"/>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Line 20">
            <a:extLst>
              <a:ext uri="{FF2B5EF4-FFF2-40B4-BE49-F238E27FC236}">
                <a16:creationId xmlns:a16="http://schemas.microsoft.com/office/drawing/2014/main" id="{0611A4DB-7AE0-4483-9A90-C144CF11A353}"/>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9" name="Line 20">
            <a:extLst>
              <a:ext uri="{FF2B5EF4-FFF2-40B4-BE49-F238E27FC236}">
                <a16:creationId xmlns:a16="http://schemas.microsoft.com/office/drawing/2014/main" id="{A7EFC29B-52F1-44F5-9A6F-721A69853A5F}"/>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0" name="Line 20">
            <a:extLst>
              <a:ext uri="{FF2B5EF4-FFF2-40B4-BE49-F238E27FC236}">
                <a16:creationId xmlns:a16="http://schemas.microsoft.com/office/drawing/2014/main" id="{9B49C92D-7434-4EA1-9256-B3F1111D7CB7}"/>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1" name="Line 20">
            <a:extLst>
              <a:ext uri="{FF2B5EF4-FFF2-40B4-BE49-F238E27FC236}">
                <a16:creationId xmlns:a16="http://schemas.microsoft.com/office/drawing/2014/main" id="{65465B7A-EEA1-497E-A1CF-958044BA5E34}"/>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20">
            <a:extLst>
              <a:ext uri="{FF2B5EF4-FFF2-40B4-BE49-F238E27FC236}">
                <a16:creationId xmlns:a16="http://schemas.microsoft.com/office/drawing/2014/main" id="{0A6ECFE4-C6DB-42CD-A021-D2F947B66E23}"/>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3" name="Line 20">
            <a:extLst>
              <a:ext uri="{FF2B5EF4-FFF2-40B4-BE49-F238E27FC236}">
                <a16:creationId xmlns:a16="http://schemas.microsoft.com/office/drawing/2014/main" id="{4AE9F1DC-90F9-4DFD-9C69-200B66A0653E}"/>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4" name="Line 20">
            <a:extLst>
              <a:ext uri="{FF2B5EF4-FFF2-40B4-BE49-F238E27FC236}">
                <a16:creationId xmlns:a16="http://schemas.microsoft.com/office/drawing/2014/main" id="{44AA2949-8EE1-4316-BD3F-5F438636D9BE}"/>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7" name="Line 20">
            <a:extLst>
              <a:ext uri="{FF2B5EF4-FFF2-40B4-BE49-F238E27FC236}">
                <a16:creationId xmlns:a16="http://schemas.microsoft.com/office/drawing/2014/main" id="{1D2EDE5E-37A0-445F-B81B-B6575FDBCA8B}"/>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88" name="Line 20">
            <a:extLst>
              <a:ext uri="{FF2B5EF4-FFF2-40B4-BE49-F238E27FC236}">
                <a16:creationId xmlns:a16="http://schemas.microsoft.com/office/drawing/2014/main" id="{76E01BDB-CDAB-4933-94D6-BA6C882C2A43}"/>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9" name="Line 20">
            <a:extLst>
              <a:ext uri="{FF2B5EF4-FFF2-40B4-BE49-F238E27FC236}">
                <a16:creationId xmlns:a16="http://schemas.microsoft.com/office/drawing/2014/main" id="{570A57E7-E344-4909-988F-1153CBDB143E}"/>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0" name="Line 20">
            <a:extLst>
              <a:ext uri="{FF2B5EF4-FFF2-40B4-BE49-F238E27FC236}">
                <a16:creationId xmlns:a16="http://schemas.microsoft.com/office/drawing/2014/main" id="{B9A7EE7C-0256-4BF6-BED8-AB143FBDBCB2}"/>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5" name="Line 20">
            <a:extLst>
              <a:ext uri="{FF2B5EF4-FFF2-40B4-BE49-F238E27FC236}">
                <a16:creationId xmlns:a16="http://schemas.microsoft.com/office/drawing/2014/main" id="{85C0FB32-1B66-473C-A80C-B4186891A078}"/>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00" name="Line 20">
            <a:extLst>
              <a:ext uri="{FF2B5EF4-FFF2-40B4-BE49-F238E27FC236}">
                <a16:creationId xmlns:a16="http://schemas.microsoft.com/office/drawing/2014/main" id="{DF420D13-65A7-4E5B-91C7-4B3723B7ECFC}"/>
              </a:ext>
            </a:extLst>
          </p:cNvPr>
          <p:cNvSpPr>
            <a:spLocks noChangeShapeType="1"/>
          </p:cNvSpPr>
          <p:nvPr/>
        </p:nvSpPr>
        <p:spPr bwMode="auto">
          <a:xfrm flipV="1">
            <a:off x="1445866" y="5643555"/>
            <a:ext cx="74655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0" name="Line 20">
            <a:extLst>
              <a:ext uri="{FF2B5EF4-FFF2-40B4-BE49-F238E27FC236}">
                <a16:creationId xmlns:a16="http://schemas.microsoft.com/office/drawing/2014/main" id="{249F76EA-744F-42BC-B5B8-7F8E65C353C3}"/>
              </a:ext>
            </a:extLst>
          </p:cNvPr>
          <p:cNvSpPr>
            <a:spLocks noChangeShapeType="1"/>
          </p:cNvSpPr>
          <p:nvPr/>
        </p:nvSpPr>
        <p:spPr bwMode="auto">
          <a:xfrm flipV="1">
            <a:off x="561628" y="5910260"/>
            <a:ext cx="17094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1" name="Line 20">
            <a:extLst>
              <a:ext uri="{FF2B5EF4-FFF2-40B4-BE49-F238E27FC236}">
                <a16:creationId xmlns:a16="http://schemas.microsoft.com/office/drawing/2014/main" id="{11BC47CC-A74D-4EF1-8D89-18F65FF56E63}"/>
              </a:ext>
            </a:extLst>
          </p:cNvPr>
          <p:cNvSpPr>
            <a:spLocks noChangeShapeType="1"/>
          </p:cNvSpPr>
          <p:nvPr/>
        </p:nvSpPr>
        <p:spPr bwMode="auto">
          <a:xfrm flipV="1">
            <a:off x="2389843" y="5988769"/>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2" name="Line 20">
            <a:extLst>
              <a:ext uri="{FF2B5EF4-FFF2-40B4-BE49-F238E27FC236}">
                <a16:creationId xmlns:a16="http://schemas.microsoft.com/office/drawing/2014/main" id="{54D9CD33-89F7-4C5E-B364-021A882EA237}"/>
              </a:ext>
            </a:extLst>
          </p:cNvPr>
          <p:cNvSpPr>
            <a:spLocks noChangeShapeType="1"/>
          </p:cNvSpPr>
          <p:nvPr/>
        </p:nvSpPr>
        <p:spPr bwMode="auto">
          <a:xfrm>
            <a:off x="2833015" y="5990669"/>
            <a:ext cx="103794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233" name="Line 20">
            <a:extLst>
              <a:ext uri="{FF2B5EF4-FFF2-40B4-BE49-F238E27FC236}">
                <a16:creationId xmlns:a16="http://schemas.microsoft.com/office/drawing/2014/main" id="{B5892B37-6C6A-447A-86DE-CF50805595A6}"/>
              </a:ext>
            </a:extLst>
          </p:cNvPr>
          <p:cNvSpPr>
            <a:spLocks noChangeShapeType="1"/>
          </p:cNvSpPr>
          <p:nvPr/>
        </p:nvSpPr>
        <p:spPr bwMode="auto">
          <a:xfrm>
            <a:off x="1120139" y="6241719"/>
            <a:ext cx="585263" cy="2"/>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865175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1"/>
                                        </p:tgtEl>
                                        <p:attrNameLst>
                                          <p:attrName>style.visibility</p:attrName>
                                        </p:attrNameLst>
                                      </p:cBhvr>
                                      <p:to>
                                        <p:strVal val="visible"/>
                                      </p:to>
                                    </p:set>
                                    <p:anim calcmode="lin" valueType="num">
                                      <p:cBhvr>
                                        <p:cTn id="7" dur="500" fill="hold"/>
                                        <p:tgtEl>
                                          <p:spTgt spid="221"/>
                                        </p:tgtEl>
                                        <p:attrNameLst>
                                          <p:attrName>ppt_w</p:attrName>
                                        </p:attrNameLst>
                                      </p:cBhvr>
                                      <p:tavLst>
                                        <p:tav tm="0">
                                          <p:val>
                                            <p:fltVal val="0"/>
                                          </p:val>
                                        </p:tav>
                                        <p:tav tm="100000">
                                          <p:val>
                                            <p:strVal val="#ppt_w"/>
                                          </p:val>
                                        </p:tav>
                                      </p:tavLst>
                                    </p:anim>
                                    <p:anim calcmode="lin" valueType="num">
                                      <p:cBhvr>
                                        <p:cTn id="8" dur="500" fill="hold"/>
                                        <p:tgtEl>
                                          <p:spTgt spid="221"/>
                                        </p:tgtEl>
                                        <p:attrNameLst>
                                          <p:attrName>ppt_h</p:attrName>
                                        </p:attrNameLst>
                                      </p:cBhvr>
                                      <p:tavLst>
                                        <p:tav tm="0">
                                          <p:val>
                                            <p:fltVal val="0"/>
                                          </p:val>
                                        </p:tav>
                                        <p:tav tm="100000">
                                          <p:val>
                                            <p:strVal val="#ppt_h"/>
                                          </p:val>
                                        </p:tav>
                                      </p:tavLst>
                                    </p:anim>
                                    <p:animEffect transition="in" filter="fade">
                                      <p:cBhvr>
                                        <p:cTn id="9" dur="500"/>
                                        <p:tgtEl>
                                          <p:spTgt spid="22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20"/>
                                        </p:tgtEl>
                                        <p:attrNameLst>
                                          <p:attrName>style.visibility</p:attrName>
                                        </p:attrNameLst>
                                      </p:cBhvr>
                                      <p:to>
                                        <p:strVal val="visible"/>
                                      </p:to>
                                    </p:set>
                                    <p:anim calcmode="lin" valueType="num">
                                      <p:cBhvr>
                                        <p:cTn id="12" dur="500" fill="hold"/>
                                        <p:tgtEl>
                                          <p:spTgt spid="220"/>
                                        </p:tgtEl>
                                        <p:attrNameLst>
                                          <p:attrName>ppt_w</p:attrName>
                                        </p:attrNameLst>
                                      </p:cBhvr>
                                      <p:tavLst>
                                        <p:tav tm="0">
                                          <p:val>
                                            <p:fltVal val="0"/>
                                          </p:val>
                                        </p:tav>
                                        <p:tav tm="100000">
                                          <p:val>
                                            <p:strVal val="#ppt_w"/>
                                          </p:val>
                                        </p:tav>
                                      </p:tavLst>
                                    </p:anim>
                                    <p:anim calcmode="lin" valueType="num">
                                      <p:cBhvr>
                                        <p:cTn id="13" dur="500" fill="hold"/>
                                        <p:tgtEl>
                                          <p:spTgt spid="220"/>
                                        </p:tgtEl>
                                        <p:attrNameLst>
                                          <p:attrName>ppt_h</p:attrName>
                                        </p:attrNameLst>
                                      </p:cBhvr>
                                      <p:tavLst>
                                        <p:tav tm="0">
                                          <p:val>
                                            <p:fltVal val="0"/>
                                          </p:val>
                                        </p:tav>
                                        <p:tav tm="100000">
                                          <p:val>
                                            <p:strVal val="#ppt_h"/>
                                          </p:val>
                                        </p:tav>
                                      </p:tavLst>
                                    </p:anim>
                                    <p:animEffect transition="in" filter="fade">
                                      <p:cBhvr>
                                        <p:cTn id="14" dur="500"/>
                                        <p:tgtEl>
                                          <p:spTgt spid="220"/>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233"/>
                                        </p:tgtEl>
                                        <p:attrNameLst>
                                          <p:attrName>style.visibility</p:attrName>
                                        </p:attrNameLst>
                                      </p:cBhvr>
                                      <p:to>
                                        <p:strVal val="visible"/>
                                      </p:to>
                                    </p:set>
                                    <p:anim calcmode="lin" valueType="num">
                                      <p:cBhvr>
                                        <p:cTn id="19" dur="500" fill="hold"/>
                                        <p:tgtEl>
                                          <p:spTgt spid="233"/>
                                        </p:tgtEl>
                                        <p:attrNameLst>
                                          <p:attrName>ppt_w</p:attrName>
                                        </p:attrNameLst>
                                      </p:cBhvr>
                                      <p:tavLst>
                                        <p:tav tm="0">
                                          <p:val>
                                            <p:fltVal val="0"/>
                                          </p:val>
                                        </p:tav>
                                        <p:tav tm="100000">
                                          <p:val>
                                            <p:strVal val="#ppt_w"/>
                                          </p:val>
                                        </p:tav>
                                      </p:tavLst>
                                    </p:anim>
                                    <p:anim calcmode="lin" valueType="num">
                                      <p:cBhvr>
                                        <p:cTn id="20" dur="500" fill="hold"/>
                                        <p:tgtEl>
                                          <p:spTgt spid="233"/>
                                        </p:tgtEl>
                                        <p:attrNameLst>
                                          <p:attrName>ppt_h</p:attrName>
                                        </p:attrNameLst>
                                      </p:cBhvr>
                                      <p:tavLst>
                                        <p:tav tm="0">
                                          <p:val>
                                            <p:fltVal val="0"/>
                                          </p:val>
                                        </p:tav>
                                        <p:tav tm="100000">
                                          <p:val>
                                            <p:strVal val="#ppt_h"/>
                                          </p:val>
                                        </p:tav>
                                      </p:tavLst>
                                    </p:anim>
                                    <p:animEffect transition="in" filter="fade">
                                      <p:cBhvr>
                                        <p:cTn id="21" dur="500"/>
                                        <p:tgtEl>
                                          <p:spTgt spid="233"/>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 calcmode="lin" valueType="num">
                                      <p:cBhvr>
                                        <p:cTn id="26" dur="500" fill="hold"/>
                                        <p:tgtEl>
                                          <p:spTgt spid="191"/>
                                        </p:tgtEl>
                                        <p:attrNameLst>
                                          <p:attrName>ppt_w</p:attrName>
                                        </p:attrNameLst>
                                      </p:cBhvr>
                                      <p:tavLst>
                                        <p:tav tm="0">
                                          <p:val>
                                            <p:fltVal val="0"/>
                                          </p:val>
                                        </p:tav>
                                        <p:tav tm="100000">
                                          <p:val>
                                            <p:strVal val="#ppt_w"/>
                                          </p:val>
                                        </p:tav>
                                      </p:tavLst>
                                    </p:anim>
                                    <p:anim calcmode="lin" valueType="num">
                                      <p:cBhvr>
                                        <p:cTn id="27" dur="500" fill="hold"/>
                                        <p:tgtEl>
                                          <p:spTgt spid="191"/>
                                        </p:tgtEl>
                                        <p:attrNameLst>
                                          <p:attrName>ppt_h</p:attrName>
                                        </p:attrNameLst>
                                      </p:cBhvr>
                                      <p:tavLst>
                                        <p:tav tm="0">
                                          <p:val>
                                            <p:fltVal val="0"/>
                                          </p:val>
                                        </p:tav>
                                        <p:tav tm="100000">
                                          <p:val>
                                            <p:strVal val="#ppt_h"/>
                                          </p:val>
                                        </p:tav>
                                      </p:tavLst>
                                    </p:anim>
                                    <p:animEffect transition="in" filter="fade">
                                      <p:cBhvr>
                                        <p:cTn id="28" dur="500"/>
                                        <p:tgtEl>
                                          <p:spTgt spid="1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221" grpId="0"/>
      <p:bldP spid="233"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14</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8679221" y="4447727"/>
            <a:ext cx="3429003" cy="38100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8" name="Group 31"/>
          <p:cNvGrpSpPr>
            <a:grpSpLocks/>
          </p:cNvGrpSpPr>
          <p:nvPr/>
        </p:nvGrpSpPr>
        <p:grpSpPr bwMode="auto">
          <a:xfrm>
            <a:off x="8688437" y="4747160"/>
            <a:ext cx="3429003" cy="381000"/>
            <a:chOff x="3982" y="527"/>
            <a:chExt cx="1620" cy="180"/>
          </a:xfrm>
        </p:grpSpPr>
        <p:sp>
          <p:nvSpPr>
            <p:cNvPr id="15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16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1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195" name="Group 31"/>
          <p:cNvGrpSpPr>
            <a:grpSpLocks/>
          </p:cNvGrpSpPr>
          <p:nvPr/>
        </p:nvGrpSpPr>
        <p:grpSpPr bwMode="auto">
          <a:xfrm>
            <a:off x="8679221" y="5947717"/>
            <a:ext cx="3429004" cy="381000"/>
            <a:chOff x="3982" y="535"/>
            <a:chExt cx="1620" cy="180"/>
          </a:xfrm>
        </p:grpSpPr>
        <p:sp>
          <p:nvSpPr>
            <p:cNvPr id="196"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j</a:t>
              </a:r>
            </a:p>
          </p:txBody>
        </p:sp>
        <p:sp>
          <p:nvSpPr>
            <p:cNvPr id="197"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18</a:t>
              </a:r>
            </a:p>
          </p:txBody>
        </p:sp>
        <p:sp>
          <p:nvSpPr>
            <p:cNvPr id="198"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17</a:t>
              </a:r>
            </a:p>
          </p:txBody>
        </p:sp>
      </p:grpSp>
      <p:grpSp>
        <p:nvGrpSpPr>
          <p:cNvPr id="200" name="组合 199"/>
          <p:cNvGrpSpPr/>
          <p:nvPr/>
        </p:nvGrpSpPr>
        <p:grpSpPr>
          <a:xfrm>
            <a:off x="5328743" y="2227878"/>
            <a:ext cx="1479360" cy="2247863"/>
            <a:chOff x="3996557" y="1670908"/>
            <a:chExt cx="1109520" cy="1685897"/>
          </a:xfrm>
        </p:grpSpPr>
        <p:cxnSp>
          <p:nvCxnSpPr>
            <p:cNvPr id="201" name="直接连接符 200"/>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202" name="直接连接符 201"/>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209" name="直接连接符 208"/>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grpSp>
        <p:nvGrpSpPr>
          <p:cNvPr id="211" name="Group 153"/>
          <p:cNvGrpSpPr>
            <a:grpSpLocks/>
          </p:cNvGrpSpPr>
          <p:nvPr/>
        </p:nvGrpSpPr>
        <p:grpSpPr bwMode="auto">
          <a:xfrm>
            <a:off x="4166946" y="2543607"/>
            <a:ext cx="1170517" cy="579967"/>
            <a:chOff x="1511" y="516"/>
            <a:chExt cx="553" cy="274"/>
          </a:xfrm>
        </p:grpSpPr>
        <p:sp>
          <p:nvSpPr>
            <p:cNvPr id="212"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213"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sp>
        <p:nvSpPr>
          <p:cNvPr id="216" name="Freeform 171"/>
          <p:cNvSpPr>
            <a:spLocks/>
          </p:cNvSpPr>
          <p:nvPr/>
        </p:nvSpPr>
        <p:spPr bwMode="auto">
          <a:xfrm>
            <a:off x="5345927" y="2905359"/>
            <a:ext cx="1439333" cy="2622077"/>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217" name="组合 216"/>
          <p:cNvGrpSpPr/>
          <p:nvPr/>
        </p:nvGrpSpPr>
        <p:grpSpPr>
          <a:xfrm>
            <a:off x="6341746" y="5260534"/>
            <a:ext cx="1166284" cy="893234"/>
            <a:chOff x="4756817" y="602902"/>
            <a:chExt cx="874713" cy="669925"/>
          </a:xfrm>
        </p:grpSpPr>
        <p:sp>
          <p:nvSpPr>
            <p:cNvPr id="218"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219" name="Group 19"/>
            <p:cNvGrpSpPr>
              <a:grpSpLocks/>
            </p:cNvGrpSpPr>
            <p:nvPr/>
          </p:nvGrpSpPr>
          <p:grpSpPr bwMode="auto">
            <a:xfrm>
              <a:off x="4756817" y="602902"/>
              <a:ext cx="874713" cy="669925"/>
              <a:chOff x="2919" y="527"/>
              <a:chExt cx="551" cy="422"/>
            </a:xfrm>
          </p:grpSpPr>
          <p:grpSp>
            <p:nvGrpSpPr>
              <p:cNvPr id="220" name="Group 20"/>
              <p:cNvGrpSpPr>
                <a:grpSpLocks/>
              </p:cNvGrpSpPr>
              <p:nvPr/>
            </p:nvGrpSpPr>
            <p:grpSpPr bwMode="auto">
              <a:xfrm>
                <a:off x="3135" y="527"/>
                <a:ext cx="335" cy="422"/>
                <a:chOff x="4133" y="890"/>
                <a:chExt cx="335" cy="422"/>
              </a:xfrm>
            </p:grpSpPr>
            <p:sp>
              <p:nvSpPr>
                <p:cNvPr id="222"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22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22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grpSp>
      </p:grpSp>
      <p:sp>
        <p:nvSpPr>
          <p:cNvPr id="224" name="Text Box 156"/>
          <p:cNvSpPr txBox="1">
            <a:spLocks noChangeArrowheads="1"/>
          </p:cNvSpPr>
          <p:nvPr/>
        </p:nvSpPr>
        <p:spPr bwMode="auto">
          <a:xfrm>
            <a:off x="6831839" y="5656947"/>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17</a:t>
            </a:r>
          </a:p>
        </p:txBody>
      </p:sp>
      <p:sp>
        <p:nvSpPr>
          <p:cNvPr id="225" name="Text Box 157"/>
          <p:cNvSpPr txBox="1">
            <a:spLocks noChangeArrowheads="1"/>
          </p:cNvSpPr>
          <p:nvPr/>
        </p:nvSpPr>
        <p:spPr bwMode="auto">
          <a:xfrm>
            <a:off x="6825103" y="520427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16</a:t>
            </a:r>
          </a:p>
        </p:txBody>
      </p:sp>
      <p:grpSp>
        <p:nvGrpSpPr>
          <p:cNvPr id="226" name="Group 31"/>
          <p:cNvGrpSpPr>
            <a:grpSpLocks/>
          </p:cNvGrpSpPr>
          <p:nvPr/>
        </p:nvGrpSpPr>
        <p:grpSpPr bwMode="auto">
          <a:xfrm>
            <a:off x="8688441" y="5648021"/>
            <a:ext cx="3429004" cy="381000"/>
            <a:chOff x="3982" y="535"/>
            <a:chExt cx="1620" cy="180"/>
          </a:xfrm>
        </p:grpSpPr>
        <p:sp>
          <p:nvSpPr>
            <p:cNvPr id="227"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i</a:t>
              </a:r>
            </a:p>
          </p:txBody>
        </p:sp>
        <p:sp>
          <p:nvSpPr>
            <p:cNvPr id="228"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17</a:t>
              </a:r>
            </a:p>
          </p:txBody>
        </p:sp>
        <p:sp>
          <p:nvSpPr>
            <p:cNvPr id="229"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16</a:t>
              </a:r>
            </a:p>
          </p:txBody>
        </p:sp>
      </p:grpSp>
      <p:grpSp>
        <p:nvGrpSpPr>
          <p:cNvPr id="230" name="Group 31"/>
          <p:cNvGrpSpPr>
            <a:grpSpLocks/>
          </p:cNvGrpSpPr>
          <p:nvPr/>
        </p:nvGrpSpPr>
        <p:grpSpPr bwMode="auto">
          <a:xfrm>
            <a:off x="8688437" y="5047927"/>
            <a:ext cx="3429003" cy="381000"/>
            <a:chOff x="3982" y="527"/>
            <a:chExt cx="1620" cy="180"/>
          </a:xfrm>
        </p:grpSpPr>
        <p:sp>
          <p:nvSpPr>
            <p:cNvPr id="231"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y</a:t>
              </a:r>
            </a:p>
          </p:txBody>
        </p:sp>
        <p:sp>
          <p:nvSpPr>
            <p:cNvPr id="23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15</a:t>
              </a:r>
            </a:p>
          </p:txBody>
        </p:sp>
        <p:sp>
          <p:nvSpPr>
            <p:cNvPr id="233"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234" name="Group 31"/>
          <p:cNvGrpSpPr>
            <a:grpSpLocks/>
          </p:cNvGrpSpPr>
          <p:nvPr/>
        </p:nvGrpSpPr>
        <p:grpSpPr bwMode="auto">
          <a:xfrm>
            <a:off x="8679221" y="5347623"/>
            <a:ext cx="3429003" cy="381000"/>
            <a:chOff x="3982" y="527"/>
            <a:chExt cx="1620" cy="180"/>
          </a:xfrm>
        </p:grpSpPr>
        <p:sp>
          <p:nvSpPr>
            <p:cNvPr id="235"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z</a:t>
              </a:r>
            </a:p>
          </p:txBody>
        </p:sp>
        <p:sp>
          <p:nvSpPr>
            <p:cNvPr id="23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16</a:t>
              </a:r>
            </a:p>
          </p:txBody>
        </p:sp>
        <p:sp>
          <p:nvSpPr>
            <p:cNvPr id="237"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15</a:t>
              </a:r>
            </a:p>
          </p:txBody>
        </p:sp>
      </p:grpSp>
      <p:sp>
        <p:nvSpPr>
          <p:cNvPr id="171" name="矩形 170">
            <a:extLst>
              <a:ext uri="{FF2B5EF4-FFF2-40B4-BE49-F238E27FC236}">
                <a16:creationId xmlns:a16="http://schemas.microsoft.com/office/drawing/2014/main" id="{E0DA62A5-E125-42B0-AF1C-CB77726093CA}"/>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2" name="矩形 171">
            <a:extLst>
              <a:ext uri="{FF2B5EF4-FFF2-40B4-BE49-F238E27FC236}">
                <a16:creationId xmlns:a16="http://schemas.microsoft.com/office/drawing/2014/main" id="{B52BFC58-67CF-4EF9-955D-AF1E2442C920}"/>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73" name="矩形 172">
            <a:extLst>
              <a:ext uri="{FF2B5EF4-FFF2-40B4-BE49-F238E27FC236}">
                <a16:creationId xmlns:a16="http://schemas.microsoft.com/office/drawing/2014/main" id="{446B73AA-B8E6-459F-8717-F2EA2CCCE119}"/>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74" name="矩形 173">
            <a:extLst>
              <a:ext uri="{FF2B5EF4-FFF2-40B4-BE49-F238E27FC236}">
                <a16:creationId xmlns:a16="http://schemas.microsoft.com/office/drawing/2014/main" id="{C85F49E9-AFBF-479F-92A3-4E150E5E1957}"/>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5" name="矩形 174">
            <a:extLst>
              <a:ext uri="{FF2B5EF4-FFF2-40B4-BE49-F238E27FC236}">
                <a16:creationId xmlns:a16="http://schemas.microsoft.com/office/drawing/2014/main" id="{B8BA5194-B10E-47CF-8BE6-6950F0EC997F}"/>
              </a:ext>
            </a:extLst>
          </p:cNvPr>
          <p:cNvSpPr/>
          <p:nvPr/>
        </p:nvSpPr>
        <p:spPr>
          <a:xfrm>
            <a:off x="5871209" y="5861752"/>
            <a:ext cx="896399"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partition</a:t>
            </a:r>
            <a:endParaRPr lang="zh-CN" altLang="en-US" sz="1467" b="1" dirty="0">
              <a:solidFill>
                <a:prstClr val="black"/>
              </a:solidFill>
              <a:latin typeface="Times New Roman" panose="02020603050405020304" pitchFamily="18" charset="0"/>
              <a:ea typeface="楷体_GB2312" pitchFamily="49" charset="-122"/>
            </a:endParaRPr>
          </a:p>
        </p:txBody>
      </p:sp>
      <p:sp>
        <p:nvSpPr>
          <p:cNvPr id="176" name="Rectangle 3">
            <a:extLst>
              <a:ext uri="{FF2B5EF4-FFF2-40B4-BE49-F238E27FC236}">
                <a16:creationId xmlns:a16="http://schemas.microsoft.com/office/drawing/2014/main" id="{D0C50027-ECA9-46B7-BF20-F386FB12003F}"/>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77" name="Line 20">
            <a:extLst>
              <a:ext uri="{FF2B5EF4-FFF2-40B4-BE49-F238E27FC236}">
                <a16:creationId xmlns:a16="http://schemas.microsoft.com/office/drawing/2014/main" id="{1B46E63E-CB71-44FE-8846-7E847D99CE7D}"/>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8" name="Line 20">
            <a:extLst>
              <a:ext uri="{FF2B5EF4-FFF2-40B4-BE49-F238E27FC236}">
                <a16:creationId xmlns:a16="http://schemas.microsoft.com/office/drawing/2014/main" id="{9B7A8668-A00B-4223-AB7C-6A6B14F5D61B}"/>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79" name="Line 20">
            <a:extLst>
              <a:ext uri="{FF2B5EF4-FFF2-40B4-BE49-F238E27FC236}">
                <a16:creationId xmlns:a16="http://schemas.microsoft.com/office/drawing/2014/main" id="{DFA7CF5E-747C-4F8B-B73F-3373D32A2419}"/>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0" name="Line 20">
            <a:extLst>
              <a:ext uri="{FF2B5EF4-FFF2-40B4-BE49-F238E27FC236}">
                <a16:creationId xmlns:a16="http://schemas.microsoft.com/office/drawing/2014/main" id="{0AED2D89-2E56-455D-AA73-487291CA0DEA}"/>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1" name="Line 20">
            <a:extLst>
              <a:ext uri="{FF2B5EF4-FFF2-40B4-BE49-F238E27FC236}">
                <a16:creationId xmlns:a16="http://schemas.microsoft.com/office/drawing/2014/main" id="{ACAF2FEB-975F-4572-84C6-9859AF6B1690}"/>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20">
            <a:extLst>
              <a:ext uri="{FF2B5EF4-FFF2-40B4-BE49-F238E27FC236}">
                <a16:creationId xmlns:a16="http://schemas.microsoft.com/office/drawing/2014/main" id="{798B0540-5B63-492A-BC3E-3C74D7F63E56}"/>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3" name="Line 20">
            <a:extLst>
              <a:ext uri="{FF2B5EF4-FFF2-40B4-BE49-F238E27FC236}">
                <a16:creationId xmlns:a16="http://schemas.microsoft.com/office/drawing/2014/main" id="{AA3F0143-F46A-4212-94E4-CCE5467FC3EE}"/>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4" name="Line 20">
            <a:extLst>
              <a:ext uri="{FF2B5EF4-FFF2-40B4-BE49-F238E27FC236}">
                <a16:creationId xmlns:a16="http://schemas.microsoft.com/office/drawing/2014/main" id="{979813CC-BBB9-44DF-8FBB-1E65043D2792}"/>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7" name="Line 20">
            <a:extLst>
              <a:ext uri="{FF2B5EF4-FFF2-40B4-BE49-F238E27FC236}">
                <a16:creationId xmlns:a16="http://schemas.microsoft.com/office/drawing/2014/main" id="{9051D379-9939-4089-806F-F1219FA62510}"/>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88" name="Line 20">
            <a:extLst>
              <a:ext uri="{FF2B5EF4-FFF2-40B4-BE49-F238E27FC236}">
                <a16:creationId xmlns:a16="http://schemas.microsoft.com/office/drawing/2014/main" id="{4E9FC124-F019-4702-B728-EBFCA34B7C48}"/>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9" name="Line 20">
            <a:extLst>
              <a:ext uri="{FF2B5EF4-FFF2-40B4-BE49-F238E27FC236}">
                <a16:creationId xmlns:a16="http://schemas.microsoft.com/office/drawing/2014/main" id="{FAEB2A01-DBBD-45A9-A0C9-30742C02175B}"/>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0" name="Line 20">
            <a:extLst>
              <a:ext uri="{FF2B5EF4-FFF2-40B4-BE49-F238E27FC236}">
                <a16:creationId xmlns:a16="http://schemas.microsoft.com/office/drawing/2014/main" id="{A38D32BC-5653-4F15-A81A-64A93330C32C}"/>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1" name="Line 20">
            <a:extLst>
              <a:ext uri="{FF2B5EF4-FFF2-40B4-BE49-F238E27FC236}">
                <a16:creationId xmlns:a16="http://schemas.microsoft.com/office/drawing/2014/main" id="{2CD40A75-78F3-47F4-B553-E28D1466EFF0}"/>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2" name="Line 20">
            <a:extLst>
              <a:ext uri="{FF2B5EF4-FFF2-40B4-BE49-F238E27FC236}">
                <a16:creationId xmlns:a16="http://schemas.microsoft.com/office/drawing/2014/main" id="{6CF1459D-D273-4C8E-9A04-EDDC13DA14F2}"/>
              </a:ext>
            </a:extLst>
          </p:cNvPr>
          <p:cNvSpPr>
            <a:spLocks noChangeShapeType="1"/>
          </p:cNvSpPr>
          <p:nvPr/>
        </p:nvSpPr>
        <p:spPr bwMode="auto">
          <a:xfrm flipV="1">
            <a:off x="1445866" y="5643555"/>
            <a:ext cx="74655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3" name="Line 20">
            <a:extLst>
              <a:ext uri="{FF2B5EF4-FFF2-40B4-BE49-F238E27FC236}">
                <a16:creationId xmlns:a16="http://schemas.microsoft.com/office/drawing/2014/main" id="{72B878EA-DDE0-4C9C-90E2-413C6E816038}"/>
              </a:ext>
            </a:extLst>
          </p:cNvPr>
          <p:cNvSpPr>
            <a:spLocks noChangeShapeType="1"/>
          </p:cNvSpPr>
          <p:nvPr/>
        </p:nvSpPr>
        <p:spPr bwMode="auto">
          <a:xfrm flipV="1">
            <a:off x="561628" y="5910260"/>
            <a:ext cx="17094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4" name="Line 20">
            <a:extLst>
              <a:ext uri="{FF2B5EF4-FFF2-40B4-BE49-F238E27FC236}">
                <a16:creationId xmlns:a16="http://schemas.microsoft.com/office/drawing/2014/main" id="{50A7C3C1-E80B-4B67-A75B-717F073A7E51}"/>
              </a:ext>
            </a:extLst>
          </p:cNvPr>
          <p:cNvSpPr>
            <a:spLocks noChangeShapeType="1"/>
          </p:cNvSpPr>
          <p:nvPr/>
        </p:nvSpPr>
        <p:spPr bwMode="auto">
          <a:xfrm flipV="1">
            <a:off x="2389843" y="5988769"/>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9" name="Line 20">
            <a:extLst>
              <a:ext uri="{FF2B5EF4-FFF2-40B4-BE49-F238E27FC236}">
                <a16:creationId xmlns:a16="http://schemas.microsoft.com/office/drawing/2014/main" id="{BC46895A-B24D-490C-8D82-B355B54AB56A}"/>
              </a:ext>
            </a:extLst>
          </p:cNvPr>
          <p:cNvSpPr>
            <a:spLocks noChangeShapeType="1"/>
          </p:cNvSpPr>
          <p:nvPr/>
        </p:nvSpPr>
        <p:spPr bwMode="auto">
          <a:xfrm>
            <a:off x="2833015" y="5990669"/>
            <a:ext cx="103794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210" name="Line 20">
            <a:extLst>
              <a:ext uri="{FF2B5EF4-FFF2-40B4-BE49-F238E27FC236}">
                <a16:creationId xmlns:a16="http://schemas.microsoft.com/office/drawing/2014/main" id="{FB40E0EC-C509-4336-8FF6-C9D4D004645D}"/>
              </a:ext>
            </a:extLst>
          </p:cNvPr>
          <p:cNvSpPr>
            <a:spLocks noChangeShapeType="1"/>
          </p:cNvSpPr>
          <p:nvPr/>
        </p:nvSpPr>
        <p:spPr bwMode="auto">
          <a:xfrm>
            <a:off x="1120139" y="6241719"/>
            <a:ext cx="585263" cy="2"/>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38" name="Line 20">
            <a:extLst>
              <a:ext uri="{FF2B5EF4-FFF2-40B4-BE49-F238E27FC236}">
                <a16:creationId xmlns:a16="http://schemas.microsoft.com/office/drawing/2014/main" id="{12D642D7-6484-4622-909E-06C078DECAEE}"/>
              </a:ext>
            </a:extLst>
          </p:cNvPr>
          <p:cNvSpPr>
            <a:spLocks noChangeShapeType="1"/>
          </p:cNvSpPr>
          <p:nvPr/>
        </p:nvSpPr>
        <p:spPr bwMode="auto">
          <a:xfrm>
            <a:off x="1832464" y="6241719"/>
            <a:ext cx="585263" cy="2"/>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2676896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4"/>
                                        </p:tgtEl>
                                        <p:attrNameLst>
                                          <p:attrName>style.visibility</p:attrName>
                                        </p:attrNameLst>
                                      </p:cBhvr>
                                      <p:to>
                                        <p:strVal val="visible"/>
                                      </p:to>
                                    </p:set>
                                    <p:anim calcmode="lin" valueType="num">
                                      <p:cBhvr>
                                        <p:cTn id="7" dur="500" fill="hold"/>
                                        <p:tgtEl>
                                          <p:spTgt spid="224"/>
                                        </p:tgtEl>
                                        <p:attrNameLst>
                                          <p:attrName>ppt_w</p:attrName>
                                        </p:attrNameLst>
                                      </p:cBhvr>
                                      <p:tavLst>
                                        <p:tav tm="0">
                                          <p:val>
                                            <p:fltVal val="0"/>
                                          </p:val>
                                        </p:tav>
                                        <p:tav tm="100000">
                                          <p:val>
                                            <p:strVal val="#ppt_w"/>
                                          </p:val>
                                        </p:tav>
                                      </p:tavLst>
                                    </p:anim>
                                    <p:anim calcmode="lin" valueType="num">
                                      <p:cBhvr>
                                        <p:cTn id="8" dur="500" fill="hold"/>
                                        <p:tgtEl>
                                          <p:spTgt spid="224"/>
                                        </p:tgtEl>
                                        <p:attrNameLst>
                                          <p:attrName>ppt_h</p:attrName>
                                        </p:attrNameLst>
                                      </p:cBhvr>
                                      <p:tavLst>
                                        <p:tav tm="0">
                                          <p:val>
                                            <p:fltVal val="0"/>
                                          </p:val>
                                        </p:tav>
                                        <p:tav tm="100000">
                                          <p:val>
                                            <p:strVal val="#ppt_h"/>
                                          </p:val>
                                        </p:tav>
                                      </p:tavLst>
                                    </p:anim>
                                    <p:animEffect transition="in" filter="fade">
                                      <p:cBhvr>
                                        <p:cTn id="9" dur="500"/>
                                        <p:tgtEl>
                                          <p:spTgt spid="22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38"/>
                                        </p:tgtEl>
                                        <p:attrNameLst>
                                          <p:attrName>style.visibility</p:attrName>
                                        </p:attrNameLst>
                                      </p:cBhvr>
                                      <p:to>
                                        <p:strVal val="visible"/>
                                      </p:to>
                                    </p:set>
                                    <p:anim calcmode="lin" valueType="num">
                                      <p:cBhvr>
                                        <p:cTn id="14" dur="500" fill="hold"/>
                                        <p:tgtEl>
                                          <p:spTgt spid="238"/>
                                        </p:tgtEl>
                                        <p:attrNameLst>
                                          <p:attrName>ppt_w</p:attrName>
                                        </p:attrNameLst>
                                      </p:cBhvr>
                                      <p:tavLst>
                                        <p:tav tm="0">
                                          <p:val>
                                            <p:fltVal val="0"/>
                                          </p:val>
                                        </p:tav>
                                        <p:tav tm="100000">
                                          <p:val>
                                            <p:strVal val="#ppt_w"/>
                                          </p:val>
                                        </p:tav>
                                      </p:tavLst>
                                    </p:anim>
                                    <p:anim calcmode="lin" valueType="num">
                                      <p:cBhvr>
                                        <p:cTn id="15" dur="500" fill="hold"/>
                                        <p:tgtEl>
                                          <p:spTgt spid="238"/>
                                        </p:tgtEl>
                                        <p:attrNameLst>
                                          <p:attrName>ppt_h</p:attrName>
                                        </p:attrNameLst>
                                      </p:cBhvr>
                                      <p:tavLst>
                                        <p:tav tm="0">
                                          <p:val>
                                            <p:fltVal val="0"/>
                                          </p:val>
                                        </p:tav>
                                        <p:tav tm="100000">
                                          <p:val>
                                            <p:strVal val="#ppt_h"/>
                                          </p:val>
                                        </p:tav>
                                      </p:tavLst>
                                    </p:anim>
                                    <p:animEffect transition="in" filter="fade">
                                      <p:cBhvr>
                                        <p:cTn id="16" dur="500"/>
                                        <p:tgtEl>
                                          <p:spTgt spid="238"/>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195"/>
                                        </p:tgtEl>
                                        <p:attrNameLst>
                                          <p:attrName>style.visibility</p:attrName>
                                        </p:attrNameLst>
                                      </p:cBhvr>
                                      <p:to>
                                        <p:strVal val="visible"/>
                                      </p:to>
                                    </p:set>
                                    <p:anim calcmode="lin" valueType="num">
                                      <p:cBhvr>
                                        <p:cTn id="21" dur="500" fill="hold"/>
                                        <p:tgtEl>
                                          <p:spTgt spid="195"/>
                                        </p:tgtEl>
                                        <p:attrNameLst>
                                          <p:attrName>ppt_w</p:attrName>
                                        </p:attrNameLst>
                                      </p:cBhvr>
                                      <p:tavLst>
                                        <p:tav tm="0">
                                          <p:val>
                                            <p:fltVal val="0"/>
                                          </p:val>
                                        </p:tav>
                                        <p:tav tm="100000">
                                          <p:val>
                                            <p:strVal val="#ppt_w"/>
                                          </p:val>
                                        </p:tav>
                                      </p:tavLst>
                                    </p:anim>
                                    <p:anim calcmode="lin" valueType="num">
                                      <p:cBhvr>
                                        <p:cTn id="22" dur="500" fill="hold"/>
                                        <p:tgtEl>
                                          <p:spTgt spid="195"/>
                                        </p:tgtEl>
                                        <p:attrNameLst>
                                          <p:attrName>ppt_h</p:attrName>
                                        </p:attrNameLst>
                                      </p:cBhvr>
                                      <p:tavLst>
                                        <p:tav tm="0">
                                          <p:val>
                                            <p:fltVal val="0"/>
                                          </p:val>
                                        </p:tav>
                                        <p:tav tm="100000">
                                          <p:val>
                                            <p:strVal val="#ppt_h"/>
                                          </p:val>
                                        </p:tav>
                                      </p:tavLst>
                                    </p:anim>
                                    <p:animEffect transition="in" filter="fade">
                                      <p:cBhvr>
                                        <p:cTn id="2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p:bldP spid="238"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007533" y="357718"/>
            <a:ext cx="10574867" cy="478367"/>
          </a:xfrm>
        </p:spPr>
        <p:txBody>
          <a:bodyPr/>
          <a:lstStyle/>
          <a:p>
            <a:pPr eaLnBrk="1" hangingPunct="1"/>
            <a:r>
              <a:rPr lang="zh-CN" altLang="en-US" sz="400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例</a:t>
            </a:r>
          </a:p>
        </p:txBody>
      </p:sp>
      <p:sp>
        <p:nvSpPr>
          <p:cNvPr id="7" name="Text Box 11"/>
          <p:cNvSpPr txBox="1">
            <a:spLocks noChangeArrowheads="1"/>
          </p:cNvSpPr>
          <p:nvPr/>
        </p:nvSpPr>
        <p:spPr bwMode="auto">
          <a:xfrm>
            <a:off x="2882814"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sp>
        <p:nvSpPr>
          <p:cNvPr id="33" name="Text Box 11"/>
          <p:cNvSpPr txBox="1">
            <a:spLocks noChangeArrowheads="1"/>
          </p:cNvSpPr>
          <p:nvPr/>
        </p:nvSpPr>
        <p:spPr bwMode="auto">
          <a:xfrm>
            <a:off x="472903" y="970662"/>
            <a:ext cx="184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en-GB" altLang="zh-CN" sz="2400" kern="0">
              <a:solidFill>
                <a:prstClr val="black"/>
              </a:solidFill>
              <a:ea typeface="宋体" panose="02010600030101010101" pitchFamily="2" charset="-122"/>
            </a:endParaRPr>
          </a:p>
        </p:txBody>
      </p:sp>
      <p:grpSp>
        <p:nvGrpSpPr>
          <p:cNvPr id="34" name="Group 12"/>
          <p:cNvGrpSpPr>
            <a:grpSpLocks/>
          </p:cNvGrpSpPr>
          <p:nvPr/>
        </p:nvGrpSpPr>
        <p:grpSpPr bwMode="auto">
          <a:xfrm>
            <a:off x="4143408" y="723436"/>
            <a:ext cx="1185333" cy="635000"/>
            <a:chOff x="1504" y="489"/>
            <a:chExt cx="560" cy="300"/>
          </a:xfrm>
        </p:grpSpPr>
        <p:sp>
          <p:nvSpPr>
            <p:cNvPr id="214" name="Rectangle 13"/>
            <p:cNvSpPr>
              <a:spLocks noChangeArrowheads="1"/>
            </p:cNvSpPr>
            <p:nvPr/>
          </p:nvSpPr>
          <p:spPr bwMode="auto">
            <a:xfrm>
              <a:off x="1733" y="516"/>
              <a:ext cx="331" cy="273"/>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215" name="Text Box 14"/>
            <p:cNvSpPr txBox="1">
              <a:spLocks noChangeArrowheads="1"/>
            </p:cNvSpPr>
            <p:nvPr/>
          </p:nvSpPr>
          <p:spPr bwMode="auto">
            <a:xfrm>
              <a:off x="1504" y="489"/>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35" name="Text Box 15"/>
          <p:cNvSpPr txBox="1">
            <a:spLocks noChangeArrowheads="1"/>
          </p:cNvSpPr>
          <p:nvPr/>
        </p:nvSpPr>
        <p:spPr bwMode="auto">
          <a:xfrm>
            <a:off x="4315915" y="164638"/>
            <a:ext cx="14606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ea typeface="宋体" panose="02010600030101010101" pitchFamily="2" charset="-122"/>
              </a:rPr>
              <a:t>display</a:t>
            </a:r>
          </a:p>
        </p:txBody>
      </p:sp>
      <p:sp>
        <p:nvSpPr>
          <p:cNvPr id="36" name="Freeform 16"/>
          <p:cNvSpPr>
            <a:spLocks/>
          </p:cNvSpPr>
          <p:nvPr/>
        </p:nvSpPr>
        <p:spPr bwMode="auto">
          <a:xfrm>
            <a:off x="4628643" y="778469"/>
            <a:ext cx="700099" cy="2880784"/>
          </a:xfrm>
          <a:custGeom>
            <a:avLst/>
            <a:gdLst>
              <a:gd name="T0" fmla="*/ 0 w 726"/>
              <a:gd name="T1" fmla="*/ 1361 h 1361"/>
              <a:gd name="T2" fmla="*/ 0 w 726"/>
              <a:gd name="T3" fmla="*/ 0 h 1361"/>
              <a:gd name="T4" fmla="*/ 726 w 726"/>
              <a:gd name="T5" fmla="*/ 0 h 1361"/>
              <a:gd name="T6" fmla="*/ 726 w 726"/>
              <a:gd name="T7" fmla="*/ 1361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7" name="Freeform 17"/>
          <p:cNvSpPr>
            <a:spLocks/>
          </p:cNvSpPr>
          <p:nvPr/>
        </p:nvSpPr>
        <p:spPr bwMode="auto">
          <a:xfrm>
            <a:off x="6797503" y="803871"/>
            <a:ext cx="711200" cy="5995541"/>
          </a:xfrm>
          <a:custGeom>
            <a:avLst/>
            <a:gdLst>
              <a:gd name="T0" fmla="*/ 0 w 726"/>
              <a:gd name="T1" fmla="*/ 339297 h 1361"/>
              <a:gd name="T2" fmla="*/ 0 w 726"/>
              <a:gd name="T3" fmla="*/ 0 h 1361"/>
              <a:gd name="T4" fmla="*/ 726 w 726"/>
              <a:gd name="T5" fmla="*/ 0 h 1361"/>
              <a:gd name="T6" fmla="*/ 726 w 726"/>
              <a:gd name="T7" fmla="*/ 3392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38" name="Freeform 18"/>
          <p:cNvSpPr>
            <a:spLocks/>
          </p:cNvSpPr>
          <p:nvPr/>
        </p:nvSpPr>
        <p:spPr bwMode="auto">
          <a:xfrm>
            <a:off x="9235903" y="383415"/>
            <a:ext cx="2880784" cy="6017485"/>
          </a:xfrm>
          <a:custGeom>
            <a:avLst/>
            <a:gdLst>
              <a:gd name="T0" fmla="*/ 0 w 726"/>
              <a:gd name="T1" fmla="*/ 6490397 h 1361"/>
              <a:gd name="T2" fmla="*/ 0 w 726"/>
              <a:gd name="T3" fmla="*/ 0 h 1361"/>
              <a:gd name="T4" fmla="*/ 59061 w 726"/>
              <a:gd name="T5" fmla="*/ 0 h 1361"/>
              <a:gd name="T6" fmla="*/ 59061 w 726"/>
              <a:gd name="T7" fmla="*/ 6490397 h 1361"/>
              <a:gd name="T8" fmla="*/ 0 60000 65536"/>
              <a:gd name="T9" fmla="*/ 0 60000 65536"/>
              <a:gd name="T10" fmla="*/ 0 60000 65536"/>
              <a:gd name="T11" fmla="*/ 0 60000 65536"/>
              <a:gd name="T12" fmla="*/ 0 w 726"/>
              <a:gd name="T13" fmla="*/ 0 h 1361"/>
              <a:gd name="T14" fmla="*/ 726 w 726"/>
              <a:gd name="T15" fmla="*/ 1361 h 1361"/>
            </a:gdLst>
            <a:ahLst/>
            <a:cxnLst>
              <a:cxn ang="T8">
                <a:pos x="T0" y="T1"/>
              </a:cxn>
              <a:cxn ang="T9">
                <a:pos x="T2" y="T3"/>
              </a:cxn>
              <a:cxn ang="T10">
                <a:pos x="T4" y="T5"/>
              </a:cxn>
              <a:cxn ang="T11">
                <a:pos x="T6" y="T7"/>
              </a:cxn>
            </a:cxnLst>
            <a:rect l="T12" t="T13" r="T14" b="T15"/>
            <a:pathLst>
              <a:path w="726" h="1361">
                <a:moveTo>
                  <a:pt x="0" y="1361"/>
                </a:moveTo>
                <a:lnTo>
                  <a:pt x="0" y="0"/>
                </a:lnTo>
                <a:lnTo>
                  <a:pt x="726" y="0"/>
                </a:lnTo>
                <a:lnTo>
                  <a:pt x="726" y="1361"/>
                </a:lnTo>
              </a:path>
            </a:pathLst>
          </a:custGeom>
          <a:noFill/>
          <a:ln w="22225" cap="flat" cmpd="sng">
            <a:solidFill>
              <a:sysClr val="windowText" lastClr="000000"/>
            </a:solidFill>
            <a:prstDash val="solid"/>
            <a:round/>
            <a:headEnd type="none" w="med" len="med"/>
            <a:tailEnd type="none"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sp>
        <p:nvSpPr>
          <p:cNvPr id="40" name="Text Box 25"/>
          <p:cNvSpPr txBox="1">
            <a:spLocks noChangeArrowheads="1"/>
          </p:cNvSpPr>
          <p:nvPr/>
        </p:nvSpPr>
        <p:spPr bwMode="auto">
          <a:xfrm>
            <a:off x="6636639" y="194906"/>
            <a:ext cx="98135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btab</a:t>
            </a:r>
            <a:endParaRPr lang="en-GB" altLang="zh-CN" kern="0" dirty="0">
              <a:solidFill>
                <a:prstClr val="black"/>
              </a:solidFill>
              <a:ea typeface="宋体" panose="02010600030101010101" pitchFamily="2" charset="-122"/>
            </a:endParaRPr>
          </a:p>
        </p:txBody>
      </p:sp>
      <p:sp>
        <p:nvSpPr>
          <p:cNvPr id="41" name="Text Box 26"/>
          <p:cNvSpPr txBox="1">
            <a:spLocks noChangeArrowheads="1"/>
          </p:cNvSpPr>
          <p:nvPr/>
        </p:nvSpPr>
        <p:spPr bwMode="auto">
          <a:xfrm>
            <a:off x="9752641" y="-136155"/>
            <a:ext cx="17780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err="1">
                <a:solidFill>
                  <a:prstClr val="black"/>
                </a:solidFill>
                <a:ea typeface="宋体" panose="02010600030101010101" pitchFamily="2" charset="-122"/>
              </a:rPr>
              <a:t>nametab</a:t>
            </a:r>
            <a:endParaRPr lang="en-GB" altLang="zh-CN" kern="0" dirty="0">
              <a:solidFill>
                <a:prstClr val="black"/>
              </a:solidFill>
              <a:ea typeface="宋体" panose="02010600030101010101" pitchFamily="2" charset="-122"/>
            </a:endParaRPr>
          </a:p>
        </p:txBody>
      </p:sp>
      <p:grpSp>
        <p:nvGrpSpPr>
          <p:cNvPr id="42" name="Group 27"/>
          <p:cNvGrpSpPr>
            <a:grpSpLocks/>
          </p:cNvGrpSpPr>
          <p:nvPr/>
        </p:nvGrpSpPr>
        <p:grpSpPr bwMode="auto">
          <a:xfrm>
            <a:off x="8778705" y="377068"/>
            <a:ext cx="3337984" cy="395817"/>
            <a:chOff x="4025" y="529"/>
            <a:chExt cx="1577" cy="187"/>
          </a:xfrm>
        </p:grpSpPr>
        <p:sp>
          <p:nvSpPr>
            <p:cNvPr id="206" name="Rectangle 28"/>
            <p:cNvSpPr>
              <a:spLocks noChangeArrowheads="1"/>
            </p:cNvSpPr>
            <p:nvPr/>
          </p:nvSpPr>
          <p:spPr bwMode="auto">
            <a:xfrm>
              <a:off x="4242" y="536"/>
              <a:ext cx="952"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name</a:t>
              </a:r>
              <a:endParaRPr lang="en-GB" altLang="zh-CN" sz="2133" kern="0" dirty="0">
                <a:solidFill>
                  <a:srgbClr val="FF3300"/>
                </a:solidFill>
                <a:ea typeface="宋体" panose="02010600030101010101" pitchFamily="2" charset="-122"/>
              </a:endParaRPr>
            </a:p>
          </p:txBody>
        </p:sp>
        <p:sp>
          <p:nvSpPr>
            <p:cNvPr id="207" name="Text Box 29"/>
            <p:cNvSpPr txBox="1">
              <a:spLocks noChangeArrowheads="1"/>
            </p:cNvSpPr>
            <p:nvPr/>
          </p:nvSpPr>
          <p:spPr bwMode="auto">
            <a:xfrm>
              <a:off x="4025" y="529"/>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a:solidFill>
                    <a:prstClr val="black"/>
                  </a:solidFill>
                  <a:latin typeface="Times New Roman" panose="02020603050405020304" pitchFamily="18" charset="0"/>
                  <a:ea typeface="宋体" panose="02010600030101010101" pitchFamily="2" charset="-122"/>
                </a:rPr>
                <a:t>0</a:t>
              </a:r>
            </a:p>
          </p:txBody>
        </p:sp>
        <p:sp>
          <p:nvSpPr>
            <p:cNvPr id="208" name="Rectangle 30"/>
            <p:cNvSpPr>
              <a:spLocks noChangeArrowheads="1"/>
            </p:cNvSpPr>
            <p:nvPr/>
          </p:nvSpPr>
          <p:spPr bwMode="auto">
            <a:xfrm>
              <a:off x="5194" y="536"/>
              <a:ext cx="408" cy="180"/>
            </a:xfrm>
            <a:prstGeom prst="rect">
              <a:avLst/>
            </a:prstGeom>
            <a:solidFill>
              <a:sysClr val="window" lastClr="FFFFFF"/>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US" altLang="zh-CN" sz="2133" kern="0" dirty="0">
                  <a:solidFill>
                    <a:srgbClr val="FF3300"/>
                  </a:solidFill>
                  <a:ea typeface="宋体" panose="02010600030101010101" pitchFamily="2" charset="-122"/>
                </a:rPr>
                <a:t>link</a:t>
              </a:r>
              <a:endParaRPr lang="en-GB" altLang="zh-CN" sz="2133" kern="0" dirty="0">
                <a:solidFill>
                  <a:srgbClr val="FF3300"/>
                </a:solidFill>
                <a:ea typeface="宋体" panose="02010600030101010101" pitchFamily="2" charset="-122"/>
              </a:endParaRPr>
            </a:p>
          </p:txBody>
        </p:sp>
      </p:grpSp>
      <p:grpSp>
        <p:nvGrpSpPr>
          <p:cNvPr id="43" name="Group 31"/>
          <p:cNvGrpSpPr>
            <a:grpSpLocks/>
          </p:cNvGrpSpPr>
          <p:nvPr/>
        </p:nvGrpSpPr>
        <p:grpSpPr bwMode="auto">
          <a:xfrm>
            <a:off x="8785059" y="743248"/>
            <a:ext cx="3329519" cy="381000"/>
            <a:chOff x="4029" y="527"/>
            <a:chExt cx="1573" cy="180"/>
          </a:xfrm>
        </p:grpSpPr>
        <p:sp>
          <p:nvSpPr>
            <p:cNvPr id="203" name="Rectangle 32"/>
            <p:cNvSpPr>
              <a:spLocks noChangeArrowheads="1"/>
            </p:cNvSpPr>
            <p:nvPr/>
          </p:nvSpPr>
          <p:spPr bwMode="auto">
            <a:xfrm>
              <a:off x="4242" y="536"/>
              <a:ext cx="952"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sort</a:t>
              </a:r>
            </a:p>
          </p:txBody>
        </p:sp>
        <p:sp>
          <p:nvSpPr>
            <p:cNvPr id="204"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a:t>
              </a:r>
            </a:p>
          </p:txBody>
        </p:sp>
        <p:sp>
          <p:nvSpPr>
            <p:cNvPr id="205" name="Rectangle 34"/>
            <p:cNvSpPr>
              <a:spLocks noChangeArrowheads="1"/>
            </p:cNvSpPr>
            <p:nvPr/>
          </p:nvSpPr>
          <p:spPr bwMode="auto">
            <a:xfrm>
              <a:off x="5194" y="536"/>
              <a:ext cx="408" cy="141"/>
            </a:xfrm>
            <a:prstGeom prst="rect">
              <a:avLst/>
            </a:prstGeom>
            <a:solidFill>
              <a:srgbClr val="4F81BD">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87" name="Line 168"/>
          <p:cNvSpPr>
            <a:spLocks noChangeShapeType="1"/>
          </p:cNvSpPr>
          <p:nvPr/>
        </p:nvSpPr>
        <p:spPr bwMode="auto">
          <a:xfrm>
            <a:off x="5328742" y="1091736"/>
            <a:ext cx="1439333" cy="0"/>
          </a:xfrm>
          <a:prstGeom prst="line">
            <a:avLst/>
          </a:prstGeom>
          <a:noFill/>
          <a:ln w="19050">
            <a:solidFill>
              <a:srgbClr val="0000FF"/>
            </a:solidFill>
            <a:round/>
            <a:headEnd/>
            <a:tailEnd type="stealth" w="lg" len="lg"/>
          </a:ln>
          <a:extLst>
            <a:ext uri="{909E8E84-426E-40DD-AFC4-6F175D3DCCD1}">
              <a14:hiddenFill xmlns:a14="http://schemas.microsoft.com/office/drawing/2010/main">
                <a:no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44" name="Group 31"/>
          <p:cNvGrpSpPr>
            <a:grpSpLocks/>
          </p:cNvGrpSpPr>
          <p:nvPr/>
        </p:nvGrpSpPr>
        <p:grpSpPr bwMode="auto">
          <a:xfrm>
            <a:off x="8778706" y="1060749"/>
            <a:ext cx="3329519" cy="381000"/>
            <a:chOff x="4029" y="527"/>
            <a:chExt cx="1573" cy="180"/>
          </a:xfrm>
        </p:grpSpPr>
        <p:sp>
          <p:nvSpPr>
            <p:cNvPr id="4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a</a:t>
              </a:r>
            </a:p>
          </p:txBody>
        </p:sp>
        <p:sp>
          <p:nvSpPr>
            <p:cNvPr id="4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2</a:t>
              </a:r>
            </a:p>
          </p:txBody>
        </p:sp>
        <p:sp>
          <p:nvSpPr>
            <p:cNvPr id="4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54" name="Group 147"/>
          <p:cNvGrpSpPr>
            <a:grpSpLocks/>
          </p:cNvGrpSpPr>
          <p:nvPr/>
        </p:nvGrpSpPr>
        <p:grpSpPr bwMode="auto">
          <a:xfrm>
            <a:off x="4143408" y="1316103"/>
            <a:ext cx="1185333" cy="622300"/>
            <a:chOff x="1504" y="495"/>
            <a:chExt cx="560" cy="294"/>
          </a:xfrm>
        </p:grpSpPr>
        <p:sp>
          <p:nvSpPr>
            <p:cNvPr id="55" name="Rectangle 148"/>
            <p:cNvSpPr>
              <a:spLocks noChangeArrowheads="1"/>
            </p:cNvSpPr>
            <p:nvPr/>
          </p:nvSpPr>
          <p:spPr bwMode="auto">
            <a:xfrm>
              <a:off x="1733" y="516"/>
              <a:ext cx="331" cy="273"/>
            </a:xfrm>
            <a:prstGeom prst="rect">
              <a:avLst/>
            </a:prstGeom>
            <a:solidFill>
              <a:srgbClr val="99CC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56" name="Text Box 149"/>
            <p:cNvSpPr txBox="1">
              <a:spLocks noChangeArrowheads="1"/>
            </p:cNvSpPr>
            <p:nvPr/>
          </p:nvSpPr>
          <p:spPr bwMode="auto">
            <a:xfrm>
              <a:off x="1504" y="495"/>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grpSp>
        <p:nvGrpSpPr>
          <p:cNvPr id="60" name="Group 31"/>
          <p:cNvGrpSpPr>
            <a:grpSpLocks/>
          </p:cNvGrpSpPr>
          <p:nvPr/>
        </p:nvGrpSpPr>
        <p:grpSpPr bwMode="auto">
          <a:xfrm>
            <a:off x="8784299" y="1377485"/>
            <a:ext cx="3329519" cy="381000"/>
            <a:chOff x="4029" y="527"/>
            <a:chExt cx="1573" cy="180"/>
          </a:xfrm>
        </p:grpSpPr>
        <p:sp>
          <p:nvSpPr>
            <p:cNvPr id="6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x</a:t>
              </a:r>
            </a:p>
          </p:txBody>
        </p:sp>
        <p:sp>
          <p:nvSpPr>
            <p:cNvPr id="6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3</a:t>
              </a:r>
            </a:p>
          </p:txBody>
        </p:sp>
        <p:sp>
          <p:nvSpPr>
            <p:cNvPr id="6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2</a:t>
              </a:r>
            </a:p>
          </p:txBody>
        </p:sp>
      </p:grpSp>
      <p:grpSp>
        <p:nvGrpSpPr>
          <p:cNvPr id="64" name="Group 31"/>
          <p:cNvGrpSpPr>
            <a:grpSpLocks/>
          </p:cNvGrpSpPr>
          <p:nvPr/>
        </p:nvGrpSpPr>
        <p:grpSpPr bwMode="auto">
          <a:xfrm>
            <a:off x="8778706" y="1694528"/>
            <a:ext cx="3329519" cy="381000"/>
            <a:chOff x="4029" y="527"/>
            <a:chExt cx="1573" cy="180"/>
          </a:xfrm>
        </p:grpSpPr>
        <p:sp>
          <p:nvSpPr>
            <p:cNvPr id="65"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readarray</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66"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4</a:t>
              </a:r>
            </a:p>
          </p:txBody>
        </p:sp>
        <p:sp>
          <p:nvSpPr>
            <p:cNvPr id="67"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3</a:t>
              </a:r>
            </a:p>
          </p:txBody>
        </p:sp>
      </p:grpSp>
      <p:grpSp>
        <p:nvGrpSpPr>
          <p:cNvPr id="81" name="Group 31"/>
          <p:cNvGrpSpPr>
            <a:grpSpLocks/>
          </p:cNvGrpSpPr>
          <p:nvPr/>
        </p:nvGrpSpPr>
        <p:grpSpPr bwMode="auto">
          <a:xfrm>
            <a:off x="8778706" y="2008880"/>
            <a:ext cx="3329519" cy="381000"/>
            <a:chOff x="4029" y="527"/>
            <a:chExt cx="1573" cy="180"/>
          </a:xfrm>
        </p:grpSpPr>
        <p:sp>
          <p:nvSpPr>
            <p:cNvPr id="82" name="Rectangle 32"/>
            <p:cNvSpPr>
              <a:spLocks noChangeArrowheads="1"/>
            </p:cNvSpPr>
            <p:nvPr/>
          </p:nvSpPr>
          <p:spPr bwMode="auto">
            <a:xfrm>
              <a:off x="4242" y="536"/>
              <a:ext cx="952"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83"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5</a:t>
              </a:r>
            </a:p>
          </p:txBody>
        </p:sp>
        <p:sp>
          <p:nvSpPr>
            <p:cNvPr id="84" name="Rectangle 34"/>
            <p:cNvSpPr>
              <a:spLocks noChangeArrowheads="1"/>
            </p:cNvSpPr>
            <p:nvPr/>
          </p:nvSpPr>
          <p:spPr bwMode="auto">
            <a:xfrm>
              <a:off x="5194" y="536"/>
              <a:ext cx="408" cy="141"/>
            </a:xfrm>
            <a:prstGeom prst="rect">
              <a:avLst/>
            </a:prstGeom>
            <a:solidFill>
              <a:srgbClr val="FFE0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90" name="Group 31"/>
          <p:cNvGrpSpPr>
            <a:grpSpLocks/>
          </p:cNvGrpSpPr>
          <p:nvPr/>
        </p:nvGrpSpPr>
        <p:grpSpPr bwMode="auto">
          <a:xfrm>
            <a:off x="8784299" y="2319583"/>
            <a:ext cx="3329519" cy="381000"/>
            <a:chOff x="4029" y="527"/>
            <a:chExt cx="1573" cy="180"/>
          </a:xfrm>
        </p:grpSpPr>
        <p:sp>
          <p:nvSpPr>
            <p:cNvPr id="9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exchange</a:t>
              </a:r>
            </a:p>
          </p:txBody>
        </p:sp>
        <p:sp>
          <p:nvSpPr>
            <p:cNvPr id="9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6</a:t>
              </a:r>
            </a:p>
          </p:txBody>
        </p:sp>
        <p:sp>
          <p:nvSpPr>
            <p:cNvPr id="9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4</a:t>
              </a:r>
            </a:p>
          </p:txBody>
        </p:sp>
      </p:grpSp>
      <p:grpSp>
        <p:nvGrpSpPr>
          <p:cNvPr id="77" name="组合 76"/>
          <p:cNvGrpSpPr/>
          <p:nvPr/>
        </p:nvGrpSpPr>
        <p:grpSpPr>
          <a:xfrm>
            <a:off x="6339446" y="781546"/>
            <a:ext cx="1166284" cy="893234"/>
            <a:chOff x="4756817" y="602902"/>
            <a:chExt cx="874713" cy="669925"/>
          </a:xfrm>
        </p:grpSpPr>
        <p:grpSp>
          <p:nvGrpSpPr>
            <p:cNvPr id="78" name="Group 19"/>
            <p:cNvGrpSpPr>
              <a:grpSpLocks/>
            </p:cNvGrpSpPr>
            <p:nvPr/>
          </p:nvGrpSpPr>
          <p:grpSpPr bwMode="auto">
            <a:xfrm>
              <a:off x="4756817" y="602902"/>
              <a:ext cx="874713" cy="669925"/>
              <a:chOff x="2919" y="527"/>
              <a:chExt cx="551" cy="422"/>
            </a:xfrm>
          </p:grpSpPr>
          <p:grpSp>
            <p:nvGrpSpPr>
              <p:cNvPr id="86" name="Group 20"/>
              <p:cNvGrpSpPr>
                <a:grpSpLocks/>
              </p:cNvGrpSpPr>
              <p:nvPr/>
            </p:nvGrpSpPr>
            <p:grpSpPr bwMode="auto">
              <a:xfrm>
                <a:off x="3135" y="527"/>
                <a:ext cx="335" cy="422"/>
                <a:chOff x="4133" y="890"/>
                <a:chExt cx="335" cy="422"/>
              </a:xfrm>
            </p:grpSpPr>
            <p:sp>
              <p:nvSpPr>
                <p:cNvPr id="89" name="Rectangle 21"/>
                <p:cNvSpPr>
                  <a:spLocks noChangeArrowheads="1"/>
                </p:cNvSpPr>
                <p:nvPr/>
              </p:nvSpPr>
              <p:spPr bwMode="auto">
                <a:xfrm>
                  <a:off x="4134" y="890"/>
                  <a:ext cx="334" cy="211"/>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94"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88"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sp>
          <p:nvSpPr>
            <p:cNvPr id="85" name="Rectangle 21"/>
            <p:cNvSpPr>
              <a:spLocks noChangeArrowheads="1"/>
            </p:cNvSpPr>
            <p:nvPr/>
          </p:nvSpPr>
          <p:spPr bwMode="auto">
            <a:xfrm>
              <a:off x="5099713" y="937864"/>
              <a:ext cx="530225" cy="334963"/>
            </a:xfrm>
            <a:prstGeom prst="rect">
              <a:avLst/>
            </a:prstGeom>
            <a:solidFill>
              <a:srgbClr val="4F81BD">
                <a:alpha val="59999"/>
              </a:srgb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95" name="Text Box 156"/>
          <p:cNvSpPr txBox="1">
            <a:spLocks noChangeArrowheads="1"/>
          </p:cNvSpPr>
          <p:nvPr/>
        </p:nvSpPr>
        <p:spPr bwMode="auto">
          <a:xfrm>
            <a:off x="6934232" y="120410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sp>
        <p:nvSpPr>
          <p:cNvPr id="96" name="Text Box 157"/>
          <p:cNvSpPr txBox="1">
            <a:spLocks noChangeArrowheads="1"/>
          </p:cNvSpPr>
          <p:nvPr/>
        </p:nvSpPr>
        <p:spPr bwMode="auto">
          <a:xfrm>
            <a:off x="6965011" y="72827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97" name="组合 96"/>
          <p:cNvGrpSpPr/>
          <p:nvPr/>
        </p:nvGrpSpPr>
        <p:grpSpPr>
          <a:xfrm>
            <a:off x="6337323" y="1679784"/>
            <a:ext cx="1166284" cy="893234"/>
            <a:chOff x="4756817" y="602902"/>
            <a:chExt cx="874713" cy="669925"/>
          </a:xfrm>
        </p:grpSpPr>
        <p:grpSp>
          <p:nvGrpSpPr>
            <p:cNvPr id="98" name="Group 19"/>
            <p:cNvGrpSpPr>
              <a:grpSpLocks/>
            </p:cNvGrpSpPr>
            <p:nvPr/>
          </p:nvGrpSpPr>
          <p:grpSpPr bwMode="auto">
            <a:xfrm>
              <a:off x="4756817" y="602902"/>
              <a:ext cx="874713" cy="669925"/>
              <a:chOff x="2919" y="527"/>
              <a:chExt cx="551" cy="422"/>
            </a:xfrm>
          </p:grpSpPr>
          <p:grpSp>
            <p:nvGrpSpPr>
              <p:cNvPr id="100" name="Group 20"/>
              <p:cNvGrpSpPr>
                <a:grpSpLocks/>
              </p:cNvGrpSpPr>
              <p:nvPr/>
            </p:nvGrpSpPr>
            <p:grpSpPr bwMode="auto">
              <a:xfrm>
                <a:off x="3135" y="527"/>
                <a:ext cx="335" cy="422"/>
                <a:chOff x="4133" y="890"/>
                <a:chExt cx="335" cy="422"/>
              </a:xfrm>
            </p:grpSpPr>
            <p:sp>
              <p:nvSpPr>
                <p:cNvPr id="102" name="Rectangle 21"/>
                <p:cNvSpPr>
                  <a:spLocks noChangeArrowheads="1"/>
                </p:cNvSpPr>
                <p:nvPr/>
              </p:nvSpPr>
              <p:spPr bwMode="auto">
                <a:xfrm>
                  <a:off x="4134" y="890"/>
                  <a:ext cx="334" cy="211"/>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0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0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a:t>
                </a:r>
              </a:p>
            </p:txBody>
          </p:sp>
        </p:grpSp>
        <p:sp>
          <p:nvSpPr>
            <p:cNvPr id="99" name="Rectangle 21"/>
            <p:cNvSpPr>
              <a:spLocks noChangeArrowheads="1"/>
            </p:cNvSpPr>
            <p:nvPr/>
          </p:nvSpPr>
          <p:spPr bwMode="auto">
            <a:xfrm>
              <a:off x="5099713" y="937864"/>
              <a:ext cx="530225" cy="334963"/>
            </a:xfrm>
            <a:prstGeom prst="rect">
              <a:avLst/>
            </a:prstGeom>
            <a:solidFill>
              <a:schemeClr val="accent4">
                <a:alpha val="60000"/>
              </a:schemeClr>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sp>
        <p:nvSpPr>
          <p:cNvPr id="104" name="Text Box 156"/>
          <p:cNvSpPr txBox="1">
            <a:spLocks noChangeArrowheads="1"/>
          </p:cNvSpPr>
          <p:nvPr/>
        </p:nvSpPr>
        <p:spPr bwMode="auto">
          <a:xfrm>
            <a:off x="6932109" y="2102346"/>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9</a:t>
            </a:r>
          </a:p>
        </p:txBody>
      </p:sp>
      <p:sp>
        <p:nvSpPr>
          <p:cNvPr id="105" name="Text Box 157"/>
          <p:cNvSpPr txBox="1">
            <a:spLocks noChangeArrowheads="1"/>
          </p:cNvSpPr>
          <p:nvPr/>
        </p:nvSpPr>
        <p:spPr bwMode="auto">
          <a:xfrm>
            <a:off x="6962888" y="162651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sp>
        <p:nvSpPr>
          <p:cNvPr id="115" name="Freeform 169"/>
          <p:cNvSpPr>
            <a:spLocks/>
          </p:cNvSpPr>
          <p:nvPr/>
        </p:nvSpPr>
        <p:spPr bwMode="auto">
          <a:xfrm>
            <a:off x="5328742" y="1667470"/>
            <a:ext cx="1439333" cy="224367"/>
          </a:xfrm>
          <a:custGeom>
            <a:avLst/>
            <a:gdLst>
              <a:gd name="T0" fmla="*/ 0 w 680"/>
              <a:gd name="T1" fmla="*/ 0 h 227"/>
              <a:gd name="T2" fmla="*/ 453 w 680"/>
              <a:gd name="T3" fmla="*/ 0 h 227"/>
              <a:gd name="T4" fmla="*/ 453 w 680"/>
              <a:gd name="T5" fmla="*/ 227 h 227"/>
              <a:gd name="T6" fmla="*/ 680 w 680"/>
              <a:gd name="T7" fmla="*/ 227 h 227"/>
              <a:gd name="T8" fmla="*/ 0 60000 65536"/>
              <a:gd name="T9" fmla="*/ 0 60000 65536"/>
              <a:gd name="T10" fmla="*/ 0 60000 65536"/>
              <a:gd name="T11" fmla="*/ 0 60000 65536"/>
              <a:gd name="T12" fmla="*/ 0 w 680"/>
              <a:gd name="T13" fmla="*/ 0 h 227"/>
              <a:gd name="T14" fmla="*/ 680 w 680"/>
              <a:gd name="T15" fmla="*/ 227 h 227"/>
            </a:gdLst>
            <a:ahLst/>
            <a:cxnLst>
              <a:cxn ang="T8">
                <a:pos x="T0" y="T1"/>
              </a:cxn>
              <a:cxn ang="T9">
                <a:pos x="T2" y="T3"/>
              </a:cxn>
              <a:cxn ang="T10">
                <a:pos x="T4" y="T5"/>
              </a:cxn>
              <a:cxn ang="T11">
                <a:pos x="T6" y="T7"/>
              </a:cxn>
            </a:cxnLst>
            <a:rect l="T12" t="T13" r="T14" b="T15"/>
            <a:pathLst>
              <a:path w="680" h="227">
                <a:moveTo>
                  <a:pt x="0" y="0"/>
                </a:moveTo>
                <a:lnTo>
                  <a:pt x="453" y="0"/>
                </a:lnTo>
                <a:lnTo>
                  <a:pt x="453" y="227"/>
                </a:lnTo>
                <a:lnTo>
                  <a:pt x="680" y="227"/>
                </a:lnTo>
              </a:path>
            </a:pathLst>
          </a:custGeom>
          <a:noFill/>
          <a:ln w="19050" cap="flat" cmpd="sng">
            <a:solidFill>
              <a:srgbClr val="339933"/>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138" name="Group 31"/>
          <p:cNvGrpSpPr>
            <a:grpSpLocks/>
          </p:cNvGrpSpPr>
          <p:nvPr/>
        </p:nvGrpSpPr>
        <p:grpSpPr bwMode="auto">
          <a:xfrm>
            <a:off x="8787922" y="2633893"/>
            <a:ext cx="3329519" cy="381000"/>
            <a:chOff x="4029" y="527"/>
            <a:chExt cx="1573" cy="180"/>
          </a:xfrm>
        </p:grpSpPr>
        <p:sp>
          <p:nvSpPr>
            <p:cNvPr id="139"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i</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40"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7</a:t>
              </a:r>
            </a:p>
          </p:txBody>
        </p:sp>
        <p:sp>
          <p:nvSpPr>
            <p:cNvPr id="141"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sp>
        <p:nvSpPr>
          <p:cNvPr id="142" name="Text Box 178"/>
          <p:cNvSpPr txBox="1">
            <a:spLocks noChangeArrowheads="1"/>
          </p:cNvSpPr>
          <p:nvPr/>
        </p:nvSpPr>
        <p:spPr bwMode="auto">
          <a:xfrm>
            <a:off x="7490282" y="688671"/>
            <a:ext cx="1344084" cy="1060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lnSpc>
                <a:spcPts val="4000"/>
              </a:lnSpc>
              <a:spcBef>
                <a:spcPct val="0"/>
              </a:spcBef>
              <a:buClrTx/>
              <a:buSzTx/>
              <a:buNone/>
            </a:pPr>
            <a:r>
              <a:rPr lang="en-US" altLang="zh-CN" sz="2400" dirty="0">
                <a:solidFill>
                  <a:srgbClr val="9900CC"/>
                </a:solidFill>
                <a:ea typeface="宋体" panose="02010600030101010101" pitchFamily="2" charset="-122"/>
              </a:rPr>
              <a:t>lastpar</a:t>
            </a:r>
          </a:p>
          <a:p>
            <a:pPr defTabSz="609585">
              <a:lnSpc>
                <a:spcPts val="4000"/>
              </a:lnSpc>
              <a:spcBef>
                <a:spcPct val="0"/>
              </a:spcBef>
              <a:buClrTx/>
              <a:buSzTx/>
              <a:buNone/>
            </a:pPr>
            <a:r>
              <a:rPr lang="en-US" altLang="zh-CN" sz="2400" dirty="0">
                <a:solidFill>
                  <a:srgbClr val="9900CC"/>
                </a:solidFill>
                <a:ea typeface="宋体" panose="02010600030101010101" pitchFamily="2" charset="-122"/>
              </a:rPr>
              <a:t>last</a:t>
            </a:r>
            <a:endParaRPr lang="en-GB" altLang="zh-CN" sz="2400" dirty="0">
              <a:solidFill>
                <a:srgbClr val="9900CC"/>
              </a:solidFill>
              <a:ea typeface="宋体" panose="02010600030101010101" pitchFamily="2" charset="-122"/>
            </a:endParaRPr>
          </a:p>
        </p:txBody>
      </p:sp>
      <p:grpSp>
        <p:nvGrpSpPr>
          <p:cNvPr id="143" name="组合 142"/>
          <p:cNvGrpSpPr/>
          <p:nvPr/>
        </p:nvGrpSpPr>
        <p:grpSpPr>
          <a:xfrm>
            <a:off x="6337323" y="2573016"/>
            <a:ext cx="1166284" cy="893234"/>
            <a:chOff x="4756817" y="602902"/>
            <a:chExt cx="874713" cy="669925"/>
          </a:xfrm>
        </p:grpSpPr>
        <p:sp>
          <p:nvSpPr>
            <p:cNvPr id="144" name="Rectangle 21"/>
            <p:cNvSpPr>
              <a:spLocks noChangeArrowheads="1"/>
            </p:cNvSpPr>
            <p:nvPr/>
          </p:nvSpPr>
          <p:spPr bwMode="auto">
            <a:xfrm>
              <a:off x="5099713" y="937864"/>
              <a:ext cx="530225" cy="334963"/>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45" name="Group 19"/>
            <p:cNvGrpSpPr>
              <a:grpSpLocks/>
            </p:cNvGrpSpPr>
            <p:nvPr/>
          </p:nvGrpSpPr>
          <p:grpSpPr bwMode="auto">
            <a:xfrm>
              <a:off x="4756817" y="602902"/>
              <a:ext cx="874713" cy="669925"/>
              <a:chOff x="2919" y="527"/>
              <a:chExt cx="551" cy="422"/>
            </a:xfrm>
          </p:grpSpPr>
          <p:grpSp>
            <p:nvGrpSpPr>
              <p:cNvPr id="146" name="Group 20"/>
              <p:cNvGrpSpPr>
                <a:grpSpLocks/>
              </p:cNvGrpSpPr>
              <p:nvPr/>
            </p:nvGrpSpPr>
            <p:grpSpPr bwMode="auto">
              <a:xfrm>
                <a:off x="3135" y="527"/>
                <a:ext cx="335" cy="422"/>
                <a:chOff x="4133" y="890"/>
                <a:chExt cx="335" cy="422"/>
              </a:xfrm>
            </p:grpSpPr>
            <p:sp>
              <p:nvSpPr>
                <p:cNvPr id="148" name="Rectangle 21"/>
                <p:cNvSpPr>
                  <a:spLocks noChangeArrowheads="1"/>
                </p:cNvSpPr>
                <p:nvPr/>
              </p:nvSpPr>
              <p:spPr bwMode="auto">
                <a:xfrm>
                  <a:off x="4133" y="890"/>
                  <a:ext cx="335" cy="211"/>
                </a:xfrm>
                <a:prstGeom prst="rect">
                  <a:avLst/>
                </a:prstGeom>
                <a:solidFill>
                  <a:srgbClr val="FFE0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49"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47"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sp>
        <p:nvSpPr>
          <p:cNvPr id="150" name="Text Box 156"/>
          <p:cNvSpPr txBox="1">
            <a:spLocks noChangeArrowheads="1"/>
          </p:cNvSpPr>
          <p:nvPr/>
        </p:nvSpPr>
        <p:spPr bwMode="auto">
          <a:xfrm>
            <a:off x="6929193" y="3000583"/>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151" name="Text Box 157"/>
          <p:cNvSpPr txBox="1">
            <a:spLocks noChangeArrowheads="1"/>
          </p:cNvSpPr>
          <p:nvPr/>
        </p:nvSpPr>
        <p:spPr bwMode="auto">
          <a:xfrm>
            <a:off x="6959972" y="2524749"/>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0</a:t>
            </a:r>
          </a:p>
        </p:txBody>
      </p:sp>
      <p:grpSp>
        <p:nvGrpSpPr>
          <p:cNvPr id="161" name="组合 160"/>
          <p:cNvGrpSpPr/>
          <p:nvPr/>
        </p:nvGrpSpPr>
        <p:grpSpPr>
          <a:xfrm>
            <a:off x="6337323" y="3458684"/>
            <a:ext cx="1166284" cy="893234"/>
            <a:chOff x="4756817" y="602902"/>
            <a:chExt cx="874713" cy="669925"/>
          </a:xfrm>
        </p:grpSpPr>
        <p:sp>
          <p:nvSpPr>
            <p:cNvPr id="162" name="Rectangle 21"/>
            <p:cNvSpPr>
              <a:spLocks noChangeArrowheads="1"/>
            </p:cNvSpPr>
            <p:nvPr/>
          </p:nvSpPr>
          <p:spPr bwMode="auto">
            <a:xfrm>
              <a:off x="5099713" y="937864"/>
              <a:ext cx="530225" cy="334963"/>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63" name="Group 19"/>
            <p:cNvGrpSpPr>
              <a:grpSpLocks/>
            </p:cNvGrpSpPr>
            <p:nvPr/>
          </p:nvGrpSpPr>
          <p:grpSpPr bwMode="auto">
            <a:xfrm>
              <a:off x="4756817" y="602902"/>
              <a:ext cx="874713" cy="669925"/>
              <a:chOff x="2919" y="527"/>
              <a:chExt cx="551" cy="422"/>
            </a:xfrm>
          </p:grpSpPr>
          <p:grpSp>
            <p:nvGrpSpPr>
              <p:cNvPr id="164" name="Group 20"/>
              <p:cNvGrpSpPr>
                <a:grpSpLocks/>
              </p:cNvGrpSpPr>
              <p:nvPr/>
            </p:nvGrpSpPr>
            <p:grpSpPr bwMode="auto">
              <a:xfrm>
                <a:off x="3135" y="527"/>
                <a:ext cx="335" cy="422"/>
                <a:chOff x="4133" y="890"/>
                <a:chExt cx="335" cy="422"/>
              </a:xfrm>
            </p:grpSpPr>
            <p:sp>
              <p:nvSpPr>
                <p:cNvPr id="166" name="Rectangle 21"/>
                <p:cNvSpPr>
                  <a:spLocks noChangeArrowheads="1"/>
                </p:cNvSpPr>
                <p:nvPr/>
              </p:nvSpPr>
              <p:spPr bwMode="auto">
                <a:xfrm>
                  <a:off x="4133" y="890"/>
                  <a:ext cx="335" cy="211"/>
                </a:xfrm>
                <a:prstGeom prst="rect">
                  <a:avLst/>
                </a:prstGeom>
                <a:solidFill>
                  <a:srgbClr val="CC99CC"/>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67"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65"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grpSp>
      <p:sp>
        <p:nvSpPr>
          <p:cNvPr id="168" name="Text Box 156"/>
          <p:cNvSpPr txBox="1">
            <a:spLocks noChangeArrowheads="1"/>
          </p:cNvSpPr>
          <p:nvPr/>
        </p:nvSpPr>
        <p:spPr bwMode="auto">
          <a:xfrm>
            <a:off x="6929193" y="3886251"/>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sp>
        <p:nvSpPr>
          <p:cNvPr id="169" name="Text Box 157"/>
          <p:cNvSpPr txBox="1">
            <a:spLocks noChangeArrowheads="1"/>
          </p:cNvSpPr>
          <p:nvPr/>
        </p:nvSpPr>
        <p:spPr bwMode="auto">
          <a:xfrm>
            <a:off x="6959972" y="341041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8</a:t>
            </a:r>
          </a:p>
        </p:txBody>
      </p:sp>
      <p:grpSp>
        <p:nvGrpSpPr>
          <p:cNvPr id="106" name="Group 31"/>
          <p:cNvGrpSpPr>
            <a:grpSpLocks/>
          </p:cNvGrpSpPr>
          <p:nvPr/>
        </p:nvGrpSpPr>
        <p:grpSpPr bwMode="auto">
          <a:xfrm>
            <a:off x="8778706" y="2949801"/>
            <a:ext cx="3329519" cy="381000"/>
            <a:chOff x="4029" y="527"/>
            <a:chExt cx="1573" cy="180"/>
          </a:xfrm>
        </p:grpSpPr>
        <p:sp>
          <p:nvSpPr>
            <p:cNvPr id="107" name="Rectangle 32"/>
            <p:cNvSpPr>
              <a:spLocks noChangeArrowheads="1"/>
            </p:cNvSpPr>
            <p:nvPr/>
          </p:nvSpPr>
          <p:spPr bwMode="auto">
            <a:xfrm>
              <a:off x="4242" y="536"/>
              <a:ext cx="952"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err="1">
                  <a:solidFill>
                    <a:prstClr val="black"/>
                  </a:solidFill>
                  <a:latin typeface="Times New Roman" panose="02020603050405020304" pitchFamily="18" charset="0"/>
                  <a:ea typeface="宋体" panose="02010600030101010101" pitchFamily="2" charset="-122"/>
                </a:rPr>
                <a:t>j</a:t>
              </a:r>
              <a:endParaRPr lang="en-GB" altLang="zh-CN" sz="2400" i="1" kern="0" dirty="0">
                <a:solidFill>
                  <a:prstClr val="black"/>
                </a:solidFill>
                <a:latin typeface="Times New Roman" panose="02020603050405020304" pitchFamily="18" charset="0"/>
                <a:ea typeface="宋体" panose="02010600030101010101" pitchFamily="2" charset="-122"/>
              </a:endParaRPr>
            </a:p>
          </p:txBody>
        </p:sp>
        <p:sp>
          <p:nvSpPr>
            <p:cNvPr id="108"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8</a:t>
              </a:r>
            </a:p>
          </p:txBody>
        </p:sp>
        <p:sp>
          <p:nvSpPr>
            <p:cNvPr id="109" name="Rectangle 34"/>
            <p:cNvSpPr>
              <a:spLocks noChangeArrowheads="1"/>
            </p:cNvSpPr>
            <p:nvPr/>
          </p:nvSpPr>
          <p:spPr bwMode="auto">
            <a:xfrm>
              <a:off x="5194" y="536"/>
              <a:ext cx="408" cy="141"/>
            </a:xfrm>
            <a:prstGeom prst="rect">
              <a:avLst/>
            </a:prstGeom>
            <a:solidFill>
              <a:srgbClr val="D9B2D9"/>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7</a:t>
              </a:r>
            </a:p>
          </p:txBody>
        </p:sp>
      </p:grpSp>
      <p:grpSp>
        <p:nvGrpSpPr>
          <p:cNvPr id="110" name="Group 31"/>
          <p:cNvGrpSpPr>
            <a:grpSpLocks/>
          </p:cNvGrpSpPr>
          <p:nvPr/>
        </p:nvGrpSpPr>
        <p:grpSpPr bwMode="auto">
          <a:xfrm>
            <a:off x="8778706" y="3257545"/>
            <a:ext cx="3329519" cy="381000"/>
            <a:chOff x="4029" y="527"/>
            <a:chExt cx="1573" cy="180"/>
          </a:xfrm>
        </p:grpSpPr>
        <p:sp>
          <p:nvSpPr>
            <p:cNvPr id="111" name="Rectangle 32"/>
            <p:cNvSpPr>
              <a:spLocks noChangeArrowheads="1"/>
            </p:cNvSpPr>
            <p:nvPr/>
          </p:nvSpPr>
          <p:spPr bwMode="auto">
            <a:xfrm>
              <a:off x="4242" y="536"/>
              <a:ext cx="952"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quicksort</a:t>
              </a:r>
            </a:p>
          </p:txBody>
        </p:sp>
        <p:sp>
          <p:nvSpPr>
            <p:cNvPr id="112" name="Text Box 33"/>
            <p:cNvSpPr txBox="1">
              <a:spLocks noChangeArrowheads="1"/>
            </p:cNvSpPr>
            <p:nvPr/>
          </p:nvSpPr>
          <p:spPr bwMode="auto">
            <a:xfrm>
              <a:off x="4029"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9</a:t>
              </a:r>
            </a:p>
          </p:txBody>
        </p:sp>
        <p:sp>
          <p:nvSpPr>
            <p:cNvPr id="113" name="Rectangle 34"/>
            <p:cNvSpPr>
              <a:spLocks noChangeArrowheads="1"/>
            </p:cNvSpPr>
            <p:nvPr/>
          </p:nvSpPr>
          <p:spPr bwMode="auto">
            <a:xfrm>
              <a:off x="5194" y="536"/>
              <a:ext cx="408" cy="141"/>
            </a:xfrm>
            <a:prstGeom prst="rect">
              <a:avLst/>
            </a:prstGeom>
            <a:solidFill>
              <a:schemeClr val="accent4">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6</a:t>
              </a:r>
            </a:p>
          </p:txBody>
        </p:sp>
      </p:grpSp>
      <p:grpSp>
        <p:nvGrpSpPr>
          <p:cNvPr id="114" name="Group 153"/>
          <p:cNvGrpSpPr>
            <a:grpSpLocks/>
          </p:cNvGrpSpPr>
          <p:nvPr/>
        </p:nvGrpSpPr>
        <p:grpSpPr bwMode="auto">
          <a:xfrm>
            <a:off x="4158226" y="1952081"/>
            <a:ext cx="1170517" cy="579967"/>
            <a:chOff x="1511" y="516"/>
            <a:chExt cx="553" cy="274"/>
          </a:xfrm>
        </p:grpSpPr>
        <p:sp>
          <p:nvSpPr>
            <p:cNvPr id="116" name="Rectangle 154"/>
            <p:cNvSpPr>
              <a:spLocks noChangeArrowheads="1"/>
            </p:cNvSpPr>
            <p:nvPr/>
          </p:nvSpPr>
          <p:spPr bwMode="auto">
            <a:xfrm>
              <a:off x="1733" y="516"/>
              <a:ext cx="331" cy="273"/>
            </a:xfrm>
            <a:prstGeom prst="rect">
              <a:avLst/>
            </a:prstGeom>
            <a:solidFill>
              <a:srgbClr val="FF0000">
                <a:alpha val="59999"/>
              </a:srgb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sp>
          <p:nvSpPr>
            <p:cNvPr id="117"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2</a:t>
              </a:r>
            </a:p>
          </p:txBody>
        </p:sp>
      </p:grpSp>
      <p:grpSp>
        <p:nvGrpSpPr>
          <p:cNvPr id="119" name="组合 118"/>
          <p:cNvGrpSpPr/>
          <p:nvPr/>
        </p:nvGrpSpPr>
        <p:grpSpPr>
          <a:xfrm>
            <a:off x="6331626" y="4370836"/>
            <a:ext cx="1166284" cy="893234"/>
            <a:chOff x="4756817" y="602902"/>
            <a:chExt cx="874713" cy="669925"/>
          </a:xfrm>
        </p:grpSpPr>
        <p:sp>
          <p:nvSpPr>
            <p:cNvPr id="120" name="Rectangle 21"/>
            <p:cNvSpPr>
              <a:spLocks noChangeArrowheads="1"/>
            </p:cNvSpPr>
            <p:nvPr/>
          </p:nvSpPr>
          <p:spPr bwMode="auto">
            <a:xfrm>
              <a:off x="5099713" y="937864"/>
              <a:ext cx="530225" cy="334963"/>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121" name="Group 19"/>
            <p:cNvGrpSpPr>
              <a:grpSpLocks/>
            </p:cNvGrpSpPr>
            <p:nvPr/>
          </p:nvGrpSpPr>
          <p:grpSpPr bwMode="auto">
            <a:xfrm>
              <a:off x="4756817" y="602902"/>
              <a:ext cx="874713" cy="669925"/>
              <a:chOff x="2919" y="527"/>
              <a:chExt cx="551" cy="422"/>
            </a:xfrm>
          </p:grpSpPr>
          <p:grpSp>
            <p:nvGrpSpPr>
              <p:cNvPr id="122" name="Group 20"/>
              <p:cNvGrpSpPr>
                <a:grpSpLocks/>
              </p:cNvGrpSpPr>
              <p:nvPr/>
            </p:nvGrpSpPr>
            <p:grpSpPr bwMode="auto">
              <a:xfrm>
                <a:off x="3135" y="527"/>
                <a:ext cx="335" cy="422"/>
                <a:chOff x="4133" y="890"/>
                <a:chExt cx="335" cy="422"/>
              </a:xfrm>
            </p:grpSpPr>
            <p:sp>
              <p:nvSpPr>
                <p:cNvPr id="124" name="Rectangle 21"/>
                <p:cNvSpPr>
                  <a:spLocks noChangeArrowheads="1"/>
                </p:cNvSpPr>
                <p:nvPr/>
              </p:nvSpPr>
              <p:spPr bwMode="auto">
                <a:xfrm>
                  <a:off x="4133" y="890"/>
                  <a:ext cx="335" cy="211"/>
                </a:xfrm>
                <a:prstGeom prst="rect">
                  <a:avLst/>
                </a:prstGeom>
                <a:solidFill>
                  <a:srgbClr val="FF6666"/>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125"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123"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4</a:t>
                </a:r>
              </a:p>
            </p:txBody>
          </p:sp>
        </p:grpSp>
      </p:grpSp>
      <p:sp>
        <p:nvSpPr>
          <p:cNvPr id="126" name="Text Box 156"/>
          <p:cNvSpPr txBox="1">
            <a:spLocks noChangeArrowheads="1"/>
          </p:cNvSpPr>
          <p:nvPr/>
        </p:nvSpPr>
        <p:spPr bwMode="auto">
          <a:xfrm>
            <a:off x="6831239" y="4748706"/>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14</a:t>
            </a:r>
          </a:p>
        </p:txBody>
      </p:sp>
      <p:sp>
        <p:nvSpPr>
          <p:cNvPr id="127" name="Text Box 157"/>
          <p:cNvSpPr txBox="1">
            <a:spLocks noChangeArrowheads="1"/>
          </p:cNvSpPr>
          <p:nvPr/>
        </p:nvSpPr>
        <p:spPr bwMode="auto">
          <a:xfrm>
            <a:off x="6835503" y="430574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11</a:t>
            </a:r>
          </a:p>
        </p:txBody>
      </p:sp>
      <p:grpSp>
        <p:nvGrpSpPr>
          <p:cNvPr id="128" name="Group 31"/>
          <p:cNvGrpSpPr>
            <a:grpSpLocks/>
          </p:cNvGrpSpPr>
          <p:nvPr/>
        </p:nvGrpSpPr>
        <p:grpSpPr bwMode="auto">
          <a:xfrm>
            <a:off x="8688440" y="3574588"/>
            <a:ext cx="3429003" cy="381000"/>
            <a:chOff x="3982" y="527"/>
            <a:chExt cx="1620" cy="180"/>
          </a:xfrm>
        </p:grpSpPr>
        <p:sp>
          <p:nvSpPr>
            <p:cNvPr id="12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m</a:t>
              </a:r>
            </a:p>
          </p:txBody>
        </p:sp>
        <p:sp>
          <p:nvSpPr>
            <p:cNvPr id="13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10</a:t>
              </a:r>
            </a:p>
          </p:txBody>
        </p:sp>
        <p:sp>
          <p:nvSpPr>
            <p:cNvPr id="131"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132" name="Group 31"/>
          <p:cNvGrpSpPr>
            <a:grpSpLocks/>
          </p:cNvGrpSpPr>
          <p:nvPr/>
        </p:nvGrpSpPr>
        <p:grpSpPr bwMode="auto">
          <a:xfrm>
            <a:off x="8679221" y="3859511"/>
            <a:ext cx="3429003" cy="381000"/>
            <a:chOff x="3982" y="527"/>
            <a:chExt cx="1620" cy="180"/>
          </a:xfrm>
        </p:grpSpPr>
        <p:sp>
          <p:nvSpPr>
            <p:cNvPr id="133"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n</a:t>
              </a:r>
            </a:p>
          </p:txBody>
        </p:sp>
        <p:sp>
          <p:nvSpPr>
            <p:cNvPr id="134"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11</a:t>
              </a:r>
            </a:p>
          </p:txBody>
        </p:sp>
        <p:sp>
          <p:nvSpPr>
            <p:cNvPr id="135"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10</a:t>
              </a:r>
            </a:p>
          </p:txBody>
        </p:sp>
      </p:grpSp>
      <p:grpSp>
        <p:nvGrpSpPr>
          <p:cNvPr id="136" name="Group 31"/>
          <p:cNvGrpSpPr>
            <a:grpSpLocks/>
          </p:cNvGrpSpPr>
          <p:nvPr/>
        </p:nvGrpSpPr>
        <p:grpSpPr bwMode="auto">
          <a:xfrm>
            <a:off x="8688437" y="4160769"/>
            <a:ext cx="3429003" cy="381000"/>
            <a:chOff x="3982" y="527"/>
            <a:chExt cx="1620" cy="180"/>
          </a:xfrm>
        </p:grpSpPr>
        <p:sp>
          <p:nvSpPr>
            <p:cNvPr id="137"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k</a:t>
              </a:r>
            </a:p>
          </p:txBody>
        </p:sp>
        <p:sp>
          <p:nvSpPr>
            <p:cNvPr id="15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12</a:t>
              </a:r>
            </a:p>
          </p:txBody>
        </p:sp>
        <p:sp>
          <p:nvSpPr>
            <p:cNvPr id="153"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11</a:t>
              </a:r>
            </a:p>
          </p:txBody>
        </p:sp>
      </p:grpSp>
      <p:grpSp>
        <p:nvGrpSpPr>
          <p:cNvPr id="154" name="Group 31"/>
          <p:cNvGrpSpPr>
            <a:grpSpLocks/>
          </p:cNvGrpSpPr>
          <p:nvPr/>
        </p:nvGrpSpPr>
        <p:grpSpPr bwMode="auto">
          <a:xfrm>
            <a:off x="8679221" y="4447727"/>
            <a:ext cx="3429003" cy="381000"/>
            <a:chOff x="3982" y="527"/>
            <a:chExt cx="1620" cy="180"/>
          </a:xfrm>
        </p:grpSpPr>
        <p:sp>
          <p:nvSpPr>
            <p:cNvPr id="155"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v</a:t>
              </a:r>
            </a:p>
          </p:txBody>
        </p:sp>
        <p:sp>
          <p:nvSpPr>
            <p:cNvPr id="15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13</a:t>
              </a:r>
            </a:p>
          </p:txBody>
        </p:sp>
        <p:sp>
          <p:nvSpPr>
            <p:cNvPr id="157"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12</a:t>
              </a:r>
            </a:p>
          </p:txBody>
        </p:sp>
      </p:grpSp>
      <p:grpSp>
        <p:nvGrpSpPr>
          <p:cNvPr id="158" name="Group 31"/>
          <p:cNvGrpSpPr>
            <a:grpSpLocks/>
          </p:cNvGrpSpPr>
          <p:nvPr/>
        </p:nvGrpSpPr>
        <p:grpSpPr bwMode="auto">
          <a:xfrm>
            <a:off x="8688437" y="4747160"/>
            <a:ext cx="3429003" cy="381000"/>
            <a:chOff x="3982" y="527"/>
            <a:chExt cx="1620" cy="180"/>
          </a:xfrm>
        </p:grpSpPr>
        <p:sp>
          <p:nvSpPr>
            <p:cNvPr id="159" name="Rectangle 32"/>
            <p:cNvSpPr>
              <a:spLocks noChangeArrowheads="1"/>
            </p:cNvSpPr>
            <p:nvPr/>
          </p:nvSpPr>
          <p:spPr bwMode="auto">
            <a:xfrm>
              <a:off x="4242" y="536"/>
              <a:ext cx="952"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partition</a:t>
              </a:r>
            </a:p>
          </p:txBody>
        </p:sp>
        <p:sp>
          <p:nvSpPr>
            <p:cNvPr id="160"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14</a:t>
              </a:r>
            </a:p>
          </p:txBody>
        </p:sp>
        <p:sp>
          <p:nvSpPr>
            <p:cNvPr id="170" name="Rectangle 34"/>
            <p:cNvSpPr>
              <a:spLocks noChangeArrowheads="1"/>
            </p:cNvSpPr>
            <p:nvPr/>
          </p:nvSpPr>
          <p:spPr bwMode="auto">
            <a:xfrm>
              <a:off x="5194" y="536"/>
              <a:ext cx="408" cy="141"/>
            </a:xfrm>
            <a:prstGeom prst="rect">
              <a:avLst/>
            </a:prstGeom>
            <a:solidFill>
              <a:srgbClr val="FF6666"/>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13</a:t>
              </a:r>
            </a:p>
          </p:txBody>
        </p:sp>
      </p:grpSp>
      <p:grpSp>
        <p:nvGrpSpPr>
          <p:cNvPr id="200" name="组合 199"/>
          <p:cNvGrpSpPr/>
          <p:nvPr/>
        </p:nvGrpSpPr>
        <p:grpSpPr>
          <a:xfrm>
            <a:off x="5328743" y="2227878"/>
            <a:ext cx="1479360" cy="2247863"/>
            <a:chOff x="3996557" y="1670908"/>
            <a:chExt cx="1109520" cy="1685897"/>
          </a:xfrm>
        </p:grpSpPr>
        <p:cxnSp>
          <p:nvCxnSpPr>
            <p:cNvPr id="201" name="直接连接符 200"/>
            <p:cNvCxnSpPr/>
            <p:nvPr/>
          </p:nvCxnSpPr>
          <p:spPr>
            <a:xfrm>
              <a:off x="3996557" y="1680754"/>
              <a:ext cx="567348" cy="0"/>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202" name="直接连接符 201"/>
            <p:cNvCxnSpPr/>
            <p:nvPr/>
          </p:nvCxnSpPr>
          <p:spPr>
            <a:xfrm>
              <a:off x="4572000" y="1670908"/>
              <a:ext cx="0" cy="1685103"/>
            </a:xfrm>
            <a:prstGeom prst="line">
              <a:avLst/>
            </a:prstGeom>
            <a:ln w="19050">
              <a:solidFill>
                <a:srgbClr val="FF6666"/>
              </a:solidFill>
            </a:ln>
          </p:spPr>
          <p:style>
            <a:lnRef idx="1">
              <a:schemeClr val="accent1"/>
            </a:lnRef>
            <a:fillRef idx="0">
              <a:schemeClr val="accent1"/>
            </a:fillRef>
            <a:effectRef idx="0">
              <a:schemeClr val="accent1"/>
            </a:effectRef>
            <a:fontRef idx="minor">
              <a:schemeClr val="tx1"/>
            </a:fontRef>
          </p:style>
        </p:cxnSp>
        <p:cxnSp>
          <p:nvCxnSpPr>
            <p:cNvPr id="209" name="直接连接符 208"/>
            <p:cNvCxnSpPr/>
            <p:nvPr/>
          </p:nvCxnSpPr>
          <p:spPr>
            <a:xfrm flipV="1">
              <a:off x="4563905" y="3356805"/>
              <a:ext cx="542172" cy="0"/>
            </a:xfrm>
            <a:prstGeom prst="line">
              <a:avLst/>
            </a:prstGeom>
            <a:ln w="19050">
              <a:solidFill>
                <a:srgbClr val="FF6666"/>
              </a:solidFill>
              <a:tailEnd type="stealth" w="lg" len="lg"/>
            </a:ln>
          </p:spPr>
          <p:style>
            <a:lnRef idx="1">
              <a:schemeClr val="accent1"/>
            </a:lnRef>
            <a:fillRef idx="0">
              <a:schemeClr val="accent1"/>
            </a:fillRef>
            <a:effectRef idx="0">
              <a:schemeClr val="accent1"/>
            </a:effectRef>
            <a:fontRef idx="minor">
              <a:schemeClr val="tx1"/>
            </a:fontRef>
          </p:style>
        </p:cxnSp>
      </p:grpSp>
      <p:grpSp>
        <p:nvGrpSpPr>
          <p:cNvPr id="211" name="Group 153"/>
          <p:cNvGrpSpPr>
            <a:grpSpLocks/>
          </p:cNvGrpSpPr>
          <p:nvPr/>
        </p:nvGrpSpPr>
        <p:grpSpPr bwMode="auto">
          <a:xfrm>
            <a:off x="4166946" y="2543607"/>
            <a:ext cx="1170517" cy="579967"/>
            <a:chOff x="1511" y="516"/>
            <a:chExt cx="553" cy="274"/>
          </a:xfrm>
        </p:grpSpPr>
        <p:sp>
          <p:nvSpPr>
            <p:cNvPr id="212" name="Rectangle 154"/>
            <p:cNvSpPr>
              <a:spLocks noChangeArrowheads="1"/>
            </p:cNvSpPr>
            <p:nvPr/>
          </p:nvSpPr>
          <p:spPr bwMode="auto">
            <a:xfrm>
              <a:off x="1733" y="516"/>
              <a:ext cx="331" cy="273"/>
            </a:xfrm>
            <a:prstGeom prst="rect">
              <a:avLst/>
            </a:prstGeom>
            <a:solidFill>
              <a:schemeClr val="accent1">
                <a:alpha val="60000"/>
              </a:schemeClr>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sp>
          <p:nvSpPr>
            <p:cNvPr id="213" name="Text Box 155"/>
            <p:cNvSpPr txBox="1">
              <a:spLocks noChangeArrowheads="1"/>
            </p:cNvSpPr>
            <p:nvPr/>
          </p:nvSpPr>
          <p:spPr bwMode="auto">
            <a:xfrm>
              <a:off x="1511" y="518"/>
              <a:ext cx="21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3</a:t>
              </a:r>
            </a:p>
          </p:txBody>
        </p:sp>
      </p:grpSp>
      <p:sp>
        <p:nvSpPr>
          <p:cNvPr id="216" name="Freeform 171"/>
          <p:cNvSpPr>
            <a:spLocks/>
          </p:cNvSpPr>
          <p:nvPr/>
        </p:nvSpPr>
        <p:spPr bwMode="auto">
          <a:xfrm>
            <a:off x="5345927" y="2905359"/>
            <a:ext cx="1439333" cy="2622077"/>
          </a:xfrm>
          <a:custGeom>
            <a:avLst/>
            <a:gdLst>
              <a:gd name="T0" fmla="*/ 0 w 725"/>
              <a:gd name="T1" fmla="*/ 0 h 1360"/>
              <a:gd name="T2" fmla="*/ 115 w 725"/>
              <a:gd name="T3" fmla="*/ 0 h 1360"/>
              <a:gd name="T4" fmla="*/ 115 w 725"/>
              <a:gd name="T5" fmla="*/ 1360 h 1360"/>
              <a:gd name="T6" fmla="*/ 462 w 725"/>
              <a:gd name="T7" fmla="*/ 1360 h 1360"/>
              <a:gd name="T8" fmla="*/ 0 60000 65536"/>
              <a:gd name="T9" fmla="*/ 0 60000 65536"/>
              <a:gd name="T10" fmla="*/ 0 60000 65536"/>
              <a:gd name="T11" fmla="*/ 0 60000 65536"/>
              <a:gd name="T12" fmla="*/ 0 w 725"/>
              <a:gd name="T13" fmla="*/ 0 h 1360"/>
              <a:gd name="T14" fmla="*/ 725 w 725"/>
              <a:gd name="T15" fmla="*/ 1360 h 1360"/>
            </a:gdLst>
            <a:ahLst/>
            <a:cxnLst>
              <a:cxn ang="T8">
                <a:pos x="T0" y="T1"/>
              </a:cxn>
              <a:cxn ang="T9">
                <a:pos x="T2" y="T3"/>
              </a:cxn>
              <a:cxn ang="T10">
                <a:pos x="T4" y="T5"/>
              </a:cxn>
              <a:cxn ang="T11">
                <a:pos x="T6" y="T7"/>
              </a:cxn>
            </a:cxnLst>
            <a:rect l="T12" t="T13" r="T14" b="T15"/>
            <a:pathLst>
              <a:path w="725" h="1360">
                <a:moveTo>
                  <a:pt x="0" y="0"/>
                </a:moveTo>
                <a:lnTo>
                  <a:pt x="181" y="0"/>
                </a:lnTo>
                <a:lnTo>
                  <a:pt x="181" y="1360"/>
                </a:lnTo>
                <a:lnTo>
                  <a:pt x="725" y="1360"/>
                </a:lnTo>
              </a:path>
            </a:pathLst>
          </a:custGeom>
          <a:noFill/>
          <a:ln w="19050" cap="flat" cmpd="sng">
            <a:solidFill>
              <a:schemeClr val="accent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defTabSz="609585"/>
            <a:endParaRPr lang="zh-CN" altLang="en-US" sz="2400" kern="0">
              <a:solidFill>
                <a:prstClr val="black"/>
              </a:solidFill>
              <a:latin typeface="Arial" panose="020B0604020202020204"/>
              <a:ea typeface="黑体" panose="02010609060101010101" pitchFamily="49" charset="-122"/>
            </a:endParaRPr>
          </a:p>
        </p:txBody>
      </p:sp>
      <p:grpSp>
        <p:nvGrpSpPr>
          <p:cNvPr id="217" name="组合 216"/>
          <p:cNvGrpSpPr/>
          <p:nvPr/>
        </p:nvGrpSpPr>
        <p:grpSpPr>
          <a:xfrm>
            <a:off x="6341746" y="5260534"/>
            <a:ext cx="1166284" cy="893234"/>
            <a:chOff x="4756817" y="602902"/>
            <a:chExt cx="874713" cy="669925"/>
          </a:xfrm>
        </p:grpSpPr>
        <p:sp>
          <p:nvSpPr>
            <p:cNvPr id="218" name="Rectangle 21"/>
            <p:cNvSpPr>
              <a:spLocks noChangeArrowheads="1"/>
            </p:cNvSpPr>
            <p:nvPr/>
          </p:nvSpPr>
          <p:spPr bwMode="auto">
            <a:xfrm>
              <a:off x="5099713" y="937864"/>
              <a:ext cx="530225" cy="334963"/>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grpSp>
          <p:nvGrpSpPr>
            <p:cNvPr id="219" name="Group 19"/>
            <p:cNvGrpSpPr>
              <a:grpSpLocks/>
            </p:cNvGrpSpPr>
            <p:nvPr/>
          </p:nvGrpSpPr>
          <p:grpSpPr bwMode="auto">
            <a:xfrm>
              <a:off x="4756817" y="602902"/>
              <a:ext cx="874713" cy="669925"/>
              <a:chOff x="2919" y="527"/>
              <a:chExt cx="551" cy="422"/>
            </a:xfrm>
          </p:grpSpPr>
          <p:grpSp>
            <p:nvGrpSpPr>
              <p:cNvPr id="220" name="Group 20"/>
              <p:cNvGrpSpPr>
                <a:grpSpLocks/>
              </p:cNvGrpSpPr>
              <p:nvPr/>
            </p:nvGrpSpPr>
            <p:grpSpPr bwMode="auto">
              <a:xfrm>
                <a:off x="3135" y="527"/>
                <a:ext cx="335" cy="422"/>
                <a:chOff x="4133" y="890"/>
                <a:chExt cx="335" cy="422"/>
              </a:xfrm>
            </p:grpSpPr>
            <p:sp>
              <p:nvSpPr>
                <p:cNvPr id="222" name="Rectangle 21"/>
                <p:cNvSpPr>
                  <a:spLocks noChangeArrowheads="1"/>
                </p:cNvSpPr>
                <p:nvPr/>
              </p:nvSpPr>
              <p:spPr bwMode="auto">
                <a:xfrm>
                  <a:off x="4133" y="890"/>
                  <a:ext cx="335" cy="211"/>
                </a:xfrm>
                <a:prstGeom prst="rect">
                  <a:avLst/>
                </a:prstGeom>
                <a:solidFill>
                  <a:schemeClr val="accent1"/>
                </a:solidFill>
                <a:ln w="12700">
                  <a:solidFill>
                    <a:sysClr val="windowText" lastClr="000000"/>
                  </a:solidFill>
                  <a:prstDash val="dash"/>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endParaRPr lang="en-GB" altLang="zh-CN" kern="0">
                    <a:solidFill>
                      <a:prstClr val="black"/>
                    </a:solidFill>
                    <a:latin typeface="Times New Roman" panose="02020603050405020304" pitchFamily="18" charset="0"/>
                    <a:ea typeface="宋体" panose="02010600030101010101" pitchFamily="2" charset="-122"/>
                  </a:endParaRPr>
                </a:p>
              </p:txBody>
            </p:sp>
            <p:sp>
              <p:nvSpPr>
                <p:cNvPr id="223" name="Rectangle 23"/>
                <p:cNvSpPr>
                  <a:spLocks noChangeArrowheads="1"/>
                </p:cNvSpPr>
                <p:nvPr/>
              </p:nvSpPr>
              <p:spPr bwMode="auto">
                <a:xfrm>
                  <a:off x="4133" y="890"/>
                  <a:ext cx="335" cy="422"/>
                </a:xfrm>
                <a:prstGeom prst="rect">
                  <a:avLst/>
                </a:prstGeom>
                <a:noFill/>
                <a:ln w="12700">
                  <a:solidFill>
                    <a:sysClr val="windowText" lastClr="000000"/>
                  </a:solidFill>
                  <a:miter lim="800000"/>
                  <a:headEnd/>
                  <a:tailEnd type="none" w="lg" len="lg"/>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endParaRPr lang="zh-CN" altLang="en-US" sz="2400" kern="0">
                    <a:solidFill>
                      <a:prstClr val="black"/>
                    </a:solidFill>
                    <a:ea typeface="宋体" panose="02010600030101010101" pitchFamily="2" charset="-122"/>
                  </a:endParaRPr>
                </a:p>
              </p:txBody>
            </p:sp>
          </p:grpSp>
          <p:sp>
            <p:nvSpPr>
              <p:cNvPr id="221" name="Text Box 24"/>
              <p:cNvSpPr txBox="1">
                <a:spLocks noChangeArrowheads="1"/>
              </p:cNvSpPr>
              <p:nvPr/>
            </p:nvSpPr>
            <p:spPr bwMode="auto">
              <a:xfrm>
                <a:off x="2919" y="600"/>
                <a:ext cx="184"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5</a:t>
                </a:r>
              </a:p>
            </p:txBody>
          </p:sp>
        </p:grpSp>
      </p:grpSp>
      <p:sp>
        <p:nvSpPr>
          <p:cNvPr id="224" name="Text Box 156"/>
          <p:cNvSpPr txBox="1">
            <a:spLocks noChangeArrowheads="1"/>
          </p:cNvSpPr>
          <p:nvPr/>
        </p:nvSpPr>
        <p:spPr bwMode="auto">
          <a:xfrm>
            <a:off x="6831839" y="5656947"/>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18</a:t>
            </a:r>
          </a:p>
        </p:txBody>
      </p:sp>
      <p:sp>
        <p:nvSpPr>
          <p:cNvPr id="225" name="Text Box 157"/>
          <p:cNvSpPr txBox="1">
            <a:spLocks noChangeArrowheads="1"/>
          </p:cNvSpPr>
          <p:nvPr/>
        </p:nvSpPr>
        <p:spPr bwMode="auto">
          <a:xfrm>
            <a:off x="6825103" y="5204275"/>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kern="0" dirty="0">
                <a:solidFill>
                  <a:prstClr val="black"/>
                </a:solidFill>
                <a:latin typeface="Times New Roman" panose="02020603050405020304" pitchFamily="18" charset="0"/>
                <a:ea typeface="宋体" panose="02010600030101010101" pitchFamily="2" charset="-122"/>
              </a:rPr>
              <a:t>16</a:t>
            </a:r>
          </a:p>
        </p:txBody>
      </p:sp>
      <p:grpSp>
        <p:nvGrpSpPr>
          <p:cNvPr id="226" name="Group 31"/>
          <p:cNvGrpSpPr>
            <a:grpSpLocks/>
          </p:cNvGrpSpPr>
          <p:nvPr/>
        </p:nvGrpSpPr>
        <p:grpSpPr bwMode="auto">
          <a:xfrm>
            <a:off x="8688441" y="5648021"/>
            <a:ext cx="3429004" cy="381000"/>
            <a:chOff x="3982" y="535"/>
            <a:chExt cx="1620" cy="180"/>
          </a:xfrm>
        </p:grpSpPr>
        <p:sp>
          <p:nvSpPr>
            <p:cNvPr id="227"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i</a:t>
              </a:r>
            </a:p>
          </p:txBody>
        </p:sp>
        <p:sp>
          <p:nvSpPr>
            <p:cNvPr id="228"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17</a:t>
              </a:r>
            </a:p>
          </p:txBody>
        </p:sp>
        <p:sp>
          <p:nvSpPr>
            <p:cNvPr id="229"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16</a:t>
              </a:r>
            </a:p>
          </p:txBody>
        </p:sp>
      </p:grpSp>
      <p:grpSp>
        <p:nvGrpSpPr>
          <p:cNvPr id="230" name="Group 31"/>
          <p:cNvGrpSpPr>
            <a:grpSpLocks/>
          </p:cNvGrpSpPr>
          <p:nvPr/>
        </p:nvGrpSpPr>
        <p:grpSpPr bwMode="auto">
          <a:xfrm>
            <a:off x="8688437" y="5047927"/>
            <a:ext cx="3429003" cy="381000"/>
            <a:chOff x="3982" y="527"/>
            <a:chExt cx="1620" cy="180"/>
          </a:xfrm>
        </p:grpSpPr>
        <p:sp>
          <p:nvSpPr>
            <p:cNvPr id="231"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y</a:t>
              </a:r>
            </a:p>
          </p:txBody>
        </p:sp>
        <p:sp>
          <p:nvSpPr>
            <p:cNvPr id="232"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15</a:t>
              </a:r>
            </a:p>
          </p:txBody>
        </p:sp>
        <p:sp>
          <p:nvSpPr>
            <p:cNvPr id="233"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0</a:t>
              </a:r>
            </a:p>
          </p:txBody>
        </p:sp>
      </p:grpSp>
      <p:grpSp>
        <p:nvGrpSpPr>
          <p:cNvPr id="234" name="Group 31"/>
          <p:cNvGrpSpPr>
            <a:grpSpLocks/>
          </p:cNvGrpSpPr>
          <p:nvPr/>
        </p:nvGrpSpPr>
        <p:grpSpPr bwMode="auto">
          <a:xfrm>
            <a:off x="8679221" y="5347623"/>
            <a:ext cx="3429003" cy="381000"/>
            <a:chOff x="3982" y="527"/>
            <a:chExt cx="1620" cy="180"/>
          </a:xfrm>
        </p:grpSpPr>
        <p:sp>
          <p:nvSpPr>
            <p:cNvPr id="235"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z</a:t>
              </a:r>
            </a:p>
          </p:txBody>
        </p:sp>
        <p:sp>
          <p:nvSpPr>
            <p:cNvPr id="236" name="Text Box 33"/>
            <p:cNvSpPr txBox="1">
              <a:spLocks noChangeArrowheads="1"/>
            </p:cNvSpPr>
            <p:nvPr/>
          </p:nvSpPr>
          <p:spPr bwMode="auto">
            <a:xfrm>
              <a:off x="3982" y="527"/>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16</a:t>
              </a:r>
            </a:p>
          </p:txBody>
        </p:sp>
        <p:sp>
          <p:nvSpPr>
            <p:cNvPr id="237"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15</a:t>
              </a:r>
            </a:p>
          </p:txBody>
        </p:sp>
      </p:grpSp>
      <p:grpSp>
        <p:nvGrpSpPr>
          <p:cNvPr id="238" name="Group 31"/>
          <p:cNvGrpSpPr>
            <a:grpSpLocks/>
          </p:cNvGrpSpPr>
          <p:nvPr/>
        </p:nvGrpSpPr>
        <p:grpSpPr bwMode="auto">
          <a:xfrm>
            <a:off x="8679221" y="5947717"/>
            <a:ext cx="3429004" cy="381000"/>
            <a:chOff x="3982" y="535"/>
            <a:chExt cx="1620" cy="180"/>
          </a:xfrm>
        </p:grpSpPr>
        <p:sp>
          <p:nvSpPr>
            <p:cNvPr id="239" name="Rectangle 32"/>
            <p:cNvSpPr>
              <a:spLocks noChangeArrowheads="1"/>
            </p:cNvSpPr>
            <p:nvPr/>
          </p:nvSpPr>
          <p:spPr bwMode="auto">
            <a:xfrm>
              <a:off x="4242" y="536"/>
              <a:ext cx="952"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i="1" kern="0" dirty="0">
                  <a:solidFill>
                    <a:prstClr val="black"/>
                  </a:solidFill>
                  <a:latin typeface="Times New Roman" panose="02020603050405020304" pitchFamily="18" charset="0"/>
                  <a:ea typeface="宋体" panose="02010600030101010101" pitchFamily="2" charset="-122"/>
                </a:rPr>
                <a:t>j</a:t>
              </a:r>
            </a:p>
          </p:txBody>
        </p:sp>
        <p:sp>
          <p:nvSpPr>
            <p:cNvPr id="240" name="Text Box 33"/>
            <p:cNvSpPr txBox="1">
              <a:spLocks noChangeArrowheads="1"/>
            </p:cNvSpPr>
            <p:nvPr/>
          </p:nvSpPr>
          <p:spPr bwMode="auto">
            <a:xfrm>
              <a:off x="3982" y="535"/>
              <a:ext cx="21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type="none" w="lg" len="lg"/>
                </a14:hiddenLine>
              </a:ext>
            </a:extLst>
          </p:spPr>
          <p:txBody>
            <a:bodyPr wrap="none"/>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defTabSz="609585">
                <a:spcBef>
                  <a:spcPct val="0"/>
                </a:spcBef>
                <a:buClrTx/>
                <a:buSzTx/>
                <a:buNone/>
              </a:pPr>
              <a:r>
                <a:rPr lang="en-GB" altLang="zh-CN" sz="2133" kern="0" dirty="0">
                  <a:solidFill>
                    <a:prstClr val="black"/>
                  </a:solidFill>
                  <a:latin typeface="Times New Roman" panose="02020603050405020304" pitchFamily="18" charset="0"/>
                  <a:ea typeface="宋体" panose="02010600030101010101" pitchFamily="2" charset="-122"/>
                </a:rPr>
                <a:t>18</a:t>
              </a:r>
            </a:p>
          </p:txBody>
        </p:sp>
        <p:sp>
          <p:nvSpPr>
            <p:cNvPr id="241" name="Rectangle 34"/>
            <p:cNvSpPr>
              <a:spLocks noChangeArrowheads="1"/>
            </p:cNvSpPr>
            <p:nvPr/>
          </p:nvSpPr>
          <p:spPr bwMode="auto">
            <a:xfrm>
              <a:off x="5194" y="536"/>
              <a:ext cx="408" cy="141"/>
            </a:xfrm>
            <a:prstGeom prst="rect">
              <a:avLst/>
            </a:prstGeom>
            <a:solidFill>
              <a:schemeClr val="accent1"/>
            </a:solidFill>
            <a:ln w="12700">
              <a:solidFill>
                <a:sysClr val="windowText" lastClr="000000"/>
              </a:solidFill>
              <a:miter lim="800000"/>
              <a:headEnd/>
              <a:tailEnd type="none" w="lg" len="lg"/>
            </a:ln>
          </p:spPr>
          <p:txBody>
            <a:bodyPr wrap="none" anchor="ct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微软雅黑" panose="020B0503020204020204" pitchFamily="34"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微软雅黑" panose="020B0503020204020204" pitchFamily="34"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微软雅黑" panose="020B0503020204020204" pitchFamily="34"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微软雅黑" panose="020B0503020204020204" pitchFamily="34" charset="-122"/>
                </a:defRPr>
              </a:lvl9pPr>
            </a:lstStyle>
            <a:p>
              <a:pPr algn="ctr" defTabSz="609585">
                <a:spcBef>
                  <a:spcPct val="0"/>
                </a:spcBef>
                <a:buClrTx/>
                <a:buSzTx/>
                <a:buNone/>
              </a:pPr>
              <a:r>
                <a:rPr lang="en-GB" altLang="zh-CN" sz="2400" kern="0" dirty="0">
                  <a:solidFill>
                    <a:prstClr val="black"/>
                  </a:solidFill>
                  <a:latin typeface="Times New Roman" panose="02020603050405020304" pitchFamily="18" charset="0"/>
                  <a:ea typeface="宋体" panose="02010600030101010101" pitchFamily="2" charset="-122"/>
                </a:rPr>
                <a:t>17</a:t>
              </a:r>
            </a:p>
          </p:txBody>
        </p:sp>
      </p:grpSp>
      <p:sp>
        <p:nvSpPr>
          <p:cNvPr id="171" name="矩形 170">
            <a:extLst>
              <a:ext uri="{FF2B5EF4-FFF2-40B4-BE49-F238E27FC236}">
                <a16:creationId xmlns:a16="http://schemas.microsoft.com/office/drawing/2014/main" id="{AD23C3FE-32D2-4919-B7E0-85D92C4426D9}"/>
              </a:ext>
            </a:extLst>
          </p:cNvPr>
          <p:cNvSpPr/>
          <p:nvPr/>
        </p:nvSpPr>
        <p:spPr>
          <a:xfrm>
            <a:off x="6277915" y="2231767"/>
            <a:ext cx="49885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2" name="矩形 171">
            <a:extLst>
              <a:ext uri="{FF2B5EF4-FFF2-40B4-BE49-F238E27FC236}">
                <a16:creationId xmlns:a16="http://schemas.microsoft.com/office/drawing/2014/main" id="{6891C5D2-A4C7-451E-BCDB-7CF041C4C288}"/>
              </a:ext>
            </a:extLst>
          </p:cNvPr>
          <p:cNvSpPr/>
          <p:nvPr/>
        </p:nvSpPr>
        <p:spPr>
          <a:xfrm>
            <a:off x="5832236" y="3142243"/>
            <a:ext cx="997196"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err="1">
                <a:solidFill>
                  <a:prstClr val="black"/>
                </a:solidFill>
                <a:latin typeface="Times New Roman" panose="02020603050405020304" pitchFamily="18" charset="0"/>
                <a:ea typeface="楷体_GB2312" pitchFamily="49" charset="-122"/>
              </a:rPr>
              <a:t>readarray</a:t>
            </a:r>
            <a:endParaRPr lang="zh-CN" altLang="en-US" sz="1467" b="1" dirty="0">
              <a:solidFill>
                <a:prstClr val="black"/>
              </a:solidFill>
              <a:latin typeface="Times New Roman" panose="02020603050405020304" pitchFamily="18" charset="0"/>
              <a:ea typeface="楷体_GB2312" pitchFamily="49" charset="-122"/>
            </a:endParaRPr>
          </a:p>
        </p:txBody>
      </p:sp>
      <p:sp>
        <p:nvSpPr>
          <p:cNvPr id="173" name="矩形 172">
            <a:extLst>
              <a:ext uri="{FF2B5EF4-FFF2-40B4-BE49-F238E27FC236}">
                <a16:creationId xmlns:a16="http://schemas.microsoft.com/office/drawing/2014/main" id="{333FE080-0488-4772-B044-F1C36881A0CF}"/>
              </a:ext>
            </a:extLst>
          </p:cNvPr>
          <p:cNvSpPr/>
          <p:nvPr/>
        </p:nvSpPr>
        <p:spPr>
          <a:xfrm>
            <a:off x="5854110" y="4039667"/>
            <a:ext cx="926857"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exchange</a:t>
            </a:r>
            <a:endParaRPr lang="zh-CN" altLang="en-US" sz="1467" b="1" dirty="0">
              <a:solidFill>
                <a:prstClr val="black"/>
              </a:solidFill>
              <a:latin typeface="Times New Roman" panose="02020603050405020304" pitchFamily="18" charset="0"/>
              <a:ea typeface="楷体_GB2312" pitchFamily="49" charset="-122"/>
            </a:endParaRPr>
          </a:p>
        </p:txBody>
      </p:sp>
      <p:sp>
        <p:nvSpPr>
          <p:cNvPr id="174" name="矩形 173">
            <a:extLst>
              <a:ext uri="{FF2B5EF4-FFF2-40B4-BE49-F238E27FC236}">
                <a16:creationId xmlns:a16="http://schemas.microsoft.com/office/drawing/2014/main" id="{4341D54C-4D2B-444A-B6BE-406C334126C3}"/>
              </a:ext>
            </a:extLst>
          </p:cNvPr>
          <p:cNvSpPr/>
          <p:nvPr/>
        </p:nvSpPr>
        <p:spPr>
          <a:xfrm>
            <a:off x="5858953" y="4908290"/>
            <a:ext cx="947695"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quicksort</a:t>
            </a:r>
            <a:endParaRPr lang="zh-CN" altLang="en-US" sz="1467" b="1" dirty="0">
              <a:solidFill>
                <a:prstClr val="black"/>
              </a:solidFill>
              <a:latin typeface="Times New Roman" panose="02020603050405020304" pitchFamily="18" charset="0"/>
              <a:ea typeface="楷体_GB2312" pitchFamily="49" charset="-122"/>
            </a:endParaRPr>
          </a:p>
        </p:txBody>
      </p:sp>
      <p:sp>
        <p:nvSpPr>
          <p:cNvPr id="175" name="矩形 174">
            <a:extLst>
              <a:ext uri="{FF2B5EF4-FFF2-40B4-BE49-F238E27FC236}">
                <a16:creationId xmlns:a16="http://schemas.microsoft.com/office/drawing/2014/main" id="{238F6C68-7154-4342-B865-574C14DDF303}"/>
              </a:ext>
            </a:extLst>
          </p:cNvPr>
          <p:cNvSpPr/>
          <p:nvPr/>
        </p:nvSpPr>
        <p:spPr>
          <a:xfrm>
            <a:off x="5871209" y="5861752"/>
            <a:ext cx="896399" cy="318100"/>
          </a:xfrm>
          <a:prstGeom prst="rect">
            <a:avLst/>
          </a:prstGeom>
        </p:spPr>
        <p:txBody>
          <a:bodyPr wrap="none">
            <a:spAutoFit/>
          </a:bodyPr>
          <a:lstStyle/>
          <a:p>
            <a:pPr defTabSz="1219170" eaLnBrk="0" fontAlgn="base" hangingPunct="0">
              <a:spcBef>
                <a:spcPct val="0"/>
              </a:spcBef>
              <a:spcAft>
                <a:spcPct val="0"/>
              </a:spcAft>
            </a:pPr>
            <a:r>
              <a:rPr lang="en-US" altLang="zh-CN" sz="1467" b="1" dirty="0">
                <a:solidFill>
                  <a:prstClr val="black"/>
                </a:solidFill>
                <a:latin typeface="Times New Roman" panose="02020603050405020304" pitchFamily="18" charset="0"/>
                <a:ea typeface="楷体_GB2312" pitchFamily="49" charset="-122"/>
              </a:rPr>
              <a:t>partition</a:t>
            </a:r>
            <a:endParaRPr lang="zh-CN" altLang="en-US" sz="1467" b="1" dirty="0">
              <a:solidFill>
                <a:prstClr val="black"/>
              </a:solidFill>
              <a:latin typeface="Times New Roman" panose="02020603050405020304" pitchFamily="18" charset="0"/>
              <a:ea typeface="楷体_GB2312" pitchFamily="49" charset="-122"/>
            </a:endParaRPr>
          </a:p>
        </p:txBody>
      </p:sp>
      <p:sp>
        <p:nvSpPr>
          <p:cNvPr id="176" name="Rectangle 3">
            <a:extLst>
              <a:ext uri="{FF2B5EF4-FFF2-40B4-BE49-F238E27FC236}">
                <a16:creationId xmlns:a16="http://schemas.microsoft.com/office/drawing/2014/main" id="{75579FC6-CDFF-461C-ACE8-E9184DF1548D}"/>
              </a:ext>
            </a:extLst>
          </p:cNvPr>
          <p:cNvSpPr txBox="1">
            <a:spLocks noChangeArrowheads="1"/>
          </p:cNvSpPr>
          <p:nvPr/>
        </p:nvSpPr>
        <p:spPr bwMode="auto">
          <a:xfrm>
            <a:off x="-40150" y="3678075"/>
            <a:ext cx="5682217" cy="3187700"/>
          </a:xfrm>
          <a:prstGeom prst="rect">
            <a:avLst/>
          </a:prstGeom>
          <a:solidFill>
            <a:schemeClr val="accent5">
              <a:lumMod val="60000"/>
              <a:lumOff val="40000"/>
            </a:schemeClr>
          </a:solidFill>
          <a:ln>
            <a:solidFill>
              <a:schemeClr val="tx1"/>
            </a:solidFill>
          </a:ln>
        </p:spPr>
        <p:txBody>
          <a:bodyPr lIns="91440" tIns="45720" rIns="91440" bIns="45720"/>
          <a:lstStyle>
            <a:lvl1pPr marL="271463" indent="-271463">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program</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sort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[11];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readarray</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i,j:integer</a:t>
            </a:r>
            <a:r>
              <a:rPr lang="en-US" altLang="zh-CN" b="1" dirty="0">
                <a:solidFill>
                  <a:prstClr val="black"/>
                </a:solidFill>
                <a:latin typeface="Times New Roman" panose="02020603050405020304" pitchFamily="18" charset="0"/>
                <a:ea typeface="楷体_GB2312" pitchFamily="49" charset="-122"/>
              </a:rPr>
              <a:t>); </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x</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endParaRPr kumimoji="0" lang="zh-CN" altLang="en-US"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proc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quicksort</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m, n:integer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k</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srgbClr val="0000FF"/>
                </a:solidFill>
                <a:effectLst/>
                <a:uLnTx/>
                <a:uFillTx/>
                <a:latin typeface="Times New Roman" panose="02020603050405020304" pitchFamily="18" charset="0"/>
                <a:ea typeface="楷体_GB2312" pitchFamily="49" charset="-122"/>
                <a:cs typeface="+mn-cs"/>
              </a:rPr>
              <a:t>func</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y, z:integer</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marR="0" lvl="0" indent="-361942" algn="just" defTabSz="1219170" rtl="0" eaLnBrk="1" fontAlgn="base" latinLnBrk="0" hangingPunct="1">
              <a:lnSpc>
                <a:spcPts val="1867"/>
              </a:lnSpc>
              <a:spcBef>
                <a:spcPct val="12000"/>
              </a:spcBef>
              <a:spcAft>
                <a:spcPct val="0"/>
              </a:spcAft>
              <a:buClr>
                <a:srgbClr val="3333CC"/>
              </a:buClr>
              <a:buSzPct val="100000"/>
              <a:buFont typeface="Symbol" panose="05050102010706020507" pitchFamily="18" charset="2"/>
              <a:buNone/>
              <a:tabLst/>
              <a:defRPr/>
            </a:pPr>
            <a:r>
              <a:rPr kumimoji="0" lang="en-US" altLang="zh-CN" sz="2400" b="1" i="0" u="none" strike="noStrike" kern="1200" cap="none" spc="0" normalizeH="0" baseline="0" noProof="0" dirty="0">
                <a:ln>
                  <a:noFill/>
                </a:ln>
                <a:solidFill>
                  <a:srgbClr val="073E87"/>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var</a:t>
            </a:r>
            <a:r>
              <a:rPr kumimoji="0" lang="en-US" altLang="zh-CN" sz="2400" b="1" i="0" u="none" strike="noStrike" kern="1200" cap="none" spc="0" normalizeH="0" baseline="0" noProof="0" dirty="0">
                <a:ln>
                  <a:noFill/>
                </a:ln>
                <a:solidFill>
                  <a:srgbClr val="0000FF"/>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err="1">
                <a:ln>
                  <a:noFill/>
                </a:ln>
                <a:solidFill>
                  <a:prstClr val="black"/>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j</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int</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exchange</a:t>
            </a: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a:t>
            </a: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v</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partition</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lang="en-US" altLang="zh-CN" b="1" dirty="0">
                <a:solidFill>
                  <a:prstClr val="black"/>
                </a:solidFill>
                <a:latin typeface="Times New Roman" panose="02020603050405020304" pitchFamily="18" charset="0"/>
                <a:ea typeface="楷体_GB2312" pitchFamily="49" charset="-122"/>
              </a:rPr>
              <a:t>}</a:t>
            </a:r>
            <a:endPar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endParaRPr>
          </a:p>
          <a:p>
            <a:pPr marL="361942" lvl="0" indent="-361942" algn="just" defTabSz="1219170" fontAlgn="base">
              <a:lnSpc>
                <a:spcPts val="1867"/>
              </a:lnSpc>
              <a:spcBef>
                <a:spcPct val="12000"/>
              </a:spcBef>
              <a:spcAft>
                <a:spcPct val="0"/>
              </a:spcAft>
              <a:buClr>
                <a:srgbClr val="3333CC"/>
              </a:buClr>
              <a:buNone/>
              <a:defRPr/>
            </a:pPr>
            <a:r>
              <a:rPr kumimoji="0" lang="en-US" altLang="zh-CN" sz="2400" b="1" i="0" u="none"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cs typeface="+mn-cs"/>
              </a:rPr>
              <a:t>     {…</a:t>
            </a:r>
            <a:r>
              <a:rPr lang="en-US" altLang="zh-CN" b="1" i="1" dirty="0">
                <a:solidFill>
                  <a:prstClr val="black"/>
                </a:solidFill>
                <a:latin typeface="Times New Roman" panose="02020603050405020304" pitchFamily="18" charset="0"/>
                <a:ea typeface="楷体_GB2312" pitchFamily="49" charset="-122"/>
              </a:rPr>
              <a:t>a</a:t>
            </a:r>
            <a:r>
              <a:rPr lang="en-US" altLang="zh-CN" b="1" dirty="0">
                <a:solidFill>
                  <a:prstClr val="black"/>
                </a:solidFill>
                <a:latin typeface="Times New Roman" panose="02020603050405020304" pitchFamily="18" charset="0"/>
                <a:ea typeface="楷体_GB2312" pitchFamily="49" charset="-122"/>
              </a:rPr>
              <a:t>…</a:t>
            </a:r>
            <a:r>
              <a:rPr lang="en-US" altLang="zh-CN" b="1" i="1" dirty="0" err="1">
                <a:solidFill>
                  <a:prstClr val="black"/>
                </a:solidFill>
                <a:latin typeface="Times New Roman" panose="02020603050405020304" pitchFamily="18" charset="0"/>
                <a:ea typeface="楷体_GB2312" pitchFamily="49" charset="-122"/>
              </a:rPr>
              <a:t>readarray</a:t>
            </a:r>
            <a:r>
              <a:rPr lang="en-US" altLang="zh-CN" b="1" dirty="0">
                <a:solidFill>
                  <a:prstClr val="black"/>
                </a:solidFill>
                <a:latin typeface="Times New Roman" panose="02020603050405020304" pitchFamily="18" charset="0"/>
                <a:ea typeface="楷体_GB2312" pitchFamily="49" charset="-122"/>
              </a:rPr>
              <a:t>…</a:t>
            </a:r>
            <a:r>
              <a:rPr lang="en-US" altLang="zh-CN" b="1" i="1" dirty="0">
                <a:solidFill>
                  <a:prstClr val="black"/>
                </a:solidFill>
                <a:latin typeface="Times New Roman" panose="02020603050405020304" pitchFamily="18" charset="0"/>
                <a:ea typeface="楷体_GB2312" pitchFamily="49" charset="-122"/>
              </a:rPr>
              <a:t>quicksort…</a:t>
            </a:r>
            <a:r>
              <a:rPr kumimoji="0" lang="en-US" altLang="zh-CN" sz="2400" b="1" i="0" strike="noStrike" kern="1200" cap="none" spc="0" normalizeH="0" baseline="0" noProof="0" dirty="0">
                <a:ln>
                  <a:noFill/>
                </a:ln>
                <a:solidFill>
                  <a:prstClr val="black"/>
                </a:solidFill>
                <a:effectLst/>
                <a:uLnTx/>
                <a:uFillTx/>
                <a:latin typeface="Times New Roman" panose="02020603050405020304" pitchFamily="18" charset="0"/>
                <a:ea typeface="楷体_GB2312" pitchFamily="49" charset="-122"/>
              </a:rPr>
              <a:t>}</a:t>
            </a:r>
          </a:p>
        </p:txBody>
      </p:sp>
      <p:sp>
        <p:nvSpPr>
          <p:cNvPr id="177" name="标注: 线形 176">
            <a:extLst>
              <a:ext uri="{FF2B5EF4-FFF2-40B4-BE49-F238E27FC236}">
                <a16:creationId xmlns:a16="http://schemas.microsoft.com/office/drawing/2014/main" id="{C1CCA300-9806-4D14-8317-B88B53619E41}"/>
              </a:ext>
            </a:extLst>
          </p:cNvPr>
          <p:cNvSpPr/>
          <p:nvPr/>
        </p:nvSpPr>
        <p:spPr>
          <a:xfrm>
            <a:off x="4256156" y="5628465"/>
            <a:ext cx="1262128" cy="361950"/>
          </a:xfrm>
          <a:prstGeom prst="borderCallout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t>
            </a:r>
            <a:r>
              <a:rPr lang="en-US" altLang="zh-CN" sz="1800"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v</a:t>
            </a:r>
            <a:r>
              <a:rPr lang="en-US" altLang="zh-CN"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t>
            </a:r>
            <a:r>
              <a:rPr lang="en-US" altLang="zh-CN"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2</a:t>
            </a:r>
            <a:r>
              <a:rPr lang="en-US" altLang="zh-CN"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,4)]</a:t>
            </a:r>
            <a:endParaRPr lang="zh-CN" altLang="en-US"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78" name="标注: 线形 177">
            <a:extLst>
              <a:ext uri="{FF2B5EF4-FFF2-40B4-BE49-F238E27FC236}">
                <a16:creationId xmlns:a16="http://schemas.microsoft.com/office/drawing/2014/main" id="{96729BA3-7B13-414A-BC4F-09186D22E1DE}"/>
              </a:ext>
            </a:extLst>
          </p:cNvPr>
          <p:cNvSpPr/>
          <p:nvPr/>
        </p:nvSpPr>
        <p:spPr>
          <a:xfrm>
            <a:off x="2344115" y="5366673"/>
            <a:ext cx="1262128" cy="261792"/>
          </a:xfrm>
          <a:prstGeom prst="borderCallout1">
            <a:avLst>
              <a:gd name="adj1" fmla="val 113280"/>
              <a:gd name="adj2" fmla="val 52913"/>
              <a:gd name="adj3" fmla="val 270623"/>
              <a:gd name="adj4" fmla="val 6324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t>
            </a:r>
            <a:r>
              <a:rPr lang="en-US" altLang="zh-CN" sz="1800" b="1" i="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a</a:t>
            </a:r>
            <a:r>
              <a:rPr lang="en-US" altLang="zh-CN"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rPr>
              <a:t>(1,0)]</a:t>
            </a:r>
            <a:endParaRPr lang="zh-CN" altLang="en-US" sz="1800" b="1" dirty="0">
              <a:solidFill>
                <a:prstClr val="black"/>
              </a:solidFill>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179" name="Line 20">
            <a:extLst>
              <a:ext uri="{FF2B5EF4-FFF2-40B4-BE49-F238E27FC236}">
                <a16:creationId xmlns:a16="http://schemas.microsoft.com/office/drawing/2014/main" id="{04FA58A4-A050-4E83-BB1D-159AA12452B7}"/>
              </a:ext>
            </a:extLst>
          </p:cNvPr>
          <p:cNvSpPr>
            <a:spLocks noChangeShapeType="1"/>
          </p:cNvSpPr>
          <p:nvPr/>
        </p:nvSpPr>
        <p:spPr bwMode="auto">
          <a:xfrm flipV="1">
            <a:off x="-40150" y="3949328"/>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0" name="Line 20">
            <a:extLst>
              <a:ext uri="{FF2B5EF4-FFF2-40B4-BE49-F238E27FC236}">
                <a16:creationId xmlns:a16="http://schemas.microsoft.com/office/drawing/2014/main" id="{30681E53-AFDF-4941-9113-6F9B309B9E23}"/>
              </a:ext>
            </a:extLst>
          </p:cNvPr>
          <p:cNvSpPr>
            <a:spLocks noChangeShapeType="1"/>
          </p:cNvSpPr>
          <p:nvPr/>
        </p:nvSpPr>
        <p:spPr bwMode="auto">
          <a:xfrm flipV="1">
            <a:off x="370311" y="4243130"/>
            <a:ext cx="158103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1" name="Line 20">
            <a:extLst>
              <a:ext uri="{FF2B5EF4-FFF2-40B4-BE49-F238E27FC236}">
                <a16:creationId xmlns:a16="http://schemas.microsoft.com/office/drawing/2014/main" id="{8AB3157A-79F4-426F-87E0-219658B80099}"/>
              </a:ext>
            </a:extLst>
          </p:cNvPr>
          <p:cNvSpPr>
            <a:spLocks noChangeShapeType="1"/>
          </p:cNvSpPr>
          <p:nvPr/>
        </p:nvSpPr>
        <p:spPr bwMode="auto">
          <a:xfrm flipV="1">
            <a:off x="2092295" y="4243130"/>
            <a:ext cx="79051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2" name="Line 20">
            <a:extLst>
              <a:ext uri="{FF2B5EF4-FFF2-40B4-BE49-F238E27FC236}">
                <a16:creationId xmlns:a16="http://schemas.microsoft.com/office/drawing/2014/main" id="{9678B0D2-606C-4DD9-AF42-99B856923187}"/>
              </a:ext>
            </a:extLst>
          </p:cNvPr>
          <p:cNvSpPr>
            <a:spLocks noChangeShapeType="1"/>
          </p:cNvSpPr>
          <p:nvPr/>
        </p:nvSpPr>
        <p:spPr bwMode="auto">
          <a:xfrm flipV="1">
            <a:off x="370311" y="4525934"/>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3" name="Line 20">
            <a:extLst>
              <a:ext uri="{FF2B5EF4-FFF2-40B4-BE49-F238E27FC236}">
                <a16:creationId xmlns:a16="http://schemas.microsoft.com/office/drawing/2014/main" id="{86888992-6320-4D9D-B868-FC550D36F6F9}"/>
              </a:ext>
            </a:extLst>
          </p:cNvPr>
          <p:cNvSpPr>
            <a:spLocks noChangeShapeType="1"/>
          </p:cNvSpPr>
          <p:nvPr/>
        </p:nvSpPr>
        <p:spPr bwMode="auto">
          <a:xfrm flipV="1">
            <a:off x="657634" y="4808186"/>
            <a:ext cx="1058044"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4" name="Line 20">
            <a:extLst>
              <a:ext uri="{FF2B5EF4-FFF2-40B4-BE49-F238E27FC236}">
                <a16:creationId xmlns:a16="http://schemas.microsoft.com/office/drawing/2014/main" id="{95F7FB99-0C67-4944-8B81-3C217AE1DEF5}"/>
              </a:ext>
            </a:extLst>
          </p:cNvPr>
          <p:cNvSpPr>
            <a:spLocks noChangeShapeType="1"/>
          </p:cNvSpPr>
          <p:nvPr/>
        </p:nvSpPr>
        <p:spPr bwMode="auto">
          <a:xfrm flipV="1">
            <a:off x="1860617" y="4793649"/>
            <a:ext cx="101049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5" name="Line 20">
            <a:extLst>
              <a:ext uri="{FF2B5EF4-FFF2-40B4-BE49-F238E27FC236}">
                <a16:creationId xmlns:a16="http://schemas.microsoft.com/office/drawing/2014/main" id="{54819875-59F9-4E4C-BEDD-7A317B8E99E5}"/>
              </a:ext>
            </a:extLst>
          </p:cNvPr>
          <p:cNvSpPr>
            <a:spLocks noChangeShapeType="1"/>
          </p:cNvSpPr>
          <p:nvPr/>
        </p:nvSpPr>
        <p:spPr bwMode="auto">
          <a:xfrm flipV="1">
            <a:off x="370311" y="5102540"/>
            <a:ext cx="190076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6" name="Line 20">
            <a:extLst>
              <a:ext uri="{FF2B5EF4-FFF2-40B4-BE49-F238E27FC236}">
                <a16:creationId xmlns:a16="http://schemas.microsoft.com/office/drawing/2014/main" id="{83180080-6AB6-408C-B852-44BF061D4833}"/>
              </a:ext>
            </a:extLst>
          </p:cNvPr>
          <p:cNvSpPr>
            <a:spLocks noChangeShapeType="1"/>
          </p:cNvSpPr>
          <p:nvPr/>
        </p:nvSpPr>
        <p:spPr bwMode="auto">
          <a:xfrm flipV="1">
            <a:off x="2376670" y="508730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89" name="Line 20">
            <a:extLst>
              <a:ext uri="{FF2B5EF4-FFF2-40B4-BE49-F238E27FC236}">
                <a16:creationId xmlns:a16="http://schemas.microsoft.com/office/drawing/2014/main" id="{F38373B5-0CD3-4020-B3B4-0BA2662CD279}"/>
              </a:ext>
            </a:extLst>
          </p:cNvPr>
          <p:cNvSpPr>
            <a:spLocks noChangeShapeType="1"/>
          </p:cNvSpPr>
          <p:nvPr/>
        </p:nvSpPr>
        <p:spPr bwMode="auto">
          <a:xfrm flipV="1">
            <a:off x="3979956" y="5084440"/>
            <a:ext cx="1224369"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90" name="Line 20">
            <a:extLst>
              <a:ext uri="{FF2B5EF4-FFF2-40B4-BE49-F238E27FC236}">
                <a16:creationId xmlns:a16="http://schemas.microsoft.com/office/drawing/2014/main" id="{FF97537E-5986-4C65-9E9C-434904CB2608}"/>
              </a:ext>
            </a:extLst>
          </p:cNvPr>
          <p:cNvSpPr>
            <a:spLocks noChangeShapeType="1"/>
          </p:cNvSpPr>
          <p:nvPr/>
        </p:nvSpPr>
        <p:spPr bwMode="auto">
          <a:xfrm>
            <a:off x="370311" y="5361619"/>
            <a:ext cx="1822113"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1" name="Line 20">
            <a:extLst>
              <a:ext uri="{FF2B5EF4-FFF2-40B4-BE49-F238E27FC236}">
                <a16:creationId xmlns:a16="http://schemas.microsoft.com/office/drawing/2014/main" id="{F900465A-338D-4733-984B-5F3616FFB6D5}"/>
              </a:ext>
            </a:extLst>
          </p:cNvPr>
          <p:cNvSpPr>
            <a:spLocks noChangeShapeType="1"/>
          </p:cNvSpPr>
          <p:nvPr/>
        </p:nvSpPr>
        <p:spPr bwMode="auto">
          <a:xfrm flipV="1">
            <a:off x="2271078" y="5361618"/>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2" name="Line 20">
            <a:extLst>
              <a:ext uri="{FF2B5EF4-FFF2-40B4-BE49-F238E27FC236}">
                <a16:creationId xmlns:a16="http://schemas.microsoft.com/office/drawing/2014/main" id="{D8503644-830E-460F-A647-A5903FFB73DC}"/>
              </a:ext>
            </a:extLst>
          </p:cNvPr>
          <p:cNvSpPr>
            <a:spLocks noChangeShapeType="1"/>
          </p:cNvSpPr>
          <p:nvPr/>
        </p:nvSpPr>
        <p:spPr bwMode="auto">
          <a:xfrm flipV="1">
            <a:off x="2716910" y="5369238"/>
            <a:ext cx="11540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3" name="Line 20">
            <a:extLst>
              <a:ext uri="{FF2B5EF4-FFF2-40B4-BE49-F238E27FC236}">
                <a16:creationId xmlns:a16="http://schemas.microsoft.com/office/drawing/2014/main" id="{FF735D69-849D-4E90-82F6-E2DE6A1D753D}"/>
              </a:ext>
            </a:extLst>
          </p:cNvPr>
          <p:cNvSpPr>
            <a:spLocks noChangeShapeType="1"/>
          </p:cNvSpPr>
          <p:nvPr/>
        </p:nvSpPr>
        <p:spPr bwMode="auto">
          <a:xfrm flipV="1">
            <a:off x="561628" y="5643557"/>
            <a:ext cx="848072" cy="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4" name="Line 20">
            <a:extLst>
              <a:ext uri="{FF2B5EF4-FFF2-40B4-BE49-F238E27FC236}">
                <a16:creationId xmlns:a16="http://schemas.microsoft.com/office/drawing/2014/main" id="{A023E230-287E-4AE7-9950-FD5259BF1B79}"/>
              </a:ext>
            </a:extLst>
          </p:cNvPr>
          <p:cNvSpPr>
            <a:spLocks noChangeShapeType="1"/>
          </p:cNvSpPr>
          <p:nvPr/>
        </p:nvSpPr>
        <p:spPr bwMode="auto">
          <a:xfrm flipV="1">
            <a:off x="1445866" y="5643555"/>
            <a:ext cx="746558"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5" name="Line 20">
            <a:extLst>
              <a:ext uri="{FF2B5EF4-FFF2-40B4-BE49-F238E27FC236}">
                <a16:creationId xmlns:a16="http://schemas.microsoft.com/office/drawing/2014/main" id="{797FBD5B-2668-4565-A855-505447476573}"/>
              </a:ext>
            </a:extLst>
          </p:cNvPr>
          <p:cNvSpPr>
            <a:spLocks noChangeShapeType="1"/>
          </p:cNvSpPr>
          <p:nvPr/>
        </p:nvSpPr>
        <p:spPr bwMode="auto">
          <a:xfrm flipV="1">
            <a:off x="561628" y="5910260"/>
            <a:ext cx="170945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6" name="Line 20">
            <a:extLst>
              <a:ext uri="{FF2B5EF4-FFF2-40B4-BE49-F238E27FC236}">
                <a16:creationId xmlns:a16="http://schemas.microsoft.com/office/drawing/2014/main" id="{D8275E5D-6AE4-42D6-BE3B-DA59E99EA726}"/>
              </a:ext>
            </a:extLst>
          </p:cNvPr>
          <p:cNvSpPr>
            <a:spLocks noChangeShapeType="1"/>
          </p:cNvSpPr>
          <p:nvPr/>
        </p:nvSpPr>
        <p:spPr bwMode="auto">
          <a:xfrm flipV="1">
            <a:off x="2389843" y="5988769"/>
            <a:ext cx="331807"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7" name="Line 20">
            <a:extLst>
              <a:ext uri="{FF2B5EF4-FFF2-40B4-BE49-F238E27FC236}">
                <a16:creationId xmlns:a16="http://schemas.microsoft.com/office/drawing/2014/main" id="{C9656872-F5A6-42BA-8D38-3924D26C0F28}"/>
              </a:ext>
            </a:extLst>
          </p:cNvPr>
          <p:cNvSpPr>
            <a:spLocks noChangeShapeType="1"/>
          </p:cNvSpPr>
          <p:nvPr/>
        </p:nvSpPr>
        <p:spPr bwMode="auto">
          <a:xfrm>
            <a:off x="2833015" y="5990669"/>
            <a:ext cx="103794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
        <p:nvSpPr>
          <p:cNvPr id="198" name="Line 20">
            <a:extLst>
              <a:ext uri="{FF2B5EF4-FFF2-40B4-BE49-F238E27FC236}">
                <a16:creationId xmlns:a16="http://schemas.microsoft.com/office/drawing/2014/main" id="{61168E88-85FC-40B3-B4AE-9BB43BC90F8B}"/>
              </a:ext>
            </a:extLst>
          </p:cNvPr>
          <p:cNvSpPr>
            <a:spLocks noChangeShapeType="1"/>
          </p:cNvSpPr>
          <p:nvPr/>
        </p:nvSpPr>
        <p:spPr bwMode="auto">
          <a:xfrm>
            <a:off x="1120139" y="6241719"/>
            <a:ext cx="585263" cy="2"/>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99" name="Line 20">
            <a:extLst>
              <a:ext uri="{FF2B5EF4-FFF2-40B4-BE49-F238E27FC236}">
                <a16:creationId xmlns:a16="http://schemas.microsoft.com/office/drawing/2014/main" id="{82882D94-4D86-4AE4-A50B-AA827D390C87}"/>
              </a:ext>
            </a:extLst>
          </p:cNvPr>
          <p:cNvSpPr>
            <a:spLocks noChangeShapeType="1"/>
          </p:cNvSpPr>
          <p:nvPr/>
        </p:nvSpPr>
        <p:spPr bwMode="auto">
          <a:xfrm>
            <a:off x="1832464" y="6241719"/>
            <a:ext cx="585263" cy="2"/>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210" name="Line 20">
            <a:extLst>
              <a:ext uri="{FF2B5EF4-FFF2-40B4-BE49-F238E27FC236}">
                <a16:creationId xmlns:a16="http://schemas.microsoft.com/office/drawing/2014/main" id="{39A58F62-DFDF-48DF-BC34-231C17CD8087}"/>
              </a:ext>
            </a:extLst>
          </p:cNvPr>
          <p:cNvSpPr>
            <a:spLocks noChangeShapeType="1"/>
          </p:cNvSpPr>
          <p:nvPr/>
        </p:nvSpPr>
        <p:spPr bwMode="auto">
          <a:xfrm flipV="1">
            <a:off x="2755587" y="6248284"/>
            <a:ext cx="2573154" cy="190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1219170" eaLnBrk="0" fontAlgn="base" hangingPunct="0">
              <a:spcBef>
                <a:spcPct val="0"/>
              </a:spcBef>
              <a:spcAft>
                <a:spcPct val="0"/>
              </a:spcAft>
            </a:pPr>
            <a:endParaRPr lang="zh-CN" altLang="en-US" sz="1467" b="1" dirty="0">
              <a:solidFill>
                <a:prstClr val="black"/>
              </a:solidFill>
              <a:latin typeface="Times New Roman" panose="02020603050405020304" pitchFamily="18" charset="0"/>
              <a:ea typeface="楷体_GB2312" pitchFamily="49" charset="-122"/>
            </a:endParaRPr>
          </a:p>
        </p:txBody>
      </p:sp>
    </p:spTree>
    <p:extLst>
      <p:ext uri="{BB962C8B-B14F-4D97-AF65-F5344CB8AC3E}">
        <p14:creationId xmlns:p14="http://schemas.microsoft.com/office/powerpoint/2010/main" val="3079894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4"/>
                                        </p:tgtEl>
                                        <p:attrNameLst>
                                          <p:attrName>style.visibility</p:attrName>
                                        </p:attrNameLst>
                                      </p:cBhvr>
                                      <p:to>
                                        <p:strVal val="visible"/>
                                      </p:to>
                                    </p:set>
                                    <p:anim calcmode="lin" valueType="num">
                                      <p:cBhvr>
                                        <p:cTn id="7" dur="500" fill="hold"/>
                                        <p:tgtEl>
                                          <p:spTgt spid="224"/>
                                        </p:tgtEl>
                                        <p:attrNameLst>
                                          <p:attrName>ppt_w</p:attrName>
                                        </p:attrNameLst>
                                      </p:cBhvr>
                                      <p:tavLst>
                                        <p:tav tm="0">
                                          <p:val>
                                            <p:fltVal val="0"/>
                                          </p:val>
                                        </p:tav>
                                        <p:tav tm="100000">
                                          <p:val>
                                            <p:strVal val="#ppt_w"/>
                                          </p:val>
                                        </p:tav>
                                      </p:tavLst>
                                    </p:anim>
                                    <p:anim calcmode="lin" valueType="num">
                                      <p:cBhvr>
                                        <p:cTn id="8" dur="500" fill="hold"/>
                                        <p:tgtEl>
                                          <p:spTgt spid="224"/>
                                        </p:tgtEl>
                                        <p:attrNameLst>
                                          <p:attrName>ppt_h</p:attrName>
                                        </p:attrNameLst>
                                      </p:cBhvr>
                                      <p:tavLst>
                                        <p:tav tm="0">
                                          <p:val>
                                            <p:fltVal val="0"/>
                                          </p:val>
                                        </p:tav>
                                        <p:tav tm="100000">
                                          <p:val>
                                            <p:strVal val="#ppt_h"/>
                                          </p:val>
                                        </p:tav>
                                      </p:tavLst>
                                    </p:anim>
                                    <p:animEffect transition="in" filter="fade">
                                      <p:cBhvr>
                                        <p:cTn id="9" dur="500"/>
                                        <p:tgtEl>
                                          <p:spTgt spid="22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10"/>
                                        </p:tgtEl>
                                        <p:attrNameLst>
                                          <p:attrName>style.visibility</p:attrName>
                                        </p:attrNameLst>
                                      </p:cBhvr>
                                      <p:to>
                                        <p:strVal val="visible"/>
                                      </p:to>
                                    </p:set>
                                    <p:anim calcmode="lin" valueType="num">
                                      <p:cBhvr>
                                        <p:cTn id="14" dur="500" fill="hold"/>
                                        <p:tgtEl>
                                          <p:spTgt spid="210"/>
                                        </p:tgtEl>
                                        <p:attrNameLst>
                                          <p:attrName>ppt_w</p:attrName>
                                        </p:attrNameLst>
                                      </p:cBhvr>
                                      <p:tavLst>
                                        <p:tav tm="0">
                                          <p:val>
                                            <p:fltVal val="0"/>
                                          </p:val>
                                        </p:tav>
                                        <p:tav tm="100000">
                                          <p:val>
                                            <p:strVal val="#ppt_w"/>
                                          </p:val>
                                        </p:tav>
                                      </p:tavLst>
                                    </p:anim>
                                    <p:anim calcmode="lin" valueType="num">
                                      <p:cBhvr>
                                        <p:cTn id="15" dur="500" fill="hold"/>
                                        <p:tgtEl>
                                          <p:spTgt spid="210"/>
                                        </p:tgtEl>
                                        <p:attrNameLst>
                                          <p:attrName>ppt_h</p:attrName>
                                        </p:attrNameLst>
                                      </p:cBhvr>
                                      <p:tavLst>
                                        <p:tav tm="0">
                                          <p:val>
                                            <p:fltVal val="0"/>
                                          </p:val>
                                        </p:tav>
                                        <p:tav tm="100000">
                                          <p:val>
                                            <p:strVal val="#ppt_h"/>
                                          </p:val>
                                        </p:tav>
                                      </p:tavLst>
                                    </p:anim>
                                    <p:animEffect transition="in" filter="fade">
                                      <p:cBhvr>
                                        <p:cTn id="16" dur="500"/>
                                        <p:tgtEl>
                                          <p:spTgt spid="210"/>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78"/>
                                        </p:tgtEl>
                                        <p:attrNameLst>
                                          <p:attrName>style.visibility</p:attrName>
                                        </p:attrNameLst>
                                      </p:cBhvr>
                                      <p:to>
                                        <p:strVal val="visible"/>
                                      </p:to>
                                    </p:set>
                                    <p:anim calcmode="lin" valueType="num">
                                      <p:cBhvr>
                                        <p:cTn id="21" dur="500" fill="hold"/>
                                        <p:tgtEl>
                                          <p:spTgt spid="178"/>
                                        </p:tgtEl>
                                        <p:attrNameLst>
                                          <p:attrName>ppt_w</p:attrName>
                                        </p:attrNameLst>
                                      </p:cBhvr>
                                      <p:tavLst>
                                        <p:tav tm="0">
                                          <p:val>
                                            <p:fltVal val="0"/>
                                          </p:val>
                                        </p:tav>
                                        <p:tav tm="100000">
                                          <p:val>
                                            <p:strVal val="#ppt_w"/>
                                          </p:val>
                                        </p:tav>
                                      </p:tavLst>
                                    </p:anim>
                                    <p:anim calcmode="lin" valueType="num">
                                      <p:cBhvr>
                                        <p:cTn id="22" dur="500" fill="hold"/>
                                        <p:tgtEl>
                                          <p:spTgt spid="178"/>
                                        </p:tgtEl>
                                        <p:attrNameLst>
                                          <p:attrName>ppt_h</p:attrName>
                                        </p:attrNameLst>
                                      </p:cBhvr>
                                      <p:tavLst>
                                        <p:tav tm="0">
                                          <p:val>
                                            <p:fltVal val="0"/>
                                          </p:val>
                                        </p:tav>
                                        <p:tav tm="100000">
                                          <p:val>
                                            <p:strVal val="#ppt_h"/>
                                          </p:val>
                                        </p:tav>
                                      </p:tavLst>
                                    </p:anim>
                                    <p:animEffect transition="in" filter="fade">
                                      <p:cBhvr>
                                        <p:cTn id="23" dur="500"/>
                                        <p:tgtEl>
                                          <p:spTgt spid="17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77"/>
                                        </p:tgtEl>
                                        <p:attrNameLst>
                                          <p:attrName>style.visibility</p:attrName>
                                        </p:attrNameLst>
                                      </p:cBhvr>
                                      <p:to>
                                        <p:strVal val="visible"/>
                                      </p:to>
                                    </p:set>
                                    <p:anim calcmode="lin" valueType="num">
                                      <p:cBhvr>
                                        <p:cTn id="28" dur="500" fill="hold"/>
                                        <p:tgtEl>
                                          <p:spTgt spid="177"/>
                                        </p:tgtEl>
                                        <p:attrNameLst>
                                          <p:attrName>ppt_w</p:attrName>
                                        </p:attrNameLst>
                                      </p:cBhvr>
                                      <p:tavLst>
                                        <p:tav tm="0">
                                          <p:val>
                                            <p:fltVal val="0"/>
                                          </p:val>
                                        </p:tav>
                                        <p:tav tm="100000">
                                          <p:val>
                                            <p:strVal val="#ppt_w"/>
                                          </p:val>
                                        </p:tav>
                                      </p:tavLst>
                                    </p:anim>
                                    <p:anim calcmode="lin" valueType="num">
                                      <p:cBhvr>
                                        <p:cTn id="29" dur="500" fill="hold"/>
                                        <p:tgtEl>
                                          <p:spTgt spid="177"/>
                                        </p:tgtEl>
                                        <p:attrNameLst>
                                          <p:attrName>ppt_h</p:attrName>
                                        </p:attrNameLst>
                                      </p:cBhvr>
                                      <p:tavLst>
                                        <p:tav tm="0">
                                          <p:val>
                                            <p:fltVal val="0"/>
                                          </p:val>
                                        </p:tav>
                                        <p:tav tm="100000">
                                          <p:val>
                                            <p:strVal val="#ppt_h"/>
                                          </p:val>
                                        </p:tav>
                                      </p:tavLst>
                                    </p:anim>
                                    <p:animEffect transition="in" filter="fade">
                                      <p:cBhvr>
                                        <p:cTn id="30" dur="500"/>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p:bldP spid="177" grpId="0" animBg="1"/>
      <p:bldP spid="178" grpId="0" animBg="1"/>
      <p:bldP spid="210"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p:cNvSpPr txBox="1">
            <a:spLocks noChangeArrowheads="1"/>
          </p:cNvSpPr>
          <p:nvPr/>
        </p:nvSpPr>
        <p:spPr bwMode="auto">
          <a:xfrm>
            <a:off x="452967" y="3949700"/>
            <a:ext cx="6953251" cy="2262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lstStyle>
            <a:lvl1pPr marL="342900" indent="-342900">
              <a:defRPr sz="1100" b="1">
                <a:solidFill>
                  <a:schemeClr val="tx1"/>
                </a:solidFill>
                <a:latin typeface="Times New Roman" panose="02020603050405020304" pitchFamily="18" charset="0"/>
                <a:ea typeface="楷体_GB2312" pitchFamily="49" charset="-122"/>
              </a:defRPr>
            </a:lvl1pPr>
            <a:lvl2pPr marL="557213" indent="-214313">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marL="742932" lvl="1" indent="-285744" defTabSz="1219170" fontAlgn="base">
              <a:lnSpc>
                <a:spcPts val="3467"/>
              </a:lnSpc>
              <a:spcBef>
                <a:spcPct val="20000"/>
              </a:spcBef>
              <a:spcAft>
                <a:spcPct val="0"/>
              </a:spcAft>
              <a:buSzPct val="100000"/>
              <a:buFont typeface="Wingdings" panose="05000000000000000000" pitchFamily="2" charset="2"/>
              <a:buChar char="Ø"/>
            </a:pPr>
            <a:endParaRPr lang="zh-CN" altLang="en-US" sz="2400">
              <a:solidFill>
                <a:srgbClr val="000000"/>
              </a:solidFill>
              <a:ea typeface="楷体" panose="02010609060101010101" pitchFamily="49" charset="-122"/>
              <a:cs typeface="Times New Roman" panose="02020603050405020304" pitchFamily="18" charset="0"/>
            </a:endParaRPr>
          </a:p>
        </p:txBody>
      </p:sp>
      <p:grpSp>
        <p:nvGrpSpPr>
          <p:cNvPr id="117763" name="Group 99"/>
          <p:cNvGrpSpPr>
            <a:grpSpLocks/>
          </p:cNvGrpSpPr>
          <p:nvPr/>
        </p:nvGrpSpPr>
        <p:grpSpPr bwMode="auto">
          <a:xfrm>
            <a:off x="8303685" y="129117"/>
            <a:ext cx="1231900" cy="863600"/>
            <a:chOff x="975" y="2750"/>
            <a:chExt cx="776" cy="544"/>
          </a:xfrm>
        </p:grpSpPr>
        <p:sp>
          <p:nvSpPr>
            <p:cNvPr id="47" name="Rectangle 135"/>
            <p:cNvSpPr>
              <a:spLocks noChangeArrowheads="1"/>
            </p:cNvSpPr>
            <p:nvPr/>
          </p:nvSpPr>
          <p:spPr bwMode="auto">
            <a:xfrm>
              <a:off x="978" y="277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803"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s</a:t>
              </a:r>
            </a:p>
          </p:txBody>
        </p:sp>
        <p:sp>
          <p:nvSpPr>
            <p:cNvPr id="117804"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a</a:t>
              </a:r>
            </a:p>
          </p:txBody>
        </p:sp>
        <p:sp>
          <p:nvSpPr>
            <p:cNvPr id="117805"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1" name="Line 139"/>
            <p:cNvSpPr>
              <a:spLocks noChangeShapeType="1"/>
            </p:cNvSpPr>
            <p:nvPr/>
          </p:nvSpPr>
          <p:spPr bwMode="auto">
            <a:xfrm flipV="1">
              <a:off x="975" y="2931"/>
              <a:ext cx="74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2" name="Line 140"/>
            <p:cNvSpPr>
              <a:spLocks noChangeShapeType="1"/>
            </p:cNvSpPr>
            <p:nvPr/>
          </p:nvSpPr>
          <p:spPr bwMode="auto">
            <a:xfrm flipV="1">
              <a:off x="975" y="3113"/>
              <a:ext cx="725"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7764" name="Group 99"/>
          <p:cNvGrpSpPr>
            <a:grpSpLocks/>
          </p:cNvGrpSpPr>
          <p:nvPr/>
        </p:nvGrpSpPr>
        <p:grpSpPr bwMode="auto">
          <a:xfrm>
            <a:off x="8312151" y="965200"/>
            <a:ext cx="1272116" cy="848784"/>
            <a:chOff x="948" y="2750"/>
            <a:chExt cx="802" cy="534"/>
          </a:xfrm>
        </p:grpSpPr>
        <p:sp>
          <p:nvSpPr>
            <p:cNvPr id="54"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97"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q</a:t>
              </a:r>
              <a:r>
                <a:rPr lang="en-US" altLang="zh-CN" sz="1600">
                  <a:solidFill>
                    <a:srgbClr val="000000"/>
                  </a:solidFill>
                  <a:cs typeface="Times New Roman" panose="02020603050405020304" pitchFamily="18" charset="0"/>
                </a:rPr>
                <a:t> (1, 9)</a:t>
              </a:r>
            </a:p>
          </p:txBody>
        </p:sp>
        <p:sp>
          <p:nvSpPr>
            <p:cNvPr id="117798"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v</a:t>
              </a:r>
            </a:p>
          </p:txBody>
        </p:sp>
        <p:sp>
          <p:nvSpPr>
            <p:cNvPr id="117799"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58"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59"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7765" name="Group 99"/>
          <p:cNvGrpSpPr>
            <a:grpSpLocks/>
          </p:cNvGrpSpPr>
          <p:nvPr/>
        </p:nvGrpSpPr>
        <p:grpSpPr bwMode="auto">
          <a:xfrm>
            <a:off x="8312151" y="1813984"/>
            <a:ext cx="1272116" cy="846667"/>
            <a:chOff x="948" y="2750"/>
            <a:chExt cx="802" cy="534"/>
          </a:xfrm>
        </p:grpSpPr>
        <p:sp>
          <p:nvSpPr>
            <p:cNvPr id="61"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91"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q</a:t>
              </a:r>
              <a:r>
                <a:rPr lang="en-US" altLang="zh-CN" sz="1600">
                  <a:solidFill>
                    <a:srgbClr val="000000"/>
                  </a:solidFill>
                  <a:cs typeface="Times New Roman" panose="02020603050405020304" pitchFamily="18" charset="0"/>
                </a:rPr>
                <a:t> (1, 3)</a:t>
              </a:r>
            </a:p>
          </p:txBody>
        </p:sp>
        <p:sp>
          <p:nvSpPr>
            <p:cNvPr id="117792"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v</a:t>
              </a:r>
            </a:p>
          </p:txBody>
        </p:sp>
        <p:sp>
          <p:nvSpPr>
            <p:cNvPr id="117793"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65"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66"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grpSp>
        <p:nvGrpSpPr>
          <p:cNvPr id="117766" name="Group 99"/>
          <p:cNvGrpSpPr>
            <a:grpSpLocks/>
          </p:cNvGrpSpPr>
          <p:nvPr/>
        </p:nvGrpSpPr>
        <p:grpSpPr bwMode="auto">
          <a:xfrm>
            <a:off x="8312151" y="2677584"/>
            <a:ext cx="1272116" cy="846667"/>
            <a:chOff x="948" y="2750"/>
            <a:chExt cx="802" cy="534"/>
          </a:xfrm>
        </p:grpSpPr>
        <p:sp>
          <p:nvSpPr>
            <p:cNvPr id="68"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85"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p</a:t>
              </a:r>
              <a:r>
                <a:rPr lang="en-US" altLang="zh-CN" sz="1600">
                  <a:solidFill>
                    <a:srgbClr val="000000"/>
                  </a:solidFill>
                  <a:cs typeface="Times New Roman" panose="02020603050405020304" pitchFamily="18" charset="0"/>
                </a:rPr>
                <a:t> (1, 3)</a:t>
              </a:r>
            </a:p>
          </p:txBody>
        </p:sp>
        <p:sp>
          <p:nvSpPr>
            <p:cNvPr id="117786"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i, j</a:t>
              </a:r>
            </a:p>
          </p:txBody>
        </p:sp>
        <p:sp>
          <p:nvSpPr>
            <p:cNvPr id="117787"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72" name="Line 139"/>
            <p:cNvSpPr>
              <a:spLocks noChangeShapeType="1"/>
            </p:cNvSpPr>
            <p:nvPr/>
          </p:nvSpPr>
          <p:spPr bwMode="auto">
            <a:xfrm flipV="1">
              <a:off x="975" y="2932"/>
              <a:ext cx="74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73" name="Line 140"/>
            <p:cNvSpPr>
              <a:spLocks noChangeShapeType="1"/>
            </p:cNvSpPr>
            <p:nvPr/>
          </p:nvSpPr>
          <p:spPr bwMode="auto">
            <a:xfrm flipV="1">
              <a:off x="975" y="3113"/>
              <a:ext cx="72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117767" name="Freeform 56"/>
          <p:cNvSpPr>
            <a:spLocks/>
          </p:cNvSpPr>
          <p:nvPr/>
        </p:nvSpPr>
        <p:spPr bwMode="auto">
          <a:xfrm rot="-511685">
            <a:off x="9539817" y="2410884"/>
            <a:ext cx="330200" cy="69426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rgbClr val="FF0000"/>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sp>
        <p:nvSpPr>
          <p:cNvPr id="117768" name="Freeform 56"/>
          <p:cNvSpPr>
            <a:spLocks/>
          </p:cNvSpPr>
          <p:nvPr/>
        </p:nvSpPr>
        <p:spPr bwMode="auto">
          <a:xfrm rot="-511685">
            <a:off x="9537700" y="706967"/>
            <a:ext cx="171451" cy="662517"/>
          </a:xfrm>
          <a:custGeom>
            <a:avLst/>
            <a:gdLst>
              <a:gd name="T0" fmla="*/ 0 w 358"/>
              <a:gd name="T1" fmla="*/ 2147483646 h 930"/>
              <a:gd name="T2" fmla="*/ 2147483646 w 358"/>
              <a:gd name="T3" fmla="*/ 2147483646 h 930"/>
              <a:gd name="T4" fmla="*/ 2147483646 w 358"/>
              <a:gd name="T5" fmla="*/ 2147483646 h 930"/>
              <a:gd name="T6" fmla="*/ 2147483646 w 358"/>
              <a:gd name="T7" fmla="*/ 2147483646 h 930"/>
              <a:gd name="T8" fmla="*/ 2147483646 w 358"/>
              <a:gd name="T9" fmla="*/ 0 h 930"/>
              <a:gd name="T10" fmla="*/ 0 60000 65536"/>
              <a:gd name="T11" fmla="*/ 0 60000 65536"/>
              <a:gd name="T12" fmla="*/ 0 60000 65536"/>
              <a:gd name="T13" fmla="*/ 0 60000 65536"/>
              <a:gd name="T14" fmla="*/ 0 60000 65536"/>
              <a:gd name="T15" fmla="*/ 0 w 358"/>
              <a:gd name="T16" fmla="*/ 0 h 930"/>
              <a:gd name="T17" fmla="*/ 358 w 358"/>
              <a:gd name="T18" fmla="*/ 930 h 930"/>
            </a:gdLst>
            <a:ahLst/>
            <a:cxnLst>
              <a:cxn ang="T10">
                <a:pos x="T0" y="T1"/>
              </a:cxn>
              <a:cxn ang="T11">
                <a:pos x="T2" y="T3"/>
              </a:cxn>
              <a:cxn ang="T12">
                <a:pos x="T4" y="T5"/>
              </a:cxn>
              <a:cxn ang="T13">
                <a:pos x="T6" y="T7"/>
              </a:cxn>
              <a:cxn ang="T14">
                <a:pos x="T8" y="T9"/>
              </a:cxn>
            </a:cxnLst>
            <a:rect l="T15" t="T16" r="T17" b="T18"/>
            <a:pathLst>
              <a:path w="358" h="930">
                <a:moveTo>
                  <a:pt x="0" y="930"/>
                </a:moveTo>
                <a:cubicBezTo>
                  <a:pt x="38" y="910"/>
                  <a:pt x="167" y="873"/>
                  <a:pt x="225" y="810"/>
                </a:cubicBezTo>
                <a:cubicBezTo>
                  <a:pt x="283" y="747"/>
                  <a:pt x="332" y="653"/>
                  <a:pt x="345" y="555"/>
                </a:cubicBezTo>
                <a:cubicBezTo>
                  <a:pt x="358" y="457"/>
                  <a:pt x="337" y="317"/>
                  <a:pt x="300" y="225"/>
                </a:cubicBezTo>
                <a:cubicBezTo>
                  <a:pt x="263" y="133"/>
                  <a:pt x="158" y="47"/>
                  <a:pt x="120" y="0"/>
                </a:cubicBezTo>
              </a:path>
            </a:pathLst>
          </a:custGeom>
          <a:noFill/>
          <a:ln w="25400">
            <a:solidFill>
              <a:srgbClr val="FF0000"/>
            </a:solidFill>
            <a:round/>
            <a:headEnd/>
            <a:tailEnd type="triangle" w="med" len="lg"/>
          </a:ln>
          <a:extLst>
            <a:ext uri="{909E8E84-426E-40DD-AFC4-6F175D3DCCD1}">
              <a14:hiddenFill xmlns:a14="http://schemas.microsoft.com/office/drawing/2010/main">
                <a:solidFill>
                  <a:srgbClr val="FFFFFF"/>
                </a:solidFill>
              </a14:hiddenFill>
            </a:ext>
          </a:extLst>
        </p:spPr>
        <p:txBody>
          <a:bodyPr lIns="91440" tIns="45720" rIns="91440" bIns="45720"/>
          <a:lstStyle/>
          <a:p>
            <a:pPr defTabSz="1219170" eaLnBrk="0" fontAlgn="base" hangingPunct="0">
              <a:spcBef>
                <a:spcPct val="0"/>
              </a:spcBef>
              <a:spcAft>
                <a:spcPct val="0"/>
              </a:spcAft>
            </a:pPr>
            <a:endParaRPr lang="zh-CN" altLang="en-US" sz="1467" b="1">
              <a:solidFill>
                <a:prstClr val="black"/>
              </a:solidFill>
              <a:latin typeface="Times New Roman" panose="02020603050405020304" pitchFamily="18" charset="0"/>
              <a:ea typeface="楷体_GB2312" pitchFamily="49" charset="-122"/>
            </a:endParaRPr>
          </a:p>
        </p:txBody>
      </p:sp>
      <p:grpSp>
        <p:nvGrpSpPr>
          <p:cNvPr id="117769" name="Group 99"/>
          <p:cNvGrpSpPr>
            <a:grpSpLocks/>
          </p:cNvGrpSpPr>
          <p:nvPr/>
        </p:nvGrpSpPr>
        <p:grpSpPr bwMode="auto">
          <a:xfrm>
            <a:off x="8312151" y="3541185"/>
            <a:ext cx="1272116" cy="848783"/>
            <a:chOff x="948" y="2750"/>
            <a:chExt cx="802" cy="534"/>
          </a:xfrm>
        </p:grpSpPr>
        <p:sp>
          <p:nvSpPr>
            <p:cNvPr id="77" name="Rectangle 135"/>
            <p:cNvSpPr>
              <a:spLocks noChangeArrowheads="1"/>
            </p:cNvSpPr>
            <p:nvPr/>
          </p:nvSpPr>
          <p:spPr bwMode="auto">
            <a:xfrm>
              <a:off x="948" y="2765"/>
              <a:ext cx="773" cy="519"/>
            </a:xfrm>
            <a:prstGeom prst="rect">
              <a:avLst/>
            </a:prstGeom>
            <a:noFill/>
            <a:ln w="25400">
              <a:solidFill>
                <a:schemeClr val="tx2">
                  <a:lumMod val="60000"/>
                  <a:lumOff val="40000"/>
                </a:schemeClr>
              </a:solidFill>
              <a:miter lim="800000"/>
              <a:headEnd/>
              <a:tailEnd/>
            </a:ln>
          </p:spPr>
          <p:txBody>
            <a:bodyPr/>
            <a:lstStyle>
              <a:lvl1pPr>
                <a:spcBef>
                  <a:spcPct val="20000"/>
                </a:spcBef>
                <a:buClr>
                  <a:schemeClr val="accent1"/>
                </a:buClr>
                <a:buSzPct val="100000"/>
                <a:buFont typeface="Symbol" panose="05050102010706020507" pitchFamily="18" charset="2"/>
                <a:buChar char=""/>
                <a:defRPr sz="2400">
                  <a:solidFill>
                    <a:schemeClr val="tx2"/>
                  </a:solidFill>
                  <a:latin typeface="Candara" panose="020E0502030303020204" pitchFamily="34" charset="0"/>
                </a:defRPr>
              </a:lvl1pPr>
              <a:lvl2pPr marL="742950" indent="-285750">
                <a:spcBef>
                  <a:spcPct val="20000"/>
                </a:spcBef>
                <a:buClr>
                  <a:schemeClr val="accent1"/>
                </a:buClr>
                <a:buSzPct val="100000"/>
                <a:buFont typeface="Symbol" panose="05050102010706020507" pitchFamily="18" charset="2"/>
                <a:buChar char=""/>
                <a:defRPr sz="2200">
                  <a:solidFill>
                    <a:schemeClr val="tx2"/>
                  </a:solidFill>
                  <a:latin typeface="Candara" panose="020E0502030303020204" pitchFamily="34" charset="0"/>
                </a:defRPr>
              </a:lvl2pPr>
              <a:lvl3pPr marL="11430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3pPr>
              <a:lvl4pPr marL="1600200" indent="-228600">
                <a:spcBef>
                  <a:spcPct val="20000"/>
                </a:spcBef>
                <a:buClr>
                  <a:schemeClr val="accent1"/>
                </a:buClr>
                <a:buSzPct val="100000"/>
                <a:buFont typeface="Symbol" panose="05050102010706020507" pitchFamily="18" charset="2"/>
                <a:buChar char=""/>
                <a:defRPr sz="2000">
                  <a:solidFill>
                    <a:schemeClr val="tx2"/>
                  </a:solidFill>
                  <a:latin typeface="Candara" panose="020E0502030303020204" pitchFamily="34" charset="0"/>
                </a:defRPr>
              </a:lvl4pPr>
              <a:lvl5pPr marL="2057400" indent="-228600">
                <a:spcBef>
                  <a:spcPct val="20000"/>
                </a:spcBef>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5pPr>
              <a:lvl6pPr marL="25146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6pPr>
              <a:lvl7pPr marL="29718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7pPr>
              <a:lvl8pPr marL="34290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8pPr>
              <a:lvl9pPr marL="3886200" indent="-228600" eaLnBrk="0" fontAlgn="base" hangingPunct="0">
                <a:spcBef>
                  <a:spcPct val="20000"/>
                </a:spcBef>
                <a:spcAft>
                  <a:spcPct val="0"/>
                </a:spcAft>
                <a:buClr>
                  <a:schemeClr val="accent1"/>
                </a:buClr>
                <a:buSzPct val="100000"/>
                <a:buFont typeface="Symbol" panose="05050102010706020507" pitchFamily="18" charset="2"/>
                <a:buChar char=""/>
                <a:defRPr sz="1600">
                  <a:solidFill>
                    <a:schemeClr val="tx2"/>
                  </a:solidFill>
                  <a:latin typeface="Candara" panose="020E0502030303020204" pitchFamily="34" charset="0"/>
                </a:defRPr>
              </a:lvl9pPr>
            </a:lstStyle>
            <a:p>
              <a:pPr defTabSz="1219170" fontAlgn="base">
                <a:spcBef>
                  <a:spcPct val="0"/>
                </a:spcBef>
                <a:spcAft>
                  <a:spcPct val="0"/>
                </a:spcAft>
                <a:buClrTx/>
                <a:buSzTx/>
                <a:buNone/>
                <a:defRPr/>
              </a:pPr>
              <a:endParaRPr lang="zh-CN" altLang="en-US" sz="1600">
                <a:solidFill>
                  <a:prstClr val="black"/>
                </a:solidFill>
                <a:latin typeface="Times New Roman" panose="02020603050405020304" pitchFamily="18" charset="0"/>
                <a:ea typeface="楷体_GB2312" pitchFamily="49" charset="-122"/>
                <a:cs typeface="Times New Roman" panose="02020603050405020304" pitchFamily="18" charset="0"/>
              </a:endParaRPr>
            </a:p>
          </p:txBody>
        </p:sp>
        <p:sp>
          <p:nvSpPr>
            <p:cNvPr id="117779" name="Rectangle 136"/>
            <p:cNvSpPr>
              <a:spLocks noChangeArrowheads="1"/>
            </p:cNvSpPr>
            <p:nvPr/>
          </p:nvSpPr>
          <p:spPr bwMode="auto">
            <a:xfrm>
              <a:off x="975" y="2750"/>
              <a:ext cx="77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en-US" altLang="zh-CN" sz="1600" i="1">
                  <a:solidFill>
                    <a:srgbClr val="000000"/>
                  </a:solidFill>
                  <a:cs typeface="Times New Roman" panose="02020603050405020304" pitchFamily="18" charset="0"/>
                </a:rPr>
                <a:t>e</a:t>
              </a:r>
              <a:endParaRPr lang="en-US" altLang="zh-CN" sz="1600">
                <a:solidFill>
                  <a:srgbClr val="000000"/>
                </a:solidFill>
                <a:cs typeface="Times New Roman" panose="02020603050405020304" pitchFamily="18" charset="0"/>
              </a:endParaRPr>
            </a:p>
          </p:txBody>
        </p:sp>
        <p:sp>
          <p:nvSpPr>
            <p:cNvPr id="117780" name="Rectangle 137"/>
            <p:cNvSpPr>
              <a:spLocks noChangeArrowheads="1"/>
            </p:cNvSpPr>
            <p:nvPr/>
          </p:nvSpPr>
          <p:spPr bwMode="auto">
            <a:xfrm>
              <a:off x="975" y="3113"/>
              <a:ext cx="77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endParaRPr lang="en-US" altLang="zh-CN" sz="1600" i="1">
                <a:solidFill>
                  <a:srgbClr val="000000"/>
                </a:solidFill>
                <a:cs typeface="Times New Roman" panose="02020603050405020304" pitchFamily="18" charset="0"/>
              </a:endParaRPr>
            </a:p>
          </p:txBody>
        </p:sp>
        <p:sp>
          <p:nvSpPr>
            <p:cNvPr id="117781" name="Rectangle 138"/>
            <p:cNvSpPr>
              <a:spLocks noChangeArrowheads="1"/>
            </p:cNvSpPr>
            <p:nvPr/>
          </p:nvSpPr>
          <p:spPr bwMode="auto">
            <a:xfrm>
              <a:off x="975" y="2931"/>
              <a:ext cx="77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tIns="14400" bIns="14400"/>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eaLnBrk="0" fontAlgn="base" hangingPunct="0">
                <a:spcBef>
                  <a:spcPct val="0"/>
                </a:spcBef>
                <a:spcAft>
                  <a:spcPct val="0"/>
                </a:spcAft>
              </a:pPr>
              <a:r>
                <a:rPr lang="zh-CN" altLang="en-US" sz="1600">
                  <a:solidFill>
                    <a:srgbClr val="000000"/>
                  </a:solidFill>
                  <a:latin typeface="楷体" panose="02010609060101010101" pitchFamily="49" charset="-122"/>
                  <a:ea typeface="楷体" panose="02010609060101010101" pitchFamily="49" charset="-122"/>
                  <a:cs typeface="Times New Roman" panose="02020603050405020304" pitchFamily="18" charset="0"/>
                </a:rPr>
                <a:t>访问链</a:t>
              </a:r>
            </a:p>
          </p:txBody>
        </p:sp>
        <p:sp>
          <p:nvSpPr>
            <p:cNvPr id="81" name="Line 139"/>
            <p:cNvSpPr>
              <a:spLocks noChangeShapeType="1"/>
            </p:cNvSpPr>
            <p:nvPr/>
          </p:nvSpPr>
          <p:spPr bwMode="auto">
            <a:xfrm flipV="1">
              <a:off x="975" y="2931"/>
              <a:ext cx="746" cy="1"/>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sp>
          <p:nvSpPr>
            <p:cNvPr id="82" name="Line 140"/>
            <p:cNvSpPr>
              <a:spLocks noChangeShapeType="1"/>
            </p:cNvSpPr>
            <p:nvPr/>
          </p:nvSpPr>
          <p:spPr bwMode="auto">
            <a:xfrm flipV="1">
              <a:off x="975" y="3114"/>
              <a:ext cx="726" cy="0"/>
            </a:xfrm>
            <a:prstGeom prst="line">
              <a:avLst/>
            </a:prstGeom>
            <a:noFill/>
            <a:ln w="25400">
              <a:solidFill>
                <a:schemeClr val="bg1">
                  <a:lumMod val="50000"/>
                </a:schemeClr>
              </a:solidFill>
              <a:prstDash val="lgDash"/>
              <a:round/>
              <a:headEnd/>
              <a:tailEnd/>
            </a:ln>
          </p:spPr>
          <p:txBody>
            <a:bodyPr/>
            <a:lstStyle/>
            <a:p>
              <a:pPr defTabSz="1219170" eaLnBrk="0" fontAlgn="base" hangingPunct="0">
                <a:spcBef>
                  <a:spcPct val="0"/>
                </a:spcBef>
                <a:spcAft>
                  <a:spcPct val="0"/>
                </a:spcAft>
                <a:defRPr/>
              </a:pPr>
              <a:endParaRPr lang="zh-CN" altLang="en-US" sz="1467" b="1">
                <a:solidFill>
                  <a:prstClr val="black"/>
                </a:solidFill>
                <a:latin typeface="Times New Roman" panose="02020603050405020304" pitchFamily="18" charset="0"/>
                <a:ea typeface="楷体_GB2312" pitchFamily="49" charset="-122"/>
              </a:endParaRPr>
            </a:p>
          </p:txBody>
        </p:sp>
      </p:grpSp>
      <p:sp>
        <p:nvSpPr>
          <p:cNvPr id="83" name="任意多边形 82"/>
          <p:cNvSpPr/>
          <p:nvPr/>
        </p:nvSpPr>
        <p:spPr>
          <a:xfrm>
            <a:off x="9537700" y="675218"/>
            <a:ext cx="586317" cy="3257549"/>
          </a:xfrm>
          <a:custGeom>
            <a:avLst/>
            <a:gdLst>
              <a:gd name="connsiteX0" fmla="*/ 0 w 438897"/>
              <a:gd name="connsiteY0" fmla="*/ 2442758 h 2442758"/>
              <a:gd name="connsiteX1" fmla="*/ 421105 w 438897"/>
              <a:gd name="connsiteY1" fmla="*/ 1347884 h 2442758"/>
              <a:gd name="connsiteX2" fmla="*/ 324853 w 438897"/>
              <a:gd name="connsiteY2" fmla="*/ 192852 h 2442758"/>
              <a:gd name="connsiteX3" fmla="*/ 0 w 438897"/>
              <a:gd name="connsiteY3" fmla="*/ 12379 h 2442758"/>
            </a:gdLst>
            <a:ahLst/>
            <a:cxnLst>
              <a:cxn ang="0">
                <a:pos x="connsiteX0" y="connsiteY0"/>
              </a:cxn>
              <a:cxn ang="0">
                <a:pos x="connsiteX1" y="connsiteY1"/>
              </a:cxn>
              <a:cxn ang="0">
                <a:pos x="connsiteX2" y="connsiteY2"/>
              </a:cxn>
              <a:cxn ang="0">
                <a:pos x="connsiteX3" y="connsiteY3"/>
              </a:cxn>
            </a:cxnLst>
            <a:rect l="l" t="t" r="r" b="b"/>
            <a:pathLst>
              <a:path w="438897" h="2442758">
                <a:moveTo>
                  <a:pt x="0" y="2442758"/>
                </a:moveTo>
                <a:cubicBezTo>
                  <a:pt x="183481" y="2082813"/>
                  <a:pt x="366963" y="1722868"/>
                  <a:pt x="421105" y="1347884"/>
                </a:cubicBezTo>
                <a:cubicBezTo>
                  <a:pt x="475247" y="972900"/>
                  <a:pt x="395037" y="415436"/>
                  <a:pt x="324853" y="192852"/>
                </a:cubicBezTo>
                <a:cubicBezTo>
                  <a:pt x="254669" y="-29732"/>
                  <a:pt x="127334" y="-8677"/>
                  <a:pt x="0" y="12379"/>
                </a:cubicBezTo>
              </a:path>
            </a:pathLst>
          </a:custGeom>
          <a:noFill/>
          <a:ln w="25400">
            <a:solidFill>
              <a:schemeClr val="tx1"/>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sp>
        <p:nvSpPr>
          <p:cNvPr id="84" name="任意多边形 83"/>
          <p:cNvSpPr/>
          <p:nvPr/>
        </p:nvSpPr>
        <p:spPr>
          <a:xfrm>
            <a:off x="9505951" y="692151"/>
            <a:ext cx="336549" cy="1475316"/>
          </a:xfrm>
          <a:custGeom>
            <a:avLst/>
            <a:gdLst>
              <a:gd name="connsiteX0" fmla="*/ 0 w 252896"/>
              <a:gd name="connsiteY0" fmla="*/ 1106905 h 1106905"/>
              <a:gd name="connsiteX1" fmla="*/ 252663 w 252896"/>
              <a:gd name="connsiteY1" fmla="*/ 204537 h 1106905"/>
              <a:gd name="connsiteX2" fmla="*/ 36095 w 252896"/>
              <a:gd name="connsiteY2" fmla="*/ 0 h 1106905"/>
            </a:gdLst>
            <a:ahLst/>
            <a:cxnLst>
              <a:cxn ang="0">
                <a:pos x="connsiteX0" y="connsiteY0"/>
              </a:cxn>
              <a:cxn ang="0">
                <a:pos x="connsiteX1" y="connsiteY1"/>
              </a:cxn>
              <a:cxn ang="0">
                <a:pos x="connsiteX2" y="connsiteY2"/>
              </a:cxn>
            </a:cxnLst>
            <a:rect l="l" t="t" r="r" b="b"/>
            <a:pathLst>
              <a:path w="252896" h="1106905">
                <a:moveTo>
                  <a:pt x="0" y="1106905"/>
                </a:moveTo>
                <a:cubicBezTo>
                  <a:pt x="123323" y="747963"/>
                  <a:pt x="246647" y="389021"/>
                  <a:pt x="252663" y="204537"/>
                </a:cubicBezTo>
                <a:cubicBezTo>
                  <a:pt x="258679" y="20053"/>
                  <a:pt x="147387" y="10026"/>
                  <a:pt x="36095" y="0"/>
                </a:cubicBezTo>
              </a:path>
            </a:pathLst>
          </a:custGeom>
          <a:noFill/>
          <a:ln w="25400">
            <a:solidFill>
              <a:schemeClr val="tx2">
                <a:lumMod val="60000"/>
                <a:lumOff val="40000"/>
              </a:schemeClr>
            </a:solidFill>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eaLnBrk="0" fontAlgn="base" hangingPunct="0">
              <a:spcBef>
                <a:spcPct val="0"/>
              </a:spcBef>
              <a:spcAft>
                <a:spcPct val="0"/>
              </a:spcAft>
              <a:defRPr/>
            </a:pPr>
            <a:endParaRPr lang="zh-CN" altLang="en-US" sz="1467" b="1">
              <a:solidFill>
                <a:prstClr val="white"/>
              </a:solidFill>
              <a:latin typeface="Candara"/>
              <a:ea typeface="华文楷体" panose="02010600040101010101" pitchFamily="2" charset="-122"/>
            </a:endParaRPr>
          </a:p>
        </p:txBody>
      </p:sp>
      <p:grpSp>
        <p:nvGrpSpPr>
          <p:cNvPr id="117772" name="组合 84"/>
          <p:cNvGrpSpPr>
            <a:grpSpLocks/>
          </p:cNvGrpSpPr>
          <p:nvPr/>
        </p:nvGrpSpPr>
        <p:grpSpPr bwMode="auto">
          <a:xfrm>
            <a:off x="8312152" y="4459818"/>
            <a:ext cx="3016249" cy="2305049"/>
            <a:chOff x="78177" y="3363243"/>
            <a:chExt cx="2261575" cy="1728787"/>
          </a:xfrm>
        </p:grpSpPr>
        <p:sp>
          <p:nvSpPr>
            <p:cNvPr id="86" name="Rectangle 4"/>
            <p:cNvSpPr>
              <a:spLocks noChangeArrowheads="1"/>
            </p:cNvSpPr>
            <p:nvPr/>
          </p:nvSpPr>
          <p:spPr bwMode="auto">
            <a:xfrm>
              <a:off x="78177" y="3363243"/>
              <a:ext cx="2261575" cy="1714500"/>
            </a:xfrm>
            <a:prstGeom prst="rect">
              <a:avLst/>
            </a:prstGeom>
            <a:solidFill>
              <a:schemeClr val="accent5">
                <a:lumMod val="60000"/>
                <a:lumOff val="40000"/>
              </a:schemeClr>
            </a:solidFill>
            <a:ln w="9525">
              <a:solidFill>
                <a:schemeClr val="tx1"/>
              </a:solidFill>
              <a:miter lim="800000"/>
              <a:headEnd/>
              <a:tailEnd/>
            </a:ln>
          </p:spPr>
          <p:txBody>
            <a:bodyPr lIns="91440" tIns="45720" rIns="91440" bIns="45720"/>
            <a:lstStyle/>
            <a:p>
              <a:pPr marL="342891" indent="-342891" defTabSz="1219170" fontAlgn="base">
                <a:lnSpc>
                  <a:spcPts val="2400"/>
                </a:lnSpc>
                <a:spcBef>
                  <a:spcPct val="20000"/>
                </a:spcBef>
                <a:spcAft>
                  <a:spcPct val="0"/>
                </a:spcAft>
                <a:buClr>
                  <a:srgbClr val="5EAEFF"/>
                </a:buClr>
                <a:buSzPct val="60000"/>
                <a:defRPr/>
              </a:pPr>
              <a:r>
                <a:rPr lang="zh-CN" altLang="en-US" sz="1600" b="1" dirty="0">
                  <a:solidFill>
                    <a:prstClr val="black"/>
                  </a:solidFill>
                  <a:latin typeface="楷体_GB2312"/>
                  <a:ea typeface="楷体_GB2312"/>
                  <a:cs typeface="楷体_GB2312"/>
                </a:rPr>
                <a:t>	</a:t>
              </a:r>
              <a:r>
                <a:rPr lang="en-US" altLang="zh-CN" sz="2400" b="1" dirty="0">
                  <a:solidFill>
                    <a:srgbClr val="0000FF"/>
                  </a:solidFill>
                  <a:latin typeface="Times New Roman" panose="02020603050405020304" pitchFamily="18" charset="0"/>
                  <a:ea typeface="楷体_GB2312"/>
                  <a:cs typeface="Times New Roman" pitchFamily="18" charset="0"/>
                </a:rPr>
                <a:t>  </a:t>
              </a:r>
              <a:r>
                <a:rPr lang="zh-CN" altLang="en-US" sz="2400" b="1" dirty="0">
                  <a:solidFill>
                    <a:srgbClr val="0000FF"/>
                  </a:solidFill>
                  <a:latin typeface="楷体" pitchFamily="49" charset="-122"/>
                  <a:ea typeface="楷体" pitchFamily="49" charset="-122"/>
                  <a:cs typeface="Times New Roman" pitchFamily="18" charset="0"/>
                </a:rPr>
                <a:t>过程   嵌套深度</a:t>
              </a:r>
              <a:endParaRPr lang="en-US" altLang="zh-CN" sz="2400" b="1" dirty="0">
                <a:solidFill>
                  <a:srgbClr val="0000FF"/>
                </a:solidFill>
                <a:latin typeface="楷体" pitchFamily="49" charset="-122"/>
                <a:ea typeface="楷体" pitchFamily="49" charset="-122"/>
                <a:cs typeface="Times New Roman" pitchFamily="18" charset="0"/>
              </a:endParaRPr>
            </a:p>
            <a:p>
              <a:pPr marL="342891" indent="-342891" algn="just" defTabSz="1219170" fontAlgn="base">
                <a:lnSpc>
                  <a:spcPts val="2400"/>
                </a:lnSpc>
                <a:spcBef>
                  <a:spcPct val="20000"/>
                </a:spcBef>
                <a:spcAft>
                  <a:spcPct val="0"/>
                </a:spcAft>
                <a:buClr>
                  <a:srgbClr val="5EAEFF"/>
                </a:buClr>
                <a:buSzPct val="60000"/>
                <a:defRPr/>
              </a:pPr>
              <a:r>
                <a:rPr lang="en-US" altLang="zh-CN" sz="2400" b="1" i="1" dirty="0">
                  <a:solidFill>
                    <a:prstClr val="black"/>
                  </a:solidFill>
                  <a:latin typeface="Times New Roman" panose="02020603050405020304" pitchFamily="18" charset="0"/>
                  <a:ea typeface="楷体_GB2312"/>
                  <a:cs typeface="Times New Roman" pitchFamily="18" charset="0"/>
                </a:rPr>
                <a:t>sort</a:t>
              </a:r>
              <a:r>
                <a:rPr lang="en-US" altLang="zh-CN" sz="2400" b="1" dirty="0">
                  <a:solidFill>
                    <a:prstClr val="black"/>
                  </a:solidFill>
                  <a:latin typeface="Times New Roman" panose="02020603050405020304" pitchFamily="18" charset="0"/>
                  <a:ea typeface="楷体_GB2312"/>
                  <a:cs typeface="Times New Roman" pitchFamily="18" charset="0"/>
                </a:rPr>
                <a:t>		1</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err="1">
                  <a:solidFill>
                    <a:prstClr val="black"/>
                  </a:solidFill>
                  <a:latin typeface="Times New Roman" panose="02020603050405020304" pitchFamily="18" charset="0"/>
                  <a:ea typeface="楷体_GB2312"/>
                  <a:cs typeface="Times New Roman" pitchFamily="18" charset="0"/>
                </a:rPr>
                <a:t>readarray</a:t>
              </a:r>
              <a:r>
                <a:rPr lang="en-US" altLang="zh-CN" sz="2400" b="1" i="1" dirty="0">
                  <a:solidFill>
                    <a:prstClr val="black"/>
                  </a:solidFill>
                  <a:latin typeface="Times New Roman" panose="02020603050405020304" pitchFamily="18" charset="0"/>
                  <a:ea typeface="楷体_GB2312"/>
                  <a:cs typeface="Times New Roman" pitchFamily="18" charset="0"/>
                </a:rPr>
                <a:t>	</a:t>
              </a:r>
              <a:r>
                <a:rPr lang="en-US" altLang="zh-CN" sz="2400" b="1" dirty="0">
                  <a:solidFill>
                    <a:prstClr val="black"/>
                  </a:solidFill>
                  <a:latin typeface="Times New Roman" panose="02020603050405020304" pitchFamily="18" charset="0"/>
                  <a:ea typeface="楷体_GB2312"/>
                  <a:cs typeface="Times New Roman" pitchFamily="18" charset="0"/>
                </a:rPr>
                <a:t>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exchange</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quicksort</a:t>
              </a:r>
              <a:r>
                <a:rPr lang="en-US" altLang="zh-CN" sz="2400" b="1" dirty="0">
                  <a:solidFill>
                    <a:prstClr val="black"/>
                  </a:solidFill>
                  <a:latin typeface="Times New Roman" panose="02020603050405020304" pitchFamily="18" charset="0"/>
                  <a:ea typeface="楷体_GB2312"/>
                  <a:cs typeface="Times New Roman" pitchFamily="18" charset="0"/>
                </a:rPr>
                <a:t>	2</a:t>
              </a:r>
            </a:p>
            <a:p>
              <a:pPr marL="342891" indent="-342891" algn="just" defTabSz="1219170" fontAlgn="base">
                <a:lnSpc>
                  <a:spcPts val="2400"/>
                </a:lnSpc>
                <a:spcBef>
                  <a:spcPct val="20000"/>
                </a:spcBef>
                <a:spcAft>
                  <a:spcPct val="0"/>
                </a:spcAft>
                <a:buClr>
                  <a:srgbClr val="5EAEFF"/>
                </a:buClr>
                <a:buSzPct val="60000"/>
                <a:defRPr/>
              </a:pPr>
              <a:r>
                <a:rPr lang="en-US" altLang="zh-CN" sz="2400" b="1" dirty="0">
                  <a:solidFill>
                    <a:prstClr val="black"/>
                  </a:solidFill>
                  <a:latin typeface="Times New Roman" panose="02020603050405020304" pitchFamily="18" charset="0"/>
                  <a:ea typeface="楷体_GB2312"/>
                  <a:cs typeface="Times New Roman" pitchFamily="18" charset="0"/>
                </a:rPr>
                <a:t>      </a:t>
              </a:r>
              <a:r>
                <a:rPr lang="en-US" altLang="zh-CN" sz="2400" b="1" i="1" dirty="0">
                  <a:solidFill>
                    <a:prstClr val="black"/>
                  </a:solidFill>
                  <a:latin typeface="Times New Roman" panose="02020603050405020304" pitchFamily="18" charset="0"/>
                  <a:ea typeface="楷体_GB2312"/>
                  <a:cs typeface="Times New Roman" pitchFamily="18" charset="0"/>
                </a:rPr>
                <a:t>partition</a:t>
              </a:r>
              <a:r>
                <a:rPr lang="en-US" altLang="zh-CN" sz="2400" b="1" dirty="0">
                  <a:solidFill>
                    <a:prstClr val="black"/>
                  </a:solidFill>
                  <a:latin typeface="Times New Roman" panose="02020603050405020304" pitchFamily="18" charset="0"/>
                  <a:ea typeface="楷体_GB2312"/>
                  <a:cs typeface="Times New Roman" pitchFamily="18" charset="0"/>
                </a:rPr>
                <a:t>	3</a:t>
              </a:r>
            </a:p>
          </p:txBody>
        </p:sp>
        <p:cxnSp>
          <p:nvCxnSpPr>
            <p:cNvPr id="87" name="直接连接符 86"/>
            <p:cNvCxnSpPr/>
            <p:nvPr/>
          </p:nvCxnSpPr>
          <p:spPr bwMode="auto">
            <a:xfrm>
              <a:off x="78177" y="3648993"/>
              <a:ext cx="22615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接连接符 87"/>
            <p:cNvCxnSpPr/>
            <p:nvPr/>
          </p:nvCxnSpPr>
          <p:spPr bwMode="auto">
            <a:xfrm>
              <a:off x="1331963" y="3363243"/>
              <a:ext cx="0" cy="1728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7773" name="标题 1"/>
          <p:cNvSpPr>
            <a:spLocks noGrp="1"/>
          </p:cNvSpPr>
          <p:nvPr>
            <p:ph type="title"/>
          </p:nvPr>
        </p:nvSpPr>
        <p:spPr>
          <a:xfrm>
            <a:off x="1007533" y="357718"/>
            <a:ext cx="10574867" cy="478367"/>
          </a:xfrm>
        </p:spPr>
        <p:txBody>
          <a:bodyPr/>
          <a:lstStyle/>
          <a:p>
            <a:r>
              <a:rPr lang="zh-CN" altLang="en-US" sz="40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访问链的建立</a:t>
            </a:r>
            <a:endParaRPr lang="zh-CN" altLang="en-US" dirty="0">
              <a:ea typeface="微软雅黑" panose="020B0503020204020204" pitchFamily="34" charset="-122"/>
              <a:cs typeface="Times New Roman" panose="02020603050405020304" pitchFamily="18" charset="0"/>
            </a:endParaRPr>
          </a:p>
        </p:txBody>
      </p:sp>
      <p:sp>
        <p:nvSpPr>
          <p:cNvPr id="89" name="Rectangle 2"/>
          <p:cNvSpPr>
            <a:spLocks noGrp="1" noChangeArrowheads="1"/>
          </p:cNvSpPr>
          <p:nvPr>
            <p:ph idx="1"/>
          </p:nvPr>
        </p:nvSpPr>
        <p:spPr>
          <a:xfrm>
            <a:off x="476251" y="952500"/>
            <a:ext cx="7691967" cy="5793317"/>
          </a:xfrm>
        </p:spPr>
        <p:txBody>
          <a:bodyPr/>
          <a:lstStyle/>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建立访问链的代码属于</a:t>
            </a:r>
            <a:r>
              <a:rPr lang="zh-CN" altLang="en-US" sz="2667" b="1" dirty="0">
                <a:solidFill>
                  <a:schemeClr val="tx2">
                    <a:lumMod val="60000"/>
                    <a:lumOff val="40000"/>
                  </a:schemeClr>
                </a:solidFill>
                <a:cs typeface="Times New Roman" pitchFamily="18" charset="0"/>
              </a:rPr>
              <a:t>调用序列</a:t>
            </a:r>
            <a:r>
              <a:rPr lang="zh-CN" altLang="en-US" sz="2667" b="1" dirty="0">
                <a:solidFill>
                  <a:schemeClr val="tx1"/>
                </a:solidFill>
                <a:cs typeface="Times New Roman" pitchFamily="18" charset="0"/>
              </a:rPr>
              <a:t>的一部分</a:t>
            </a:r>
            <a:endParaRPr lang="en-US" altLang="zh-CN" sz="2667" b="1" dirty="0">
              <a:solidFill>
                <a:schemeClr val="tx1"/>
              </a:solidFill>
              <a:cs typeface="Times New Roman" pitchFamily="18" charset="0"/>
            </a:endParaRPr>
          </a:p>
          <a:p>
            <a:pPr eaLnBrk="1" hangingPunct="1">
              <a:lnSpc>
                <a:spcPts val="3467"/>
              </a:lnSpc>
              <a:buClrTx/>
              <a:buFont typeface="Wingdings" pitchFamily="2" charset="2"/>
              <a:buChar char="Ø"/>
              <a:defRPr/>
            </a:pPr>
            <a:r>
              <a:rPr lang="zh-CN" altLang="en-US" sz="2667" b="1" dirty="0">
                <a:solidFill>
                  <a:schemeClr val="tx1"/>
                </a:solidFill>
                <a:cs typeface="Times New Roman" pitchFamily="18" charset="0"/>
              </a:rPr>
              <a:t>假设嵌套深度为</a:t>
            </a:r>
            <a:r>
              <a:rPr lang="en-US" altLang="zh-CN" sz="2667" b="1" i="1" dirty="0">
                <a:solidFill>
                  <a:schemeClr val="tx1"/>
                </a:solidFill>
                <a:ea typeface="楷体_GB2312"/>
                <a:cs typeface="Times New Roman" pitchFamily="18" charset="0"/>
              </a:rPr>
              <a:t>n</a:t>
            </a:r>
            <a:r>
              <a:rPr lang="en-US" altLang="zh-CN" sz="2667" b="1" i="1" baseline="-30000" dirty="0">
                <a:solidFill>
                  <a:schemeClr val="tx1"/>
                </a:solidFill>
                <a:ea typeface="楷体_GB2312"/>
                <a:cs typeface="Times New Roman" pitchFamily="18" charset="0"/>
              </a:rPr>
              <a:t>x</a:t>
            </a:r>
            <a:r>
              <a:rPr lang="zh-CN" altLang="en-US" sz="2667" b="1" dirty="0">
                <a:solidFill>
                  <a:schemeClr val="tx1"/>
                </a:solidFill>
                <a:cs typeface="Times New Roman" pitchFamily="18" charset="0"/>
              </a:rPr>
              <a:t>的过程</a:t>
            </a:r>
            <a:r>
              <a:rPr lang="en-US" altLang="zh-CN" sz="2667" b="1" i="1" dirty="0">
                <a:solidFill>
                  <a:schemeClr val="tx1"/>
                </a:solidFill>
                <a:cs typeface="Times New Roman" pitchFamily="18" charset="0"/>
              </a:rPr>
              <a:t>x</a:t>
            </a:r>
            <a:r>
              <a:rPr lang="zh-CN" altLang="en-US" sz="2667" b="1" dirty="0">
                <a:solidFill>
                  <a:schemeClr val="tx1"/>
                </a:solidFill>
                <a:cs typeface="Times New Roman" pitchFamily="18" charset="0"/>
              </a:rPr>
              <a:t>调用嵌套深度为</a:t>
            </a:r>
            <a:r>
              <a:rPr lang="en-US" altLang="zh-CN" sz="2667" b="1" i="1" dirty="0" err="1">
                <a:solidFill>
                  <a:schemeClr val="tx1"/>
                </a:solidFill>
                <a:ea typeface="楷体_GB2312"/>
                <a:cs typeface="楷体_GB2312"/>
              </a:rPr>
              <a:t>n</a:t>
            </a:r>
            <a:r>
              <a:rPr lang="en-US" altLang="zh-CN" sz="2667" b="1" i="1" baseline="-30000" dirty="0" err="1">
                <a:solidFill>
                  <a:schemeClr val="tx1"/>
                </a:solidFill>
                <a:ea typeface="楷体_GB2312"/>
                <a:cs typeface="楷体_GB2312"/>
              </a:rPr>
              <a:t>y</a:t>
            </a:r>
            <a:r>
              <a:rPr lang="zh-CN" altLang="en-US" sz="2667" b="1" dirty="0">
                <a:solidFill>
                  <a:schemeClr val="tx1"/>
                </a:solidFill>
              </a:rPr>
              <a:t>的过程</a:t>
            </a:r>
            <a:r>
              <a:rPr lang="en-US" altLang="zh-CN" sz="2667" b="1" i="1" dirty="0">
                <a:solidFill>
                  <a:schemeClr val="tx1"/>
                </a:solidFill>
              </a:rPr>
              <a:t>y</a:t>
            </a:r>
            <a:r>
              <a:rPr lang="zh-CN" altLang="en-US" sz="2667" b="1" dirty="0">
                <a:solidFill>
                  <a:schemeClr val="tx1"/>
                </a:solidFill>
              </a:rPr>
              <a:t> </a:t>
            </a:r>
            <a:r>
              <a:rPr lang="en-US" altLang="zh-CN" sz="2667" b="1" dirty="0">
                <a:solidFill>
                  <a:schemeClr val="tx1"/>
                </a:solidFill>
                <a:ea typeface="楷体_GB2312"/>
                <a:cs typeface="楷体_GB2312"/>
              </a:rPr>
              <a:t>(</a:t>
            </a:r>
            <a:r>
              <a:rPr lang="en-US" altLang="zh-CN" sz="2667" b="1" i="1" dirty="0" err="1">
                <a:solidFill>
                  <a:schemeClr val="tx1"/>
                </a:solidFill>
                <a:ea typeface="楷体_GB2312"/>
                <a:cs typeface="楷体_GB2312"/>
              </a:rPr>
              <a:t>x</a:t>
            </a:r>
            <a:r>
              <a:rPr lang="en-US" altLang="zh-CN" sz="2667" b="1" dirty="0" err="1">
                <a:solidFill>
                  <a:schemeClr val="tx1"/>
                </a:solidFill>
                <a:ea typeface="楷体_GB2312"/>
                <a:cs typeface="楷体_GB2312"/>
              </a:rPr>
              <a:t>→</a:t>
            </a:r>
            <a:r>
              <a:rPr lang="en-US" altLang="zh-CN" sz="2667" b="1" i="1" dirty="0" err="1">
                <a:solidFill>
                  <a:schemeClr val="tx1"/>
                </a:solidFill>
                <a:ea typeface="楷体_GB2312"/>
                <a:cs typeface="楷体_GB2312"/>
              </a:rPr>
              <a:t>y</a:t>
            </a:r>
            <a:r>
              <a:rPr lang="en-US" altLang="zh-CN" sz="2667" b="1" dirty="0">
                <a:solidFill>
                  <a:schemeClr val="tx1"/>
                </a:solidFill>
                <a:ea typeface="楷体_GB2312"/>
                <a:cs typeface="楷体_GB2312"/>
              </a:rPr>
              <a:t>)</a:t>
            </a:r>
          </a:p>
          <a:p>
            <a:pPr lvl="1" eaLnBrk="1" hangingPunct="1">
              <a:lnSpc>
                <a:spcPts val="3467"/>
              </a:lnSpc>
              <a:buClrTx/>
              <a:buFont typeface="Wingdings" pitchFamily="2" charset="2"/>
              <a:buChar char="Ø"/>
              <a:defRPr/>
            </a:pPr>
            <a:r>
              <a:rPr lang="en-US" altLang="zh-CN" sz="2667" b="1" i="1" dirty="0">
                <a:solidFill>
                  <a:schemeClr val="tx1"/>
                </a:solidFill>
                <a:ea typeface="楷体_GB2312"/>
                <a:cs typeface="楷体_GB2312"/>
              </a:rPr>
              <a:t>n</a:t>
            </a:r>
            <a:r>
              <a:rPr lang="en-US" altLang="zh-CN" sz="2667" b="1" i="1" baseline="-30000" dirty="0">
                <a:solidFill>
                  <a:schemeClr val="tx1"/>
                </a:solidFill>
                <a:ea typeface="楷体_GB2312"/>
                <a:cs typeface="楷体_GB2312"/>
              </a:rPr>
              <a:t>x </a:t>
            </a:r>
            <a:r>
              <a:rPr lang="en-US" altLang="zh-CN" sz="2667" b="1" dirty="0">
                <a:solidFill>
                  <a:schemeClr val="tx1"/>
                </a:solidFill>
                <a:ea typeface="楷体_GB2312"/>
                <a:cs typeface="楷体_GB2312"/>
              </a:rPr>
              <a:t>&lt; </a:t>
            </a:r>
            <a:r>
              <a:rPr lang="en-US" altLang="zh-CN" sz="2667" b="1" i="1" dirty="0" err="1">
                <a:solidFill>
                  <a:schemeClr val="tx1"/>
                </a:solidFill>
                <a:ea typeface="楷体_GB2312"/>
                <a:cs typeface="楷体_GB2312"/>
              </a:rPr>
              <a:t>n</a:t>
            </a:r>
            <a:r>
              <a:rPr lang="en-US" altLang="zh-CN" sz="2400" b="1" i="1" baseline="-30000" dirty="0" err="1">
                <a:solidFill>
                  <a:schemeClr val="tx1"/>
                </a:solidFill>
                <a:ea typeface="楷体_GB2312"/>
                <a:cs typeface="楷体_GB2312"/>
              </a:rPr>
              <a:t>y</a:t>
            </a:r>
            <a:r>
              <a:rPr lang="zh-CN" altLang="en-US" sz="2667" b="1" dirty="0">
                <a:solidFill>
                  <a:schemeClr val="tx1"/>
                </a:solidFill>
                <a:latin typeface="楷体" pitchFamily="49" charset="-122"/>
              </a:rPr>
              <a:t>的情况</a:t>
            </a:r>
            <a:r>
              <a:rPr lang="en-US" altLang="zh-CN" sz="2667" b="1" dirty="0">
                <a:solidFill>
                  <a:schemeClr val="tx1"/>
                </a:solidFill>
                <a:ea typeface="楷体_GB2312"/>
                <a:cs typeface="楷体_GB2312"/>
              </a:rPr>
              <a:t>(</a:t>
            </a:r>
            <a:r>
              <a:rPr lang="zh-CN" altLang="en-US" sz="2667" b="1" dirty="0">
                <a:solidFill>
                  <a:schemeClr val="tx1"/>
                </a:solidFill>
                <a:latin typeface="楷体" pitchFamily="49" charset="-122"/>
              </a:rPr>
              <a:t>外层调用内层</a:t>
            </a:r>
            <a:r>
              <a:rPr lang="en-US" altLang="zh-CN" sz="2667" b="1" dirty="0">
                <a:solidFill>
                  <a:schemeClr val="tx1"/>
                </a:solidFill>
                <a:ea typeface="楷体_GB2312"/>
                <a:cs typeface="楷体_GB2312"/>
              </a:rPr>
              <a:t>)</a:t>
            </a:r>
          </a:p>
          <a:p>
            <a:pPr lvl="1" eaLnBrk="1" hangingPunct="1">
              <a:lnSpc>
                <a:spcPts val="3467"/>
              </a:lnSpc>
              <a:buClrTx/>
              <a:buFont typeface="Wingdings" pitchFamily="2" charset="2"/>
              <a:buChar char="Ø"/>
              <a:defRPr/>
            </a:pPr>
            <a:r>
              <a:rPr lang="en-US" altLang="zh-CN" sz="2667" b="1" i="1" dirty="0" err="1">
                <a:solidFill>
                  <a:prstClr val="black"/>
                </a:solidFill>
                <a:ea typeface="楷体_GB2312" pitchFamily="49" charset="-122"/>
              </a:rPr>
              <a:t>n</a:t>
            </a:r>
            <a:r>
              <a:rPr lang="en-US" altLang="zh-CN" sz="2667" b="1" i="1" baseline="-30000" dirty="0" err="1">
                <a:solidFill>
                  <a:prstClr val="black"/>
                </a:solidFill>
                <a:ea typeface="楷体" panose="02010609060101010101" pitchFamily="49" charset="-122"/>
                <a:cs typeface="Times New Roman" panose="02020603050405020304" pitchFamily="18" charset="0"/>
              </a:rPr>
              <a:t>x</a:t>
            </a:r>
            <a:r>
              <a:rPr lang="en-US" altLang="zh-CN" sz="2667" b="1" i="1" baseline="-30000" dirty="0">
                <a:solidFill>
                  <a:prstClr val="black"/>
                </a:solidFill>
                <a:ea typeface="楷体" panose="02010609060101010101" pitchFamily="49" charset="-122"/>
                <a:cs typeface="Times New Roman" panose="02020603050405020304" pitchFamily="18" charset="0"/>
              </a:rPr>
              <a:t> </a:t>
            </a:r>
            <a:r>
              <a:rPr lang="en-US" altLang="zh-CN" sz="2667" b="1" dirty="0">
                <a:solidFill>
                  <a:prstClr val="black"/>
                </a:solidFill>
                <a:ea typeface="楷体" panose="02010609060101010101" pitchFamily="49" charset="-122"/>
                <a:cs typeface="Times New Roman" panose="02020603050405020304" pitchFamily="18" charset="0"/>
              </a:rPr>
              <a:t>= </a:t>
            </a:r>
            <a:r>
              <a:rPr lang="en-US" altLang="zh-CN" sz="2667"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y</a:t>
            </a:r>
            <a:r>
              <a:rPr lang="zh-CN" altLang="en-US" sz="2667" b="1" dirty="0">
                <a:solidFill>
                  <a:prstClr val="black"/>
                </a:solidFill>
                <a:ea typeface="楷体" panose="02010609060101010101" pitchFamily="49" charset="-122"/>
                <a:cs typeface="Times New Roman" panose="02020603050405020304" pitchFamily="18" charset="0"/>
              </a:rPr>
              <a:t>的情况</a:t>
            </a:r>
            <a:r>
              <a:rPr lang="en-US" altLang="zh-CN" sz="2667" b="1" dirty="0">
                <a:solidFill>
                  <a:prstClr val="black"/>
                </a:solidFill>
                <a:ea typeface="楷体" panose="02010609060101010101" pitchFamily="49" charset="-122"/>
                <a:cs typeface="Times New Roman" panose="02020603050405020304" pitchFamily="18" charset="0"/>
              </a:rPr>
              <a:t>(</a:t>
            </a:r>
            <a:r>
              <a:rPr lang="zh-CN" altLang="en-US" sz="2667" b="1" dirty="0">
                <a:solidFill>
                  <a:schemeClr val="tx1"/>
                </a:solidFill>
                <a:latin typeface="楷体" pitchFamily="49" charset="-122"/>
              </a:rPr>
              <a:t>本层调用本层</a:t>
            </a:r>
            <a:r>
              <a:rPr lang="en-US" altLang="zh-CN" sz="2667" b="1" dirty="0">
                <a:solidFill>
                  <a:prstClr val="black"/>
                </a:solidFill>
                <a:ea typeface="楷体" panose="02010609060101010101" pitchFamily="49" charset="-122"/>
                <a:cs typeface="Times New Roman" panose="02020603050405020304" pitchFamily="18" charset="0"/>
              </a:rPr>
              <a:t> )</a:t>
            </a:r>
          </a:p>
          <a:p>
            <a:pPr lvl="1" eaLnBrk="1" hangingPunct="1">
              <a:lnSpc>
                <a:spcPts val="3467"/>
              </a:lnSpc>
              <a:buClrTx/>
              <a:buFont typeface="Wingdings" pitchFamily="2" charset="2"/>
              <a:buChar char="Ø"/>
              <a:defRPr/>
            </a:pPr>
            <a:r>
              <a:rPr lang="en-US" altLang="zh-CN" sz="2667" b="1" i="1" dirty="0" err="1">
                <a:solidFill>
                  <a:prstClr val="black"/>
                </a:solidFill>
                <a:ea typeface="楷体" panose="02010609060101010101" pitchFamily="49" charset="-122"/>
                <a:cs typeface="Times New Roman" panose="02020603050405020304" pitchFamily="18" charset="0"/>
              </a:rPr>
              <a:t>n</a:t>
            </a:r>
            <a:r>
              <a:rPr lang="en-US" altLang="zh-CN" sz="2667" b="1" i="1" baseline="-30000" dirty="0" err="1">
                <a:solidFill>
                  <a:prstClr val="black"/>
                </a:solidFill>
                <a:ea typeface="楷体" panose="02010609060101010101" pitchFamily="49" charset="-122"/>
                <a:cs typeface="Times New Roman" panose="02020603050405020304" pitchFamily="18" charset="0"/>
              </a:rPr>
              <a:t>x</a:t>
            </a:r>
            <a:r>
              <a:rPr lang="en-US" altLang="zh-CN" sz="2667" b="1" i="1" baseline="-30000" dirty="0">
                <a:solidFill>
                  <a:prstClr val="black"/>
                </a:solidFill>
                <a:ea typeface="楷体" panose="02010609060101010101" pitchFamily="49" charset="-122"/>
                <a:cs typeface="Times New Roman" panose="02020603050405020304" pitchFamily="18" charset="0"/>
              </a:rPr>
              <a:t> </a:t>
            </a:r>
            <a:r>
              <a:rPr lang="en-US" altLang="zh-CN" sz="2667" b="1" dirty="0">
                <a:solidFill>
                  <a:prstClr val="black"/>
                </a:solidFill>
                <a:ea typeface="楷体" panose="02010609060101010101" pitchFamily="49" charset="-122"/>
                <a:cs typeface="Times New Roman" panose="02020603050405020304" pitchFamily="18" charset="0"/>
              </a:rPr>
              <a:t>&gt; </a:t>
            </a:r>
            <a:r>
              <a:rPr lang="en-US" altLang="zh-CN" sz="2667"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y</a:t>
            </a:r>
            <a:r>
              <a:rPr lang="zh-CN" altLang="en-US" sz="2667" b="1" dirty="0">
                <a:solidFill>
                  <a:prstClr val="black"/>
                </a:solidFill>
                <a:ea typeface="楷体" panose="02010609060101010101" pitchFamily="49" charset="-122"/>
                <a:cs typeface="Times New Roman" panose="02020603050405020304" pitchFamily="18" charset="0"/>
              </a:rPr>
              <a:t>的情况</a:t>
            </a:r>
            <a:r>
              <a:rPr lang="en-US" altLang="zh-CN" sz="2667" b="1" dirty="0">
                <a:solidFill>
                  <a:prstClr val="black"/>
                </a:solidFill>
                <a:ea typeface="楷体" panose="02010609060101010101" pitchFamily="49" charset="-122"/>
                <a:cs typeface="Times New Roman" panose="02020603050405020304" pitchFamily="18" charset="0"/>
              </a:rPr>
              <a:t>(</a:t>
            </a:r>
            <a:r>
              <a:rPr lang="zh-CN" altLang="en-US" sz="2667" b="1" dirty="0">
                <a:solidFill>
                  <a:schemeClr val="tx1"/>
                </a:solidFill>
                <a:latin typeface="楷体" pitchFamily="49" charset="-122"/>
              </a:rPr>
              <a:t>内层调用外层，</a:t>
            </a:r>
            <a:r>
              <a:rPr lang="zh-CN" altLang="en-US" sz="2667" b="1" dirty="0">
                <a:solidFill>
                  <a:prstClr val="black"/>
                </a:solidFill>
                <a:ea typeface="楷体" panose="02010609060101010101" pitchFamily="49" charset="-122"/>
                <a:cs typeface="Times New Roman" panose="02020603050405020304" pitchFamily="18" charset="0"/>
              </a:rPr>
              <a:t>如： </a:t>
            </a:r>
            <a:r>
              <a:rPr lang="en-US" altLang="zh-CN" sz="2667" b="1" i="1" dirty="0" err="1">
                <a:solidFill>
                  <a:prstClr val="black"/>
                </a:solidFill>
                <a:ea typeface="楷体" panose="02010609060101010101" pitchFamily="49" charset="-122"/>
                <a:cs typeface="Times New Roman" panose="02020603050405020304" pitchFamily="18" charset="0"/>
              </a:rPr>
              <a:t>p</a:t>
            </a:r>
            <a:r>
              <a:rPr lang="en-US" altLang="zh-CN" sz="2667" b="1" dirty="0" err="1">
                <a:solidFill>
                  <a:prstClr val="black"/>
                </a:solidFill>
                <a:ea typeface="楷体" panose="02010609060101010101" pitchFamily="49" charset="-122"/>
                <a:cs typeface="Times New Roman" panose="02020603050405020304" pitchFamily="18" charset="0"/>
              </a:rPr>
              <a:t>→</a:t>
            </a:r>
            <a:r>
              <a:rPr lang="en-US" altLang="zh-CN" sz="2667" b="1" i="1" dirty="0" err="1">
                <a:solidFill>
                  <a:prstClr val="black"/>
                </a:solidFill>
                <a:ea typeface="楷体" panose="02010609060101010101" pitchFamily="49" charset="-122"/>
                <a:cs typeface="Times New Roman" panose="02020603050405020304" pitchFamily="18" charset="0"/>
              </a:rPr>
              <a:t>e</a:t>
            </a:r>
            <a:r>
              <a:rPr lang="en-US" altLang="zh-CN" sz="2667" b="1" dirty="0">
                <a:solidFill>
                  <a:prstClr val="black"/>
                </a:solidFill>
                <a:ea typeface="楷体" panose="02010609060101010101" pitchFamily="49" charset="-122"/>
                <a:cs typeface="Times New Roman" panose="02020603050405020304" pitchFamily="18" charset="0"/>
              </a:rPr>
              <a:t> )</a:t>
            </a:r>
          </a:p>
          <a:p>
            <a:pPr lvl="2" eaLnBrk="1" hangingPunct="1">
              <a:lnSpc>
                <a:spcPts val="3467"/>
              </a:lnSpc>
              <a:buClrTx/>
              <a:buFont typeface="Wingdings" pitchFamily="2" charset="2"/>
              <a:buChar char="Ø"/>
              <a:defRPr/>
            </a:pPr>
            <a:r>
              <a:rPr lang="zh-CN" altLang="en-US" sz="2400" b="1" dirty="0">
                <a:solidFill>
                  <a:prstClr val="black"/>
                </a:solidFill>
                <a:ea typeface="楷体" panose="02010609060101010101" pitchFamily="49" charset="-122"/>
                <a:cs typeface="Times New Roman" panose="02020603050405020304" pitchFamily="18" charset="0"/>
              </a:rPr>
              <a:t>调用者</a:t>
            </a:r>
            <a:r>
              <a:rPr lang="en-US" altLang="zh-CN" sz="2400" b="1" i="1" dirty="0">
                <a:solidFill>
                  <a:prstClr val="black"/>
                </a:solidFill>
                <a:ea typeface="楷体" panose="02010609060101010101" pitchFamily="49" charset="-122"/>
                <a:cs typeface="Times New Roman" panose="02020603050405020304" pitchFamily="18" charset="0"/>
              </a:rPr>
              <a:t>x</a:t>
            </a:r>
            <a:r>
              <a:rPr lang="zh-CN" altLang="en-US" sz="2400" b="1" dirty="0">
                <a:solidFill>
                  <a:prstClr val="black"/>
                </a:solidFill>
                <a:ea typeface="楷体" panose="02010609060101010101" pitchFamily="49" charset="-122"/>
                <a:cs typeface="Times New Roman" panose="02020603050405020304" pitchFamily="18" charset="0"/>
              </a:rPr>
              <a:t>必定嵌套在某个过程</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prstClr val="black"/>
                </a:solidFill>
                <a:ea typeface="楷体" panose="02010609060101010101" pitchFamily="49" charset="-122"/>
                <a:cs typeface="Times New Roman" panose="02020603050405020304" pitchFamily="18" charset="0"/>
              </a:rPr>
              <a:t>中，而</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schemeClr val="tx1"/>
                </a:solidFill>
                <a:ea typeface="楷体" panose="02010609060101010101" pitchFamily="49" charset="-122"/>
                <a:cs typeface="Times New Roman" panose="02020603050405020304" pitchFamily="18" charset="0"/>
              </a:rPr>
              <a:t>中</a:t>
            </a:r>
            <a:r>
              <a:rPr lang="zh-CN" altLang="en-US" sz="2400" b="1" dirty="0">
                <a:solidFill>
                  <a:schemeClr val="tx2">
                    <a:lumMod val="60000"/>
                    <a:lumOff val="40000"/>
                  </a:schemeClr>
                </a:solidFill>
                <a:ea typeface="楷体" panose="02010609060101010101" pitchFamily="49" charset="-122"/>
                <a:cs typeface="Times New Roman" panose="02020603050405020304" pitchFamily="18" charset="0"/>
              </a:rPr>
              <a:t>直接定义</a:t>
            </a:r>
            <a:r>
              <a:rPr lang="zh-CN" altLang="en-US" sz="2400" b="1" dirty="0">
                <a:solidFill>
                  <a:prstClr val="black"/>
                </a:solidFill>
                <a:ea typeface="楷体" panose="02010609060101010101" pitchFamily="49" charset="-122"/>
                <a:cs typeface="Times New Roman" panose="02020603050405020304" pitchFamily="18" charset="0"/>
              </a:rPr>
              <a:t>了被调用者</a:t>
            </a:r>
            <a:r>
              <a:rPr lang="en-US" altLang="zh-CN" sz="2400" b="1" i="1" dirty="0">
                <a:solidFill>
                  <a:prstClr val="black"/>
                </a:solidFill>
                <a:ea typeface="楷体" panose="02010609060101010101" pitchFamily="49" charset="-122"/>
                <a:cs typeface="Times New Roman" panose="02020603050405020304" pitchFamily="18" charset="0"/>
              </a:rPr>
              <a:t>y</a:t>
            </a:r>
          </a:p>
          <a:p>
            <a:pPr lvl="2" eaLnBrk="1" hangingPunct="1">
              <a:lnSpc>
                <a:spcPts val="3467"/>
              </a:lnSpc>
              <a:buClrTx/>
              <a:buFont typeface="Wingdings" pitchFamily="2" charset="2"/>
              <a:buChar char="Ø"/>
              <a:defRPr/>
            </a:pPr>
            <a:r>
              <a:rPr lang="zh-CN" altLang="en-US" sz="2400" b="1" dirty="0">
                <a:solidFill>
                  <a:prstClr val="black"/>
                </a:solidFill>
                <a:ea typeface="楷体" panose="02010609060101010101" pitchFamily="49" charset="-122"/>
                <a:cs typeface="Times New Roman" panose="02020603050405020304" pitchFamily="18" charset="0"/>
              </a:rPr>
              <a:t>从</a:t>
            </a:r>
            <a:r>
              <a:rPr lang="en-US" altLang="zh-CN" sz="2400" b="1" i="1" dirty="0">
                <a:solidFill>
                  <a:prstClr val="black"/>
                </a:solidFill>
                <a:ea typeface="楷体" panose="02010609060101010101" pitchFamily="49" charset="-122"/>
                <a:cs typeface="Times New Roman" panose="02020603050405020304" pitchFamily="18" charset="0"/>
              </a:rPr>
              <a:t>x</a:t>
            </a:r>
            <a:r>
              <a:rPr lang="zh-CN" altLang="en-US" sz="2400" b="1" dirty="0">
                <a:solidFill>
                  <a:prstClr val="black"/>
                </a:solidFill>
                <a:ea typeface="楷体" panose="02010609060101010101" pitchFamily="49" charset="-122"/>
                <a:cs typeface="Times New Roman" panose="02020603050405020304" pitchFamily="18" charset="0"/>
              </a:rPr>
              <a:t>的活动记录开始，沿着访问链经过</a:t>
            </a:r>
            <a:r>
              <a:rPr lang="en-US" altLang="zh-CN" sz="2400"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x</a:t>
            </a:r>
            <a:r>
              <a:rPr lang="en-US" altLang="zh-CN" sz="2400" b="1" i="1" dirty="0">
                <a:solidFill>
                  <a:prstClr val="black"/>
                </a:solidFill>
                <a:ea typeface="楷体" panose="02010609060101010101" pitchFamily="49" charset="-122"/>
                <a:cs typeface="Times New Roman" panose="02020603050405020304" pitchFamily="18" charset="0"/>
              </a:rPr>
              <a:t> </a:t>
            </a:r>
            <a:r>
              <a:rPr lang="en-US" altLang="zh-CN" sz="2400" b="1" dirty="0">
                <a:solidFill>
                  <a:prstClr val="black"/>
                </a:solidFill>
                <a:ea typeface="楷体" panose="02010609060101010101" pitchFamily="49" charset="-122"/>
                <a:cs typeface="Times New Roman" panose="02020603050405020304" pitchFamily="18" charset="0"/>
              </a:rPr>
              <a:t>- </a:t>
            </a:r>
            <a:r>
              <a:rPr lang="en-US" altLang="zh-CN" sz="2400" b="1" i="1" dirty="0" err="1">
                <a:solidFill>
                  <a:prstClr val="black"/>
                </a:solidFill>
                <a:ea typeface="楷体" panose="02010609060101010101" pitchFamily="49" charset="-122"/>
                <a:cs typeface="Times New Roman" panose="02020603050405020304" pitchFamily="18" charset="0"/>
              </a:rPr>
              <a:t>n</a:t>
            </a:r>
            <a:r>
              <a:rPr lang="en-US" altLang="zh-CN" sz="2400" b="1" i="1" baseline="-30000" dirty="0" err="1">
                <a:solidFill>
                  <a:prstClr val="black"/>
                </a:solidFill>
                <a:ea typeface="楷体" panose="02010609060101010101" pitchFamily="49" charset="-122"/>
                <a:cs typeface="Times New Roman" panose="02020603050405020304" pitchFamily="18" charset="0"/>
              </a:rPr>
              <a:t>y</a:t>
            </a:r>
            <a:r>
              <a:rPr lang="en-US" altLang="zh-CN" sz="2400" b="1" i="1" dirty="0">
                <a:solidFill>
                  <a:prstClr val="black"/>
                </a:solidFill>
                <a:ea typeface="楷体" panose="02010609060101010101" pitchFamily="49" charset="-122"/>
                <a:cs typeface="Times New Roman" panose="02020603050405020304" pitchFamily="18" charset="0"/>
              </a:rPr>
              <a:t> </a:t>
            </a:r>
            <a:r>
              <a:rPr lang="en-US" altLang="zh-CN" sz="2400" b="1" dirty="0">
                <a:solidFill>
                  <a:prstClr val="black"/>
                </a:solidFill>
                <a:ea typeface="楷体" panose="02010609060101010101" pitchFamily="49" charset="-122"/>
                <a:cs typeface="Times New Roman" panose="02020603050405020304" pitchFamily="18" charset="0"/>
              </a:rPr>
              <a:t>+ 1</a:t>
            </a:r>
            <a:r>
              <a:rPr lang="zh-CN" altLang="en-US" sz="2400" b="1" dirty="0">
                <a:solidFill>
                  <a:prstClr val="black"/>
                </a:solidFill>
                <a:ea typeface="楷体" panose="02010609060101010101" pitchFamily="49" charset="-122"/>
                <a:cs typeface="Times New Roman" panose="02020603050405020304" pitchFamily="18" charset="0"/>
              </a:rPr>
              <a:t>步就可以找到离栈顶最近的</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prstClr val="black"/>
                </a:solidFill>
                <a:ea typeface="楷体" panose="02010609060101010101" pitchFamily="49" charset="-122"/>
                <a:cs typeface="Times New Roman" panose="02020603050405020304" pitchFamily="18" charset="0"/>
              </a:rPr>
              <a:t>的活动记录。</a:t>
            </a:r>
            <a:r>
              <a:rPr lang="en-US" altLang="zh-CN" sz="2400" b="1" i="1" dirty="0">
                <a:solidFill>
                  <a:prstClr val="black"/>
                </a:solidFill>
                <a:ea typeface="楷体" panose="02010609060101010101" pitchFamily="49" charset="-122"/>
                <a:cs typeface="Times New Roman" panose="02020603050405020304" pitchFamily="18" charset="0"/>
              </a:rPr>
              <a:t> y</a:t>
            </a:r>
            <a:r>
              <a:rPr lang="zh-CN" altLang="en-US" sz="2400" b="1" dirty="0">
                <a:solidFill>
                  <a:prstClr val="black"/>
                </a:solidFill>
                <a:ea typeface="楷体" panose="02010609060101010101" pitchFamily="49" charset="-122"/>
                <a:cs typeface="Times New Roman" panose="02020603050405020304" pitchFamily="18" charset="0"/>
              </a:rPr>
              <a:t>的访问链必须指向</a:t>
            </a:r>
            <a:r>
              <a:rPr lang="en-US" altLang="zh-CN" sz="2400" b="1" i="1" dirty="0">
                <a:solidFill>
                  <a:prstClr val="black"/>
                </a:solidFill>
                <a:ea typeface="楷体" panose="02010609060101010101" pitchFamily="49" charset="-122"/>
                <a:cs typeface="Times New Roman" panose="02020603050405020304" pitchFamily="18" charset="0"/>
              </a:rPr>
              <a:t>z</a:t>
            </a:r>
            <a:r>
              <a:rPr lang="zh-CN" altLang="en-US" sz="2400" b="1" dirty="0">
                <a:solidFill>
                  <a:prstClr val="black"/>
                </a:solidFill>
                <a:ea typeface="楷体" panose="02010609060101010101" pitchFamily="49" charset="-122"/>
                <a:cs typeface="Times New Roman" panose="02020603050405020304" pitchFamily="18" charset="0"/>
              </a:rPr>
              <a:t>的这个活动记录</a:t>
            </a:r>
          </a:p>
          <a:p>
            <a:pPr lvl="1" eaLnBrk="1" hangingPunct="1">
              <a:lnSpc>
                <a:spcPts val="3467"/>
              </a:lnSpc>
              <a:buClrTx/>
              <a:buFont typeface="Wingdings" pitchFamily="2" charset="2"/>
              <a:buChar char="Ø"/>
              <a:defRPr/>
            </a:pPr>
            <a:endParaRPr lang="zh-CN" altLang="en-US" sz="2400" b="1" dirty="0">
              <a:solidFill>
                <a:schemeClr val="tx1"/>
              </a:solidFill>
              <a:ea typeface="楷体_GB2312"/>
              <a:cs typeface="楷体_GB2312"/>
            </a:endParaRPr>
          </a:p>
        </p:txBody>
      </p:sp>
      <p:sp>
        <p:nvSpPr>
          <p:cNvPr id="48" name="矩形 47">
            <a:extLst>
              <a:ext uri="{FF2B5EF4-FFF2-40B4-BE49-F238E27FC236}">
                <a16:creationId xmlns:a16="http://schemas.microsoft.com/office/drawing/2014/main" id="{566221E9-3995-40A5-A17D-CC978ABE9CB9}"/>
              </a:ext>
            </a:extLst>
          </p:cNvPr>
          <p:cNvSpPr/>
          <p:nvPr/>
        </p:nvSpPr>
        <p:spPr>
          <a:xfrm>
            <a:off x="215755" y="6252333"/>
            <a:ext cx="7388561" cy="502766"/>
          </a:xfrm>
          <a:prstGeom prst="rect">
            <a:avLst/>
          </a:prstGeom>
          <a:solidFill>
            <a:schemeClr val="accent5">
              <a:lumMod val="60000"/>
              <a:lumOff val="40000"/>
            </a:schemeClr>
          </a:solidFill>
          <a:ln>
            <a:solidFill>
              <a:schemeClr val="tx1"/>
            </a:solidFill>
          </a:ln>
        </p:spPr>
        <p:txBody>
          <a:bodyPr wrap="none">
            <a:spAutoFit/>
          </a:bodyPr>
          <a:lstStyle/>
          <a:p>
            <a:pPr defTabSz="1219170" eaLnBrk="0" fontAlgn="base" hangingPunct="0">
              <a:spcBef>
                <a:spcPct val="0"/>
              </a:spcBef>
              <a:spcAft>
                <a:spcPct val="0"/>
              </a:spcAft>
              <a:defRPr/>
            </a:pPr>
            <a:r>
              <a:rPr lang="zh-CN" altLang="en-US" sz="2667" b="1" dirty="0">
                <a:solidFill>
                  <a:prstClr val="black"/>
                </a:solidFill>
                <a:latin typeface="华文楷体" panose="02010600040101010101" pitchFamily="2" charset="-122"/>
                <a:ea typeface="华文楷体" panose="02010600040101010101" pitchFamily="2" charset="-122"/>
              </a:rPr>
              <a:t>嵌套深度是在编译阶段通过</a:t>
            </a:r>
            <a:r>
              <a:rPr lang="zh-CN" altLang="en-US" sz="2667" b="1" dirty="0">
                <a:solidFill>
                  <a:srgbClr val="FF0000"/>
                </a:solidFill>
                <a:latin typeface="华文楷体" panose="02010600040101010101" pitchFamily="2" charset="-122"/>
                <a:ea typeface="华文楷体" panose="02010600040101010101" pitchFamily="2" charset="-122"/>
              </a:rPr>
              <a:t>静态分析</a:t>
            </a:r>
            <a:r>
              <a:rPr lang="zh-CN" altLang="en-US" sz="2667" b="1" dirty="0">
                <a:solidFill>
                  <a:prstClr val="black"/>
                </a:solidFill>
                <a:latin typeface="华文楷体" panose="02010600040101010101" pitchFamily="2" charset="-122"/>
                <a:ea typeface="华文楷体" panose="02010600040101010101" pitchFamily="2" charset="-122"/>
              </a:rPr>
              <a:t>就能确定的</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5" name="内容占位符 2"/>
          <p:cNvSpPr>
            <a:spLocks noGrp="1"/>
          </p:cNvSpPr>
          <p:nvPr>
            <p:ph idx="1"/>
          </p:nvPr>
        </p:nvSpPr>
        <p:spPr>
          <a:xfrm>
            <a:off x="476251" y="1123951"/>
            <a:ext cx="11334749" cy="3744383"/>
          </a:xfrm>
        </p:spPr>
        <p:txBody>
          <a:bodyPr/>
          <a:lstStyle/>
          <a:p>
            <a:pPr eaLnBrk="1" hangingPunct="1">
              <a:lnSpc>
                <a:spcPts val="3840"/>
              </a:lnSpc>
              <a:buClrTx/>
              <a:buFont typeface="Wingdings" pitchFamily="2" charset="2"/>
              <a:buChar char="Ø"/>
              <a:defRPr/>
            </a:pPr>
            <a:r>
              <a:rPr lang="zh-CN" altLang="en-US" b="1" dirty="0">
                <a:solidFill>
                  <a:schemeClr val="tx1"/>
                </a:solidFill>
                <a:latin typeface="+mn-ea"/>
              </a:rPr>
              <a:t>存储组织</a:t>
            </a:r>
          </a:p>
          <a:p>
            <a:pPr eaLnBrk="1" hangingPunct="1">
              <a:lnSpc>
                <a:spcPts val="3840"/>
              </a:lnSpc>
              <a:buClrTx/>
              <a:buFont typeface="Wingdings" pitchFamily="2" charset="2"/>
              <a:buChar char="Ø"/>
              <a:defRPr/>
            </a:pPr>
            <a:r>
              <a:rPr lang="zh-CN" altLang="en-US" b="1" dirty="0">
                <a:solidFill>
                  <a:schemeClr val="tx1"/>
                </a:solidFill>
                <a:latin typeface="+mn-ea"/>
              </a:rPr>
              <a:t>静态存储分配</a:t>
            </a:r>
          </a:p>
          <a:p>
            <a:pPr eaLnBrk="1" hangingPunct="1">
              <a:lnSpc>
                <a:spcPts val="3840"/>
              </a:lnSpc>
              <a:buClrTx/>
              <a:buFont typeface="Wingdings" pitchFamily="2" charset="2"/>
              <a:buChar char="Ø"/>
              <a:defRPr/>
            </a:pPr>
            <a:r>
              <a:rPr lang="zh-CN" altLang="en-US" b="1" dirty="0">
                <a:solidFill>
                  <a:schemeClr val="tx1"/>
                </a:solidFill>
                <a:latin typeface="+mn-ea"/>
              </a:rPr>
              <a:t>栈式存储分配</a:t>
            </a:r>
          </a:p>
          <a:p>
            <a:pPr eaLnBrk="1" hangingPunct="1">
              <a:lnSpc>
                <a:spcPts val="3840"/>
              </a:lnSpc>
              <a:buClrTx/>
              <a:buFont typeface="Wingdings" pitchFamily="2" charset="2"/>
              <a:buChar char="Ø"/>
              <a:defRPr/>
            </a:pPr>
            <a:r>
              <a:rPr lang="zh-CN" altLang="en-US" b="1" dirty="0">
                <a:solidFill>
                  <a:schemeClr val="tx1"/>
                </a:solidFill>
                <a:latin typeface="+mn-ea"/>
              </a:rPr>
              <a:t>非局部数据的访问</a:t>
            </a:r>
          </a:p>
          <a:p>
            <a:pPr eaLnBrk="1" hangingPunct="1">
              <a:lnSpc>
                <a:spcPts val="3840"/>
              </a:lnSpc>
              <a:buClrTx/>
              <a:buFont typeface="Wingdings" pitchFamily="2" charset="2"/>
              <a:buChar char="Ø"/>
              <a:defRPr/>
            </a:pPr>
            <a:r>
              <a:rPr lang="zh-CN" altLang="en-US" b="1" dirty="0">
                <a:solidFill>
                  <a:schemeClr val="tx1"/>
                </a:solidFill>
                <a:latin typeface="+mn-ea"/>
              </a:rPr>
              <a:t>参数传递</a:t>
            </a:r>
            <a:endParaRPr lang="en-US" altLang="zh-CN" b="1" dirty="0">
              <a:solidFill>
                <a:schemeClr val="tx1"/>
              </a:solidFill>
              <a:latin typeface="+mn-ea"/>
            </a:endParaRPr>
          </a:p>
          <a:p>
            <a:pPr eaLnBrk="1" hangingPunct="1">
              <a:lnSpc>
                <a:spcPts val="3840"/>
              </a:lnSpc>
              <a:buClrTx/>
              <a:buFont typeface="Wingdings" pitchFamily="2" charset="2"/>
              <a:buChar char="Ø"/>
              <a:defRPr/>
            </a:pPr>
            <a:r>
              <a:rPr lang="zh-CN" altLang="en-US" b="1" dirty="0">
                <a:solidFill>
                  <a:schemeClr val="tx1"/>
                </a:solidFill>
                <a:latin typeface="+mn-ea"/>
              </a:rPr>
              <a:t>符号表</a:t>
            </a:r>
          </a:p>
        </p:txBody>
      </p:sp>
      <p:sp>
        <p:nvSpPr>
          <p:cNvPr id="62468" name="标题 1"/>
          <p:cNvSpPr>
            <a:spLocks noGrp="1"/>
          </p:cNvSpPr>
          <p:nvPr>
            <p:ph type="title"/>
          </p:nvPr>
        </p:nvSpPr>
        <p:spPr>
          <a:xfrm>
            <a:off x="1007533" y="357718"/>
            <a:ext cx="10574867" cy="478367"/>
          </a:xfrm>
        </p:spPr>
        <p:txBody>
          <a:bodyPr/>
          <a:lstStyle/>
          <a:p>
            <a:pPr eaLnBrk="1" hangingPunct="1">
              <a:defRPr/>
            </a:pPr>
            <a:r>
              <a:rPr lang="zh-CN" altLang="en-US" sz="4000" spc="400" dirty="0">
                <a:solidFill>
                  <a:schemeClr val="tx1"/>
                </a:solidFill>
                <a:latin typeface="微软雅黑" pitchFamily="34" charset="-122"/>
                <a:ea typeface="微软雅黑" pitchFamily="34" charset="-122"/>
              </a:rPr>
              <a:t>本章小结</a:t>
            </a:r>
          </a:p>
        </p:txBody>
      </p:sp>
      <p:grpSp>
        <p:nvGrpSpPr>
          <p:cNvPr id="146436" name="组合 44"/>
          <p:cNvGrpSpPr>
            <a:grpSpLocks/>
          </p:cNvGrpSpPr>
          <p:nvPr/>
        </p:nvGrpSpPr>
        <p:grpSpPr bwMode="auto">
          <a:xfrm>
            <a:off x="0" y="260351"/>
            <a:ext cx="1007533" cy="575733"/>
            <a:chOff x="-786" y="195486"/>
            <a:chExt cx="756363" cy="432048"/>
          </a:xfrm>
        </p:grpSpPr>
        <p:sp>
          <p:nvSpPr>
            <p:cNvPr id="6" name="五边形 5"/>
            <p:cNvSpPr/>
            <p:nvPr/>
          </p:nvSpPr>
          <p:spPr>
            <a:xfrm>
              <a:off x="-786" y="195486"/>
              <a:ext cx="756363" cy="432048"/>
            </a:xfrm>
            <a:prstGeom prst="homePlate">
              <a:avLst/>
            </a:prstGeom>
            <a:solidFill>
              <a:schemeClr val="bg2">
                <a:lumMod val="50000"/>
              </a:schemeClr>
            </a:solidFill>
            <a:ln w="25400" cap="flat" cmpd="sng" algn="ctr">
              <a:noFill/>
              <a:prstDash val="solid"/>
            </a:ln>
            <a:effectLst/>
          </p:spPr>
          <p:txBody>
            <a:bodyPr anchor="ctr"/>
            <a:lstStyle>
              <a:lvl1pPr>
                <a:defRPr>
                  <a:solidFill>
                    <a:schemeClr val="tx1"/>
                  </a:solidFill>
                  <a:latin typeface="Tahoma" panose="020B0604030504040204" pitchFamily="34" charset="0"/>
                  <a:ea typeface="宋体" panose="02010600030101010101" pitchFamily="2" charset="-122"/>
                </a:defRPr>
              </a:lvl1pPr>
              <a:lvl2pPr marL="742950" indent="-285750">
                <a:defRPr>
                  <a:solidFill>
                    <a:schemeClr val="tx1"/>
                  </a:solidFill>
                  <a:latin typeface="Tahoma" panose="020B0604030504040204" pitchFamily="34" charset="0"/>
                  <a:ea typeface="宋体" panose="02010600030101010101" pitchFamily="2" charset="-122"/>
                </a:defRPr>
              </a:lvl2pPr>
              <a:lvl3pPr marL="1143000" indent="-228600">
                <a:defRPr>
                  <a:solidFill>
                    <a:schemeClr val="tx1"/>
                  </a:solidFill>
                  <a:latin typeface="Tahoma" panose="020B0604030504040204" pitchFamily="34" charset="0"/>
                  <a:ea typeface="宋体" panose="02010600030101010101" pitchFamily="2" charset="-122"/>
                </a:defRPr>
              </a:lvl3pPr>
              <a:lvl4pPr marL="1600200" indent="-228600">
                <a:defRPr>
                  <a:solidFill>
                    <a:schemeClr val="tx1"/>
                  </a:solidFill>
                  <a:latin typeface="Tahoma" panose="020B0604030504040204" pitchFamily="34" charset="0"/>
                  <a:ea typeface="宋体" panose="02010600030101010101" pitchFamily="2" charset="-122"/>
                </a:defRPr>
              </a:lvl4pPr>
              <a:lvl5pPr marL="2057400" indent="-228600">
                <a:defRPr>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宋体" panose="02010600030101010101" pitchFamily="2" charset="-122"/>
                </a:defRPr>
              </a:lvl9pPr>
            </a:lstStyle>
            <a:p>
              <a:pPr algn="ctr" defTabSz="1219170" fontAlgn="base">
                <a:spcBef>
                  <a:spcPct val="0"/>
                </a:spcBef>
                <a:spcAft>
                  <a:spcPct val="0"/>
                </a:spcAft>
                <a:defRPr/>
              </a:pPr>
              <a:endParaRPr lang="zh-CN" altLang="en-US" sz="2400">
                <a:solidFill>
                  <a:srgbClr val="FFFFFF"/>
                </a:solidFill>
                <a:latin typeface="Calibri" panose="020F0502020204030204" pitchFamily="34" charset="0"/>
              </a:endParaRPr>
            </a:p>
          </p:txBody>
        </p:sp>
        <p:sp>
          <p:nvSpPr>
            <p:cNvPr id="146438" name="五边形 46"/>
            <p:cNvSpPr>
              <a:spLocks noChangeArrowheads="1"/>
            </p:cNvSpPr>
            <p:nvPr/>
          </p:nvSpPr>
          <p:spPr bwMode="auto">
            <a:xfrm>
              <a:off x="-786" y="197074"/>
              <a:ext cx="756363" cy="88951"/>
            </a:xfrm>
            <a:prstGeom prst="homePlate">
              <a:avLst>
                <a:gd name="adj" fmla="val 49995"/>
              </a:avLst>
            </a:prstGeom>
            <a:solidFill>
              <a:schemeClr val="bg1">
                <a:alpha val="30196"/>
              </a:schemeClr>
            </a:solidFill>
            <a:ln>
              <a:noFill/>
            </a:ln>
            <a:extLst>
              <a:ext uri="{91240B29-F687-4F45-9708-019B960494DF}">
                <a14:hiddenLine xmlns:a14="http://schemas.microsoft.com/office/drawing/2010/main" w="25400" algn="ctr">
                  <a:solidFill>
                    <a:srgbClr val="000000"/>
                  </a:solidFill>
                  <a:miter lim="800000"/>
                  <a:headEnd/>
                  <a:tailEnd/>
                </a14:hiddenLine>
              </a:ext>
            </a:extLst>
          </p:spPr>
          <p:txBody>
            <a:bodyPr anchor="ctr"/>
            <a:lstStyle>
              <a:lvl1pPr>
                <a:defRPr sz="1100" b="1">
                  <a:solidFill>
                    <a:schemeClr val="tx1"/>
                  </a:solidFill>
                  <a:latin typeface="Times New Roman" panose="02020603050405020304" pitchFamily="18" charset="0"/>
                  <a:ea typeface="楷体_GB2312" pitchFamily="49" charset="-122"/>
                </a:defRPr>
              </a:lvl1pPr>
              <a:lvl2pPr marL="742950" indent="-285750">
                <a:defRPr sz="1100" b="1">
                  <a:solidFill>
                    <a:schemeClr val="tx1"/>
                  </a:solidFill>
                  <a:latin typeface="Times New Roman" panose="02020603050405020304" pitchFamily="18" charset="0"/>
                  <a:ea typeface="楷体_GB2312" pitchFamily="49" charset="-122"/>
                </a:defRPr>
              </a:lvl2pPr>
              <a:lvl3pPr marL="1143000" indent="-228600">
                <a:defRPr sz="1100" b="1">
                  <a:solidFill>
                    <a:schemeClr val="tx1"/>
                  </a:solidFill>
                  <a:latin typeface="Times New Roman" panose="02020603050405020304" pitchFamily="18" charset="0"/>
                  <a:ea typeface="楷体_GB2312" pitchFamily="49" charset="-122"/>
                </a:defRPr>
              </a:lvl3pPr>
              <a:lvl4pPr marL="1600200" indent="-228600">
                <a:defRPr sz="1100" b="1">
                  <a:solidFill>
                    <a:schemeClr val="tx1"/>
                  </a:solidFill>
                  <a:latin typeface="Times New Roman" panose="02020603050405020304" pitchFamily="18" charset="0"/>
                  <a:ea typeface="楷体_GB2312" pitchFamily="49" charset="-122"/>
                </a:defRPr>
              </a:lvl4pPr>
              <a:lvl5pPr marL="2057400" indent="-228600">
                <a:defRPr sz="11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1100" b="1">
                  <a:solidFill>
                    <a:schemeClr val="tx1"/>
                  </a:solidFill>
                  <a:latin typeface="Times New Roman" panose="02020603050405020304" pitchFamily="18" charset="0"/>
                  <a:ea typeface="楷体_GB2312" pitchFamily="49" charset="-122"/>
                </a:defRPr>
              </a:lvl9pPr>
            </a:lstStyle>
            <a:p>
              <a:pPr algn="ctr" defTabSz="1219170" fontAlgn="base">
                <a:spcBef>
                  <a:spcPct val="0"/>
                </a:spcBef>
                <a:spcAft>
                  <a:spcPct val="0"/>
                </a:spcAft>
              </a:pPr>
              <a:endParaRPr lang="zh-CN" altLang="en-US" sz="2400" b="0">
                <a:solidFill>
                  <a:srgbClr val="FFFFFF"/>
                </a:solidFill>
                <a:latin typeface="Calibri" panose="020F0502020204030204" pitchFamily="34" charset="0"/>
                <a:ea typeface="宋体" panose="02010600030101010101" pitchFamily="2" charset="-122"/>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7458" name="Picture 3" descr="G:\QQ截图201607142012副本.jpg">
            <a:extLst>
              <a:ext uri="{FF2B5EF4-FFF2-40B4-BE49-F238E27FC236}">
                <a16:creationId xmlns:a16="http://schemas.microsoft.com/office/drawing/2014/main" id="{51A4F108-A1C3-442D-9FB6-01B681BEB6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68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2">
            <a:extLst>
              <a:ext uri="{FF2B5EF4-FFF2-40B4-BE49-F238E27FC236}">
                <a16:creationId xmlns:a16="http://schemas.microsoft.com/office/drawing/2014/main" id="{36471CE2-25F1-4DAB-89FC-4F4BF5ED3866}"/>
              </a:ext>
            </a:extLst>
          </p:cNvPr>
          <p:cNvSpPr txBox="1">
            <a:spLocks noChangeArrowheads="1"/>
          </p:cNvSpPr>
          <p:nvPr/>
        </p:nvSpPr>
        <p:spPr>
          <a:xfrm>
            <a:off x="6864351" y="2286000"/>
            <a:ext cx="3937000" cy="1253067"/>
          </a:xfrm>
          <a:prstGeom prst="rect">
            <a:avLst/>
          </a:prstGeom>
        </p:spPr>
        <p:txBody>
          <a:bodyPr anchor="ctr"/>
          <a:lstStyle/>
          <a:p>
            <a:pPr marL="0" marR="0" lvl="0" indent="0" algn="l" defTabSz="1219170" rtl="0" eaLnBrk="1" fontAlgn="auto" latinLnBrk="0" hangingPunct="1">
              <a:lnSpc>
                <a:spcPct val="100000"/>
              </a:lnSpc>
              <a:spcBef>
                <a:spcPct val="0"/>
              </a:spcBef>
              <a:spcAft>
                <a:spcPts val="0"/>
              </a:spcAft>
              <a:buClrTx/>
              <a:buSzTx/>
              <a:buFontTx/>
              <a:buNone/>
              <a:tabLst/>
              <a:defRPr/>
            </a:pPr>
            <a:r>
              <a:rPr kumimoji="0" lang="zh-CN" altLang="en-US" sz="4667" b="0" i="0" u="none" strike="noStrike" kern="1200" cap="none" spc="800" normalizeH="0" baseline="0" noProof="0" dirty="0">
                <a:ln>
                  <a:noFill/>
                </a:ln>
                <a:solidFill>
                  <a:prstClr val="white"/>
                </a:solidFill>
                <a:effectLst/>
                <a:uLnTx/>
                <a:uFillTx/>
                <a:latin typeface="微软雅黑" pitchFamily="34" charset="-122"/>
                <a:ea typeface="微软雅黑" pitchFamily="34" charset="-122"/>
                <a:cs typeface="+mn-cs"/>
              </a:rPr>
              <a:t>结束</a:t>
            </a:r>
            <a:endParaRPr kumimoji="0" lang="en-US" altLang="zh-CN" sz="4667" b="0" i="0" u="none" strike="noStrike" kern="1200" cap="none" spc="800" normalizeH="0" baseline="0" noProof="0" dirty="0">
              <a:ln>
                <a:noFill/>
              </a:ln>
              <a:solidFill>
                <a:prstClr val="white"/>
              </a:solidFill>
              <a:effectLst/>
              <a:uLnTx/>
              <a:uFillTx/>
              <a:latin typeface="微软雅黑" pitchFamily="34" charset="-122"/>
              <a:ea typeface="微软雅黑" pitchFamily="34" charset="-122"/>
              <a:cs typeface="+mn-cs"/>
            </a:endParaRPr>
          </a:p>
        </p:txBody>
      </p:sp>
    </p:spTree>
    <p:extLst>
      <p:ext uri="{BB962C8B-B14F-4D97-AF65-F5344CB8AC3E}">
        <p14:creationId xmlns:p14="http://schemas.microsoft.com/office/powerpoint/2010/main" val="1497896794"/>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_rels/theme3.xml.rels><?xml version="1.0" encoding="UTF-8" standalone="yes"?>
<Relationships xmlns="http://schemas.openxmlformats.org/package/2006/relationships"><Relationship Id="rId1" Type="http://schemas.openxmlformats.org/officeDocument/2006/relationships/image" Target="../media/image1.jpeg"/></Relationships>
</file>

<file path=ppt/theme/_rels/theme4.xml.rels><?xml version="1.0" encoding="UTF-8" standalone="yes"?>
<Relationships xmlns="http://schemas.openxmlformats.org/package/2006/relationships"><Relationship Id="rId1" Type="http://schemas.openxmlformats.org/officeDocument/2006/relationships/image" Target="../media/image1.jpeg"/></Relationships>
</file>

<file path=ppt/theme/_rels/theme5.xml.rels><?xml version="1.0" encoding="UTF-8" standalone="yes"?>
<Relationships xmlns="http://schemas.openxmlformats.org/package/2006/relationships"><Relationship Id="rId1" Type="http://schemas.openxmlformats.org/officeDocument/2006/relationships/image" Target="../media/image1.jpeg"/></Relationships>
</file>

<file path=ppt/theme/_rels/theme6.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1_波形">
  <a:themeElements>
    <a:clrScheme name="波形">
      <a:dk1>
        <a:sysClr val="windowText" lastClr="000000"/>
      </a:dk1>
      <a:lt1>
        <a:sysClr val="window" lastClr="FFFFFF"/>
      </a:lt1>
      <a:dk2>
        <a:srgbClr val="073E87"/>
      </a:dk2>
      <a:lt2>
        <a:srgbClr val="C6E7FC"/>
      </a:lt2>
      <a:accent1>
        <a:srgbClr val="31B6FD"/>
      </a:accent1>
      <a:accent2>
        <a:srgbClr val="4584D3"/>
      </a:accent2>
      <a:accent3>
        <a:srgbClr val="5BD078"/>
      </a:accent3>
      <a:accent4>
        <a:srgbClr val="A5D028"/>
      </a:accent4>
      <a:accent5>
        <a:srgbClr val="F5C040"/>
      </a:accent5>
      <a:accent6>
        <a:srgbClr val="05E0DB"/>
      </a:accent6>
      <a:hlink>
        <a:srgbClr val="0080FF"/>
      </a:hlink>
      <a:folHlink>
        <a:srgbClr val="5EAEFF"/>
      </a:folHlink>
    </a:clrScheme>
    <a:fontScheme name="波形">
      <a:majorFont>
        <a:latin typeface="Candara"/>
        <a:ea typeface=""/>
        <a:cs typeface=""/>
        <a:font script="Jpan" typeface="HGP明朝E"/>
        <a:font script="Hang" typeface="HY그래픽M"/>
        <a:font script="Hans" typeface="华文新魏"/>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ndara"/>
        <a:ea typeface=""/>
        <a:cs typeface=""/>
        <a:font script="Jpan" typeface="HGP明朝E"/>
        <a:font script="Hang" typeface="HY그래픽M"/>
        <a:font script="Hans" typeface="华文楷体"/>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波形">
      <a:fillStyleLst>
        <a:solidFill>
          <a:schemeClr val="phClr"/>
        </a:solidFill>
        <a:gradFill rotWithShape="1">
          <a:gsLst>
            <a:gs pos="0">
              <a:schemeClr val="phClr">
                <a:tint val="0"/>
              </a:schemeClr>
            </a:gs>
            <a:gs pos="44000">
              <a:schemeClr val="phClr">
                <a:tint val="60000"/>
                <a:satMod val="120000"/>
              </a:schemeClr>
            </a:gs>
            <a:gs pos="100000">
              <a:schemeClr val="phClr">
                <a:tint val="90000"/>
                <a:alpha val="100000"/>
                <a:lumMod val="90000"/>
              </a:schemeClr>
            </a:gs>
          </a:gsLst>
          <a:lin ang="5400000" scaled="0"/>
        </a:gradFill>
        <a:gradFill rotWithShape="1">
          <a:gsLst>
            <a:gs pos="0">
              <a:schemeClr val="phClr">
                <a:tint val="96000"/>
                <a:satMod val="120000"/>
                <a:lumMod val="120000"/>
              </a:schemeClr>
            </a:gs>
            <a:gs pos="100000">
              <a:schemeClr val="phClr">
                <a:shade val="89000"/>
                <a:lumMod val="90000"/>
              </a:schemeClr>
            </a:gs>
          </a:gsLst>
          <a:lin ang="5400000" scaled="0"/>
        </a:gradFill>
      </a:fillStyleLst>
      <a:lnStyleLst>
        <a:ln w="9525" cap="flat" cmpd="sng" algn="ctr">
          <a:solidFill>
            <a:schemeClr val="phClr"/>
          </a:solidFill>
          <a:prstDash val="solid"/>
        </a:ln>
        <a:ln w="15875" cap="flat" cmpd="sng" algn="ctr">
          <a:solidFill>
            <a:schemeClr val="phClr">
              <a:shade val="75000"/>
              <a:lumMod val="80000"/>
            </a:schemeClr>
          </a:solidFill>
          <a:prstDash val="solid"/>
        </a:ln>
        <a:ln w="25400" cap="flat" cmpd="sng" algn="ctr">
          <a:solidFill>
            <a:schemeClr val="phClr"/>
          </a:solidFill>
          <a:prstDash val="solid"/>
        </a:ln>
      </a:lnStyleLst>
      <a:effectStyleLst>
        <a:effectStyle>
          <a:effectLst/>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prstMaterial="flat">
            <a:bevelT w="12700" h="12700"/>
          </a:sp3d>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contourW="19050" prstMaterial="flat">
            <a:bevelT w="63500" h="63500"/>
            <a:contourClr>
              <a:schemeClr val="phClr">
                <a:shade val="25000"/>
                <a:satMod val="180000"/>
              </a:schemeClr>
            </a:contourClr>
          </a:sp3d>
        </a:effectStyle>
      </a:effectStyleLst>
      <a:bgFillStyleLst>
        <a:solidFill>
          <a:schemeClr val="phClr"/>
        </a:solidFill>
        <a:gradFill rotWithShape="1">
          <a:gsLst>
            <a:gs pos="40000">
              <a:schemeClr val="phClr">
                <a:tint val="94000"/>
                <a:shade val="94000"/>
                <a:alpha val="100000"/>
                <a:satMod val="114000"/>
                <a:lumMod val="114000"/>
              </a:schemeClr>
            </a:gs>
            <a:gs pos="74000">
              <a:schemeClr val="phClr">
                <a:tint val="94000"/>
                <a:shade val="94000"/>
                <a:satMod val="128000"/>
                <a:lumMod val="100000"/>
              </a:schemeClr>
            </a:gs>
            <a:gs pos="100000">
              <a:schemeClr val="phClr">
                <a:tint val="98000"/>
                <a:shade val="100000"/>
                <a:hueMod val="98000"/>
                <a:satMod val="100000"/>
                <a:lumMod val="74000"/>
              </a:schemeClr>
            </a:gs>
          </a:gsLst>
          <a:path path="circle">
            <a:fillToRect l="20000" t="-40000" r="20000" b="140000"/>
          </a:path>
        </a:gradFill>
        <a:blipFill rotWithShape="1">
          <a:blip xmlns:r="http://schemas.openxmlformats.org/officeDocument/2006/relationships" r:embed="rId1">
            <a:duotone>
              <a:schemeClr val="phClr">
                <a:tint val="96000"/>
                <a:satMod val="130000"/>
                <a:lumMod val="50000"/>
              </a:schemeClr>
              <a:schemeClr val="phClr">
                <a:tint val="96000"/>
                <a:satMod val="114000"/>
                <a:lumMod val="114000"/>
              </a:schemeClr>
            </a:duotone>
          </a:blip>
          <a:stretch/>
        </a:blipFill>
      </a:bgFillStyleLst>
    </a:fmtScheme>
  </a:themeElements>
  <a:objectDefaults>
    <a:lnDef>
      <a:spPr bwMode="auto">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6_波形">
  <a:themeElements>
    <a:clrScheme name="波形">
      <a:dk1>
        <a:sysClr val="windowText" lastClr="000000"/>
      </a:dk1>
      <a:lt1>
        <a:sysClr val="window" lastClr="FFFFFF"/>
      </a:lt1>
      <a:dk2>
        <a:srgbClr val="073E87"/>
      </a:dk2>
      <a:lt2>
        <a:srgbClr val="C6E7FC"/>
      </a:lt2>
      <a:accent1>
        <a:srgbClr val="31B6FD"/>
      </a:accent1>
      <a:accent2>
        <a:srgbClr val="4584D3"/>
      </a:accent2>
      <a:accent3>
        <a:srgbClr val="5BD078"/>
      </a:accent3>
      <a:accent4>
        <a:srgbClr val="A5D028"/>
      </a:accent4>
      <a:accent5>
        <a:srgbClr val="F5C040"/>
      </a:accent5>
      <a:accent6>
        <a:srgbClr val="05E0DB"/>
      </a:accent6>
      <a:hlink>
        <a:srgbClr val="0080FF"/>
      </a:hlink>
      <a:folHlink>
        <a:srgbClr val="5EAEFF"/>
      </a:folHlink>
    </a:clrScheme>
    <a:fontScheme name="波形">
      <a:majorFont>
        <a:latin typeface="Candara"/>
        <a:ea typeface=""/>
        <a:cs typeface=""/>
        <a:font script="Jpan" typeface="HGP明朝E"/>
        <a:font script="Hang" typeface="HY그래픽M"/>
        <a:font script="Hans" typeface="华文新魏"/>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ndara"/>
        <a:ea typeface=""/>
        <a:cs typeface=""/>
        <a:font script="Jpan" typeface="HGP明朝E"/>
        <a:font script="Hang" typeface="HY그래픽M"/>
        <a:font script="Hans" typeface="华文楷体"/>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波形">
      <a:fillStyleLst>
        <a:solidFill>
          <a:schemeClr val="phClr"/>
        </a:solidFill>
        <a:gradFill rotWithShape="1">
          <a:gsLst>
            <a:gs pos="0">
              <a:schemeClr val="phClr">
                <a:tint val="0"/>
              </a:schemeClr>
            </a:gs>
            <a:gs pos="44000">
              <a:schemeClr val="phClr">
                <a:tint val="60000"/>
                <a:satMod val="120000"/>
              </a:schemeClr>
            </a:gs>
            <a:gs pos="100000">
              <a:schemeClr val="phClr">
                <a:tint val="90000"/>
                <a:alpha val="100000"/>
                <a:lumMod val="90000"/>
              </a:schemeClr>
            </a:gs>
          </a:gsLst>
          <a:lin ang="5400000" scaled="0"/>
        </a:gradFill>
        <a:gradFill rotWithShape="1">
          <a:gsLst>
            <a:gs pos="0">
              <a:schemeClr val="phClr">
                <a:tint val="96000"/>
                <a:satMod val="120000"/>
                <a:lumMod val="120000"/>
              </a:schemeClr>
            </a:gs>
            <a:gs pos="100000">
              <a:schemeClr val="phClr">
                <a:shade val="89000"/>
                <a:lumMod val="90000"/>
              </a:schemeClr>
            </a:gs>
          </a:gsLst>
          <a:lin ang="5400000" scaled="0"/>
        </a:gradFill>
      </a:fillStyleLst>
      <a:lnStyleLst>
        <a:ln w="9525" cap="flat" cmpd="sng" algn="ctr">
          <a:solidFill>
            <a:schemeClr val="phClr"/>
          </a:solidFill>
          <a:prstDash val="solid"/>
        </a:ln>
        <a:ln w="15875" cap="flat" cmpd="sng" algn="ctr">
          <a:solidFill>
            <a:schemeClr val="phClr">
              <a:shade val="75000"/>
              <a:lumMod val="80000"/>
            </a:schemeClr>
          </a:solidFill>
          <a:prstDash val="solid"/>
        </a:ln>
        <a:ln w="25400" cap="flat" cmpd="sng" algn="ctr">
          <a:solidFill>
            <a:schemeClr val="phClr"/>
          </a:solidFill>
          <a:prstDash val="solid"/>
        </a:ln>
      </a:lnStyleLst>
      <a:effectStyleLst>
        <a:effectStyle>
          <a:effectLst/>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prstMaterial="flat">
            <a:bevelT w="12700" h="12700"/>
          </a:sp3d>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contourW="19050" prstMaterial="flat">
            <a:bevelT w="63500" h="63500"/>
            <a:contourClr>
              <a:schemeClr val="phClr">
                <a:shade val="25000"/>
                <a:satMod val="180000"/>
              </a:schemeClr>
            </a:contourClr>
          </a:sp3d>
        </a:effectStyle>
      </a:effectStyleLst>
      <a:bgFillStyleLst>
        <a:solidFill>
          <a:schemeClr val="phClr"/>
        </a:solidFill>
        <a:gradFill rotWithShape="1">
          <a:gsLst>
            <a:gs pos="40000">
              <a:schemeClr val="phClr">
                <a:tint val="94000"/>
                <a:shade val="94000"/>
                <a:alpha val="100000"/>
                <a:satMod val="114000"/>
                <a:lumMod val="114000"/>
              </a:schemeClr>
            </a:gs>
            <a:gs pos="74000">
              <a:schemeClr val="phClr">
                <a:tint val="94000"/>
                <a:shade val="94000"/>
                <a:satMod val="128000"/>
                <a:lumMod val="100000"/>
              </a:schemeClr>
            </a:gs>
            <a:gs pos="100000">
              <a:schemeClr val="phClr">
                <a:tint val="98000"/>
                <a:shade val="100000"/>
                <a:hueMod val="98000"/>
                <a:satMod val="100000"/>
                <a:lumMod val="74000"/>
              </a:schemeClr>
            </a:gs>
          </a:gsLst>
          <a:path path="circle">
            <a:fillToRect l="20000" t="-40000" r="20000" b="140000"/>
          </a:path>
        </a:gradFill>
        <a:blipFill rotWithShape="1">
          <a:blip xmlns:r="http://schemas.openxmlformats.org/officeDocument/2006/relationships" r:embed="rId1">
            <a:duotone>
              <a:schemeClr val="phClr">
                <a:tint val="96000"/>
                <a:satMod val="130000"/>
                <a:lumMod val="50000"/>
              </a:schemeClr>
              <a:schemeClr val="phClr">
                <a:tint val="96000"/>
                <a:satMod val="114000"/>
                <a:lumMod val="114000"/>
              </a:schemeClr>
            </a:duotone>
          </a:blip>
          <a:stretch/>
        </a:blipFill>
      </a:bgFillStyleLst>
    </a:fmtScheme>
  </a:themeElements>
  <a:objectDefaults/>
  <a:extraClrSchemeLst/>
</a:theme>
</file>

<file path=ppt/theme/theme3.xml><?xml version="1.0" encoding="utf-8"?>
<a:theme xmlns:a="http://schemas.openxmlformats.org/drawingml/2006/main" name="3_波形">
  <a:themeElements>
    <a:clrScheme name="波形">
      <a:dk1>
        <a:sysClr val="windowText" lastClr="000000"/>
      </a:dk1>
      <a:lt1>
        <a:sysClr val="window" lastClr="FFFFFF"/>
      </a:lt1>
      <a:dk2>
        <a:srgbClr val="073E87"/>
      </a:dk2>
      <a:lt2>
        <a:srgbClr val="C6E7FC"/>
      </a:lt2>
      <a:accent1>
        <a:srgbClr val="31B6FD"/>
      </a:accent1>
      <a:accent2>
        <a:srgbClr val="4584D3"/>
      </a:accent2>
      <a:accent3>
        <a:srgbClr val="5BD078"/>
      </a:accent3>
      <a:accent4>
        <a:srgbClr val="A5D028"/>
      </a:accent4>
      <a:accent5>
        <a:srgbClr val="F5C040"/>
      </a:accent5>
      <a:accent6>
        <a:srgbClr val="05E0DB"/>
      </a:accent6>
      <a:hlink>
        <a:srgbClr val="0080FF"/>
      </a:hlink>
      <a:folHlink>
        <a:srgbClr val="5EAEFF"/>
      </a:folHlink>
    </a:clrScheme>
    <a:fontScheme name="波形">
      <a:majorFont>
        <a:latin typeface="Candara"/>
        <a:ea typeface=""/>
        <a:cs typeface=""/>
        <a:font script="Jpan" typeface="HGP明朝E"/>
        <a:font script="Hang" typeface="HY그래픽M"/>
        <a:font script="Hans" typeface="华文新魏"/>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ndara"/>
        <a:ea typeface=""/>
        <a:cs typeface=""/>
        <a:font script="Jpan" typeface="HGP明朝E"/>
        <a:font script="Hang" typeface="HY그래픽M"/>
        <a:font script="Hans" typeface="华文楷体"/>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波形">
      <a:fillStyleLst>
        <a:solidFill>
          <a:schemeClr val="phClr"/>
        </a:solidFill>
        <a:gradFill rotWithShape="1">
          <a:gsLst>
            <a:gs pos="0">
              <a:schemeClr val="phClr">
                <a:tint val="0"/>
              </a:schemeClr>
            </a:gs>
            <a:gs pos="44000">
              <a:schemeClr val="phClr">
                <a:tint val="60000"/>
                <a:satMod val="120000"/>
              </a:schemeClr>
            </a:gs>
            <a:gs pos="100000">
              <a:schemeClr val="phClr">
                <a:tint val="90000"/>
                <a:alpha val="100000"/>
                <a:lumMod val="90000"/>
              </a:schemeClr>
            </a:gs>
          </a:gsLst>
          <a:lin ang="5400000" scaled="0"/>
        </a:gradFill>
        <a:gradFill rotWithShape="1">
          <a:gsLst>
            <a:gs pos="0">
              <a:schemeClr val="phClr">
                <a:tint val="96000"/>
                <a:satMod val="120000"/>
                <a:lumMod val="120000"/>
              </a:schemeClr>
            </a:gs>
            <a:gs pos="100000">
              <a:schemeClr val="phClr">
                <a:shade val="89000"/>
                <a:lumMod val="90000"/>
              </a:schemeClr>
            </a:gs>
          </a:gsLst>
          <a:lin ang="5400000" scaled="0"/>
        </a:gradFill>
      </a:fillStyleLst>
      <a:lnStyleLst>
        <a:ln w="9525" cap="flat" cmpd="sng" algn="ctr">
          <a:solidFill>
            <a:schemeClr val="phClr"/>
          </a:solidFill>
          <a:prstDash val="solid"/>
        </a:ln>
        <a:ln w="15875" cap="flat" cmpd="sng" algn="ctr">
          <a:solidFill>
            <a:schemeClr val="phClr">
              <a:shade val="75000"/>
              <a:lumMod val="80000"/>
            </a:schemeClr>
          </a:solidFill>
          <a:prstDash val="solid"/>
        </a:ln>
        <a:ln w="25400" cap="flat" cmpd="sng" algn="ctr">
          <a:solidFill>
            <a:schemeClr val="phClr"/>
          </a:solidFill>
          <a:prstDash val="solid"/>
        </a:ln>
      </a:lnStyleLst>
      <a:effectStyleLst>
        <a:effectStyle>
          <a:effectLst/>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prstMaterial="flat">
            <a:bevelT w="12700" h="12700"/>
          </a:sp3d>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contourW="19050" prstMaterial="flat">
            <a:bevelT w="63500" h="63500"/>
            <a:contourClr>
              <a:schemeClr val="phClr">
                <a:shade val="25000"/>
                <a:satMod val="180000"/>
              </a:schemeClr>
            </a:contourClr>
          </a:sp3d>
        </a:effectStyle>
      </a:effectStyleLst>
      <a:bgFillStyleLst>
        <a:solidFill>
          <a:schemeClr val="phClr"/>
        </a:solidFill>
        <a:gradFill rotWithShape="1">
          <a:gsLst>
            <a:gs pos="40000">
              <a:schemeClr val="phClr">
                <a:tint val="94000"/>
                <a:shade val="94000"/>
                <a:alpha val="100000"/>
                <a:satMod val="114000"/>
                <a:lumMod val="114000"/>
              </a:schemeClr>
            </a:gs>
            <a:gs pos="74000">
              <a:schemeClr val="phClr">
                <a:tint val="94000"/>
                <a:shade val="94000"/>
                <a:satMod val="128000"/>
                <a:lumMod val="100000"/>
              </a:schemeClr>
            </a:gs>
            <a:gs pos="100000">
              <a:schemeClr val="phClr">
                <a:tint val="98000"/>
                <a:shade val="100000"/>
                <a:hueMod val="98000"/>
                <a:satMod val="100000"/>
                <a:lumMod val="74000"/>
              </a:schemeClr>
            </a:gs>
          </a:gsLst>
          <a:path path="circle">
            <a:fillToRect l="20000" t="-40000" r="20000" b="140000"/>
          </a:path>
        </a:gradFill>
        <a:blipFill rotWithShape="1">
          <a:blip xmlns:r="http://schemas.openxmlformats.org/officeDocument/2006/relationships" r:embed="rId1">
            <a:duotone>
              <a:schemeClr val="phClr">
                <a:tint val="96000"/>
                <a:satMod val="130000"/>
                <a:lumMod val="50000"/>
              </a:schemeClr>
              <a:schemeClr val="phClr">
                <a:tint val="96000"/>
                <a:satMod val="114000"/>
                <a:lumMod val="114000"/>
              </a:schemeClr>
            </a:duotone>
          </a:blip>
          <a:stretch/>
        </a:blipFill>
      </a:bgFillStyleLst>
    </a:fmtScheme>
  </a:themeElements>
  <a:objectDefaults/>
  <a:extraClrSchemeLst/>
</a:theme>
</file>

<file path=ppt/theme/theme4.xml><?xml version="1.0" encoding="utf-8"?>
<a:theme xmlns:a="http://schemas.openxmlformats.org/drawingml/2006/main" name="4_波形">
  <a:themeElements>
    <a:clrScheme name="波形">
      <a:dk1>
        <a:sysClr val="windowText" lastClr="000000"/>
      </a:dk1>
      <a:lt1>
        <a:sysClr val="window" lastClr="FFFFFF"/>
      </a:lt1>
      <a:dk2>
        <a:srgbClr val="073E87"/>
      </a:dk2>
      <a:lt2>
        <a:srgbClr val="C6E7FC"/>
      </a:lt2>
      <a:accent1>
        <a:srgbClr val="31B6FD"/>
      </a:accent1>
      <a:accent2>
        <a:srgbClr val="4584D3"/>
      </a:accent2>
      <a:accent3>
        <a:srgbClr val="5BD078"/>
      </a:accent3>
      <a:accent4>
        <a:srgbClr val="A5D028"/>
      </a:accent4>
      <a:accent5>
        <a:srgbClr val="F5C040"/>
      </a:accent5>
      <a:accent6>
        <a:srgbClr val="05E0DB"/>
      </a:accent6>
      <a:hlink>
        <a:srgbClr val="0080FF"/>
      </a:hlink>
      <a:folHlink>
        <a:srgbClr val="5EAEFF"/>
      </a:folHlink>
    </a:clrScheme>
    <a:fontScheme name="波形">
      <a:majorFont>
        <a:latin typeface="Candara"/>
        <a:ea typeface=""/>
        <a:cs typeface=""/>
        <a:font script="Jpan" typeface="HGP明朝E"/>
        <a:font script="Hang" typeface="HY그래픽M"/>
        <a:font script="Hans" typeface="华文新魏"/>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ndara"/>
        <a:ea typeface=""/>
        <a:cs typeface=""/>
        <a:font script="Jpan" typeface="HGP明朝E"/>
        <a:font script="Hang" typeface="HY그래픽M"/>
        <a:font script="Hans" typeface="华文楷体"/>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波形">
      <a:fillStyleLst>
        <a:solidFill>
          <a:schemeClr val="phClr"/>
        </a:solidFill>
        <a:gradFill rotWithShape="1">
          <a:gsLst>
            <a:gs pos="0">
              <a:schemeClr val="phClr">
                <a:tint val="0"/>
              </a:schemeClr>
            </a:gs>
            <a:gs pos="44000">
              <a:schemeClr val="phClr">
                <a:tint val="60000"/>
                <a:satMod val="120000"/>
              </a:schemeClr>
            </a:gs>
            <a:gs pos="100000">
              <a:schemeClr val="phClr">
                <a:tint val="90000"/>
                <a:alpha val="100000"/>
                <a:lumMod val="90000"/>
              </a:schemeClr>
            </a:gs>
          </a:gsLst>
          <a:lin ang="5400000" scaled="0"/>
        </a:gradFill>
        <a:gradFill rotWithShape="1">
          <a:gsLst>
            <a:gs pos="0">
              <a:schemeClr val="phClr">
                <a:tint val="96000"/>
                <a:satMod val="120000"/>
                <a:lumMod val="120000"/>
              </a:schemeClr>
            </a:gs>
            <a:gs pos="100000">
              <a:schemeClr val="phClr">
                <a:shade val="89000"/>
                <a:lumMod val="90000"/>
              </a:schemeClr>
            </a:gs>
          </a:gsLst>
          <a:lin ang="5400000" scaled="0"/>
        </a:gradFill>
      </a:fillStyleLst>
      <a:lnStyleLst>
        <a:ln w="9525" cap="flat" cmpd="sng" algn="ctr">
          <a:solidFill>
            <a:schemeClr val="phClr"/>
          </a:solidFill>
          <a:prstDash val="solid"/>
        </a:ln>
        <a:ln w="15875" cap="flat" cmpd="sng" algn="ctr">
          <a:solidFill>
            <a:schemeClr val="phClr">
              <a:shade val="75000"/>
              <a:lumMod val="80000"/>
            </a:schemeClr>
          </a:solidFill>
          <a:prstDash val="solid"/>
        </a:ln>
        <a:ln w="25400" cap="flat" cmpd="sng" algn="ctr">
          <a:solidFill>
            <a:schemeClr val="phClr"/>
          </a:solidFill>
          <a:prstDash val="solid"/>
        </a:ln>
      </a:lnStyleLst>
      <a:effectStyleLst>
        <a:effectStyle>
          <a:effectLst/>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prstMaterial="flat">
            <a:bevelT w="12700" h="12700"/>
          </a:sp3d>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contourW="19050" prstMaterial="flat">
            <a:bevelT w="63500" h="63500"/>
            <a:contourClr>
              <a:schemeClr val="phClr">
                <a:shade val="25000"/>
                <a:satMod val="180000"/>
              </a:schemeClr>
            </a:contourClr>
          </a:sp3d>
        </a:effectStyle>
      </a:effectStyleLst>
      <a:bgFillStyleLst>
        <a:solidFill>
          <a:schemeClr val="phClr"/>
        </a:solidFill>
        <a:gradFill rotWithShape="1">
          <a:gsLst>
            <a:gs pos="40000">
              <a:schemeClr val="phClr">
                <a:tint val="94000"/>
                <a:shade val="94000"/>
                <a:alpha val="100000"/>
                <a:satMod val="114000"/>
                <a:lumMod val="114000"/>
              </a:schemeClr>
            </a:gs>
            <a:gs pos="74000">
              <a:schemeClr val="phClr">
                <a:tint val="94000"/>
                <a:shade val="94000"/>
                <a:satMod val="128000"/>
                <a:lumMod val="100000"/>
              </a:schemeClr>
            </a:gs>
            <a:gs pos="100000">
              <a:schemeClr val="phClr">
                <a:tint val="98000"/>
                <a:shade val="100000"/>
                <a:hueMod val="98000"/>
                <a:satMod val="100000"/>
                <a:lumMod val="74000"/>
              </a:schemeClr>
            </a:gs>
          </a:gsLst>
          <a:path path="circle">
            <a:fillToRect l="20000" t="-40000" r="20000" b="140000"/>
          </a:path>
        </a:gradFill>
        <a:blipFill rotWithShape="1">
          <a:blip xmlns:r="http://schemas.openxmlformats.org/officeDocument/2006/relationships" r:embed="rId1">
            <a:duotone>
              <a:schemeClr val="phClr">
                <a:tint val="96000"/>
                <a:satMod val="130000"/>
                <a:lumMod val="50000"/>
              </a:schemeClr>
              <a:schemeClr val="phClr">
                <a:tint val="96000"/>
                <a:satMod val="114000"/>
                <a:lumMod val="114000"/>
              </a:schemeClr>
            </a:duotone>
          </a:blip>
          <a:stretch/>
        </a:blipFill>
      </a:bgFillStyleLst>
    </a:fmtScheme>
  </a:themeElements>
  <a:objectDefaults/>
  <a:extraClrSchemeLst/>
</a:theme>
</file>

<file path=ppt/theme/theme5.xml><?xml version="1.0" encoding="utf-8"?>
<a:theme xmlns:a="http://schemas.openxmlformats.org/drawingml/2006/main" name="5_波形">
  <a:themeElements>
    <a:clrScheme name="波形">
      <a:dk1>
        <a:sysClr val="windowText" lastClr="000000"/>
      </a:dk1>
      <a:lt1>
        <a:sysClr val="window" lastClr="FFFFFF"/>
      </a:lt1>
      <a:dk2>
        <a:srgbClr val="073E87"/>
      </a:dk2>
      <a:lt2>
        <a:srgbClr val="C6E7FC"/>
      </a:lt2>
      <a:accent1>
        <a:srgbClr val="31B6FD"/>
      </a:accent1>
      <a:accent2>
        <a:srgbClr val="4584D3"/>
      </a:accent2>
      <a:accent3>
        <a:srgbClr val="5BD078"/>
      </a:accent3>
      <a:accent4>
        <a:srgbClr val="A5D028"/>
      </a:accent4>
      <a:accent5>
        <a:srgbClr val="F5C040"/>
      </a:accent5>
      <a:accent6>
        <a:srgbClr val="05E0DB"/>
      </a:accent6>
      <a:hlink>
        <a:srgbClr val="0080FF"/>
      </a:hlink>
      <a:folHlink>
        <a:srgbClr val="5EAEFF"/>
      </a:folHlink>
    </a:clrScheme>
    <a:fontScheme name="波形">
      <a:majorFont>
        <a:latin typeface="Candara"/>
        <a:ea typeface=""/>
        <a:cs typeface=""/>
        <a:font script="Jpan" typeface="HGP明朝E"/>
        <a:font script="Hang" typeface="HY그래픽M"/>
        <a:font script="Hans" typeface="华文新魏"/>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ndara"/>
        <a:ea typeface=""/>
        <a:cs typeface=""/>
        <a:font script="Jpan" typeface="HGP明朝E"/>
        <a:font script="Hang" typeface="HY그래픽M"/>
        <a:font script="Hans" typeface="华文楷体"/>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波形">
      <a:fillStyleLst>
        <a:solidFill>
          <a:schemeClr val="phClr"/>
        </a:solidFill>
        <a:gradFill rotWithShape="1">
          <a:gsLst>
            <a:gs pos="0">
              <a:schemeClr val="phClr">
                <a:tint val="0"/>
              </a:schemeClr>
            </a:gs>
            <a:gs pos="44000">
              <a:schemeClr val="phClr">
                <a:tint val="60000"/>
                <a:satMod val="120000"/>
              </a:schemeClr>
            </a:gs>
            <a:gs pos="100000">
              <a:schemeClr val="phClr">
                <a:tint val="90000"/>
                <a:alpha val="100000"/>
                <a:lumMod val="90000"/>
              </a:schemeClr>
            </a:gs>
          </a:gsLst>
          <a:lin ang="5400000" scaled="0"/>
        </a:gradFill>
        <a:gradFill rotWithShape="1">
          <a:gsLst>
            <a:gs pos="0">
              <a:schemeClr val="phClr">
                <a:tint val="96000"/>
                <a:satMod val="120000"/>
                <a:lumMod val="120000"/>
              </a:schemeClr>
            </a:gs>
            <a:gs pos="100000">
              <a:schemeClr val="phClr">
                <a:shade val="89000"/>
                <a:lumMod val="90000"/>
              </a:schemeClr>
            </a:gs>
          </a:gsLst>
          <a:lin ang="5400000" scaled="0"/>
        </a:gradFill>
      </a:fillStyleLst>
      <a:lnStyleLst>
        <a:ln w="9525" cap="flat" cmpd="sng" algn="ctr">
          <a:solidFill>
            <a:schemeClr val="phClr"/>
          </a:solidFill>
          <a:prstDash val="solid"/>
        </a:ln>
        <a:ln w="15875" cap="flat" cmpd="sng" algn="ctr">
          <a:solidFill>
            <a:schemeClr val="phClr">
              <a:shade val="75000"/>
              <a:lumMod val="80000"/>
            </a:schemeClr>
          </a:solidFill>
          <a:prstDash val="solid"/>
        </a:ln>
        <a:ln w="25400" cap="flat" cmpd="sng" algn="ctr">
          <a:solidFill>
            <a:schemeClr val="phClr"/>
          </a:solidFill>
          <a:prstDash val="solid"/>
        </a:ln>
      </a:lnStyleLst>
      <a:effectStyleLst>
        <a:effectStyle>
          <a:effectLst/>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prstMaterial="flat">
            <a:bevelT w="12700" h="12700"/>
          </a:sp3d>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contourW="19050" prstMaterial="flat">
            <a:bevelT w="63500" h="63500"/>
            <a:contourClr>
              <a:schemeClr val="phClr">
                <a:shade val="25000"/>
                <a:satMod val="180000"/>
              </a:schemeClr>
            </a:contourClr>
          </a:sp3d>
        </a:effectStyle>
      </a:effectStyleLst>
      <a:bgFillStyleLst>
        <a:solidFill>
          <a:schemeClr val="phClr"/>
        </a:solidFill>
        <a:gradFill rotWithShape="1">
          <a:gsLst>
            <a:gs pos="40000">
              <a:schemeClr val="phClr">
                <a:tint val="94000"/>
                <a:shade val="94000"/>
                <a:alpha val="100000"/>
                <a:satMod val="114000"/>
                <a:lumMod val="114000"/>
              </a:schemeClr>
            </a:gs>
            <a:gs pos="74000">
              <a:schemeClr val="phClr">
                <a:tint val="94000"/>
                <a:shade val="94000"/>
                <a:satMod val="128000"/>
                <a:lumMod val="100000"/>
              </a:schemeClr>
            </a:gs>
            <a:gs pos="100000">
              <a:schemeClr val="phClr">
                <a:tint val="98000"/>
                <a:shade val="100000"/>
                <a:hueMod val="98000"/>
                <a:satMod val="100000"/>
                <a:lumMod val="74000"/>
              </a:schemeClr>
            </a:gs>
          </a:gsLst>
          <a:path path="circle">
            <a:fillToRect l="20000" t="-40000" r="20000" b="140000"/>
          </a:path>
        </a:gradFill>
        <a:blipFill rotWithShape="1">
          <a:blip xmlns:r="http://schemas.openxmlformats.org/officeDocument/2006/relationships" r:embed="rId1">
            <a:duotone>
              <a:schemeClr val="phClr">
                <a:tint val="96000"/>
                <a:satMod val="130000"/>
                <a:lumMod val="50000"/>
              </a:schemeClr>
              <a:schemeClr val="phClr">
                <a:tint val="96000"/>
                <a:satMod val="114000"/>
                <a:lumMod val="114000"/>
              </a:schemeClr>
            </a:duotone>
          </a:blip>
          <a:stretch/>
        </a:blipFill>
      </a:bgFillStyleLst>
    </a:fmtScheme>
  </a:themeElements>
  <a:objectDefaults/>
  <a:extraClrSchemeLst/>
</a:theme>
</file>

<file path=ppt/theme/theme6.xml><?xml version="1.0" encoding="utf-8"?>
<a:theme xmlns:a="http://schemas.openxmlformats.org/drawingml/2006/main" name="8_波形">
  <a:themeElements>
    <a:clrScheme name="波形">
      <a:dk1>
        <a:sysClr val="windowText" lastClr="000000"/>
      </a:dk1>
      <a:lt1>
        <a:sysClr val="window" lastClr="FFFFFF"/>
      </a:lt1>
      <a:dk2>
        <a:srgbClr val="073E87"/>
      </a:dk2>
      <a:lt2>
        <a:srgbClr val="C6E7FC"/>
      </a:lt2>
      <a:accent1>
        <a:srgbClr val="31B6FD"/>
      </a:accent1>
      <a:accent2>
        <a:srgbClr val="4584D3"/>
      </a:accent2>
      <a:accent3>
        <a:srgbClr val="5BD078"/>
      </a:accent3>
      <a:accent4>
        <a:srgbClr val="A5D028"/>
      </a:accent4>
      <a:accent5>
        <a:srgbClr val="F5C040"/>
      </a:accent5>
      <a:accent6>
        <a:srgbClr val="05E0DB"/>
      </a:accent6>
      <a:hlink>
        <a:srgbClr val="0080FF"/>
      </a:hlink>
      <a:folHlink>
        <a:srgbClr val="5EAEFF"/>
      </a:folHlink>
    </a:clrScheme>
    <a:fontScheme name="波形">
      <a:majorFont>
        <a:latin typeface="Candara"/>
        <a:ea typeface=""/>
        <a:cs typeface=""/>
        <a:font script="Jpan" typeface="HGP明朝E"/>
        <a:font script="Hang" typeface="HY그래픽M"/>
        <a:font script="Hans" typeface="华文新魏"/>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ndara"/>
        <a:ea typeface=""/>
        <a:cs typeface=""/>
        <a:font script="Jpan" typeface="HGP明朝E"/>
        <a:font script="Hang" typeface="HY그래픽M"/>
        <a:font script="Hans" typeface="华文楷体"/>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波形">
      <a:fillStyleLst>
        <a:solidFill>
          <a:schemeClr val="phClr"/>
        </a:solidFill>
        <a:gradFill rotWithShape="1">
          <a:gsLst>
            <a:gs pos="0">
              <a:schemeClr val="phClr">
                <a:tint val="0"/>
              </a:schemeClr>
            </a:gs>
            <a:gs pos="44000">
              <a:schemeClr val="phClr">
                <a:tint val="60000"/>
                <a:satMod val="120000"/>
              </a:schemeClr>
            </a:gs>
            <a:gs pos="100000">
              <a:schemeClr val="phClr">
                <a:tint val="90000"/>
                <a:alpha val="100000"/>
                <a:lumMod val="90000"/>
              </a:schemeClr>
            </a:gs>
          </a:gsLst>
          <a:lin ang="5400000" scaled="0"/>
        </a:gradFill>
        <a:gradFill rotWithShape="1">
          <a:gsLst>
            <a:gs pos="0">
              <a:schemeClr val="phClr">
                <a:tint val="96000"/>
                <a:satMod val="120000"/>
                <a:lumMod val="120000"/>
              </a:schemeClr>
            </a:gs>
            <a:gs pos="100000">
              <a:schemeClr val="phClr">
                <a:shade val="89000"/>
                <a:lumMod val="90000"/>
              </a:schemeClr>
            </a:gs>
          </a:gsLst>
          <a:lin ang="5400000" scaled="0"/>
        </a:gradFill>
      </a:fillStyleLst>
      <a:lnStyleLst>
        <a:ln w="9525" cap="flat" cmpd="sng" algn="ctr">
          <a:solidFill>
            <a:schemeClr val="phClr"/>
          </a:solidFill>
          <a:prstDash val="solid"/>
        </a:ln>
        <a:ln w="15875" cap="flat" cmpd="sng" algn="ctr">
          <a:solidFill>
            <a:schemeClr val="phClr">
              <a:shade val="75000"/>
              <a:lumMod val="80000"/>
            </a:schemeClr>
          </a:solidFill>
          <a:prstDash val="solid"/>
        </a:ln>
        <a:ln w="25400" cap="flat" cmpd="sng" algn="ctr">
          <a:solidFill>
            <a:schemeClr val="phClr"/>
          </a:solidFill>
          <a:prstDash val="solid"/>
        </a:ln>
      </a:lnStyleLst>
      <a:effectStyleLst>
        <a:effectStyle>
          <a:effectLst/>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prstMaterial="flat">
            <a:bevelT w="12700" h="12700"/>
          </a:sp3d>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contourW="19050" prstMaterial="flat">
            <a:bevelT w="63500" h="63500"/>
            <a:contourClr>
              <a:schemeClr val="phClr">
                <a:shade val="25000"/>
                <a:satMod val="180000"/>
              </a:schemeClr>
            </a:contourClr>
          </a:sp3d>
        </a:effectStyle>
      </a:effectStyleLst>
      <a:bgFillStyleLst>
        <a:solidFill>
          <a:schemeClr val="phClr"/>
        </a:solidFill>
        <a:gradFill rotWithShape="1">
          <a:gsLst>
            <a:gs pos="40000">
              <a:schemeClr val="phClr">
                <a:tint val="94000"/>
                <a:shade val="94000"/>
                <a:alpha val="100000"/>
                <a:satMod val="114000"/>
                <a:lumMod val="114000"/>
              </a:schemeClr>
            </a:gs>
            <a:gs pos="74000">
              <a:schemeClr val="phClr">
                <a:tint val="94000"/>
                <a:shade val="94000"/>
                <a:satMod val="128000"/>
                <a:lumMod val="100000"/>
              </a:schemeClr>
            </a:gs>
            <a:gs pos="100000">
              <a:schemeClr val="phClr">
                <a:tint val="98000"/>
                <a:shade val="100000"/>
                <a:hueMod val="98000"/>
                <a:satMod val="100000"/>
                <a:lumMod val="74000"/>
              </a:schemeClr>
            </a:gs>
          </a:gsLst>
          <a:path path="circle">
            <a:fillToRect l="20000" t="-40000" r="20000" b="140000"/>
          </a:path>
        </a:gradFill>
        <a:blipFill rotWithShape="1">
          <a:blip xmlns:r="http://schemas.openxmlformats.org/officeDocument/2006/relationships" r:embed="rId1">
            <a:duotone>
              <a:schemeClr val="phClr">
                <a:tint val="96000"/>
                <a:satMod val="130000"/>
                <a:lumMod val="50000"/>
              </a:schemeClr>
              <a:schemeClr val="phClr">
                <a:tint val="96000"/>
                <a:satMod val="114000"/>
                <a:lumMod val="114000"/>
              </a:schemeClr>
            </a:duotone>
          </a:blip>
          <a:stretch/>
        </a:blipFill>
      </a:bgFillStyleLst>
    </a:fmtScheme>
  </a:themeElements>
  <a:objectDefaults/>
  <a:extraClrSchemeLst/>
</a:theme>
</file>

<file path=ppt/theme/theme7.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6669</TotalTime>
  <Words>12012</Words>
  <Application>Microsoft Office PowerPoint</Application>
  <PresentationFormat>宽屏</PresentationFormat>
  <Paragraphs>3214</Paragraphs>
  <Slides>92</Slides>
  <Notes>92</Notes>
  <HiddenSlides>0</HiddenSlides>
  <MMClips>0</MMClips>
  <ScaleCrop>false</ScaleCrop>
  <HeadingPairs>
    <vt:vector size="6" baseType="variant">
      <vt:variant>
        <vt:lpstr>已用的字体</vt:lpstr>
      </vt:variant>
      <vt:variant>
        <vt:i4>13</vt:i4>
      </vt:variant>
      <vt:variant>
        <vt:lpstr>主题</vt:lpstr>
      </vt:variant>
      <vt:variant>
        <vt:i4>6</vt:i4>
      </vt:variant>
      <vt:variant>
        <vt:lpstr>幻灯片标题</vt:lpstr>
      </vt:variant>
      <vt:variant>
        <vt:i4>92</vt:i4>
      </vt:variant>
    </vt:vector>
  </HeadingPairs>
  <TitlesOfParts>
    <vt:vector size="111" baseType="lpstr">
      <vt:lpstr>等线</vt:lpstr>
      <vt:lpstr>华文楷体</vt:lpstr>
      <vt:lpstr>楷体</vt:lpstr>
      <vt:lpstr>楷体_GB2312</vt:lpstr>
      <vt:lpstr>宋体</vt:lpstr>
      <vt:lpstr>微软雅黑</vt:lpstr>
      <vt:lpstr>Arial</vt:lpstr>
      <vt:lpstr>Calibri</vt:lpstr>
      <vt:lpstr>Candara</vt:lpstr>
      <vt:lpstr>Symbol</vt:lpstr>
      <vt:lpstr>Tahoma</vt:lpstr>
      <vt:lpstr>Times New Roman</vt:lpstr>
      <vt:lpstr>Wingdings</vt:lpstr>
      <vt:lpstr>1_波形</vt:lpstr>
      <vt:lpstr>6_波形</vt:lpstr>
      <vt:lpstr>3_波形</vt:lpstr>
      <vt:lpstr>4_波形</vt:lpstr>
      <vt:lpstr>5_波形</vt:lpstr>
      <vt:lpstr>8_波形</vt:lpstr>
      <vt:lpstr>PowerPoint 演示文稿</vt:lpstr>
      <vt:lpstr>第15讲（运行存储分配）要点</vt:lpstr>
      <vt:lpstr>7.1 存储组织</vt:lpstr>
      <vt:lpstr>活动记录</vt:lpstr>
      <vt:lpstr>活动记录的一般形式</vt:lpstr>
      <vt:lpstr>存储分配策略</vt:lpstr>
      <vt:lpstr>静态存储分配</vt:lpstr>
      <vt:lpstr>动态存储分配</vt:lpstr>
      <vt:lpstr>运行时内存的划分</vt:lpstr>
      <vt:lpstr>PowerPoint 演示文稿</vt:lpstr>
      <vt:lpstr>活动树</vt:lpstr>
      <vt:lpstr>例：一个快速排序程序的概要</vt:lpstr>
      <vt:lpstr>PowerPoint 演示文稿</vt:lpstr>
      <vt:lpstr>PowerPoint 演示文稿</vt:lpstr>
      <vt:lpstr>PowerPoint 演示文稿</vt:lpstr>
      <vt:lpstr>PowerPoint 演示文稿</vt:lpstr>
      <vt:lpstr>PowerPoint 演示文稿</vt:lpstr>
      <vt:lpstr>设计活动记录的一些原则</vt:lpstr>
      <vt:lpstr>调用序列和返回序列</vt:lpstr>
      <vt:lpstr>调用序列</vt:lpstr>
      <vt:lpstr>返回序列</vt:lpstr>
      <vt:lpstr>调用者和被调用者之间的任务划分</vt:lpstr>
      <vt:lpstr>变长数据的存储分配</vt:lpstr>
      <vt:lpstr>访问动态分配的数组</vt:lpstr>
      <vt:lpstr>PowerPoint 演示文稿</vt:lpstr>
      <vt:lpstr>7.4 非局部数据的访问</vt:lpstr>
      <vt:lpstr>例：</vt:lpstr>
      <vt:lpstr>非局部数据的访问</vt:lpstr>
      <vt:lpstr>例：基于访问链的非局部数据访问</vt:lpstr>
      <vt:lpstr>PowerPoint 演示文稿</vt:lpstr>
      <vt:lpstr>PowerPoint 演示文稿</vt:lpstr>
      <vt:lpstr>PowerPoint 演示文稿</vt:lpstr>
      <vt:lpstr>PowerPoint 演示文稿</vt:lpstr>
      <vt:lpstr>访问链的建立</vt:lpstr>
      <vt:lpstr>访问链的建立</vt:lpstr>
      <vt:lpstr>访问链的建立</vt:lpstr>
      <vt:lpstr>display表（嵌套层次显示表）</vt:lpstr>
      <vt:lpstr>例</vt:lpstr>
      <vt:lpstr>例</vt:lpstr>
      <vt:lpstr>例</vt:lpstr>
      <vt:lpstr>例</vt:lpstr>
      <vt:lpstr>例</vt:lpstr>
      <vt:lpstr>例</vt:lpstr>
      <vt:lpstr>例</vt:lpstr>
      <vt:lpstr>例</vt:lpstr>
      <vt:lpstr>例</vt:lpstr>
      <vt:lpstr>例</vt:lpstr>
      <vt:lpstr>display表的维护</vt:lpstr>
      <vt:lpstr>PowerPoint 演示文稿</vt:lpstr>
      <vt:lpstr>7.6 符号表</vt:lpstr>
      <vt:lpstr>符号表上的主要操作</vt:lpstr>
      <vt:lpstr>符号表的组织</vt:lpstr>
      <vt:lpstr>例</vt:lpstr>
      <vt:lpstr>多个过程符号表的组织</vt:lpstr>
      <vt:lpstr>例</vt:lpstr>
      <vt:lpstr>嵌套过程声明语句的SDT</vt:lpstr>
      <vt:lpstr>例</vt:lpstr>
      <vt:lpstr>例</vt:lpstr>
      <vt:lpstr>例</vt:lpstr>
      <vt:lpstr>例</vt:lpstr>
      <vt:lpstr>例</vt:lpstr>
      <vt:lpstr>例</vt:lpstr>
      <vt:lpstr>例</vt:lpstr>
      <vt:lpstr>标识符的基本处理方法</vt:lpstr>
      <vt:lpstr>符号表的另一种组织方式</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例</vt:lpstr>
      <vt:lpstr>访问链的建立</vt:lpstr>
      <vt:lpstr>本章小结</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预测分析表</dc:title>
  <dc:creator>tanyulei@hit.edu.cn</dc:creator>
  <cp:lastModifiedBy>chenyin_hit@outlook.com</cp:lastModifiedBy>
  <cp:revision>394</cp:revision>
  <dcterms:created xsi:type="dcterms:W3CDTF">2020-03-04T02:23:49Z</dcterms:created>
  <dcterms:modified xsi:type="dcterms:W3CDTF">2022-04-13T23:18:20Z</dcterms:modified>
</cp:coreProperties>
</file>